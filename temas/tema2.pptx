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tags/tag1.xml" ContentType="application/vnd.openxmlformats-officedocument.presentationml.tags+xml"/>
  <Override PartName="/ppt/notesSlides/notesSlide64.xml" ContentType="application/vnd.openxmlformats-officedocument.presentationml.notesSlide+xml"/>
  <Override PartName="/ppt/tags/tag2.xml" ContentType="application/vnd.openxmlformats-officedocument.presentationml.tags+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tags/tag3.xml" ContentType="application/vnd.openxmlformats-officedocument.presentationml.tags+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tags/tag4.xml" ContentType="application/vnd.openxmlformats-officedocument.presentationml.tags+xml"/>
  <Override PartName="/ppt/notesSlides/notesSlide69.xml" ContentType="application/vnd.openxmlformats-officedocument.presentationml.notesSlide+xml"/>
  <Override PartName="/ppt/tags/tag5.xml" ContentType="application/vnd.openxmlformats-officedocument.presentationml.tags+xml"/>
  <Override PartName="/ppt/notesSlides/notesSlide70.xml" ContentType="application/vnd.openxmlformats-officedocument.presentationml.notesSlide+xml"/>
  <Override PartName="/ppt/tags/tag6.xml" ContentType="application/vnd.openxmlformats-officedocument.presentationml.tags+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tags/tag7.xml" ContentType="application/vnd.openxmlformats-officedocument.presentationml.tags+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15" saveSubsetFonts="1">
  <p:sldMasterIdLst>
    <p:sldMasterId id="2147483661" r:id="rId1"/>
    <p:sldMasterId id="2147483674" r:id="rId2"/>
    <p:sldMasterId id="2147483692" r:id="rId3"/>
  </p:sldMasterIdLst>
  <p:notesMasterIdLst>
    <p:notesMasterId r:id="rId126"/>
  </p:notesMasterIdLst>
  <p:handoutMasterIdLst>
    <p:handoutMasterId r:id="rId127"/>
  </p:handoutMasterIdLst>
  <p:sldIdLst>
    <p:sldId id="481" r:id="rId4"/>
    <p:sldId id="482" r:id="rId5"/>
    <p:sldId id="256" r:id="rId6"/>
    <p:sldId id="257" r:id="rId7"/>
    <p:sldId id="258" r:id="rId8"/>
    <p:sldId id="261" r:id="rId9"/>
    <p:sldId id="260" r:id="rId10"/>
    <p:sldId id="262" r:id="rId11"/>
    <p:sldId id="263" r:id="rId12"/>
    <p:sldId id="264" r:id="rId13"/>
    <p:sldId id="265" r:id="rId14"/>
    <p:sldId id="266" r:id="rId15"/>
    <p:sldId id="273" r:id="rId16"/>
    <p:sldId id="483" r:id="rId17"/>
    <p:sldId id="267" r:id="rId18"/>
    <p:sldId id="274" r:id="rId19"/>
    <p:sldId id="268" r:id="rId20"/>
    <p:sldId id="269" r:id="rId21"/>
    <p:sldId id="270" r:id="rId22"/>
    <p:sldId id="271" r:id="rId23"/>
    <p:sldId id="272" r:id="rId24"/>
    <p:sldId id="275" r:id="rId25"/>
    <p:sldId id="531" r:id="rId26"/>
    <p:sldId id="276" r:id="rId27"/>
    <p:sldId id="363" r:id="rId28"/>
    <p:sldId id="279" r:id="rId29"/>
    <p:sldId id="280" r:id="rId30"/>
    <p:sldId id="286" r:id="rId31"/>
    <p:sldId id="281" r:id="rId32"/>
    <p:sldId id="287" r:id="rId33"/>
    <p:sldId id="524" r:id="rId34"/>
    <p:sldId id="293" r:id="rId35"/>
    <p:sldId id="526" r:id="rId36"/>
    <p:sldId id="525" r:id="rId37"/>
    <p:sldId id="527" r:id="rId38"/>
    <p:sldId id="528" r:id="rId39"/>
    <p:sldId id="529" r:id="rId40"/>
    <p:sldId id="530" r:id="rId41"/>
    <p:sldId id="285" r:id="rId42"/>
    <p:sldId id="289" r:id="rId43"/>
    <p:sldId id="290" r:id="rId44"/>
    <p:sldId id="291" r:id="rId45"/>
    <p:sldId id="292" r:id="rId46"/>
    <p:sldId id="296" r:id="rId47"/>
    <p:sldId id="294" r:id="rId48"/>
    <p:sldId id="295" r:id="rId49"/>
    <p:sldId id="297" r:id="rId50"/>
    <p:sldId id="298" r:id="rId51"/>
    <p:sldId id="514" r:id="rId52"/>
    <p:sldId id="515" r:id="rId53"/>
    <p:sldId id="278" r:id="rId54"/>
    <p:sldId id="299" r:id="rId55"/>
    <p:sldId id="300" r:id="rId56"/>
    <p:sldId id="301" r:id="rId57"/>
    <p:sldId id="302" r:id="rId58"/>
    <p:sldId id="303" r:id="rId59"/>
    <p:sldId id="304" r:id="rId60"/>
    <p:sldId id="305" r:id="rId61"/>
    <p:sldId id="306" r:id="rId62"/>
    <p:sldId id="307" r:id="rId63"/>
    <p:sldId id="308" r:id="rId64"/>
    <p:sldId id="375" r:id="rId65"/>
    <p:sldId id="511" r:id="rId66"/>
    <p:sldId id="512" r:id="rId67"/>
    <p:sldId id="513" r:id="rId68"/>
    <p:sldId id="362" r:id="rId69"/>
    <p:sldId id="374" r:id="rId70"/>
    <p:sldId id="277" r:id="rId71"/>
    <p:sldId id="259" r:id="rId72"/>
    <p:sldId id="501" r:id="rId73"/>
    <p:sldId id="309" r:id="rId74"/>
    <p:sldId id="310" r:id="rId75"/>
    <p:sldId id="491" r:id="rId76"/>
    <p:sldId id="311" r:id="rId77"/>
    <p:sldId id="312" r:id="rId78"/>
    <p:sldId id="320" r:id="rId79"/>
    <p:sldId id="484" r:id="rId80"/>
    <p:sldId id="485" r:id="rId81"/>
    <p:sldId id="486" r:id="rId82"/>
    <p:sldId id="487" r:id="rId83"/>
    <p:sldId id="488" r:id="rId84"/>
    <p:sldId id="489" r:id="rId85"/>
    <p:sldId id="490" r:id="rId86"/>
    <p:sldId id="532" r:id="rId87"/>
    <p:sldId id="315" r:id="rId88"/>
    <p:sldId id="329" r:id="rId89"/>
    <p:sldId id="330" r:id="rId90"/>
    <p:sldId id="332" r:id="rId91"/>
    <p:sldId id="331" r:id="rId92"/>
    <p:sldId id="516" r:id="rId93"/>
    <p:sldId id="517" r:id="rId94"/>
    <p:sldId id="533" r:id="rId95"/>
    <p:sldId id="534" r:id="rId96"/>
    <p:sldId id="518" r:id="rId97"/>
    <p:sldId id="519" r:id="rId98"/>
    <p:sldId id="520" r:id="rId99"/>
    <p:sldId id="521" r:id="rId100"/>
    <p:sldId id="522" r:id="rId101"/>
    <p:sldId id="555" r:id="rId102"/>
    <p:sldId id="554" r:id="rId103"/>
    <p:sldId id="284" r:id="rId104"/>
    <p:sldId id="535" r:id="rId105"/>
    <p:sldId id="348" r:id="rId106"/>
    <p:sldId id="536" r:id="rId107"/>
    <p:sldId id="537" r:id="rId108"/>
    <p:sldId id="282" r:id="rId109"/>
    <p:sldId id="539" r:id="rId110"/>
    <p:sldId id="540" r:id="rId111"/>
    <p:sldId id="288" r:id="rId112"/>
    <p:sldId id="541" r:id="rId113"/>
    <p:sldId id="542" r:id="rId114"/>
    <p:sldId id="543" r:id="rId115"/>
    <p:sldId id="544" r:id="rId116"/>
    <p:sldId id="545" r:id="rId117"/>
    <p:sldId id="546" r:id="rId118"/>
    <p:sldId id="547" r:id="rId119"/>
    <p:sldId id="548" r:id="rId120"/>
    <p:sldId id="549" r:id="rId121"/>
    <p:sldId id="550" r:id="rId122"/>
    <p:sldId id="551" r:id="rId123"/>
    <p:sldId id="552" r:id="rId124"/>
    <p:sldId id="553" r:id="rId125"/>
  </p:sldIdLst>
  <p:sldSz cx="9901238" cy="8101013"/>
  <p:notesSz cx="6797675" cy="9928225"/>
  <p:defaultTextStyle>
    <a:defPPr>
      <a:defRPr lang="es-ES"/>
    </a:defPPr>
    <a:lvl1pPr algn="ctr" rtl="0" fontAlgn="base">
      <a:spcBef>
        <a:spcPct val="0"/>
      </a:spcBef>
      <a:spcAft>
        <a:spcPct val="0"/>
      </a:spcAft>
      <a:defRPr sz="1300" kern="1200">
        <a:solidFill>
          <a:schemeClr val="tx1"/>
        </a:solidFill>
        <a:latin typeface="Times New Roman" pitchFamily="18" charset="0"/>
        <a:ea typeface="+mn-ea"/>
        <a:cs typeface="+mn-cs"/>
      </a:defRPr>
    </a:lvl1pPr>
    <a:lvl2pPr marL="457200" algn="ctr" rtl="0" fontAlgn="base">
      <a:spcBef>
        <a:spcPct val="0"/>
      </a:spcBef>
      <a:spcAft>
        <a:spcPct val="0"/>
      </a:spcAft>
      <a:defRPr sz="1300" kern="1200">
        <a:solidFill>
          <a:schemeClr val="tx1"/>
        </a:solidFill>
        <a:latin typeface="Times New Roman" pitchFamily="18" charset="0"/>
        <a:ea typeface="+mn-ea"/>
        <a:cs typeface="+mn-cs"/>
      </a:defRPr>
    </a:lvl2pPr>
    <a:lvl3pPr marL="914400" algn="ctr" rtl="0" fontAlgn="base">
      <a:spcBef>
        <a:spcPct val="0"/>
      </a:spcBef>
      <a:spcAft>
        <a:spcPct val="0"/>
      </a:spcAft>
      <a:defRPr sz="1300" kern="1200">
        <a:solidFill>
          <a:schemeClr val="tx1"/>
        </a:solidFill>
        <a:latin typeface="Times New Roman" pitchFamily="18" charset="0"/>
        <a:ea typeface="+mn-ea"/>
        <a:cs typeface="+mn-cs"/>
      </a:defRPr>
    </a:lvl3pPr>
    <a:lvl4pPr marL="1371600" algn="ctr" rtl="0" fontAlgn="base">
      <a:spcBef>
        <a:spcPct val="0"/>
      </a:spcBef>
      <a:spcAft>
        <a:spcPct val="0"/>
      </a:spcAft>
      <a:defRPr sz="1300" kern="1200">
        <a:solidFill>
          <a:schemeClr val="tx1"/>
        </a:solidFill>
        <a:latin typeface="Times New Roman" pitchFamily="18" charset="0"/>
        <a:ea typeface="+mn-ea"/>
        <a:cs typeface="+mn-cs"/>
      </a:defRPr>
    </a:lvl4pPr>
    <a:lvl5pPr marL="1828800" algn="ctr" rtl="0" fontAlgn="base">
      <a:spcBef>
        <a:spcPct val="0"/>
      </a:spcBef>
      <a:spcAft>
        <a:spcPct val="0"/>
      </a:spcAft>
      <a:defRPr sz="1300" kern="1200">
        <a:solidFill>
          <a:schemeClr val="tx1"/>
        </a:solidFill>
        <a:latin typeface="Times New Roman" pitchFamily="18" charset="0"/>
        <a:ea typeface="+mn-ea"/>
        <a:cs typeface="+mn-cs"/>
      </a:defRPr>
    </a:lvl5pPr>
    <a:lvl6pPr marL="2286000" algn="l" defTabSz="914400" rtl="0" eaLnBrk="1" latinLnBrk="0" hangingPunct="1">
      <a:defRPr sz="1300" kern="1200">
        <a:solidFill>
          <a:schemeClr val="tx1"/>
        </a:solidFill>
        <a:latin typeface="Times New Roman" pitchFamily="18" charset="0"/>
        <a:ea typeface="+mn-ea"/>
        <a:cs typeface="+mn-cs"/>
      </a:defRPr>
    </a:lvl6pPr>
    <a:lvl7pPr marL="2743200" algn="l" defTabSz="914400" rtl="0" eaLnBrk="1" latinLnBrk="0" hangingPunct="1">
      <a:defRPr sz="1300" kern="1200">
        <a:solidFill>
          <a:schemeClr val="tx1"/>
        </a:solidFill>
        <a:latin typeface="Times New Roman" pitchFamily="18" charset="0"/>
        <a:ea typeface="+mn-ea"/>
        <a:cs typeface="+mn-cs"/>
      </a:defRPr>
    </a:lvl7pPr>
    <a:lvl8pPr marL="3200400" algn="l" defTabSz="914400" rtl="0" eaLnBrk="1" latinLnBrk="0" hangingPunct="1">
      <a:defRPr sz="1300" kern="1200">
        <a:solidFill>
          <a:schemeClr val="tx1"/>
        </a:solidFill>
        <a:latin typeface="Times New Roman" pitchFamily="18" charset="0"/>
        <a:ea typeface="+mn-ea"/>
        <a:cs typeface="+mn-cs"/>
      </a:defRPr>
    </a:lvl8pPr>
    <a:lvl9pPr marL="3657600" algn="l" defTabSz="914400" rtl="0" eaLnBrk="1" latinLnBrk="0" hangingPunct="1">
      <a:defRPr sz="13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552">
          <p15:clr>
            <a:srgbClr val="A4A3A4"/>
          </p15:clr>
        </p15:guide>
        <p15:guide id="2" pos="311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33" autoAdjust="0"/>
    <p:restoredTop sz="87783" autoAdjust="0"/>
  </p:normalViewPr>
  <p:slideViewPr>
    <p:cSldViewPr>
      <p:cViewPr varScale="1">
        <p:scale>
          <a:sx n="81" d="100"/>
          <a:sy n="81" d="100"/>
        </p:scale>
        <p:origin x="1020" y="96"/>
      </p:cViewPr>
      <p:guideLst>
        <p:guide orient="horz" pos="2552"/>
        <p:guide pos="3119"/>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Lst>
  </p:outlineViewPr>
  <p:notesTextViewPr>
    <p:cViewPr>
      <p:scale>
        <a:sx n="100" d="100"/>
        <a:sy n="100" d="100"/>
      </p:scale>
      <p:origin x="0" y="0"/>
    </p:cViewPr>
  </p:notesTextViewPr>
  <p:sorterViewPr>
    <p:cViewPr>
      <p:scale>
        <a:sx n="66" d="100"/>
        <a:sy n="66" d="100"/>
      </p:scale>
      <p:origin x="0" y="846"/>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slide" Target="slides/slide109.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28" Type="http://schemas.openxmlformats.org/officeDocument/2006/relationships/presProps" Target="presProps.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slide" Target="slides/slide121.xml"/><Relationship Id="rId129" Type="http://schemas.openxmlformats.org/officeDocument/2006/relationships/viewProps" Target="viewProps.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0" Type="http://schemas.openxmlformats.org/officeDocument/2006/relationships/theme" Target="theme/theme1.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tableStyles" Target="tableStyles.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handoutMaster" Target="handoutMasters/handoutMaster1.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4" Type="http://schemas.openxmlformats.org/officeDocument/2006/relationships/slide" Target="slides/slide1.xml"/><Relationship Id="rId9" Type="http://schemas.openxmlformats.org/officeDocument/2006/relationships/slide" Target="slides/slide6.xml"/><Relationship Id="rId26" Type="http://schemas.openxmlformats.org/officeDocument/2006/relationships/slide" Target="slides/slide23.xml"/></Relationships>
</file>

<file path=ppt/_rels/viewProps.xml.rels><?xml version="1.0" encoding="UTF-8" standalone="yes"?>
<Relationships xmlns="http://schemas.openxmlformats.org/package/2006/relationships"><Relationship Id="rId3" Type="http://schemas.openxmlformats.org/officeDocument/2006/relationships/slide" Target="slides/slide47.xml"/><Relationship Id="rId7" Type="http://schemas.openxmlformats.org/officeDocument/2006/relationships/slide" Target="slides/slide103.xml"/><Relationship Id="rId2" Type="http://schemas.openxmlformats.org/officeDocument/2006/relationships/slide" Target="slides/slide46.xml"/><Relationship Id="rId1" Type="http://schemas.openxmlformats.org/officeDocument/2006/relationships/slide" Target="slides/slide42.xml"/><Relationship Id="rId6" Type="http://schemas.openxmlformats.org/officeDocument/2006/relationships/slide" Target="slides/slide88.xml"/><Relationship Id="rId5" Type="http://schemas.openxmlformats.org/officeDocument/2006/relationships/slide" Target="slides/slide76.xml"/><Relationship Id="rId4" Type="http://schemas.openxmlformats.org/officeDocument/2006/relationships/slide" Target="slides/slide7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22" name="Rectangle 2"/>
          <p:cNvSpPr>
            <a:spLocks noGrp="1" noChangeArrowheads="1"/>
          </p:cNvSpPr>
          <p:nvPr>
            <p:ph type="hdr" sz="quarter"/>
          </p:nvPr>
        </p:nvSpPr>
        <p:spPr bwMode="auto">
          <a:xfrm>
            <a:off x="1" y="0"/>
            <a:ext cx="2945190" cy="495298"/>
          </a:xfrm>
          <a:prstGeom prst="rect">
            <a:avLst/>
          </a:prstGeom>
          <a:noFill/>
          <a:ln w="9525">
            <a:noFill/>
            <a:miter lim="800000"/>
            <a:headEnd/>
            <a:tailEnd/>
          </a:ln>
          <a:effectLst/>
        </p:spPr>
        <p:txBody>
          <a:bodyPr vert="horz" wrap="square" lIns="91376" tIns="45687" rIns="91376" bIns="45687" numCol="1" anchor="t" anchorCtr="0" compatLnSpc="1">
            <a:prstTxWarp prst="textNoShape">
              <a:avLst/>
            </a:prstTxWarp>
          </a:bodyPr>
          <a:lstStyle>
            <a:lvl1pPr algn="l" defTabSz="915988">
              <a:defRPr/>
            </a:lvl1pPr>
          </a:lstStyle>
          <a:p>
            <a:pPr>
              <a:defRPr/>
            </a:pPr>
            <a:endParaRPr lang="es-ES"/>
          </a:p>
        </p:txBody>
      </p:sp>
      <p:sp>
        <p:nvSpPr>
          <p:cNvPr id="235523" name="Rectangle 3"/>
          <p:cNvSpPr>
            <a:spLocks noGrp="1" noChangeArrowheads="1"/>
          </p:cNvSpPr>
          <p:nvPr>
            <p:ph type="dt" sz="quarter" idx="1"/>
          </p:nvPr>
        </p:nvSpPr>
        <p:spPr bwMode="auto">
          <a:xfrm>
            <a:off x="3854046" y="0"/>
            <a:ext cx="2943629" cy="495298"/>
          </a:xfrm>
          <a:prstGeom prst="rect">
            <a:avLst/>
          </a:prstGeom>
          <a:noFill/>
          <a:ln w="9525">
            <a:noFill/>
            <a:miter lim="800000"/>
            <a:headEnd/>
            <a:tailEnd/>
          </a:ln>
          <a:effectLst/>
        </p:spPr>
        <p:txBody>
          <a:bodyPr vert="horz" wrap="square" lIns="91376" tIns="45687" rIns="91376" bIns="45687" numCol="1" anchor="t" anchorCtr="0" compatLnSpc="1">
            <a:prstTxWarp prst="textNoShape">
              <a:avLst/>
            </a:prstTxWarp>
          </a:bodyPr>
          <a:lstStyle>
            <a:lvl1pPr algn="r" defTabSz="915988">
              <a:defRPr/>
            </a:lvl1pPr>
          </a:lstStyle>
          <a:p>
            <a:pPr>
              <a:defRPr/>
            </a:pPr>
            <a:endParaRPr lang="es-ES"/>
          </a:p>
        </p:txBody>
      </p:sp>
      <p:sp>
        <p:nvSpPr>
          <p:cNvPr id="235524" name="Rectangle 4"/>
          <p:cNvSpPr>
            <a:spLocks noGrp="1" noChangeArrowheads="1"/>
          </p:cNvSpPr>
          <p:nvPr>
            <p:ph type="ftr" sz="quarter" idx="2"/>
          </p:nvPr>
        </p:nvSpPr>
        <p:spPr bwMode="auto">
          <a:xfrm>
            <a:off x="1" y="9432927"/>
            <a:ext cx="2945190" cy="495298"/>
          </a:xfrm>
          <a:prstGeom prst="rect">
            <a:avLst/>
          </a:prstGeom>
          <a:noFill/>
          <a:ln w="9525">
            <a:noFill/>
            <a:miter lim="800000"/>
            <a:headEnd/>
            <a:tailEnd/>
          </a:ln>
          <a:effectLst/>
        </p:spPr>
        <p:txBody>
          <a:bodyPr vert="horz" wrap="square" lIns="91376" tIns="45687" rIns="91376" bIns="45687" numCol="1" anchor="b" anchorCtr="0" compatLnSpc="1">
            <a:prstTxWarp prst="textNoShape">
              <a:avLst/>
            </a:prstTxWarp>
          </a:bodyPr>
          <a:lstStyle>
            <a:lvl1pPr algn="l" defTabSz="915988">
              <a:defRPr/>
            </a:lvl1pPr>
          </a:lstStyle>
          <a:p>
            <a:pPr>
              <a:defRPr/>
            </a:pPr>
            <a:endParaRPr lang="es-ES"/>
          </a:p>
        </p:txBody>
      </p:sp>
      <p:sp>
        <p:nvSpPr>
          <p:cNvPr id="235525" name="Rectangle 5"/>
          <p:cNvSpPr>
            <a:spLocks noGrp="1" noChangeArrowheads="1"/>
          </p:cNvSpPr>
          <p:nvPr>
            <p:ph type="sldNum" sz="quarter" idx="3"/>
          </p:nvPr>
        </p:nvSpPr>
        <p:spPr bwMode="auto">
          <a:xfrm>
            <a:off x="3854046" y="9432927"/>
            <a:ext cx="2943629" cy="495298"/>
          </a:xfrm>
          <a:prstGeom prst="rect">
            <a:avLst/>
          </a:prstGeom>
          <a:noFill/>
          <a:ln w="9525">
            <a:noFill/>
            <a:miter lim="800000"/>
            <a:headEnd/>
            <a:tailEnd/>
          </a:ln>
          <a:effectLst/>
        </p:spPr>
        <p:txBody>
          <a:bodyPr vert="horz" wrap="square" lIns="91376" tIns="45687" rIns="91376" bIns="45687" numCol="1" anchor="b" anchorCtr="0" compatLnSpc="1">
            <a:prstTxWarp prst="textNoShape">
              <a:avLst/>
            </a:prstTxWarp>
          </a:bodyPr>
          <a:lstStyle>
            <a:lvl1pPr algn="r" defTabSz="915988">
              <a:defRPr/>
            </a:lvl1pPr>
          </a:lstStyle>
          <a:p>
            <a:pPr>
              <a:defRPr/>
            </a:pPr>
            <a:fld id="{7D216CD1-481D-4FEC-A3AE-7B0E3150635E}" type="slidenum">
              <a:rPr lang="es-ES"/>
              <a:pPr>
                <a:defRPr/>
              </a:pPr>
              <a:t>‹Nº›</a:t>
            </a:fld>
            <a:endParaRPr lang="es-ES"/>
          </a:p>
        </p:txBody>
      </p:sp>
    </p:spTree>
    <p:extLst>
      <p:ext uri="{BB962C8B-B14F-4D97-AF65-F5344CB8AC3E}">
        <p14:creationId xmlns:p14="http://schemas.microsoft.com/office/powerpoint/2010/main" val="4202435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Rectangle 2"/>
          <p:cNvSpPr>
            <a:spLocks noGrp="1" noChangeArrowheads="1"/>
          </p:cNvSpPr>
          <p:nvPr>
            <p:ph type="hdr" sz="quarter"/>
          </p:nvPr>
        </p:nvSpPr>
        <p:spPr bwMode="auto">
          <a:xfrm>
            <a:off x="1" y="0"/>
            <a:ext cx="2945190" cy="495298"/>
          </a:xfrm>
          <a:prstGeom prst="rect">
            <a:avLst/>
          </a:prstGeom>
          <a:noFill/>
          <a:ln w="9525">
            <a:noFill/>
            <a:miter lim="800000"/>
            <a:headEnd/>
            <a:tailEnd/>
          </a:ln>
          <a:effectLst/>
        </p:spPr>
        <p:txBody>
          <a:bodyPr vert="horz" wrap="square" lIns="91376" tIns="45687" rIns="91376" bIns="45687" numCol="1" anchor="t" anchorCtr="0" compatLnSpc="1">
            <a:prstTxWarp prst="textNoShape">
              <a:avLst/>
            </a:prstTxWarp>
          </a:bodyPr>
          <a:lstStyle>
            <a:lvl1pPr algn="l" defTabSz="915988">
              <a:defRPr/>
            </a:lvl1pPr>
          </a:lstStyle>
          <a:p>
            <a:pPr>
              <a:defRPr/>
            </a:pPr>
            <a:endParaRPr lang="es-ES"/>
          </a:p>
        </p:txBody>
      </p:sp>
      <p:sp>
        <p:nvSpPr>
          <p:cNvPr id="57347" name="Rectangle 3"/>
          <p:cNvSpPr>
            <a:spLocks noGrp="1" noChangeArrowheads="1"/>
          </p:cNvSpPr>
          <p:nvPr>
            <p:ph type="dt" idx="1"/>
          </p:nvPr>
        </p:nvSpPr>
        <p:spPr bwMode="auto">
          <a:xfrm>
            <a:off x="3854046" y="0"/>
            <a:ext cx="2943629" cy="495298"/>
          </a:xfrm>
          <a:prstGeom prst="rect">
            <a:avLst/>
          </a:prstGeom>
          <a:noFill/>
          <a:ln w="9525">
            <a:noFill/>
            <a:miter lim="800000"/>
            <a:headEnd/>
            <a:tailEnd/>
          </a:ln>
          <a:effectLst/>
        </p:spPr>
        <p:txBody>
          <a:bodyPr vert="horz" wrap="square" lIns="91376" tIns="45687" rIns="91376" bIns="45687" numCol="1" anchor="t" anchorCtr="0" compatLnSpc="1">
            <a:prstTxWarp prst="textNoShape">
              <a:avLst/>
            </a:prstTxWarp>
          </a:bodyPr>
          <a:lstStyle>
            <a:lvl1pPr algn="r" defTabSz="915988">
              <a:defRPr/>
            </a:lvl1pPr>
          </a:lstStyle>
          <a:p>
            <a:pPr>
              <a:defRPr/>
            </a:pPr>
            <a:endParaRPr lang="es-ES"/>
          </a:p>
        </p:txBody>
      </p:sp>
      <p:sp>
        <p:nvSpPr>
          <p:cNvPr id="129028" name="Rectangle 4"/>
          <p:cNvSpPr>
            <a:spLocks noGrp="1" noRot="1" noChangeAspect="1" noChangeArrowheads="1" noTextEdit="1"/>
          </p:cNvSpPr>
          <p:nvPr>
            <p:ph type="sldImg" idx="2"/>
          </p:nvPr>
        </p:nvSpPr>
        <p:spPr bwMode="auto">
          <a:xfrm>
            <a:off x="1131888" y="747713"/>
            <a:ext cx="4543425" cy="3719512"/>
          </a:xfrm>
          <a:prstGeom prst="rect">
            <a:avLst/>
          </a:prstGeom>
          <a:noFill/>
          <a:ln w="9525">
            <a:solidFill>
              <a:srgbClr val="000000"/>
            </a:solidFill>
            <a:miter lim="800000"/>
            <a:headEnd/>
            <a:tailEnd/>
          </a:ln>
        </p:spPr>
      </p:sp>
      <p:sp>
        <p:nvSpPr>
          <p:cNvPr id="57349" name="Rectangle 5"/>
          <p:cNvSpPr>
            <a:spLocks noGrp="1" noChangeArrowheads="1"/>
          </p:cNvSpPr>
          <p:nvPr>
            <p:ph type="body" sz="quarter" idx="3"/>
          </p:nvPr>
        </p:nvSpPr>
        <p:spPr bwMode="auto">
          <a:xfrm>
            <a:off x="905732" y="4713036"/>
            <a:ext cx="4986211" cy="4467959"/>
          </a:xfrm>
          <a:prstGeom prst="rect">
            <a:avLst/>
          </a:prstGeom>
          <a:noFill/>
          <a:ln w="9525">
            <a:noFill/>
            <a:miter lim="800000"/>
            <a:headEnd/>
            <a:tailEnd/>
          </a:ln>
          <a:effectLst/>
        </p:spPr>
        <p:txBody>
          <a:bodyPr vert="horz" wrap="square" lIns="91376" tIns="45687" rIns="91376" bIns="45687" numCol="1" anchor="t" anchorCtr="0" compatLnSpc="1">
            <a:prstTxWarp prst="textNoShape">
              <a:avLst/>
            </a:prstTxWarp>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57350" name="Rectangle 6"/>
          <p:cNvSpPr>
            <a:spLocks noGrp="1" noChangeArrowheads="1"/>
          </p:cNvSpPr>
          <p:nvPr>
            <p:ph type="ftr" sz="quarter" idx="4"/>
          </p:nvPr>
        </p:nvSpPr>
        <p:spPr bwMode="auto">
          <a:xfrm>
            <a:off x="1" y="9432927"/>
            <a:ext cx="2945190" cy="495298"/>
          </a:xfrm>
          <a:prstGeom prst="rect">
            <a:avLst/>
          </a:prstGeom>
          <a:noFill/>
          <a:ln w="9525">
            <a:noFill/>
            <a:miter lim="800000"/>
            <a:headEnd/>
            <a:tailEnd/>
          </a:ln>
          <a:effectLst/>
        </p:spPr>
        <p:txBody>
          <a:bodyPr vert="horz" wrap="square" lIns="91376" tIns="45687" rIns="91376" bIns="45687" numCol="1" anchor="b" anchorCtr="0" compatLnSpc="1">
            <a:prstTxWarp prst="textNoShape">
              <a:avLst/>
            </a:prstTxWarp>
          </a:bodyPr>
          <a:lstStyle>
            <a:lvl1pPr algn="l" defTabSz="915988">
              <a:defRPr/>
            </a:lvl1pPr>
          </a:lstStyle>
          <a:p>
            <a:pPr>
              <a:defRPr/>
            </a:pPr>
            <a:endParaRPr lang="es-ES"/>
          </a:p>
        </p:txBody>
      </p:sp>
      <p:sp>
        <p:nvSpPr>
          <p:cNvPr id="57351" name="Rectangle 7"/>
          <p:cNvSpPr>
            <a:spLocks noGrp="1" noChangeArrowheads="1"/>
          </p:cNvSpPr>
          <p:nvPr>
            <p:ph type="sldNum" sz="quarter" idx="5"/>
          </p:nvPr>
        </p:nvSpPr>
        <p:spPr bwMode="auto">
          <a:xfrm>
            <a:off x="3854046" y="9432927"/>
            <a:ext cx="2943629" cy="495298"/>
          </a:xfrm>
          <a:prstGeom prst="rect">
            <a:avLst/>
          </a:prstGeom>
          <a:noFill/>
          <a:ln w="9525">
            <a:noFill/>
            <a:miter lim="800000"/>
            <a:headEnd/>
            <a:tailEnd/>
          </a:ln>
          <a:effectLst/>
        </p:spPr>
        <p:txBody>
          <a:bodyPr vert="horz" wrap="square" lIns="91376" tIns="45687" rIns="91376" bIns="45687" numCol="1" anchor="b" anchorCtr="0" compatLnSpc="1">
            <a:prstTxWarp prst="textNoShape">
              <a:avLst/>
            </a:prstTxWarp>
          </a:bodyPr>
          <a:lstStyle>
            <a:lvl1pPr algn="r" defTabSz="915988">
              <a:defRPr/>
            </a:lvl1pPr>
          </a:lstStyle>
          <a:p>
            <a:pPr>
              <a:defRPr/>
            </a:pPr>
            <a:fld id="{28904F8F-565B-4B04-B8CD-44E1300FF6F0}" type="slidenum">
              <a:rPr lang="es-ES"/>
              <a:pPr>
                <a:defRPr/>
              </a:pPr>
              <a:t>‹Nº›</a:t>
            </a:fld>
            <a:endParaRPr lang="es-ES"/>
          </a:p>
        </p:txBody>
      </p:sp>
    </p:spTree>
    <p:extLst>
      <p:ext uri="{BB962C8B-B14F-4D97-AF65-F5344CB8AC3E}">
        <p14:creationId xmlns:p14="http://schemas.microsoft.com/office/powerpoint/2010/main" val="51796367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ln/>
        </p:spPr>
      </p:sp>
      <p:sp>
        <p:nvSpPr>
          <p:cNvPr id="130051"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Rot="1" noChangeAspect="1" noChangeArrowheads="1" noTextEdit="1"/>
          </p:cNvSpPr>
          <p:nvPr>
            <p:ph type="sldImg"/>
          </p:nvPr>
        </p:nvSpPr>
        <p:spPr>
          <a:ln/>
        </p:spPr>
      </p:sp>
      <p:sp>
        <p:nvSpPr>
          <p:cNvPr id="131075"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Rot="1" noChangeAspect="1" noChangeArrowheads="1" noTextEdit="1"/>
          </p:cNvSpPr>
          <p:nvPr>
            <p:ph type="sldImg"/>
          </p:nvPr>
        </p:nvSpPr>
        <p:spPr>
          <a:ln/>
        </p:spPr>
      </p:sp>
      <p:sp>
        <p:nvSpPr>
          <p:cNvPr id="132099"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spect="1" noChangeArrowheads="1" noTextEdit="1"/>
          </p:cNvSpPr>
          <p:nvPr>
            <p:ph type="sldImg"/>
          </p:nvPr>
        </p:nvSpPr>
        <p:spPr>
          <a:ln/>
        </p:spPr>
      </p:sp>
      <p:sp>
        <p:nvSpPr>
          <p:cNvPr id="133123"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Rot="1" noChangeAspect="1" noChangeArrowheads="1" noTextEdit="1"/>
          </p:cNvSpPr>
          <p:nvPr>
            <p:ph type="sldImg"/>
          </p:nvPr>
        </p:nvSpPr>
        <p:spPr>
          <a:ln/>
        </p:spPr>
      </p:sp>
      <p:sp>
        <p:nvSpPr>
          <p:cNvPr id="134147"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spect="1" noChangeArrowheads="1" noTextEdit="1"/>
          </p:cNvSpPr>
          <p:nvPr>
            <p:ph type="sldImg"/>
          </p:nvPr>
        </p:nvSpPr>
        <p:spPr>
          <a:ln/>
        </p:spPr>
      </p:sp>
      <p:sp>
        <p:nvSpPr>
          <p:cNvPr id="135171"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Rot="1" noChangeAspect="1" noChangeArrowheads="1" noTextEdit="1"/>
          </p:cNvSpPr>
          <p:nvPr>
            <p:ph type="sldImg"/>
          </p:nvPr>
        </p:nvSpPr>
        <p:spPr>
          <a:ln/>
        </p:spPr>
      </p:sp>
      <p:sp>
        <p:nvSpPr>
          <p:cNvPr id="136195"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Rot="1" noChangeAspect="1" noChangeArrowheads="1" noTextEdit="1"/>
          </p:cNvSpPr>
          <p:nvPr>
            <p:ph type="sldImg"/>
          </p:nvPr>
        </p:nvSpPr>
        <p:spPr>
          <a:ln/>
        </p:spPr>
      </p:sp>
      <p:sp>
        <p:nvSpPr>
          <p:cNvPr id="137219"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Rot="1" noChangeAspect="1" noChangeArrowheads="1" noTextEdit="1"/>
          </p:cNvSpPr>
          <p:nvPr>
            <p:ph type="sldImg"/>
          </p:nvPr>
        </p:nvSpPr>
        <p:spPr>
          <a:ln/>
        </p:spPr>
      </p:sp>
      <p:sp>
        <p:nvSpPr>
          <p:cNvPr id="138243"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Rot="1" noChangeAspect="1" noChangeArrowheads="1" noTextEdit="1"/>
          </p:cNvSpPr>
          <p:nvPr>
            <p:ph type="sldImg"/>
          </p:nvPr>
        </p:nvSpPr>
        <p:spPr>
          <a:ln/>
        </p:spPr>
      </p:sp>
      <p:sp>
        <p:nvSpPr>
          <p:cNvPr id="140291"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Rot="1" noChangeAspect="1" noChangeArrowheads="1" noTextEdit="1"/>
          </p:cNvSpPr>
          <p:nvPr>
            <p:ph type="sldImg"/>
          </p:nvPr>
        </p:nvSpPr>
        <p:spPr>
          <a:ln/>
        </p:spPr>
      </p:sp>
      <p:sp>
        <p:nvSpPr>
          <p:cNvPr id="141315"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Rot="1" noChangeAspect="1" noChangeArrowheads="1" noTextEdit="1"/>
          </p:cNvSpPr>
          <p:nvPr>
            <p:ph type="sldImg"/>
          </p:nvPr>
        </p:nvSpPr>
        <p:spPr>
          <a:ln/>
        </p:spPr>
      </p:sp>
      <p:sp>
        <p:nvSpPr>
          <p:cNvPr id="142339"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Rot="1" noChangeAspect="1" noChangeArrowheads="1" noTextEdit="1"/>
          </p:cNvSpPr>
          <p:nvPr>
            <p:ph type="sldImg"/>
          </p:nvPr>
        </p:nvSpPr>
        <p:spPr>
          <a:ln/>
        </p:spPr>
      </p:sp>
      <p:sp>
        <p:nvSpPr>
          <p:cNvPr id="143363"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Rot="1" noChangeAspect="1" noChangeArrowheads="1" noTextEdit="1"/>
          </p:cNvSpPr>
          <p:nvPr>
            <p:ph type="sldImg"/>
          </p:nvPr>
        </p:nvSpPr>
        <p:spPr>
          <a:ln/>
        </p:spPr>
      </p:sp>
      <p:sp>
        <p:nvSpPr>
          <p:cNvPr id="144387"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Rot="1" noChangeAspect="1" noChangeArrowheads="1" noTextEdit="1"/>
          </p:cNvSpPr>
          <p:nvPr>
            <p:ph type="sldImg"/>
          </p:nvPr>
        </p:nvSpPr>
        <p:spPr>
          <a:ln/>
        </p:spPr>
      </p:sp>
      <p:sp>
        <p:nvSpPr>
          <p:cNvPr id="145411"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Rot="1" noChangeAspect="1" noChangeArrowheads="1" noTextEdit="1"/>
          </p:cNvSpPr>
          <p:nvPr>
            <p:ph type="sldImg"/>
          </p:nvPr>
        </p:nvSpPr>
        <p:spPr>
          <a:ln/>
        </p:spPr>
      </p:sp>
      <p:sp>
        <p:nvSpPr>
          <p:cNvPr id="146435"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Rot="1" noChangeAspect="1" noChangeArrowheads="1" noTextEdit="1"/>
          </p:cNvSpPr>
          <p:nvPr>
            <p:ph type="sldImg"/>
          </p:nvPr>
        </p:nvSpPr>
        <p:spPr>
          <a:ln/>
        </p:spPr>
      </p:sp>
      <p:sp>
        <p:nvSpPr>
          <p:cNvPr id="147459"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Rot="1" noChangeAspect="1" noChangeArrowheads="1" noTextEdit="1"/>
          </p:cNvSpPr>
          <p:nvPr>
            <p:ph type="sldImg"/>
          </p:nvPr>
        </p:nvSpPr>
        <p:spPr>
          <a:ln/>
        </p:spPr>
      </p:sp>
      <p:sp>
        <p:nvSpPr>
          <p:cNvPr id="148483"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Rot="1" noChangeAspect="1" noChangeArrowheads="1" noTextEdit="1"/>
          </p:cNvSpPr>
          <p:nvPr>
            <p:ph type="sldImg"/>
          </p:nvPr>
        </p:nvSpPr>
        <p:spPr>
          <a:ln/>
        </p:spPr>
      </p:sp>
      <p:sp>
        <p:nvSpPr>
          <p:cNvPr id="149507"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Rot="1" noChangeAspect="1" noChangeArrowheads="1" noTextEdit="1"/>
          </p:cNvSpPr>
          <p:nvPr>
            <p:ph type="sldImg"/>
          </p:nvPr>
        </p:nvSpPr>
        <p:spPr>
          <a:ln/>
        </p:spPr>
      </p:sp>
      <p:sp>
        <p:nvSpPr>
          <p:cNvPr id="150531"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Rot="1" noChangeAspect="1" noChangeArrowheads="1" noTextEdit="1"/>
          </p:cNvSpPr>
          <p:nvPr>
            <p:ph type="sldImg"/>
          </p:nvPr>
        </p:nvSpPr>
        <p:spPr>
          <a:ln/>
        </p:spPr>
      </p:sp>
      <p:sp>
        <p:nvSpPr>
          <p:cNvPr id="151555"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Rot="1" noChangeAspect="1" noChangeArrowheads="1" noTextEdit="1"/>
          </p:cNvSpPr>
          <p:nvPr>
            <p:ph type="sldImg"/>
          </p:nvPr>
        </p:nvSpPr>
        <p:spPr>
          <a:ln/>
        </p:spPr>
      </p:sp>
      <p:sp>
        <p:nvSpPr>
          <p:cNvPr id="152579"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Rot="1" noChangeAspect="1" noChangeArrowheads="1" noTextEdit="1"/>
          </p:cNvSpPr>
          <p:nvPr>
            <p:ph type="sldImg"/>
          </p:nvPr>
        </p:nvSpPr>
        <p:spPr>
          <a:ln/>
        </p:spPr>
      </p:sp>
      <p:sp>
        <p:nvSpPr>
          <p:cNvPr id="153603"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Rot="1" noChangeAspect="1" noChangeArrowheads="1" noTextEdit="1"/>
          </p:cNvSpPr>
          <p:nvPr>
            <p:ph type="sldImg"/>
          </p:nvPr>
        </p:nvSpPr>
        <p:spPr>
          <a:ln/>
        </p:spPr>
      </p:sp>
      <p:sp>
        <p:nvSpPr>
          <p:cNvPr id="164867"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Rot="1" noChangeAspect="1" noChangeArrowheads="1" noTextEdit="1"/>
          </p:cNvSpPr>
          <p:nvPr>
            <p:ph type="sldImg"/>
          </p:nvPr>
        </p:nvSpPr>
        <p:spPr>
          <a:ln/>
        </p:spPr>
      </p:sp>
      <p:sp>
        <p:nvSpPr>
          <p:cNvPr id="165891"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Rot="1" noChangeAspect="1" noChangeArrowheads="1" noTextEdit="1"/>
          </p:cNvSpPr>
          <p:nvPr>
            <p:ph type="sldImg"/>
          </p:nvPr>
        </p:nvSpPr>
        <p:spPr>
          <a:ln/>
        </p:spPr>
      </p:sp>
      <p:sp>
        <p:nvSpPr>
          <p:cNvPr id="166915"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Rot="1" noChangeAspect="1" noChangeArrowheads="1" noTextEdit="1"/>
          </p:cNvSpPr>
          <p:nvPr>
            <p:ph type="sldImg"/>
          </p:nvPr>
        </p:nvSpPr>
        <p:spPr>
          <a:ln/>
        </p:spPr>
      </p:sp>
      <p:sp>
        <p:nvSpPr>
          <p:cNvPr id="167939"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Rot="1" noChangeAspect="1" noChangeArrowheads="1" noTextEdit="1"/>
          </p:cNvSpPr>
          <p:nvPr>
            <p:ph type="sldImg"/>
          </p:nvPr>
        </p:nvSpPr>
        <p:spPr>
          <a:ln/>
        </p:spPr>
      </p:sp>
      <p:sp>
        <p:nvSpPr>
          <p:cNvPr id="168963"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Rot="1" noChangeAspect="1" noChangeArrowheads="1" noTextEdit="1"/>
          </p:cNvSpPr>
          <p:nvPr>
            <p:ph type="sldImg"/>
          </p:nvPr>
        </p:nvSpPr>
        <p:spPr>
          <a:ln/>
        </p:spPr>
      </p:sp>
      <p:sp>
        <p:nvSpPr>
          <p:cNvPr id="175107" name="Rectangle 3"/>
          <p:cNvSpPr>
            <a:spLocks noGrp="1" noChangeArrowheads="1"/>
          </p:cNvSpPr>
          <p:nvPr>
            <p:ph type="body" idx="1"/>
          </p:nvPr>
        </p:nvSpPr>
        <p:spPr>
          <a:noFill/>
          <a:ln/>
        </p:spPr>
        <p:txBody>
          <a:bodyPr/>
          <a:lstStyle/>
          <a:p>
            <a:pPr eaLnBrk="1" hangingPunct="1"/>
            <a:endParaRPr lang="es-E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Rot="1" noChangeAspect="1" noChangeArrowheads="1" noTextEdit="1"/>
          </p:cNvSpPr>
          <p:nvPr>
            <p:ph type="sldImg"/>
          </p:nvPr>
        </p:nvSpPr>
        <p:spPr>
          <a:ln/>
        </p:spPr>
      </p:sp>
      <p:sp>
        <p:nvSpPr>
          <p:cNvPr id="175107" name="Rectangle 3"/>
          <p:cNvSpPr>
            <a:spLocks noGrp="1" noChangeArrowheads="1"/>
          </p:cNvSpPr>
          <p:nvPr>
            <p:ph type="body" idx="1"/>
          </p:nvPr>
        </p:nvSpPr>
        <p:spPr>
          <a:noFill/>
          <a:ln/>
        </p:spPr>
        <p:txBody>
          <a:bodyPr/>
          <a:lstStyle/>
          <a:p>
            <a:pPr eaLnBrk="1" hangingPunct="1"/>
            <a:endParaRPr lang="es-ES" dirty="0"/>
          </a:p>
        </p:txBody>
      </p:sp>
    </p:spTree>
    <p:extLst>
      <p:ext uri="{BB962C8B-B14F-4D97-AF65-F5344CB8AC3E}">
        <p14:creationId xmlns:p14="http://schemas.microsoft.com/office/powerpoint/2010/main" val="29040819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Rot="1" noChangeAspect="1" noChangeArrowheads="1" noTextEdit="1"/>
          </p:cNvSpPr>
          <p:nvPr>
            <p:ph type="sldImg"/>
          </p:nvPr>
        </p:nvSpPr>
        <p:spPr>
          <a:ln/>
        </p:spPr>
      </p:sp>
      <p:sp>
        <p:nvSpPr>
          <p:cNvPr id="172035"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Rot="1" noChangeAspect="1" noChangeArrowheads="1" noTextEdit="1"/>
          </p:cNvSpPr>
          <p:nvPr>
            <p:ph type="sldImg"/>
          </p:nvPr>
        </p:nvSpPr>
        <p:spPr>
          <a:ln/>
        </p:spPr>
      </p:sp>
      <p:sp>
        <p:nvSpPr>
          <p:cNvPr id="176131"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Rot="1" noChangeAspect="1" noChangeArrowheads="1" noTextEdit="1"/>
          </p:cNvSpPr>
          <p:nvPr>
            <p:ph type="sldImg"/>
          </p:nvPr>
        </p:nvSpPr>
        <p:spPr>
          <a:ln/>
        </p:spPr>
      </p:sp>
      <p:sp>
        <p:nvSpPr>
          <p:cNvPr id="177155"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Rot="1" noChangeAspect="1" noChangeArrowheads="1" noTextEdit="1"/>
          </p:cNvSpPr>
          <p:nvPr>
            <p:ph type="sldImg"/>
          </p:nvPr>
        </p:nvSpPr>
        <p:spPr>
          <a:ln/>
        </p:spPr>
      </p:sp>
      <p:sp>
        <p:nvSpPr>
          <p:cNvPr id="178179"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Rot="1" noChangeAspect="1" noChangeArrowheads="1" noTextEdit="1"/>
          </p:cNvSpPr>
          <p:nvPr>
            <p:ph type="sldImg"/>
          </p:nvPr>
        </p:nvSpPr>
        <p:spPr>
          <a:ln/>
        </p:spPr>
      </p:sp>
      <p:sp>
        <p:nvSpPr>
          <p:cNvPr id="179203"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Rot="1" noChangeAspect="1" noChangeArrowheads="1" noTextEdit="1"/>
          </p:cNvSpPr>
          <p:nvPr>
            <p:ph type="sldImg"/>
          </p:nvPr>
        </p:nvSpPr>
        <p:spPr>
          <a:ln/>
        </p:spPr>
      </p:sp>
      <p:sp>
        <p:nvSpPr>
          <p:cNvPr id="181251"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Rot="1" noChangeAspect="1" noChangeArrowheads="1" noTextEdit="1"/>
          </p:cNvSpPr>
          <p:nvPr>
            <p:ph type="sldImg"/>
          </p:nvPr>
        </p:nvSpPr>
        <p:spPr>
          <a:ln/>
        </p:spPr>
      </p:sp>
      <p:sp>
        <p:nvSpPr>
          <p:cNvPr id="182275"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Rot="1" noChangeAspect="1" noChangeArrowheads="1" noTextEdit="1"/>
          </p:cNvSpPr>
          <p:nvPr>
            <p:ph type="sldImg"/>
          </p:nvPr>
        </p:nvSpPr>
        <p:spPr>
          <a:ln/>
        </p:spPr>
      </p:sp>
      <p:sp>
        <p:nvSpPr>
          <p:cNvPr id="183299"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Rot="1" noChangeAspect="1" noChangeArrowheads="1" noTextEdit="1"/>
          </p:cNvSpPr>
          <p:nvPr>
            <p:ph type="sldImg"/>
          </p:nvPr>
        </p:nvSpPr>
        <p:spPr>
          <a:ln/>
        </p:spPr>
      </p:sp>
      <p:sp>
        <p:nvSpPr>
          <p:cNvPr id="184323"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Rot="1" noChangeAspect="1" noChangeArrowheads="1" noTextEdit="1"/>
          </p:cNvSpPr>
          <p:nvPr>
            <p:ph type="sldImg"/>
          </p:nvPr>
        </p:nvSpPr>
        <p:spPr>
          <a:ln/>
        </p:spPr>
      </p:sp>
      <p:sp>
        <p:nvSpPr>
          <p:cNvPr id="185347"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Rot="1" noChangeAspect="1" noChangeArrowheads="1" noTextEdit="1"/>
          </p:cNvSpPr>
          <p:nvPr>
            <p:ph type="sldImg"/>
          </p:nvPr>
        </p:nvSpPr>
        <p:spPr>
          <a:ln/>
        </p:spPr>
      </p:sp>
      <p:sp>
        <p:nvSpPr>
          <p:cNvPr id="186371"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Rot="1" noChangeAspect="1" noChangeArrowheads="1" noTextEdit="1"/>
          </p:cNvSpPr>
          <p:nvPr>
            <p:ph type="sldImg"/>
          </p:nvPr>
        </p:nvSpPr>
        <p:spPr>
          <a:ln/>
        </p:spPr>
      </p:sp>
      <p:sp>
        <p:nvSpPr>
          <p:cNvPr id="187395"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Rot="1" noChangeAspect="1" noChangeArrowheads="1" noTextEdit="1"/>
          </p:cNvSpPr>
          <p:nvPr>
            <p:ph type="sldImg"/>
          </p:nvPr>
        </p:nvSpPr>
        <p:spPr>
          <a:ln/>
        </p:spPr>
      </p:sp>
      <p:sp>
        <p:nvSpPr>
          <p:cNvPr id="188419"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Rot="1" noChangeAspect="1" noChangeArrowheads="1" noTextEdit="1"/>
          </p:cNvSpPr>
          <p:nvPr>
            <p:ph type="sldImg"/>
          </p:nvPr>
        </p:nvSpPr>
        <p:spPr>
          <a:ln/>
        </p:spPr>
      </p:sp>
      <p:sp>
        <p:nvSpPr>
          <p:cNvPr id="189443"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Rot="1" noChangeAspect="1" noChangeArrowheads="1" noTextEdit="1"/>
          </p:cNvSpPr>
          <p:nvPr>
            <p:ph type="sldImg"/>
          </p:nvPr>
        </p:nvSpPr>
        <p:spPr>
          <a:ln/>
        </p:spPr>
      </p:sp>
      <p:sp>
        <p:nvSpPr>
          <p:cNvPr id="190467"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Rot="1" noChangeAspect="1" noChangeArrowheads="1" noTextEdit="1"/>
          </p:cNvSpPr>
          <p:nvPr>
            <p:ph type="sldImg"/>
          </p:nvPr>
        </p:nvSpPr>
        <p:spPr>
          <a:ln/>
        </p:spPr>
      </p:sp>
      <p:sp>
        <p:nvSpPr>
          <p:cNvPr id="191491"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Rot="1" noChangeAspect="1" noChangeArrowheads="1" noTextEdit="1"/>
          </p:cNvSpPr>
          <p:nvPr>
            <p:ph type="sldImg"/>
          </p:nvPr>
        </p:nvSpPr>
        <p:spPr>
          <a:ln/>
        </p:spPr>
      </p:sp>
      <p:sp>
        <p:nvSpPr>
          <p:cNvPr id="192515"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Rot="1" noChangeAspect="1" noChangeArrowheads="1" noTextEdit="1"/>
          </p:cNvSpPr>
          <p:nvPr>
            <p:ph type="sldImg"/>
          </p:nvPr>
        </p:nvSpPr>
        <p:spPr>
          <a:ln/>
        </p:spPr>
      </p:sp>
      <p:sp>
        <p:nvSpPr>
          <p:cNvPr id="193539"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Rot="1" noChangeAspect="1" noChangeArrowheads="1" noTextEdit="1"/>
          </p:cNvSpPr>
          <p:nvPr>
            <p:ph type="sldImg"/>
          </p:nvPr>
        </p:nvSpPr>
        <p:spPr>
          <a:ln/>
        </p:spPr>
      </p:sp>
      <p:sp>
        <p:nvSpPr>
          <p:cNvPr id="194563"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Rot="1" noChangeAspect="1" noChangeArrowheads="1" noTextEdit="1"/>
          </p:cNvSpPr>
          <p:nvPr>
            <p:ph type="sldImg"/>
          </p:nvPr>
        </p:nvSpPr>
        <p:spPr>
          <a:ln/>
        </p:spPr>
      </p:sp>
      <p:sp>
        <p:nvSpPr>
          <p:cNvPr id="195587"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Rot="1" noChangeAspect="1" noChangeArrowheads="1" noTextEdit="1"/>
          </p:cNvSpPr>
          <p:nvPr>
            <p:ph type="sldImg"/>
          </p:nvPr>
        </p:nvSpPr>
        <p:spPr>
          <a:ln/>
        </p:spPr>
      </p:sp>
      <p:sp>
        <p:nvSpPr>
          <p:cNvPr id="196611"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Rot="1" noChangeAspect="1" noChangeArrowheads="1" noTextEdit="1"/>
          </p:cNvSpPr>
          <p:nvPr>
            <p:ph type="sldImg"/>
          </p:nvPr>
        </p:nvSpPr>
        <p:spPr>
          <a:ln/>
        </p:spPr>
      </p:sp>
      <p:sp>
        <p:nvSpPr>
          <p:cNvPr id="197635"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Rot="1" noChangeAspect="1" noChangeArrowheads="1" noTextEdit="1"/>
          </p:cNvSpPr>
          <p:nvPr>
            <p:ph type="sldImg"/>
          </p:nvPr>
        </p:nvSpPr>
        <p:spPr>
          <a:ln/>
        </p:spPr>
      </p:sp>
      <p:sp>
        <p:nvSpPr>
          <p:cNvPr id="198659"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Rot="1" noChangeAspect="1" noChangeArrowheads="1" noTextEdit="1"/>
          </p:cNvSpPr>
          <p:nvPr>
            <p:ph type="sldImg"/>
          </p:nvPr>
        </p:nvSpPr>
        <p:spPr>
          <a:ln/>
        </p:spPr>
      </p:sp>
      <p:sp>
        <p:nvSpPr>
          <p:cNvPr id="199683"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Rot="1" noChangeAspect="1" noChangeArrowheads="1" noTextEdit="1"/>
          </p:cNvSpPr>
          <p:nvPr>
            <p:ph type="sldImg"/>
          </p:nvPr>
        </p:nvSpPr>
        <p:spPr>
          <a:ln/>
        </p:spPr>
      </p:sp>
      <p:sp>
        <p:nvSpPr>
          <p:cNvPr id="200707"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Rot="1" noChangeAspect="1" noChangeArrowheads="1" noTextEdit="1"/>
          </p:cNvSpPr>
          <p:nvPr>
            <p:ph type="sldImg"/>
          </p:nvPr>
        </p:nvSpPr>
        <p:spPr>
          <a:ln/>
        </p:spPr>
      </p:sp>
      <p:sp>
        <p:nvSpPr>
          <p:cNvPr id="201731"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Rot="1" noChangeAspect="1" noChangeArrowheads="1" noTextEdit="1"/>
          </p:cNvSpPr>
          <p:nvPr>
            <p:ph type="sldImg"/>
          </p:nvPr>
        </p:nvSpPr>
        <p:spPr>
          <a:solidFill>
            <a:srgbClr val="FFFFFF"/>
          </a:solidFill>
          <a:ln/>
        </p:spPr>
      </p:sp>
      <p:sp>
        <p:nvSpPr>
          <p:cNvPr id="202755" name="Rectangle 3"/>
          <p:cNvSpPr>
            <a:spLocks noGrp="1" noChangeArrowheads="1"/>
          </p:cNvSpPr>
          <p:nvPr>
            <p:ph type="body" idx="1"/>
          </p:nvPr>
        </p:nvSpPr>
        <p:spPr>
          <a:xfrm>
            <a:off x="907294" y="4713036"/>
            <a:ext cx="4983087" cy="4467959"/>
          </a:xfrm>
          <a:solidFill>
            <a:srgbClr val="FFFFFF"/>
          </a:solidFill>
          <a:ln>
            <a:solidFill>
              <a:srgbClr val="000000"/>
            </a:solidFill>
          </a:ln>
        </p:spPr>
        <p:txBody>
          <a:bodyPr/>
          <a:lstStyle/>
          <a:p>
            <a:pPr eaLnBrk="1" hangingPunct="1"/>
            <a:endParaRPr lang="es-ES_tradnl"/>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Rot="1" noChangeAspect="1" noChangeArrowheads="1" noTextEdit="1"/>
          </p:cNvSpPr>
          <p:nvPr>
            <p:ph type="sldImg"/>
          </p:nvPr>
        </p:nvSpPr>
        <p:spPr>
          <a:solidFill>
            <a:srgbClr val="FFFFFF"/>
          </a:solidFill>
          <a:ln/>
        </p:spPr>
      </p:sp>
      <p:sp>
        <p:nvSpPr>
          <p:cNvPr id="203779" name="Rectangle 3"/>
          <p:cNvSpPr>
            <a:spLocks noGrp="1" noChangeArrowheads="1"/>
          </p:cNvSpPr>
          <p:nvPr>
            <p:ph type="body" idx="1"/>
          </p:nvPr>
        </p:nvSpPr>
        <p:spPr>
          <a:xfrm>
            <a:off x="454429" y="4713036"/>
            <a:ext cx="5737343" cy="4467959"/>
          </a:xfrm>
          <a:solidFill>
            <a:srgbClr val="FFFFFF"/>
          </a:solidFill>
          <a:ln>
            <a:solidFill>
              <a:srgbClr val="000000"/>
            </a:solidFill>
          </a:ln>
        </p:spPr>
        <p:txBody>
          <a:bodyPr/>
          <a:lstStyle/>
          <a:p>
            <a:pPr eaLnBrk="1" hangingPunct="1"/>
            <a:endParaRPr lang="es-ES_tradnl"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Rot="1" noChangeAspect="1" noChangeArrowheads="1" noTextEdit="1"/>
          </p:cNvSpPr>
          <p:nvPr>
            <p:ph type="sldImg"/>
          </p:nvPr>
        </p:nvSpPr>
        <p:spPr>
          <a:ln/>
        </p:spPr>
      </p:sp>
      <p:sp>
        <p:nvSpPr>
          <p:cNvPr id="204803" name="Rectangle 3"/>
          <p:cNvSpPr>
            <a:spLocks noGrp="1" noChangeArrowheads="1"/>
          </p:cNvSpPr>
          <p:nvPr>
            <p:ph type="body" idx="1"/>
          </p:nvPr>
        </p:nvSpPr>
        <p:spPr>
          <a:xfrm>
            <a:off x="454429" y="4713036"/>
            <a:ext cx="5737343" cy="4467959"/>
          </a:xfrm>
          <a:noFill/>
          <a:ln/>
        </p:spPr>
        <p:txBody>
          <a:bodyPr/>
          <a:lstStyle/>
          <a:p>
            <a:pPr eaLnBrk="1" hangingPunct="1"/>
            <a:endParaRPr lang="es-ES_tradnl"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Rot="1" noChangeAspect="1" noChangeArrowheads="1" noTextEdit="1"/>
          </p:cNvSpPr>
          <p:nvPr>
            <p:ph type="sldImg"/>
          </p:nvPr>
        </p:nvSpPr>
        <p:spPr>
          <a:solidFill>
            <a:srgbClr val="FFFFFF"/>
          </a:solidFill>
          <a:ln/>
        </p:spPr>
      </p:sp>
      <p:sp>
        <p:nvSpPr>
          <p:cNvPr id="205827" name="Rectangle 3"/>
          <p:cNvSpPr>
            <a:spLocks noGrp="1" noChangeArrowheads="1"/>
          </p:cNvSpPr>
          <p:nvPr>
            <p:ph type="body" idx="1"/>
          </p:nvPr>
        </p:nvSpPr>
        <p:spPr>
          <a:xfrm>
            <a:off x="907294" y="4713036"/>
            <a:ext cx="4983087" cy="4467959"/>
          </a:xfrm>
          <a:solidFill>
            <a:srgbClr val="FFFFFF"/>
          </a:solidFill>
          <a:ln>
            <a:solidFill>
              <a:srgbClr val="000000"/>
            </a:solidFill>
          </a:ln>
        </p:spPr>
        <p:txBody>
          <a:bodyPr/>
          <a:lstStyle/>
          <a:p>
            <a:pPr eaLnBrk="1" hangingPunct="1"/>
            <a:r>
              <a:rPr lang="es-ES_tradnl">
                <a:cs typeface="Times New Roman" pitchFamily="18" charset="0"/>
              </a:rPr>
              <a:t>Sabemos, que cualquier computador es capaz de realizar ciertas operaciones muy elementales, por ejemplo, sumar, mover un dato de un lugar a otro, saltar, etc.. Son operaciones básicas que están disponibles en prácticamente todos los procesadores. </a:t>
            </a:r>
            <a:endParaRPr lang="es-ES_tradnl">
              <a:latin typeface="MS Sans Serif" charset="0"/>
              <a:cs typeface="Times New Roman" pitchFamily="18" charset="0"/>
            </a:endParaRPr>
          </a:p>
          <a:p>
            <a:pPr eaLnBrk="1" hangingPunct="1"/>
            <a:r>
              <a:rPr lang="es-ES_tradnl">
                <a:cs typeface="Times New Roman" pitchFamily="18" charset="0"/>
              </a:rPr>
              <a:t>Pues bien, una instrucción no es más que una cadena binaria donde se indica: la operación a realizar, con qué datos la va a realizar, y qué condición tiene que cumplirse para que se lleve a cabo. Cuando el procesador recibe una de estas instrucciones, la ejecuta. </a:t>
            </a:r>
          </a:p>
          <a:p>
            <a:pPr eaLnBrk="1" hangingPunct="1"/>
            <a:endParaRPr lang="es-ES_tradnl">
              <a:cs typeface="Times New Roman" pitchFamily="18" charset="0"/>
            </a:endParaRPr>
          </a:p>
          <a:p>
            <a:pPr eaLnBrk="1" hangingPunct="1"/>
            <a:r>
              <a:rPr lang="es-ES_tradnl">
                <a:cs typeface="Times New Roman" pitchFamily="18" charset="0"/>
              </a:rPr>
              <a:t>Además, suele realizar operaciones adicionales conocidas como efectos laterales. Uno de los efectos laterales más conocidos es el incremento del contador de programa, preparando de esta forma a la máquina para la siguiente instrucción. </a:t>
            </a:r>
            <a:endParaRPr lang="es-ES_tradnl">
              <a:latin typeface="MS Sans Serif" charset="0"/>
              <a:cs typeface="Times New Roman" pitchFamily="18" charset="0"/>
            </a:endParaRPr>
          </a:p>
          <a:p>
            <a:pPr eaLnBrk="1" hangingPunct="1"/>
            <a:r>
              <a:rPr lang="es-ES_tradnl">
                <a:cs typeface="Times New Roman" pitchFamily="18" charset="0"/>
              </a:rPr>
              <a:t> </a:t>
            </a:r>
            <a:endParaRPr lang="es-ES_tradnl">
              <a:latin typeface="MS Sans Serif" charset="0"/>
              <a:cs typeface="Times New Roman" pitchFamily="18" charset="0"/>
            </a:endParaRPr>
          </a:p>
          <a:p>
            <a:pPr eaLnBrk="1" hangingPunct="1"/>
            <a:r>
              <a:rPr lang="es-ES_tradnl">
                <a:cs typeface="Times New Roman" pitchFamily="18" charset="0"/>
              </a:rPr>
              <a:t>Como dije anteriormente, esta cadena binaria es inteligible para nosotros, sin embargo, para poder movernos con mayor comodidad con el juego de instrucciones,  hemos inventado un lenguaje de representación intermedia conocido como ensamblador. Una instrucción en lenguaje ensamblador está formada por un mnemónico y una secuencia de operandos. El mnemónico se utiliza para representar la operación a realizar, que en su versión binaria se conoce como código de operación . </a:t>
            </a:r>
          </a:p>
          <a:p>
            <a:pPr eaLnBrk="1" hangingPunct="1"/>
            <a:endParaRPr lang="es-ES_tradnl">
              <a:cs typeface="Times New Roman" pitchFamily="18" charset="0"/>
            </a:endParaRPr>
          </a:p>
          <a:p>
            <a:pPr eaLnBrk="1" hangingPunct="1"/>
            <a:endParaRPr lang="es-ES_tradnl">
              <a:cs typeface="Times New Roman" pitchFamily="18" charset="0"/>
            </a:endParaRPr>
          </a:p>
          <a:p>
            <a:pPr eaLnBrk="1" hangingPunct="1"/>
            <a:r>
              <a:rPr lang="es-ES_tradnl">
                <a:cs typeface="Times New Roman" pitchFamily="18" charset="0"/>
              </a:rPr>
              <a:t>(*) El puntero a la siguiente instrucción era necesario en las memorias de acceso secuencial</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Rot="1" noChangeAspect="1" noChangeArrowheads="1" noTextEdit="1"/>
          </p:cNvSpPr>
          <p:nvPr>
            <p:ph type="sldImg"/>
          </p:nvPr>
        </p:nvSpPr>
        <p:spPr>
          <a:solidFill>
            <a:srgbClr val="FFFFFF"/>
          </a:solidFill>
          <a:ln/>
        </p:spPr>
      </p:sp>
      <p:sp>
        <p:nvSpPr>
          <p:cNvPr id="206851" name="Rectangle 3"/>
          <p:cNvSpPr>
            <a:spLocks noGrp="1" noChangeArrowheads="1"/>
          </p:cNvSpPr>
          <p:nvPr>
            <p:ph type="body" idx="1"/>
          </p:nvPr>
        </p:nvSpPr>
        <p:spPr>
          <a:xfrm>
            <a:off x="907294" y="4713036"/>
            <a:ext cx="4983087" cy="4467959"/>
          </a:xfrm>
          <a:solidFill>
            <a:srgbClr val="FFFFFF"/>
          </a:solidFill>
          <a:ln>
            <a:solidFill>
              <a:srgbClr val="000000"/>
            </a:solidFill>
          </a:ln>
        </p:spPr>
        <p:txBody>
          <a:bodyPr/>
          <a:lstStyle/>
          <a:p>
            <a:pPr eaLnBrk="1" hangingPunct="1"/>
            <a:r>
              <a:rPr lang="es-ES_tradnl">
                <a:cs typeface="Times New Roman" pitchFamily="18" charset="0"/>
              </a:rPr>
              <a:t>Pero además del código de operación, las operaciones requieren operandos, donde se digan con que datos se va a trabajar y donde hay que guardar los resultados. Por ejemplo, cuando movamos un dato hay que decir de dónde lo sacamos y en qué lugar lo almacenamos. Recuerdo, que siempre que mencione un movimiento de datos, me refiero a la realización de una copia de un lugar del computador a otro. Equivale a la típica instrucción x=y en los lenguajes de alto nivel que copia el valor actual de la variable y en la variable x.</a:t>
            </a:r>
            <a:endParaRPr lang="es-ES_tradnl">
              <a:latin typeface="MS Sans Serif" charset="0"/>
              <a:cs typeface="Times New Roman" pitchFamily="18" charset="0"/>
            </a:endParaRPr>
          </a:p>
          <a:p>
            <a:pPr eaLnBrk="1" hangingPunct="1"/>
            <a:r>
              <a:rPr lang="es-ES_tradnl">
                <a:cs typeface="Times New Roman" pitchFamily="18" charset="0"/>
              </a:rPr>
              <a:t>En el nivel ISA, una variable se considera como un espacio físico donde se guarda un dato, y al que le asignaremos el nombre de dirección, de la misma forma que usamos direcciones para referirnos a los lugares donde residimos.</a:t>
            </a:r>
            <a:endParaRPr lang="es-ES_tradnl">
              <a:latin typeface="MS Sans Serif" charset="0"/>
              <a:cs typeface="Times New Roman" pitchFamily="18" charset="0"/>
            </a:endParaRPr>
          </a:p>
          <a:p>
            <a:pPr eaLnBrk="1" hangingPunct="1"/>
            <a:r>
              <a:rPr lang="es-ES_tradnl">
                <a:cs typeface="Times New Roman" pitchFamily="18" charset="0"/>
              </a:rPr>
              <a:t>Con la misma frecuencia que utilizamos variables en lugar de constantes, utilizaremos direcciones en las instrucciones máquinas, por lo que,  es frecuente llamar a los operandos de una instrucción con el nombre de direcciones.</a:t>
            </a:r>
            <a:endParaRPr lang="es-ES_tradnl">
              <a:latin typeface="MS Sans Serif" charset="0"/>
              <a:cs typeface="Times New Roman" pitchFamily="18" charset="0"/>
            </a:endParaRPr>
          </a:p>
          <a:p>
            <a:pPr eaLnBrk="1" hangingPunct="1"/>
            <a:r>
              <a:rPr lang="es-ES_tradnl">
                <a:cs typeface="Times New Roman" pitchFamily="18" charset="0"/>
              </a:rPr>
              <a:t>A las diferentes formas de suministrar una dirección las conocemos como modos de direccionamiento.</a:t>
            </a:r>
            <a:endParaRPr lang="es-ES_tradnl">
              <a:latin typeface="MS Sans Serif" charset="0"/>
              <a:cs typeface="Times New Roman" pitchFamily="18" charset="0"/>
            </a:endParaRPr>
          </a:p>
          <a:p>
            <a:pPr eaLnBrk="1" hangingPunct="1"/>
            <a:r>
              <a:rPr lang="es-ES_tradnl">
                <a:cs typeface="Times New Roman" pitchFamily="18" charset="0"/>
              </a:rPr>
              <a:t> </a:t>
            </a:r>
            <a:endParaRPr lang="es-ES_tradnl">
              <a:latin typeface="MS Sans Serif" charset="0"/>
              <a:cs typeface="Times New Roman" pitchFamily="18" charset="0"/>
            </a:endParaRPr>
          </a:p>
          <a:p>
            <a:pPr eaLnBrk="1" hangingPunct="1"/>
            <a:r>
              <a:rPr lang="es-ES_tradnl">
                <a:cs typeface="Times New Roman" pitchFamily="18" charset="0"/>
              </a:rPr>
              <a:t>Por otro lado, puede ocurrir que una instrucción no necesite especificar perfectamente todas las direcciones sino que algunas de ellas pueden estar implícitas en la propia instrucción. Distinguiremos así entre los operandos o direcciones implícitas, que no aparecen en la instrucción,  y las explícitas.</a:t>
            </a:r>
            <a:r>
              <a:rPr lang="es-ES"/>
              <a:t> </a:t>
            </a:r>
            <a:endParaRPr lang="es-ES_tradnl"/>
          </a:p>
          <a:p>
            <a:pPr eaLnBrk="1" hangingPunct="1"/>
            <a:endParaRPr lang="es-ES_tradnl"/>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Rot="1" noChangeAspect="1" noChangeArrowheads="1" noTextEdit="1"/>
          </p:cNvSpPr>
          <p:nvPr>
            <p:ph type="sldImg"/>
          </p:nvPr>
        </p:nvSpPr>
        <p:spPr>
          <a:solidFill>
            <a:srgbClr val="FFFFFF"/>
          </a:solidFill>
          <a:ln/>
        </p:spPr>
      </p:sp>
      <p:sp>
        <p:nvSpPr>
          <p:cNvPr id="215043" name="Rectangle 3"/>
          <p:cNvSpPr>
            <a:spLocks noGrp="1" noChangeArrowheads="1"/>
          </p:cNvSpPr>
          <p:nvPr>
            <p:ph type="body" idx="1"/>
          </p:nvPr>
        </p:nvSpPr>
        <p:spPr>
          <a:xfrm>
            <a:off x="907294" y="4713036"/>
            <a:ext cx="4983087" cy="4467959"/>
          </a:xfrm>
          <a:solidFill>
            <a:srgbClr val="FFFFFF"/>
          </a:solidFill>
          <a:ln>
            <a:solidFill>
              <a:srgbClr val="000000"/>
            </a:solidFill>
          </a:ln>
        </p:spPr>
        <p:txBody>
          <a:bodyPr/>
          <a:lstStyle/>
          <a:p>
            <a:pPr eaLnBrk="1" hangingPunct="1"/>
            <a:endParaRPr lang="es-ES_tradnl"/>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Rot="1" noChangeAspect="1" noChangeArrowheads="1" noTextEdit="1"/>
          </p:cNvSpPr>
          <p:nvPr>
            <p:ph type="sldImg"/>
          </p:nvPr>
        </p:nvSpPr>
        <p:spPr>
          <a:xfrm>
            <a:off x="1123950" y="744538"/>
            <a:ext cx="4549775" cy="3722687"/>
          </a:xfrm>
          <a:ln/>
        </p:spPr>
      </p:sp>
      <p:sp>
        <p:nvSpPr>
          <p:cNvPr id="216067" name="Rectangle 3"/>
          <p:cNvSpPr>
            <a:spLocks noGrp="1" noChangeArrowheads="1"/>
          </p:cNvSpPr>
          <p:nvPr>
            <p:ph type="body" idx="1"/>
          </p:nvPr>
        </p:nvSpPr>
        <p:spPr>
          <a:xfrm>
            <a:off x="907294" y="4716464"/>
            <a:ext cx="4983087" cy="4467959"/>
          </a:xfrm>
          <a:noFill/>
          <a:ln/>
        </p:spPr>
        <p:txBody>
          <a:bodyPr/>
          <a:lstStyle/>
          <a:p>
            <a:pPr eaLnBrk="1" hangingPunct="1"/>
            <a:r>
              <a:rPr lang="es-ES_tradnl">
                <a:cs typeface="Times New Roman" pitchFamily="18" charset="0"/>
              </a:rPr>
              <a:t>Antes de seguir avanzando con los MD, recordemos algunos aspectos importantes del acceso a memoria.</a:t>
            </a:r>
          </a:p>
          <a:p>
            <a:pPr eaLnBrk="1" hangingPunct="1"/>
            <a:endParaRPr lang="es-ES_tradnl">
              <a:cs typeface="Times New Roman" pitchFamily="18" charset="0"/>
            </a:endParaRPr>
          </a:p>
          <a:p>
            <a:pPr eaLnBrk="1" hangingPunct="1"/>
            <a:r>
              <a:rPr lang="es-ES_tradnl">
                <a:cs typeface="Times New Roman" pitchFamily="18" charset="0"/>
              </a:rPr>
              <a:t>Sabemos que la memoria es una estructura ordenada de datos, en la que la dirección de cada uno de los  datos es precisamente su número de orden.</a:t>
            </a:r>
            <a:endParaRPr lang="es-ES_tradnl">
              <a:latin typeface="MS Sans Serif" charset="0"/>
              <a:cs typeface="Times New Roman" pitchFamily="18" charset="0"/>
            </a:endParaRPr>
          </a:p>
          <a:p>
            <a:pPr eaLnBrk="1" hangingPunct="1"/>
            <a:r>
              <a:rPr lang="es-ES_tradnl">
                <a:cs typeface="Times New Roman" pitchFamily="18" charset="0"/>
              </a:rPr>
              <a:t>Si un dato ocupara más de una posición, lo cuál es bastante frecuente, consideraremos que la posición del dato es la dirección más baja de las que ocupa</a:t>
            </a:r>
            <a:endParaRPr lang="es-ES_tradnl">
              <a:latin typeface="MS Sans Serif" charset="0"/>
              <a:cs typeface="Times New Roman" pitchFamily="18" charset="0"/>
            </a:endParaRPr>
          </a:p>
          <a:p>
            <a:pPr eaLnBrk="1" hangingPunct="1"/>
            <a:r>
              <a:rPr lang="es-ES_tradnl">
                <a:cs typeface="Times New Roman" pitchFamily="18" charset="0"/>
              </a:rPr>
              <a:t> </a:t>
            </a:r>
            <a:endParaRPr lang="es-ES_tradnl">
              <a:latin typeface="MS Sans Serif" charset="0"/>
              <a:cs typeface="Times New Roman" pitchFamily="18" charset="0"/>
            </a:endParaRPr>
          </a:p>
          <a:p>
            <a:pPr eaLnBrk="1" hangingPunct="1"/>
            <a:r>
              <a:rPr lang="es-ES_tradnl">
                <a:cs typeface="Times New Roman" pitchFamily="18" charset="0"/>
              </a:rPr>
              <a:t>En muchos casos los datos deberán estar alineados en memoria, lo cual significa que los datos de tamaño n deben ocupar las posiciones múltiplo de n.</a:t>
            </a:r>
            <a:endParaRPr lang="es-ES_tradnl">
              <a:latin typeface="MS Sans Serif" charset="0"/>
              <a:cs typeface="Times New Roman" pitchFamily="18" charset="0"/>
            </a:endParaRPr>
          </a:p>
          <a:p>
            <a:pPr eaLnBrk="1" hangingPunct="1"/>
            <a:r>
              <a:rPr lang="es-ES_tradnl">
                <a:cs typeface="Times New Roman" pitchFamily="18" charset="0"/>
              </a:rPr>
              <a:t> </a:t>
            </a:r>
            <a:endParaRPr lang="es-ES_tradnl">
              <a:latin typeface="MS Sans Serif" charset="0"/>
              <a:cs typeface="Times New Roman" pitchFamily="18" charset="0"/>
            </a:endParaRPr>
          </a:p>
          <a:p>
            <a:pPr eaLnBrk="1" hangingPunct="1"/>
            <a:r>
              <a:rPr lang="es-ES_tradnl">
                <a:cs typeface="Times New Roman" pitchFamily="18" charset="0"/>
              </a:rPr>
              <a:t>Cuando un dato ocupa varias posiciones de memoria, ¿dónde debemos almacenar la parte más significativa, y dónde la menos significativa? En principio, cualquier opción sería válida y no hay grandes diferencias entre una opción u otra. Si decidimos que la dirección del dato es la de la parte más significativa, es decir, la dirección del dato es la de su extremo más grande, diremos que hemos utilizado un almacenamiento big-endian; en caso contrario, el almacenamiento se conoce como little-endian.</a:t>
            </a:r>
            <a:r>
              <a:rPr lang="es-ES"/>
              <a:t> </a:t>
            </a:r>
            <a:endParaRPr lang="es-ES_tradnl"/>
          </a:p>
          <a:p>
            <a:pPr eaLnBrk="1" hangingPunct="1"/>
            <a:endParaRPr lang="es-ES_tradnl"/>
          </a:p>
          <a:p>
            <a:pPr eaLnBrk="1" hangingPunct="1"/>
            <a:r>
              <a:rPr lang="es-ES_tradnl"/>
              <a:t>CDC direcciona 60 bits</a:t>
            </a:r>
          </a:p>
          <a:p>
            <a:pPr eaLnBrk="1" hangingPunct="1"/>
            <a:r>
              <a:rPr lang="es-ES_tradnl"/>
              <a:t>burroughs direcciona bits</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Rot="1" noChangeAspect="1" noChangeArrowheads="1" noTextEdit="1"/>
          </p:cNvSpPr>
          <p:nvPr>
            <p:ph type="sldImg"/>
          </p:nvPr>
        </p:nvSpPr>
        <p:spPr>
          <a:xfrm>
            <a:off x="1123950" y="744538"/>
            <a:ext cx="4549775" cy="3722687"/>
          </a:xfrm>
          <a:ln/>
        </p:spPr>
      </p:sp>
      <p:sp>
        <p:nvSpPr>
          <p:cNvPr id="217091" name="Rectangle 3"/>
          <p:cNvSpPr>
            <a:spLocks noGrp="1" noChangeArrowheads="1"/>
          </p:cNvSpPr>
          <p:nvPr>
            <p:ph type="body" idx="1"/>
          </p:nvPr>
        </p:nvSpPr>
        <p:spPr>
          <a:xfrm>
            <a:off x="907294" y="4716464"/>
            <a:ext cx="4983087" cy="4467959"/>
          </a:xfrm>
          <a:noFill/>
          <a:ln/>
        </p:spPr>
        <p:txBody>
          <a:bodyPr/>
          <a:lstStyle/>
          <a:p>
            <a:pPr eaLnBrk="1" hangingPunct="1"/>
            <a:endParaRPr lang="es-ES_tradnl"/>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Rot="1" noChangeAspect="1" noChangeArrowheads="1" noTextEdit="1"/>
          </p:cNvSpPr>
          <p:nvPr>
            <p:ph type="sldImg"/>
          </p:nvPr>
        </p:nvSpPr>
        <p:spPr>
          <a:xfrm>
            <a:off x="1123950" y="744538"/>
            <a:ext cx="4549775" cy="3722687"/>
          </a:xfrm>
          <a:ln/>
        </p:spPr>
      </p:sp>
      <p:sp>
        <p:nvSpPr>
          <p:cNvPr id="220163" name="Rectangle 3"/>
          <p:cNvSpPr>
            <a:spLocks noGrp="1" noChangeArrowheads="1"/>
          </p:cNvSpPr>
          <p:nvPr>
            <p:ph type="body" idx="1"/>
          </p:nvPr>
        </p:nvSpPr>
        <p:spPr>
          <a:xfrm>
            <a:off x="907294" y="4716464"/>
            <a:ext cx="4983087" cy="4467959"/>
          </a:xfrm>
          <a:noFill/>
          <a:ln/>
        </p:spPr>
        <p:txBody>
          <a:bodyPr/>
          <a:lstStyle/>
          <a:p>
            <a:pPr eaLnBrk="1" hangingPunct="1"/>
            <a:r>
              <a:rPr lang="es-ES_tradnl">
                <a:cs typeface="Times New Roman" pitchFamily="18" charset="0"/>
              </a:rPr>
              <a:t>Modos de Direccionamiento. </a:t>
            </a:r>
          </a:p>
          <a:p>
            <a:pPr eaLnBrk="1" hangingPunct="1"/>
            <a:endParaRPr lang="es-ES_tradnl">
              <a:cs typeface="Times New Roman" pitchFamily="18" charset="0"/>
            </a:endParaRPr>
          </a:p>
          <a:p>
            <a:pPr eaLnBrk="1" hangingPunct="1"/>
            <a:r>
              <a:rPr lang="es-ES_tradnl">
                <a:cs typeface="Times New Roman" pitchFamily="18" charset="0"/>
              </a:rPr>
              <a:t>Hemos mencionado que en la mayoría de los casos, los operandos no son incluidos en la instrucción, sino que se suele especificar el lugar donde se almacenan. </a:t>
            </a:r>
          </a:p>
          <a:p>
            <a:pPr eaLnBrk="1" hangingPunct="1"/>
            <a:r>
              <a:rPr lang="es-ES_tradnl">
                <a:cs typeface="Times New Roman" pitchFamily="18" charset="0"/>
              </a:rPr>
              <a:t>Como en un computador solo hay dos lugares posibles para los datos: los registros y la memoria, en principio, una dirección debe indicar directamente el nombre de un registro o la dirección de memoria. Pues bien, estas serán las dos primeras formas o modos de direccionar los operandos que conozcamos: MDDR o MR  y MDDM o MA</a:t>
            </a:r>
            <a:r>
              <a:rPr lang="es-ES"/>
              <a:t> </a:t>
            </a:r>
            <a:endParaRPr lang="es-ES_tradnl"/>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Rot="1" noChangeAspect="1" noChangeArrowheads="1" noTextEdit="1"/>
          </p:cNvSpPr>
          <p:nvPr>
            <p:ph type="sldImg"/>
          </p:nvPr>
        </p:nvSpPr>
        <p:spPr>
          <a:ln/>
        </p:spPr>
      </p:sp>
      <p:sp>
        <p:nvSpPr>
          <p:cNvPr id="218115"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Rot="1" noChangeAspect="1" noChangeArrowheads="1" noTextEdit="1"/>
          </p:cNvSpPr>
          <p:nvPr>
            <p:ph type="sldImg"/>
          </p:nvPr>
        </p:nvSpPr>
        <p:spPr>
          <a:xfrm>
            <a:off x="1123950" y="744538"/>
            <a:ext cx="4549775" cy="3722687"/>
          </a:xfrm>
          <a:ln/>
        </p:spPr>
      </p:sp>
      <p:sp>
        <p:nvSpPr>
          <p:cNvPr id="219139" name="Rectangle 3"/>
          <p:cNvSpPr>
            <a:spLocks noGrp="1" noChangeArrowheads="1"/>
          </p:cNvSpPr>
          <p:nvPr>
            <p:ph type="body" idx="1"/>
          </p:nvPr>
        </p:nvSpPr>
        <p:spPr>
          <a:xfrm>
            <a:off x="907294" y="4716464"/>
            <a:ext cx="4983087" cy="4467959"/>
          </a:xfrm>
          <a:noFill/>
          <a:ln/>
        </p:spPr>
        <p:txBody>
          <a:bodyPr/>
          <a:lstStyle/>
          <a:p>
            <a:pPr eaLnBrk="1" hangingPunct="1"/>
            <a:r>
              <a:rPr lang="es-ES_tradnl">
                <a:cs typeface="Times New Roman" pitchFamily="18" charset="0"/>
              </a:rPr>
              <a:t>En otros casos, nos encontraremos que en la instrucción lo que aparece es el lugar donde se guarda la dirección de un dato. Es lo que se denomina como indirección. </a:t>
            </a:r>
          </a:p>
          <a:p>
            <a:pPr eaLnBrk="1" hangingPunct="1"/>
            <a:endParaRPr lang="es-ES_tradnl">
              <a:latin typeface="MS Sans Serif" charset="0"/>
              <a:cs typeface="Times New Roman" pitchFamily="18" charset="0"/>
            </a:endParaRPr>
          </a:p>
          <a:p>
            <a:pPr eaLnBrk="1" hangingPunct="1"/>
            <a:r>
              <a:rPr lang="es-ES_tradnl">
                <a:cs typeface="Times New Roman" pitchFamily="18" charset="0"/>
              </a:rPr>
              <a:t>Es algo parecido a lo que ocurre con las direcciones de las personas y los apartado de correos. explicar</a:t>
            </a:r>
            <a:endParaRPr lang="es-ES_tradnl">
              <a:latin typeface="MS Sans Serif" charset="0"/>
              <a:cs typeface="Times New Roman" pitchFamily="18" charset="0"/>
            </a:endParaRPr>
          </a:p>
          <a:p>
            <a:pPr eaLnBrk="1" hangingPunct="1"/>
            <a:r>
              <a:rPr lang="es-ES_tradnl">
                <a:cs typeface="Times New Roman" pitchFamily="18" charset="0"/>
              </a:rPr>
              <a:t> </a:t>
            </a:r>
            <a:endParaRPr lang="es-ES_tradnl">
              <a:latin typeface="MS Sans Serif" charset="0"/>
              <a:cs typeface="Times New Roman" pitchFamily="18" charset="0"/>
            </a:endParaRPr>
          </a:p>
          <a:p>
            <a:pPr eaLnBrk="1" hangingPunct="1"/>
            <a:r>
              <a:rPr lang="es-ES_tradnl">
                <a:cs typeface="Times New Roman" pitchFamily="18" charset="0"/>
              </a:rPr>
              <a:t>Desde el punto de vista del computador, la indirección puede ser:</a:t>
            </a:r>
          </a:p>
          <a:p>
            <a:pPr eaLnBrk="1" hangingPunct="1"/>
            <a:endParaRPr lang="es-ES_tradnl">
              <a:cs typeface="Times New Roman" pitchFamily="18" charset="0"/>
            </a:endParaRPr>
          </a:p>
          <a:p>
            <a:pPr lvl="2" eaLnBrk="1" hangingPunct="1">
              <a:buFont typeface="Wingdings" pitchFamily="2" charset="2"/>
              <a:buNone/>
            </a:pPr>
            <a:r>
              <a:rPr lang="es-ES_tradnl" sz="800"/>
              <a:t>un registro que guarda la posición en memoria de un dato (</a:t>
            </a:r>
            <a:r>
              <a:rPr lang="es-ES_tradnl" sz="800" b="1"/>
              <a:t>MD indirecto por registro, indirecto</a:t>
            </a:r>
            <a:r>
              <a:rPr lang="es-ES_tradnl" sz="800"/>
              <a:t>)</a:t>
            </a:r>
          </a:p>
          <a:p>
            <a:pPr lvl="2" eaLnBrk="1" hangingPunct="1">
              <a:buFont typeface="Wingdings" pitchFamily="2" charset="2"/>
              <a:buNone/>
            </a:pPr>
            <a:r>
              <a:rPr lang="es-ES_tradnl" sz="800"/>
              <a:t>una posición de memoria que guarda la posición en memoria de un dato (</a:t>
            </a:r>
            <a:r>
              <a:rPr lang="es-ES_tradnl" sz="800" b="1"/>
              <a:t>MD indirecto por memoria</a:t>
            </a:r>
            <a:r>
              <a:rPr lang="es-ES_tradnl" sz="800"/>
              <a:t>)</a:t>
            </a:r>
          </a:p>
          <a:p>
            <a:pPr eaLnBrk="1" hangingPunct="1"/>
            <a:endParaRPr lang="es-ES_tradnl"/>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Rot="1" noChangeAspect="1" noChangeArrowheads="1" noTextEdit="1"/>
          </p:cNvSpPr>
          <p:nvPr>
            <p:ph type="sldImg"/>
          </p:nvPr>
        </p:nvSpPr>
        <p:spPr>
          <a:xfrm>
            <a:off x="1123950" y="744538"/>
            <a:ext cx="4549775" cy="3722687"/>
          </a:xfrm>
          <a:ln/>
        </p:spPr>
      </p:sp>
      <p:sp>
        <p:nvSpPr>
          <p:cNvPr id="221187" name="Rectangle 3"/>
          <p:cNvSpPr>
            <a:spLocks noGrp="1" noChangeArrowheads="1"/>
          </p:cNvSpPr>
          <p:nvPr>
            <p:ph type="body" idx="1"/>
          </p:nvPr>
        </p:nvSpPr>
        <p:spPr>
          <a:xfrm>
            <a:off x="907294" y="4716464"/>
            <a:ext cx="4983087" cy="4467959"/>
          </a:xfrm>
          <a:noFill/>
          <a:ln/>
        </p:spPr>
        <p:txBody>
          <a:bodyPr/>
          <a:lstStyle/>
          <a:p>
            <a:pPr eaLnBrk="1" hangingPunct="1"/>
            <a:r>
              <a:rPr lang="es-ES">
                <a:cs typeface="Times New Roman" pitchFamily="18" charset="0"/>
              </a:rPr>
              <a:t>En este ejemplo</a:t>
            </a:r>
            <a:r>
              <a:rPr lang="es-ES_tradnl">
                <a:cs typeface="Times New Roman" pitchFamily="18" charset="0"/>
              </a:rPr>
              <a:t> vemos como una instrucción usa el MDIR para un operando fuente, y el MDIM para el otro. </a:t>
            </a:r>
          </a:p>
          <a:p>
            <a:pPr eaLnBrk="1" hangingPunct="1"/>
            <a:endParaRPr lang="es-ES_tradnl">
              <a:cs typeface="Times New Roman" pitchFamily="18" charset="0"/>
            </a:endParaRPr>
          </a:p>
          <a:p>
            <a:pPr eaLnBrk="1" hangingPunct="1"/>
            <a:r>
              <a:rPr lang="es-ES_tradnl">
                <a:cs typeface="Times New Roman" pitchFamily="18" charset="0"/>
              </a:rPr>
              <a:t>En ambos casos, tanto el RG2 como la dirección 1021 contienen los punteros o las direcciones de los datos que van a ser operados. </a:t>
            </a:r>
          </a:p>
          <a:p>
            <a:pPr eaLnBrk="1" hangingPunct="1"/>
            <a:endParaRPr lang="es-ES_tradnl">
              <a:cs typeface="Times New Roman" pitchFamily="18" charset="0"/>
            </a:endParaRPr>
          </a:p>
          <a:p>
            <a:pPr eaLnBrk="1" hangingPunct="1"/>
            <a:endParaRPr lang="es-ES_tradnl">
              <a:cs typeface="Times New Roman" pitchFamily="18" charset="0"/>
            </a:endParaRPr>
          </a:p>
          <a:p>
            <a:pPr eaLnBrk="1" hangingPunct="1"/>
            <a:r>
              <a:rPr lang="es-ES_tradnl">
                <a:cs typeface="Times New Roman" pitchFamily="18" charset="0"/>
              </a:rPr>
              <a:t>De hecho, estos modos indirectos equivalen a las variables punteros en los lenguajes de alto nivel.</a:t>
            </a:r>
            <a:r>
              <a:rPr lang="es-ES"/>
              <a:t> </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Rot="1" noChangeAspect="1" noChangeArrowheads="1" noTextEdit="1"/>
          </p:cNvSpPr>
          <p:nvPr>
            <p:ph type="sldImg"/>
          </p:nvPr>
        </p:nvSpPr>
        <p:spPr>
          <a:xfrm>
            <a:off x="1123950" y="744538"/>
            <a:ext cx="4549775" cy="3722687"/>
          </a:xfrm>
          <a:ln/>
        </p:spPr>
      </p:sp>
      <p:sp>
        <p:nvSpPr>
          <p:cNvPr id="222211" name="Rectangle 3"/>
          <p:cNvSpPr>
            <a:spLocks noGrp="1" noChangeArrowheads="1"/>
          </p:cNvSpPr>
          <p:nvPr>
            <p:ph type="body" idx="1"/>
          </p:nvPr>
        </p:nvSpPr>
        <p:spPr>
          <a:xfrm>
            <a:off x="907294" y="4716464"/>
            <a:ext cx="4983087" cy="4467959"/>
          </a:xfrm>
          <a:noFill/>
          <a:ln/>
        </p:spPr>
        <p:txBody>
          <a:bodyPr/>
          <a:lstStyle/>
          <a:p>
            <a:pPr lvl="2" eaLnBrk="1" hangingPunct="1">
              <a:buFont typeface="Wingdings" pitchFamily="2" charset="2"/>
              <a:buNone/>
            </a:pPr>
            <a:r>
              <a:rPr lang="es-ES_tradnl">
                <a:cs typeface="Times New Roman" pitchFamily="18" charset="0"/>
              </a:rPr>
              <a:t>Pero existen otros MD, que se resumen aquí.</a:t>
            </a:r>
          </a:p>
          <a:p>
            <a:pPr lvl="2" eaLnBrk="1" hangingPunct="1">
              <a:buFont typeface="Wingdings" pitchFamily="2" charset="2"/>
              <a:buNone/>
            </a:pPr>
            <a:endParaRPr lang="es-ES_tradnl"/>
          </a:p>
          <a:p>
            <a:pPr lvl="2" eaLnBrk="1" hangingPunct="1">
              <a:buFont typeface="Wingdings" pitchFamily="2" charset="2"/>
              <a:buNone/>
            </a:pPr>
            <a:r>
              <a:rPr lang="es-ES_tradnl"/>
              <a:t>El primero, que ya conocemos, es el modo de “direccionamiento implícito o inherente” presente cuando en la instrucción no aparece explícitamente ninguna referencia al operando</a:t>
            </a:r>
          </a:p>
          <a:p>
            <a:pPr lvl="2" eaLnBrk="1" hangingPunct="1">
              <a:buFont typeface="Wingdings" pitchFamily="2" charset="2"/>
              <a:buNone/>
            </a:pPr>
            <a:endParaRPr lang="es-ES_tradnl"/>
          </a:p>
          <a:p>
            <a:pPr lvl="2" eaLnBrk="1" hangingPunct="1">
              <a:buFont typeface="Wingdings" pitchFamily="2" charset="2"/>
              <a:buNone/>
            </a:pPr>
            <a:r>
              <a:rPr lang="es-ES_tradnl"/>
              <a:t>Uno de los modos más frecuentes es el MDI, que ocurre cuando las instrucciones incluyen el propio dato y no su dirección</a:t>
            </a:r>
          </a:p>
          <a:p>
            <a:pPr lvl="3" eaLnBrk="1" hangingPunct="1"/>
            <a:r>
              <a:rPr lang="es-ES_tradnl"/>
              <a:t>Finalmente, en  el modo relativo, La posición del dato en memoria se obtiene </a:t>
            </a:r>
            <a:r>
              <a:rPr lang="es-ES_tradnl">
                <a:cs typeface="Times New Roman" pitchFamily="18" charset="0"/>
              </a:rPr>
              <a:t>normalmente sumando dos números, uno que se considera la base o punto de referencia de la memoria y el otro es el desplazamiento.</a:t>
            </a:r>
            <a:r>
              <a:rPr lang="es-ES"/>
              <a:t> </a:t>
            </a:r>
            <a:endParaRPr lang="es-ES_tradnl"/>
          </a:p>
          <a:p>
            <a:pPr eaLnBrk="1" hangingPunct="1"/>
            <a:endParaRPr lang="es-ES_tradnl"/>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Rot="1" noChangeAspect="1" noChangeArrowheads="1" noTextEdit="1"/>
          </p:cNvSpPr>
          <p:nvPr>
            <p:ph type="sldImg"/>
          </p:nvPr>
        </p:nvSpPr>
        <p:spPr>
          <a:solidFill>
            <a:srgbClr val="FFFFFF"/>
          </a:solidFill>
          <a:ln/>
        </p:spPr>
      </p:sp>
      <p:sp>
        <p:nvSpPr>
          <p:cNvPr id="209923" name="Rectangle 3"/>
          <p:cNvSpPr>
            <a:spLocks noGrp="1" noChangeArrowheads="1"/>
          </p:cNvSpPr>
          <p:nvPr>
            <p:ph type="body" idx="1"/>
          </p:nvPr>
        </p:nvSpPr>
        <p:spPr>
          <a:xfrm>
            <a:off x="907294" y="4713036"/>
            <a:ext cx="4983087" cy="4467959"/>
          </a:xfrm>
          <a:solidFill>
            <a:srgbClr val="FFFFFF"/>
          </a:solidFill>
          <a:ln>
            <a:solidFill>
              <a:srgbClr val="000000"/>
            </a:solidFill>
          </a:ln>
        </p:spPr>
        <p:txBody>
          <a:bodyPr/>
          <a:lstStyle/>
          <a:p>
            <a:pPr eaLnBrk="1" hangingPunct="1"/>
            <a:r>
              <a:rPr lang="es-ES_tradnl">
                <a:cs typeface="Times New Roman" pitchFamily="18" charset="0"/>
              </a:rPr>
              <a:t>La pila no es más que un conjunto de direcciones organizadas de forma que solo se puede introducir un nuevo dato, colocándolo justo encima del último que se guardó previamente,  (fwd)</a:t>
            </a:r>
            <a:endParaRPr lang="es-ES_tradnl">
              <a:latin typeface="MS Sans Serif" charset="0"/>
              <a:cs typeface="Times New Roman" pitchFamily="18" charset="0"/>
            </a:endParaRPr>
          </a:p>
          <a:p>
            <a:pPr eaLnBrk="1" hangingPunct="1"/>
            <a:r>
              <a:rPr lang="es-ES_tradnl">
                <a:cs typeface="Times New Roman" pitchFamily="18" charset="0"/>
              </a:rPr>
              <a:t> </a:t>
            </a:r>
            <a:endParaRPr lang="es-ES_tradnl">
              <a:latin typeface="MS Sans Serif" charset="0"/>
              <a:cs typeface="Times New Roman" pitchFamily="18" charset="0"/>
            </a:endParaRPr>
          </a:p>
          <a:p>
            <a:pPr eaLnBrk="1" hangingPunct="1"/>
            <a:r>
              <a:rPr lang="es-ES_tradnl">
                <a:cs typeface="Times New Roman" pitchFamily="18" charset="0"/>
              </a:rPr>
              <a:t>y del cuál solo se pueden extraer los datos que están justo en lo alto (rew).</a:t>
            </a:r>
            <a:endParaRPr lang="es-ES_tradnl">
              <a:latin typeface="MS Sans Serif" charset="0"/>
              <a:cs typeface="Times New Roman" pitchFamily="18" charset="0"/>
            </a:endParaRPr>
          </a:p>
          <a:p>
            <a:pPr eaLnBrk="1" hangingPunct="1"/>
            <a:r>
              <a:rPr lang="es-ES_tradnl">
                <a:cs typeface="Times New Roman" pitchFamily="18" charset="0"/>
              </a:rPr>
              <a:t> </a:t>
            </a:r>
            <a:endParaRPr lang="es-ES_tradnl">
              <a:latin typeface="MS Sans Serif" charset="0"/>
              <a:cs typeface="Times New Roman" pitchFamily="18" charset="0"/>
            </a:endParaRPr>
          </a:p>
          <a:p>
            <a:pPr eaLnBrk="1" hangingPunct="1"/>
            <a:r>
              <a:rPr lang="es-ES_tradnl">
                <a:cs typeface="Times New Roman" pitchFamily="18" charset="0"/>
              </a:rPr>
              <a:t>El computador registra en un lugar denominado PP la dirección del último elemento guardado, para saber donde debe poner el dato o de donde lo tiene que quitar</a:t>
            </a:r>
            <a:endParaRPr lang="es-ES_tradnl">
              <a:latin typeface="MS Sans Serif" charset="0"/>
              <a:cs typeface="Times New Roman" pitchFamily="18" charset="0"/>
            </a:endParaRPr>
          </a:p>
          <a:p>
            <a:pPr eaLnBrk="1" hangingPunct="1"/>
            <a:r>
              <a:rPr lang="es-ES_tradnl">
                <a:cs typeface="Times New Roman" pitchFamily="18" charset="0"/>
              </a:rPr>
              <a:t> </a:t>
            </a:r>
            <a:endParaRPr lang="es-ES_tradnl">
              <a:latin typeface="MS Sans Serif" charset="0"/>
              <a:cs typeface="Times New Roman" pitchFamily="18" charset="0"/>
            </a:endParaRPr>
          </a:p>
          <a:p>
            <a:pPr eaLnBrk="1" hangingPunct="1"/>
            <a:r>
              <a:rPr lang="es-ES_tradnl">
                <a:cs typeface="Times New Roman" pitchFamily="18" charset="0"/>
              </a:rPr>
              <a:t>(fwd), (rew)</a:t>
            </a:r>
            <a:endParaRPr lang="es-ES_tradnl">
              <a:latin typeface="MS Sans Serif" charset="0"/>
              <a:cs typeface="Times New Roman" pitchFamily="18" charset="0"/>
            </a:endParaRPr>
          </a:p>
          <a:p>
            <a:pPr eaLnBrk="1" hangingPunct="1"/>
            <a:r>
              <a:rPr lang="es-ES_tradnl">
                <a:cs typeface="Times New Roman" pitchFamily="18" charset="0"/>
              </a:rPr>
              <a:t> </a:t>
            </a:r>
            <a:endParaRPr lang="es-ES_tradnl">
              <a:latin typeface="MS Sans Serif" charset="0"/>
              <a:cs typeface="Times New Roman" pitchFamily="18" charset="0"/>
            </a:endParaRPr>
          </a:p>
          <a:p>
            <a:pPr eaLnBrk="1" hangingPunct="1"/>
            <a:r>
              <a:rPr lang="es-ES_tradnl">
                <a:cs typeface="Times New Roman" pitchFamily="18" charset="0"/>
              </a:rPr>
              <a:t>A la operación de introducir un dato en la pila se le conoce como PUSH y la extracción se conoce como POP</a:t>
            </a:r>
            <a:endParaRPr lang="es-ES_tradnl">
              <a:latin typeface="MS Sans Serif" charset="0"/>
              <a:cs typeface="Times New Roman" pitchFamily="18" charset="0"/>
            </a:endParaRPr>
          </a:p>
          <a:p>
            <a:pPr eaLnBrk="1" hangingPunct="1"/>
            <a:r>
              <a:rPr lang="es-ES_tradnl">
                <a:cs typeface="Times New Roman" pitchFamily="18" charset="0"/>
              </a:rPr>
              <a:t> </a:t>
            </a:r>
            <a:endParaRPr lang="es-ES_tradnl">
              <a:latin typeface="MS Sans Serif" charset="0"/>
              <a:cs typeface="Times New Roman" pitchFamily="18" charset="0"/>
            </a:endParaRPr>
          </a:p>
          <a:p>
            <a:pPr eaLnBrk="1" hangingPunct="1"/>
            <a:r>
              <a:rPr lang="es-ES_tradnl">
                <a:cs typeface="Times New Roman" pitchFamily="18" charset="0"/>
              </a:rPr>
              <a:t> </a:t>
            </a:r>
            <a:endParaRPr lang="es-ES_tradnl">
              <a:latin typeface="MS Sans Serif" charset="0"/>
              <a:cs typeface="Times New Roman" pitchFamily="18" charset="0"/>
            </a:endParaRPr>
          </a:p>
          <a:p>
            <a:pPr eaLnBrk="1" hangingPunct="1"/>
            <a:r>
              <a:rPr lang="es-ES_tradnl">
                <a:cs typeface="Times New Roman" pitchFamily="18" charset="0"/>
              </a:rPr>
              <a:t>La operación de suma se realizaría en una máquina de cero operandos extrayendo como fuentes (fwd) los dos últimos elementos de la pila (fwd), y guardando el resultado (fwd) en lo alto de ésta. </a:t>
            </a:r>
          </a:p>
        </p:txBody>
      </p:sp>
    </p:spTree>
    <p:extLst>
      <p:ext uri="{BB962C8B-B14F-4D97-AF65-F5344CB8AC3E}">
        <p14:creationId xmlns:p14="http://schemas.microsoft.com/office/powerpoint/2010/main" val="7039921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Rot="1" noChangeAspect="1" noChangeArrowheads="1" noTextEdit="1"/>
          </p:cNvSpPr>
          <p:nvPr>
            <p:ph type="sldImg"/>
          </p:nvPr>
        </p:nvSpPr>
        <p:spPr>
          <a:solidFill>
            <a:srgbClr val="FFFFFF"/>
          </a:solidFill>
          <a:ln/>
        </p:spPr>
      </p:sp>
      <p:sp>
        <p:nvSpPr>
          <p:cNvPr id="224259" name="Rectangle 3"/>
          <p:cNvSpPr>
            <a:spLocks noGrp="1" noChangeArrowheads="1"/>
          </p:cNvSpPr>
          <p:nvPr>
            <p:ph type="body" idx="1"/>
          </p:nvPr>
        </p:nvSpPr>
        <p:spPr>
          <a:xfrm>
            <a:off x="907294" y="4713036"/>
            <a:ext cx="4983087" cy="4467959"/>
          </a:xfrm>
          <a:solidFill>
            <a:srgbClr val="FFFFFF"/>
          </a:solidFill>
          <a:ln>
            <a:solidFill>
              <a:srgbClr val="000000"/>
            </a:solidFill>
          </a:ln>
        </p:spPr>
        <p:txBody>
          <a:bodyPr/>
          <a:lstStyle/>
          <a:p>
            <a:pPr eaLnBrk="1" hangingPunct="1"/>
            <a:endParaRPr lang="es-ES_tradnl"/>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Rot="1" noChangeAspect="1" noChangeArrowheads="1" noTextEdit="1"/>
          </p:cNvSpPr>
          <p:nvPr>
            <p:ph type="sldImg"/>
          </p:nvPr>
        </p:nvSpPr>
        <p:spPr>
          <a:solidFill>
            <a:srgbClr val="FFFFFF"/>
          </a:solidFill>
          <a:ln/>
        </p:spPr>
      </p:sp>
      <p:sp>
        <p:nvSpPr>
          <p:cNvPr id="225283" name="Rectangle 3"/>
          <p:cNvSpPr>
            <a:spLocks noGrp="1" noChangeArrowheads="1"/>
          </p:cNvSpPr>
          <p:nvPr>
            <p:ph type="body" idx="1"/>
          </p:nvPr>
        </p:nvSpPr>
        <p:spPr>
          <a:xfrm>
            <a:off x="907294" y="4713036"/>
            <a:ext cx="4983087" cy="4467959"/>
          </a:xfrm>
          <a:solidFill>
            <a:srgbClr val="FFFFFF"/>
          </a:solidFill>
          <a:ln>
            <a:solidFill>
              <a:srgbClr val="000000"/>
            </a:solidFill>
          </a:ln>
        </p:spPr>
        <p:txBody>
          <a:bodyPr/>
          <a:lstStyle/>
          <a:p>
            <a:pPr eaLnBrk="1" hangingPunct="1"/>
            <a:endParaRPr lang="es-ES_tradnl"/>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Rot="1" noChangeAspect="1" noChangeArrowheads="1" noTextEdit="1"/>
          </p:cNvSpPr>
          <p:nvPr>
            <p:ph type="sldImg"/>
          </p:nvPr>
        </p:nvSpPr>
        <p:spPr>
          <a:solidFill>
            <a:srgbClr val="FFFFFF"/>
          </a:solidFill>
          <a:ln/>
        </p:spPr>
      </p:sp>
      <p:sp>
        <p:nvSpPr>
          <p:cNvPr id="227331" name="Rectangle 3"/>
          <p:cNvSpPr>
            <a:spLocks noGrp="1" noChangeArrowheads="1"/>
          </p:cNvSpPr>
          <p:nvPr>
            <p:ph type="body" idx="1"/>
          </p:nvPr>
        </p:nvSpPr>
        <p:spPr>
          <a:xfrm>
            <a:off x="907294" y="4713036"/>
            <a:ext cx="4983087" cy="4467959"/>
          </a:xfrm>
          <a:solidFill>
            <a:srgbClr val="FFFFFF"/>
          </a:solidFill>
          <a:ln>
            <a:solidFill>
              <a:srgbClr val="000000"/>
            </a:solidFill>
          </a:ln>
        </p:spPr>
        <p:txBody>
          <a:bodyPr/>
          <a:lstStyle/>
          <a:p>
            <a:pPr eaLnBrk="1" hangingPunct="1"/>
            <a:endParaRPr lang="es-ES_tradnl"/>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solidFill>
            <a:srgbClr val="FFFFFF"/>
          </a:solidFill>
          <a:ln/>
        </p:spPr>
      </p:sp>
      <p:sp>
        <p:nvSpPr>
          <p:cNvPr id="226307" name="Rectangle 3"/>
          <p:cNvSpPr>
            <a:spLocks noGrp="1" noChangeArrowheads="1"/>
          </p:cNvSpPr>
          <p:nvPr>
            <p:ph type="body" idx="1"/>
          </p:nvPr>
        </p:nvSpPr>
        <p:spPr>
          <a:xfrm>
            <a:off x="907294" y="4713036"/>
            <a:ext cx="4983087" cy="4467959"/>
          </a:xfrm>
          <a:solidFill>
            <a:srgbClr val="FFFFFF"/>
          </a:solidFill>
          <a:ln>
            <a:solidFill>
              <a:srgbClr val="000000"/>
            </a:solidFill>
          </a:ln>
        </p:spPr>
        <p:txBody>
          <a:bodyPr/>
          <a:lstStyle/>
          <a:p>
            <a:pPr eaLnBrk="1" hangingPunct="1"/>
            <a:r>
              <a:rPr lang="es-ES_tradnl">
                <a:cs typeface="Times New Roman" pitchFamily="18" charset="0"/>
              </a:rPr>
              <a:t>Terminaremos este primer apartado, juntando todos los conceptos que hemos presentado, en lo que es el núcleo de esta lección: la instrucción:</a:t>
            </a:r>
            <a:endParaRPr lang="es-ES_tradnl">
              <a:latin typeface="MS Sans Serif" charset="0"/>
              <a:cs typeface="Times New Roman" pitchFamily="18" charset="0"/>
            </a:endParaRPr>
          </a:p>
          <a:p>
            <a:pPr eaLnBrk="1" hangingPunct="1"/>
            <a:r>
              <a:rPr lang="es-ES_tradnl">
                <a:cs typeface="Times New Roman" pitchFamily="18" charset="0"/>
              </a:rPr>
              <a:t> </a:t>
            </a:r>
            <a:endParaRPr lang="es-ES_tradnl">
              <a:latin typeface="MS Sans Serif" charset="0"/>
              <a:cs typeface="Times New Roman" pitchFamily="18" charset="0"/>
            </a:endParaRPr>
          </a:p>
          <a:p>
            <a:pPr eaLnBrk="1" hangingPunct="1"/>
            <a:r>
              <a:rPr lang="es-ES_tradnl">
                <a:cs typeface="Times New Roman" pitchFamily="18" charset="0"/>
              </a:rPr>
              <a:t>La instrucción, repito, no es más que una cadena binaria formada por:</a:t>
            </a:r>
            <a:endParaRPr lang="es-ES_tradnl">
              <a:latin typeface="MS Sans Serif" charset="0"/>
              <a:cs typeface="Times New Roman" pitchFamily="18" charset="0"/>
            </a:endParaRPr>
          </a:p>
          <a:p>
            <a:pPr eaLnBrk="1" hangingPunct="1"/>
            <a:r>
              <a:rPr lang="es-ES_tradnl">
                <a:cs typeface="Times New Roman" pitchFamily="18" charset="0"/>
              </a:rPr>
              <a:t>Un código de operación, representado en binario, </a:t>
            </a:r>
            <a:endParaRPr lang="es-ES_tradnl">
              <a:latin typeface="MS Sans Serif" charset="0"/>
              <a:cs typeface="Times New Roman" pitchFamily="18" charset="0"/>
            </a:endParaRPr>
          </a:p>
          <a:p>
            <a:pPr eaLnBrk="1" hangingPunct="1"/>
            <a:r>
              <a:rPr lang="es-ES_tradnl">
                <a:cs typeface="Times New Roman" pitchFamily="18" charset="0"/>
              </a:rPr>
              <a:t>y una secuencia de 0,1,2 o 3 operandos, cada uno con su correspondiente representaciones en binario.</a:t>
            </a:r>
          </a:p>
          <a:p>
            <a:pPr eaLnBrk="1" hangingPunct="1"/>
            <a:endParaRPr lang="es-ES_tradnl">
              <a:latin typeface="MS Sans Serif" charset="0"/>
              <a:cs typeface="Times New Roman" pitchFamily="18" charset="0"/>
            </a:endParaRPr>
          </a:p>
          <a:p>
            <a:pPr eaLnBrk="1" hangingPunct="1"/>
            <a:r>
              <a:rPr lang="es-ES_tradnl">
                <a:cs typeface="Times New Roman" pitchFamily="18" charset="0"/>
              </a:rPr>
              <a:t>Y en los que cada operando debería indicar:</a:t>
            </a:r>
            <a:endParaRPr lang="es-ES_tradnl">
              <a:latin typeface="MS Sans Serif" charset="0"/>
              <a:cs typeface="Times New Roman" pitchFamily="18" charset="0"/>
            </a:endParaRPr>
          </a:p>
          <a:p>
            <a:pPr eaLnBrk="1" hangingPunct="1"/>
            <a:r>
              <a:rPr lang="es-ES_tradnl">
                <a:cs typeface="Times New Roman" pitchFamily="18" charset="0"/>
              </a:rPr>
              <a:t>El modo de Direccionamiento que se está utilizando </a:t>
            </a:r>
            <a:endParaRPr lang="es-ES_tradnl">
              <a:latin typeface="MS Sans Serif" charset="0"/>
              <a:cs typeface="Times New Roman" pitchFamily="18" charset="0"/>
            </a:endParaRPr>
          </a:p>
          <a:p>
            <a:pPr eaLnBrk="1" hangingPunct="1"/>
            <a:r>
              <a:rPr lang="es-ES_tradnl">
                <a:cs typeface="Times New Roman" pitchFamily="18" charset="0"/>
              </a:rPr>
              <a:t>El nombre del registro que se utiliza, si fuera necesario</a:t>
            </a:r>
            <a:endParaRPr lang="es-ES_tradnl">
              <a:latin typeface="MS Sans Serif" charset="0"/>
              <a:cs typeface="Times New Roman" pitchFamily="18" charset="0"/>
            </a:endParaRPr>
          </a:p>
          <a:p>
            <a:pPr eaLnBrk="1" hangingPunct="1"/>
            <a:r>
              <a:rPr lang="es-ES_tradnl">
                <a:cs typeface="Times New Roman" pitchFamily="18" charset="0"/>
              </a:rPr>
              <a:t>Y también si fuera necesario, un dato numérico que indique bien una dirección, un valor constante o un desplazamiento</a:t>
            </a:r>
            <a:r>
              <a:rPr lang="es-ES"/>
              <a:t> </a:t>
            </a:r>
            <a:endParaRPr lang="es-ES_tradnl"/>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Marcador de imagen de diapositiva 1">
            <a:extLst>
              <a:ext uri="{FF2B5EF4-FFF2-40B4-BE49-F238E27FC236}">
                <a16:creationId xmlns:a16="http://schemas.microsoft.com/office/drawing/2014/main" id="{83F78E94-B9AC-4683-983F-F48AC846A2F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8" name="Marcador de notas 2">
            <a:extLst>
              <a:ext uri="{FF2B5EF4-FFF2-40B4-BE49-F238E27FC236}">
                <a16:creationId xmlns:a16="http://schemas.microsoft.com/office/drawing/2014/main" id="{A141E284-8452-4E21-85E6-E6CD354CCDA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s-ES"/>
          </a:p>
        </p:txBody>
      </p:sp>
      <p:sp>
        <p:nvSpPr>
          <p:cNvPr id="39939" name="Marcador de número de diapositiva 3">
            <a:extLst>
              <a:ext uri="{FF2B5EF4-FFF2-40B4-BE49-F238E27FC236}">
                <a16:creationId xmlns:a16="http://schemas.microsoft.com/office/drawing/2014/main" id="{5674E745-213D-4AD8-A0E1-C4B8241486E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fontAlgn="base">
              <a:spcBef>
                <a:spcPct val="0"/>
              </a:spcBef>
              <a:spcAft>
                <a:spcPct val="0"/>
              </a:spcAft>
              <a:defRPr>
                <a:solidFill>
                  <a:schemeClr val="tx1"/>
                </a:solidFill>
                <a:latin typeface="Tw Cen MT" panose="020B0602020104020603" pitchFamily="34" charset="0"/>
              </a:defRPr>
            </a:lvl6pPr>
            <a:lvl7pPr marL="2971800" indent="-228600" defTabSz="457200" fontAlgn="base">
              <a:spcBef>
                <a:spcPct val="0"/>
              </a:spcBef>
              <a:spcAft>
                <a:spcPct val="0"/>
              </a:spcAft>
              <a:defRPr>
                <a:solidFill>
                  <a:schemeClr val="tx1"/>
                </a:solidFill>
                <a:latin typeface="Tw Cen MT" panose="020B0602020104020603" pitchFamily="34" charset="0"/>
              </a:defRPr>
            </a:lvl7pPr>
            <a:lvl8pPr marL="3429000" indent="-228600" defTabSz="457200" fontAlgn="base">
              <a:spcBef>
                <a:spcPct val="0"/>
              </a:spcBef>
              <a:spcAft>
                <a:spcPct val="0"/>
              </a:spcAft>
              <a:defRPr>
                <a:solidFill>
                  <a:schemeClr val="tx1"/>
                </a:solidFill>
                <a:latin typeface="Tw Cen MT" panose="020B0602020104020603" pitchFamily="34" charset="0"/>
              </a:defRPr>
            </a:lvl8pPr>
            <a:lvl9pPr marL="3886200" indent="-228600" defTabSz="457200" fontAlgn="base">
              <a:spcBef>
                <a:spcPct val="0"/>
              </a:spcBef>
              <a:spcAft>
                <a:spcPct val="0"/>
              </a:spcAft>
              <a:defRPr>
                <a:solidFill>
                  <a:schemeClr val="tx1"/>
                </a:solidFill>
                <a:latin typeface="Tw Cen MT" panose="020B0602020104020603" pitchFamily="34" charset="0"/>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B0B7DE7C-F2BF-4E3D-898C-B011AC05919A}" type="slidenum">
              <a:rPr kumimoji="0" lang="es-ES" altLang="es-E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rPr>
              <a:pPr marL="0" marR="0" lvl="0" indent="0" algn="r" defTabSz="457200" rtl="0" eaLnBrk="1" fontAlgn="base" latinLnBrk="0" hangingPunct="1">
                <a:lnSpc>
                  <a:spcPct val="100000"/>
                </a:lnSpc>
                <a:spcBef>
                  <a:spcPct val="0"/>
                </a:spcBef>
                <a:spcAft>
                  <a:spcPct val="0"/>
                </a:spcAft>
                <a:buClrTx/>
                <a:buSzTx/>
                <a:buFontTx/>
                <a:buNone/>
                <a:tabLst/>
                <a:defRPr/>
              </a:pPr>
              <a:t>113</a:t>
            </a:fld>
            <a:endParaRPr kumimoji="0" lang="es-ES" altLang="es-E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3191579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Marcador de imagen de diapositiva 1">
            <a:extLst>
              <a:ext uri="{FF2B5EF4-FFF2-40B4-BE49-F238E27FC236}">
                <a16:creationId xmlns:a16="http://schemas.microsoft.com/office/drawing/2014/main" id="{83F78E94-B9AC-4683-983F-F48AC846A2F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8" name="Marcador de notas 2">
            <a:extLst>
              <a:ext uri="{FF2B5EF4-FFF2-40B4-BE49-F238E27FC236}">
                <a16:creationId xmlns:a16="http://schemas.microsoft.com/office/drawing/2014/main" id="{A141E284-8452-4E21-85E6-E6CD354CCDA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s-ES"/>
          </a:p>
        </p:txBody>
      </p:sp>
      <p:sp>
        <p:nvSpPr>
          <p:cNvPr id="39939" name="Marcador de número de diapositiva 3">
            <a:extLst>
              <a:ext uri="{FF2B5EF4-FFF2-40B4-BE49-F238E27FC236}">
                <a16:creationId xmlns:a16="http://schemas.microsoft.com/office/drawing/2014/main" id="{5674E745-213D-4AD8-A0E1-C4B8241486E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fontAlgn="base">
              <a:spcBef>
                <a:spcPct val="0"/>
              </a:spcBef>
              <a:spcAft>
                <a:spcPct val="0"/>
              </a:spcAft>
              <a:defRPr>
                <a:solidFill>
                  <a:schemeClr val="tx1"/>
                </a:solidFill>
                <a:latin typeface="Tw Cen MT" panose="020B0602020104020603" pitchFamily="34" charset="0"/>
              </a:defRPr>
            </a:lvl6pPr>
            <a:lvl7pPr marL="2971800" indent="-228600" defTabSz="457200" fontAlgn="base">
              <a:spcBef>
                <a:spcPct val="0"/>
              </a:spcBef>
              <a:spcAft>
                <a:spcPct val="0"/>
              </a:spcAft>
              <a:defRPr>
                <a:solidFill>
                  <a:schemeClr val="tx1"/>
                </a:solidFill>
                <a:latin typeface="Tw Cen MT" panose="020B0602020104020603" pitchFamily="34" charset="0"/>
              </a:defRPr>
            </a:lvl7pPr>
            <a:lvl8pPr marL="3429000" indent="-228600" defTabSz="457200" fontAlgn="base">
              <a:spcBef>
                <a:spcPct val="0"/>
              </a:spcBef>
              <a:spcAft>
                <a:spcPct val="0"/>
              </a:spcAft>
              <a:defRPr>
                <a:solidFill>
                  <a:schemeClr val="tx1"/>
                </a:solidFill>
                <a:latin typeface="Tw Cen MT" panose="020B0602020104020603" pitchFamily="34" charset="0"/>
              </a:defRPr>
            </a:lvl8pPr>
            <a:lvl9pPr marL="3886200" indent="-228600" defTabSz="457200" fontAlgn="base">
              <a:spcBef>
                <a:spcPct val="0"/>
              </a:spcBef>
              <a:spcAft>
                <a:spcPct val="0"/>
              </a:spcAft>
              <a:defRPr>
                <a:solidFill>
                  <a:schemeClr val="tx1"/>
                </a:solidFill>
                <a:latin typeface="Tw Cen MT" panose="020B0602020104020603" pitchFamily="34" charset="0"/>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B0B7DE7C-F2BF-4E3D-898C-B011AC05919A}" type="slidenum">
              <a:rPr kumimoji="0" lang="es-ES" altLang="es-E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rPr>
              <a:pPr marL="0" marR="0" lvl="0" indent="0" algn="r" defTabSz="457200" rtl="0" eaLnBrk="1" fontAlgn="base" latinLnBrk="0" hangingPunct="1">
                <a:lnSpc>
                  <a:spcPct val="100000"/>
                </a:lnSpc>
                <a:spcBef>
                  <a:spcPct val="0"/>
                </a:spcBef>
                <a:spcAft>
                  <a:spcPct val="0"/>
                </a:spcAft>
                <a:buClrTx/>
                <a:buSzTx/>
                <a:buFontTx/>
                <a:buNone/>
                <a:tabLst/>
                <a:defRPr/>
              </a:pPr>
              <a:t>114</a:t>
            </a:fld>
            <a:endParaRPr kumimoji="0" lang="es-ES" altLang="es-E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Marcador de imagen de diapositiva 1">
            <a:extLst>
              <a:ext uri="{FF2B5EF4-FFF2-40B4-BE49-F238E27FC236}">
                <a16:creationId xmlns:a16="http://schemas.microsoft.com/office/drawing/2014/main" id="{C3C33F7C-6792-4DF8-8C2F-8A18E1D9B87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6" name="Marcador de notas 2">
            <a:extLst>
              <a:ext uri="{FF2B5EF4-FFF2-40B4-BE49-F238E27FC236}">
                <a16:creationId xmlns:a16="http://schemas.microsoft.com/office/drawing/2014/main" id="{B844E949-A647-4C62-854B-A0C0ECD0A98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s-ES"/>
          </a:p>
        </p:txBody>
      </p:sp>
      <p:sp>
        <p:nvSpPr>
          <p:cNvPr id="41987" name="Marcador de número de diapositiva 3">
            <a:extLst>
              <a:ext uri="{FF2B5EF4-FFF2-40B4-BE49-F238E27FC236}">
                <a16:creationId xmlns:a16="http://schemas.microsoft.com/office/drawing/2014/main" id="{69B585F9-2DFA-4CE5-989A-4BF1DE3818F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fontAlgn="base">
              <a:spcBef>
                <a:spcPct val="0"/>
              </a:spcBef>
              <a:spcAft>
                <a:spcPct val="0"/>
              </a:spcAft>
              <a:defRPr>
                <a:solidFill>
                  <a:schemeClr val="tx1"/>
                </a:solidFill>
                <a:latin typeface="Tw Cen MT" panose="020B0602020104020603" pitchFamily="34" charset="0"/>
              </a:defRPr>
            </a:lvl6pPr>
            <a:lvl7pPr marL="2971800" indent="-228600" defTabSz="457200" fontAlgn="base">
              <a:spcBef>
                <a:spcPct val="0"/>
              </a:spcBef>
              <a:spcAft>
                <a:spcPct val="0"/>
              </a:spcAft>
              <a:defRPr>
                <a:solidFill>
                  <a:schemeClr val="tx1"/>
                </a:solidFill>
                <a:latin typeface="Tw Cen MT" panose="020B0602020104020603" pitchFamily="34" charset="0"/>
              </a:defRPr>
            </a:lvl7pPr>
            <a:lvl8pPr marL="3429000" indent="-228600" defTabSz="457200" fontAlgn="base">
              <a:spcBef>
                <a:spcPct val="0"/>
              </a:spcBef>
              <a:spcAft>
                <a:spcPct val="0"/>
              </a:spcAft>
              <a:defRPr>
                <a:solidFill>
                  <a:schemeClr val="tx1"/>
                </a:solidFill>
                <a:latin typeface="Tw Cen MT" panose="020B0602020104020603" pitchFamily="34" charset="0"/>
              </a:defRPr>
            </a:lvl8pPr>
            <a:lvl9pPr marL="3886200" indent="-228600" defTabSz="457200" fontAlgn="base">
              <a:spcBef>
                <a:spcPct val="0"/>
              </a:spcBef>
              <a:spcAft>
                <a:spcPct val="0"/>
              </a:spcAft>
              <a:defRPr>
                <a:solidFill>
                  <a:schemeClr val="tx1"/>
                </a:solidFill>
                <a:latin typeface="Tw Cen MT" panose="020B0602020104020603" pitchFamily="34" charset="0"/>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FD558061-64DA-4EAE-BC39-68823F0156A1}" type="slidenum">
              <a:rPr kumimoji="0" lang="es-ES" altLang="es-E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rPr>
              <a:pPr marL="0" marR="0" lvl="0" indent="0" algn="r" defTabSz="457200" rtl="0" eaLnBrk="1" fontAlgn="base" latinLnBrk="0" hangingPunct="1">
                <a:lnSpc>
                  <a:spcPct val="100000"/>
                </a:lnSpc>
                <a:spcBef>
                  <a:spcPct val="0"/>
                </a:spcBef>
                <a:spcAft>
                  <a:spcPct val="0"/>
                </a:spcAft>
                <a:buClrTx/>
                <a:buSzTx/>
                <a:buFontTx/>
                <a:buNone/>
                <a:tabLst/>
                <a:defRPr/>
              </a:pPr>
              <a:t>115</a:t>
            </a:fld>
            <a:endParaRPr kumimoji="0" lang="es-ES" altLang="es-E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Rot="1" noChangeAspect="1" noChangeArrowheads="1" noTextEdit="1"/>
          </p:cNvSpPr>
          <p:nvPr>
            <p:ph type="sldImg"/>
          </p:nvPr>
        </p:nvSpPr>
        <p:spPr>
          <a:solidFill>
            <a:srgbClr val="FFFFFF"/>
          </a:solidFill>
          <a:ln/>
        </p:spPr>
      </p:sp>
      <p:sp>
        <p:nvSpPr>
          <p:cNvPr id="243715" name="Rectangle 3"/>
          <p:cNvSpPr>
            <a:spLocks noGrp="1" noChangeArrowheads="1"/>
          </p:cNvSpPr>
          <p:nvPr>
            <p:ph type="body" idx="1"/>
          </p:nvPr>
        </p:nvSpPr>
        <p:spPr>
          <a:xfrm>
            <a:off x="907294" y="4713036"/>
            <a:ext cx="4983087" cy="4467959"/>
          </a:xfrm>
          <a:solidFill>
            <a:srgbClr val="FFFFFF"/>
          </a:solidFill>
          <a:ln>
            <a:solidFill>
              <a:srgbClr val="000000"/>
            </a:solidFill>
          </a:ln>
        </p:spPr>
        <p:txBody>
          <a:bodyPr/>
          <a:lstStyle/>
          <a:p>
            <a:pPr eaLnBrk="1" hangingPunct="1"/>
            <a:r>
              <a:rPr lang="es-ES_tradnl">
                <a:cs typeface="Times New Roman" pitchFamily="18" charset="0"/>
              </a:rPr>
              <a:t>Pausa   </a:t>
            </a:r>
          </a:p>
          <a:p>
            <a:pPr eaLnBrk="1" hangingPunct="1"/>
            <a:endParaRPr lang="es-ES_tradnl">
              <a:cs typeface="Times New Roman" pitchFamily="18" charset="0"/>
            </a:endParaRPr>
          </a:p>
          <a:p>
            <a:pPr eaLnBrk="1" hangingPunct="1"/>
            <a:r>
              <a:rPr lang="es-ES_tradnl">
                <a:cs typeface="Times New Roman" pitchFamily="18" charset="0"/>
              </a:rPr>
              <a:t>Bien, pasamos a continuación a exponer el conjunto de instrucciones, es decir a elegir las instrucciones que deben aparecer en un buen repertorio y a indicar los criterios considerados en la elección.</a:t>
            </a:r>
            <a:r>
              <a:rPr lang="es-ES"/>
              <a:t> </a:t>
            </a:r>
            <a:endParaRPr lang="es-ES_tradnl"/>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8" name="7 Título"/>
          <p:cNvSpPr>
            <a:spLocks noGrp="1"/>
          </p:cNvSpPr>
          <p:nvPr>
            <p:ph type="ctrTitle"/>
          </p:nvPr>
        </p:nvSpPr>
        <p:spPr>
          <a:xfrm>
            <a:off x="1320165" y="4590574"/>
            <a:ext cx="7425929" cy="1170146"/>
          </a:xfrm>
        </p:spPr>
        <p:txBody>
          <a:bodyPr anchor="t" anchorCtr="0"/>
          <a:lstStyle>
            <a:lvl1pPr algn="r">
              <a:defRPr sz="3600">
                <a:solidFill>
                  <a:schemeClr val="tx1"/>
                </a:solidFill>
              </a:defRPr>
            </a:lvl1pPr>
          </a:lstStyle>
          <a:p>
            <a:r>
              <a:rPr kumimoji="0" lang="es-ES"/>
              <a:t>Haga clic para modificar el estilo de título del patrón</a:t>
            </a:r>
            <a:endParaRPr kumimoji="0" lang="en-US"/>
          </a:p>
        </p:txBody>
      </p:sp>
      <p:sp>
        <p:nvSpPr>
          <p:cNvPr id="9" name="8 Subtítulo"/>
          <p:cNvSpPr>
            <a:spLocks noGrp="1"/>
          </p:cNvSpPr>
          <p:nvPr>
            <p:ph type="subTitle" idx="1"/>
          </p:nvPr>
        </p:nvSpPr>
        <p:spPr>
          <a:xfrm>
            <a:off x="1320165" y="6053257"/>
            <a:ext cx="7425929" cy="630079"/>
          </a:xfrm>
        </p:spPr>
        <p:txBody>
          <a:bodyPr/>
          <a:lstStyle>
            <a:lvl1pPr marL="0" indent="0" algn="r">
              <a:buNone/>
              <a:defRPr sz="2300">
                <a:solidFill>
                  <a:schemeClr val="tx2"/>
                </a:solidFill>
                <a:latin typeface="+mj-lt"/>
                <a:ea typeface="+mj-ea"/>
                <a:cs typeface="+mj-cs"/>
              </a:defRPr>
            </a:lvl1pPr>
            <a:lvl2pPr marL="514350" indent="0" algn="ctr">
              <a:buNone/>
            </a:lvl2pPr>
            <a:lvl3pPr marL="1028700" indent="0" algn="ctr">
              <a:buNone/>
            </a:lvl3pPr>
            <a:lvl4pPr marL="1543050" indent="0" algn="ctr">
              <a:buNone/>
            </a:lvl4pPr>
            <a:lvl5pPr marL="2057400" indent="0" algn="ctr">
              <a:buNone/>
            </a:lvl5pPr>
            <a:lvl6pPr marL="2571750" indent="0" algn="ctr">
              <a:buNone/>
            </a:lvl6pPr>
            <a:lvl7pPr marL="3086100" indent="0" algn="ctr">
              <a:buNone/>
            </a:lvl7pPr>
            <a:lvl8pPr marL="3600450" indent="0" algn="ctr">
              <a:buNone/>
            </a:lvl8pPr>
            <a:lvl9pPr marL="4114800" indent="0" algn="ctr">
              <a:buNone/>
            </a:lvl9pPr>
          </a:lstStyle>
          <a:p>
            <a:r>
              <a:rPr kumimoji="0" lang="es-ES"/>
              <a:t>Haga clic para modificar el estilo de subtítulo del patrón</a:t>
            </a:r>
            <a:endParaRPr kumimoji="0" lang="en-US"/>
          </a:p>
        </p:txBody>
      </p:sp>
      <p:sp>
        <p:nvSpPr>
          <p:cNvPr id="28" name="27 Marcador de fecha"/>
          <p:cNvSpPr>
            <a:spLocks noGrp="1"/>
          </p:cNvSpPr>
          <p:nvPr>
            <p:ph type="dt" sz="half" idx="10"/>
          </p:nvPr>
        </p:nvSpPr>
        <p:spPr>
          <a:xfrm>
            <a:off x="6930866" y="7506939"/>
            <a:ext cx="2475310" cy="432054"/>
          </a:xfrm>
        </p:spPr>
        <p:txBody>
          <a:bodyPr/>
          <a:lstStyle>
            <a:lvl1pPr>
              <a:defRPr sz="1600"/>
            </a:lvl1pPr>
          </a:lstStyle>
          <a:p>
            <a:pPr>
              <a:defRPr/>
            </a:pPr>
            <a:endParaRPr lang="es-ES"/>
          </a:p>
        </p:txBody>
      </p:sp>
      <p:sp>
        <p:nvSpPr>
          <p:cNvPr id="17" name="16 Marcador de pie de página"/>
          <p:cNvSpPr>
            <a:spLocks noGrp="1"/>
          </p:cNvSpPr>
          <p:nvPr>
            <p:ph type="ftr" sz="quarter" idx="11"/>
          </p:nvPr>
        </p:nvSpPr>
        <p:spPr>
          <a:xfrm>
            <a:off x="3138693" y="7506939"/>
            <a:ext cx="3762470" cy="432054"/>
          </a:xfrm>
        </p:spPr>
        <p:txBody>
          <a:bodyPr/>
          <a:lstStyle/>
          <a:p>
            <a:endParaRPr kumimoji="0" lang="en-US" dirty="0"/>
          </a:p>
        </p:txBody>
      </p:sp>
      <p:sp>
        <p:nvSpPr>
          <p:cNvPr id="21" name="20 Rectángulo"/>
          <p:cNvSpPr/>
          <p:nvPr/>
        </p:nvSpPr>
        <p:spPr>
          <a:xfrm>
            <a:off x="979810" y="4309289"/>
            <a:ext cx="7920990" cy="1512189"/>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lIns="102870" tIns="51435" rIns="102870" bIns="51435" anchor="ctr"/>
          <a:lstStyle/>
          <a:p>
            <a:pPr algn="ctr" eaLnBrk="1" latinLnBrk="0" hangingPunct="1"/>
            <a:endParaRPr kumimoji="0" lang="en-US"/>
          </a:p>
        </p:txBody>
      </p:sp>
      <p:sp>
        <p:nvSpPr>
          <p:cNvPr id="33" name="32 Rectángulo"/>
          <p:cNvSpPr/>
          <p:nvPr/>
        </p:nvSpPr>
        <p:spPr>
          <a:xfrm>
            <a:off x="990124" y="5963246"/>
            <a:ext cx="7920990" cy="810101"/>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lIns="102870" tIns="51435" rIns="102870" bIns="51435" anchor="ctr"/>
          <a:lstStyle/>
          <a:p>
            <a:pPr algn="ctr" eaLnBrk="1" latinLnBrk="0" hangingPunct="1"/>
            <a:endParaRPr kumimoji="0" lang="en-US"/>
          </a:p>
        </p:txBody>
      </p:sp>
      <p:sp>
        <p:nvSpPr>
          <p:cNvPr id="22" name="21 Rectángulo"/>
          <p:cNvSpPr/>
          <p:nvPr/>
        </p:nvSpPr>
        <p:spPr>
          <a:xfrm>
            <a:off x="979810" y="4309289"/>
            <a:ext cx="247531" cy="1512189"/>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2870" tIns="51435" rIns="102870" bIns="51435" anchor="ctr"/>
          <a:lstStyle/>
          <a:p>
            <a:pPr algn="ctr" eaLnBrk="1" latinLnBrk="0" hangingPunct="1"/>
            <a:endParaRPr kumimoji="0" lang="en-US"/>
          </a:p>
        </p:txBody>
      </p:sp>
      <p:sp>
        <p:nvSpPr>
          <p:cNvPr id="32" name="31 Rectángulo"/>
          <p:cNvSpPr/>
          <p:nvPr/>
        </p:nvSpPr>
        <p:spPr>
          <a:xfrm>
            <a:off x="990124" y="5963246"/>
            <a:ext cx="247531" cy="810101"/>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2870" tIns="51435" rIns="102870" bIns="51435"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4" name="3 Marcador de fecha"/>
          <p:cNvSpPr>
            <a:spLocks noGrp="1"/>
          </p:cNvSpPr>
          <p:nvPr>
            <p:ph type="dt" sz="half" idx="10"/>
          </p:nvPr>
        </p:nvSpPr>
        <p:spPr/>
        <p:txBody>
          <a:bodyPr/>
          <a:lstStyle/>
          <a:p>
            <a:pPr>
              <a:defRPr/>
            </a:pPr>
            <a:endParaRPr lang="es-ES"/>
          </a:p>
        </p:txBody>
      </p:sp>
      <p:sp>
        <p:nvSpPr>
          <p:cNvPr id="5" name="4 Marcador de pie de página"/>
          <p:cNvSpPr>
            <a:spLocks noGrp="1"/>
          </p:cNvSpPr>
          <p:nvPr>
            <p:ph type="ftr" sz="quarter" idx="11"/>
          </p:nvPr>
        </p:nvSpPr>
        <p:spPr/>
        <p:txBody>
          <a:bodyPr/>
          <a:lstStyle/>
          <a:p>
            <a:endParaRPr kumimoji="0" lang="en-US"/>
          </a:p>
        </p:txBody>
      </p:sp>
      <p:sp>
        <p:nvSpPr>
          <p:cNvPr id="8" name="7 Marcador de contenido"/>
          <p:cNvSpPr>
            <a:spLocks noGrp="1"/>
          </p:cNvSpPr>
          <p:nvPr>
            <p:ph sz="quarter" idx="1"/>
          </p:nvPr>
        </p:nvSpPr>
        <p:spPr>
          <a:xfrm>
            <a:off x="495062" y="1440180"/>
            <a:ext cx="8911114" cy="5832729"/>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1320165" y="3510439"/>
            <a:ext cx="7425929" cy="1260158"/>
          </a:xfrm>
        </p:spPr>
        <p:txBody>
          <a:bodyPr anchor="t" anchorCtr="0"/>
          <a:lstStyle>
            <a:lvl1pPr algn="r">
              <a:buNone/>
              <a:defRPr sz="3600" b="0" cap="none" baseline="0"/>
            </a:lvl1pPr>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1402675" y="5040630"/>
            <a:ext cx="7343418" cy="1350169"/>
          </a:xfrm>
        </p:spPr>
        <p:txBody>
          <a:bodyPr anchor="t" anchorCtr="0"/>
          <a:lstStyle>
            <a:lvl1pPr marL="0" indent="0" algn="r">
              <a:buNone/>
              <a:defRPr sz="2300">
                <a:solidFill>
                  <a:schemeClr val="tx1">
                    <a:tint val="75000"/>
                  </a:schemeClr>
                </a:solidFill>
              </a:defRPr>
            </a:lvl1pPr>
            <a:lvl2pPr>
              <a:buNone/>
              <a:defRPr sz="2000">
                <a:solidFill>
                  <a:schemeClr val="tx1">
                    <a:tint val="75000"/>
                  </a:schemeClr>
                </a:solidFill>
              </a:defRPr>
            </a:lvl2pPr>
            <a:lvl3pPr>
              <a:buNone/>
              <a:defRPr sz="1800">
                <a:solidFill>
                  <a:schemeClr val="tx1">
                    <a:tint val="75000"/>
                  </a:schemeClr>
                </a:solidFill>
              </a:defRPr>
            </a:lvl3pPr>
            <a:lvl4pPr>
              <a:buNone/>
              <a:defRPr sz="1600">
                <a:solidFill>
                  <a:schemeClr val="tx1">
                    <a:tint val="75000"/>
                  </a:schemeClr>
                </a:solidFill>
              </a:defRPr>
            </a:lvl4pPr>
            <a:lvl5pPr>
              <a:buNone/>
              <a:defRPr sz="1600">
                <a:solidFill>
                  <a:schemeClr val="tx1">
                    <a:tint val="75000"/>
                  </a:schemeClr>
                </a:solidFill>
              </a:defRPr>
            </a:lvl5pPr>
          </a:lstStyle>
          <a:p>
            <a:pPr lvl="0" eaLnBrk="1" latinLnBrk="0" hangingPunct="1"/>
            <a:r>
              <a:rPr kumimoji="0" lang="es-ES"/>
              <a:t>Haga clic para modificar el estilo de texto del patrón</a:t>
            </a:r>
          </a:p>
        </p:txBody>
      </p:sp>
      <p:sp>
        <p:nvSpPr>
          <p:cNvPr id="4" name="3 Marcador de fecha"/>
          <p:cNvSpPr>
            <a:spLocks noGrp="1"/>
          </p:cNvSpPr>
          <p:nvPr>
            <p:ph type="dt" sz="half" idx="10"/>
          </p:nvPr>
        </p:nvSpPr>
        <p:spPr>
          <a:xfrm>
            <a:off x="6930866" y="7506939"/>
            <a:ext cx="2475310" cy="432054"/>
          </a:xfrm>
        </p:spPr>
        <p:txBody>
          <a:bodyPr/>
          <a:lstStyle/>
          <a:p>
            <a:pPr>
              <a:defRPr/>
            </a:pPr>
            <a:endParaRPr lang="es-ES"/>
          </a:p>
        </p:txBody>
      </p:sp>
      <p:sp>
        <p:nvSpPr>
          <p:cNvPr id="5" name="4 Marcador de pie de página"/>
          <p:cNvSpPr>
            <a:spLocks noGrp="1"/>
          </p:cNvSpPr>
          <p:nvPr>
            <p:ph type="ftr" sz="quarter" idx="11"/>
          </p:nvPr>
        </p:nvSpPr>
        <p:spPr>
          <a:xfrm>
            <a:off x="3138693" y="7506939"/>
            <a:ext cx="3762470" cy="432054"/>
          </a:xfrm>
        </p:spPr>
        <p:txBody>
          <a:bodyPr/>
          <a:lstStyle/>
          <a:p>
            <a:endParaRPr kumimoji="0" lang="en-US" dirty="0"/>
          </a:p>
        </p:txBody>
      </p:sp>
      <p:sp>
        <p:nvSpPr>
          <p:cNvPr id="7" name="6 Rectángulo"/>
          <p:cNvSpPr/>
          <p:nvPr/>
        </p:nvSpPr>
        <p:spPr>
          <a:xfrm>
            <a:off x="990124" y="3330417"/>
            <a:ext cx="7920990" cy="1512189"/>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lIns="102870" tIns="51435" rIns="102870" bIns="51435" anchor="ctr"/>
          <a:lstStyle/>
          <a:p>
            <a:pPr algn="ctr" eaLnBrk="1" latinLnBrk="0" hangingPunct="1"/>
            <a:endParaRPr kumimoji="0" lang="en-US"/>
          </a:p>
        </p:txBody>
      </p:sp>
      <p:sp>
        <p:nvSpPr>
          <p:cNvPr id="8" name="7 Rectángulo"/>
          <p:cNvSpPr/>
          <p:nvPr/>
        </p:nvSpPr>
        <p:spPr>
          <a:xfrm>
            <a:off x="990124" y="3330417"/>
            <a:ext cx="247531" cy="1512189"/>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2870" tIns="51435" rIns="102870" bIns="51435"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95062" y="270034"/>
            <a:ext cx="8911114" cy="1080135"/>
          </a:xfrm>
        </p:spPr>
        <p:txBody>
          <a:bodyPr/>
          <a:lstStyle/>
          <a:p>
            <a:r>
              <a:rPr kumimoji="0" lang="es-ES"/>
              <a:t>Haga clic para modificar el estilo de título del patrón</a:t>
            </a:r>
            <a:endParaRPr kumimoji="0" lang="en-US"/>
          </a:p>
        </p:txBody>
      </p:sp>
      <p:sp>
        <p:nvSpPr>
          <p:cNvPr id="5" name="4 Marcador de fecha"/>
          <p:cNvSpPr>
            <a:spLocks noGrp="1"/>
          </p:cNvSpPr>
          <p:nvPr>
            <p:ph type="dt" sz="half" idx="10"/>
          </p:nvPr>
        </p:nvSpPr>
        <p:spPr/>
        <p:txBody>
          <a:bodyPr/>
          <a:lstStyle/>
          <a:p>
            <a:pPr>
              <a:defRPr/>
            </a:pPr>
            <a:endParaRPr lang="es-ES"/>
          </a:p>
        </p:txBody>
      </p:sp>
      <p:sp>
        <p:nvSpPr>
          <p:cNvPr id="6" name="5 Marcador de pie de página"/>
          <p:cNvSpPr>
            <a:spLocks noGrp="1"/>
          </p:cNvSpPr>
          <p:nvPr>
            <p:ph type="ftr" sz="quarter" idx="11"/>
          </p:nvPr>
        </p:nvSpPr>
        <p:spPr/>
        <p:txBody>
          <a:bodyPr/>
          <a:lstStyle/>
          <a:p>
            <a:endParaRPr kumimoji="0" lang="en-US"/>
          </a:p>
        </p:txBody>
      </p:sp>
      <p:sp>
        <p:nvSpPr>
          <p:cNvPr id="9" name="8 Marcador de contenido"/>
          <p:cNvSpPr>
            <a:spLocks noGrp="1"/>
          </p:cNvSpPr>
          <p:nvPr>
            <p:ph sz="quarter" idx="1"/>
          </p:nvPr>
        </p:nvSpPr>
        <p:spPr>
          <a:xfrm>
            <a:off x="495062" y="1440180"/>
            <a:ext cx="4376347" cy="5832729"/>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11" name="10 Marcador de contenido"/>
          <p:cNvSpPr>
            <a:spLocks noGrp="1"/>
          </p:cNvSpPr>
          <p:nvPr>
            <p:ph sz="quarter" idx="2"/>
          </p:nvPr>
        </p:nvSpPr>
        <p:spPr>
          <a:xfrm>
            <a:off x="5015802" y="1436580"/>
            <a:ext cx="4376347" cy="5832729"/>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95062" y="270034"/>
            <a:ext cx="8911114" cy="1080135"/>
          </a:xfrm>
        </p:spPr>
        <p:txBody>
          <a:bodyPr anchor="ctr"/>
          <a:lstStyle>
            <a:lvl1pPr>
              <a:defRPr/>
            </a:lvl1pPr>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495062" y="1518940"/>
            <a:ext cx="4374766" cy="810101"/>
          </a:xfrm>
          <a:noFill/>
          <a:ln>
            <a:noFill/>
          </a:ln>
        </p:spPr>
        <p:txBody>
          <a:bodyPr lIns="102870" anchor="b" anchorCtr="0">
            <a:noAutofit/>
          </a:bodyPr>
          <a:lstStyle>
            <a:lvl1pPr marL="0" indent="0">
              <a:buNone/>
              <a:defRPr sz="2700" b="1">
                <a:solidFill>
                  <a:schemeClr val="accent2"/>
                </a:solidFill>
              </a:defRPr>
            </a:lvl1pPr>
            <a:lvl2pPr>
              <a:buNone/>
              <a:defRPr sz="2300" b="1"/>
            </a:lvl2pPr>
            <a:lvl3pPr>
              <a:buNone/>
              <a:defRPr sz="2000" b="1"/>
            </a:lvl3pPr>
            <a:lvl4pPr>
              <a:buNone/>
              <a:defRPr sz="1800" b="1"/>
            </a:lvl4pPr>
            <a:lvl5pPr>
              <a:buNone/>
              <a:defRPr sz="1800" b="1"/>
            </a:lvl5pPr>
          </a:lstStyle>
          <a:p>
            <a:pPr lvl="0" eaLnBrk="1" latinLnBrk="0" hangingPunct="1"/>
            <a:r>
              <a:rPr kumimoji="0" lang="es-ES"/>
              <a:t>Haga clic para modificar el estilo de texto del patrón</a:t>
            </a:r>
          </a:p>
        </p:txBody>
      </p:sp>
      <p:sp>
        <p:nvSpPr>
          <p:cNvPr id="4" name="3 Marcador de texto"/>
          <p:cNvSpPr>
            <a:spLocks noGrp="1"/>
          </p:cNvSpPr>
          <p:nvPr>
            <p:ph type="body" sz="half" idx="3"/>
          </p:nvPr>
        </p:nvSpPr>
        <p:spPr>
          <a:xfrm>
            <a:off x="5033130" y="1530191"/>
            <a:ext cx="4376485" cy="810101"/>
          </a:xfrm>
          <a:noFill/>
          <a:ln>
            <a:noFill/>
          </a:ln>
        </p:spPr>
        <p:txBody>
          <a:bodyPr lIns="102870" anchor="b" anchorCtr="0"/>
          <a:lstStyle>
            <a:lvl1pPr marL="0" indent="0">
              <a:buNone/>
              <a:defRPr sz="2700" b="1">
                <a:solidFill>
                  <a:schemeClr val="accent2"/>
                </a:solidFill>
              </a:defRPr>
            </a:lvl1pPr>
            <a:lvl2pPr>
              <a:buNone/>
              <a:defRPr sz="2300" b="1"/>
            </a:lvl2pPr>
            <a:lvl3pPr>
              <a:buNone/>
              <a:defRPr sz="2000" b="1"/>
            </a:lvl3pPr>
            <a:lvl4pPr>
              <a:buNone/>
              <a:defRPr sz="1800" b="1"/>
            </a:lvl4pPr>
            <a:lvl5pPr>
              <a:buNone/>
              <a:defRPr sz="1800" b="1"/>
            </a:lvl5pPr>
          </a:lstStyle>
          <a:p>
            <a:pPr lvl="0" eaLnBrk="1" latinLnBrk="0" hangingPunct="1"/>
            <a:r>
              <a:rPr kumimoji="0" lang="es-ES"/>
              <a:t>Haga clic para modificar el estilo de texto del patrón</a:t>
            </a:r>
          </a:p>
        </p:txBody>
      </p:sp>
      <p:sp>
        <p:nvSpPr>
          <p:cNvPr id="7" name="6 Marcador de fecha"/>
          <p:cNvSpPr>
            <a:spLocks noGrp="1"/>
          </p:cNvSpPr>
          <p:nvPr>
            <p:ph type="dt" sz="half" idx="10"/>
          </p:nvPr>
        </p:nvSpPr>
        <p:spPr/>
        <p:txBody>
          <a:bodyPr/>
          <a:lstStyle/>
          <a:p>
            <a:pPr>
              <a:defRPr/>
            </a:pPr>
            <a:endParaRPr lang="es-ES"/>
          </a:p>
        </p:txBody>
      </p:sp>
      <p:sp>
        <p:nvSpPr>
          <p:cNvPr id="8" name="7 Marcador de pie de página"/>
          <p:cNvSpPr>
            <a:spLocks noGrp="1"/>
          </p:cNvSpPr>
          <p:nvPr>
            <p:ph type="ftr" sz="quarter" idx="11"/>
          </p:nvPr>
        </p:nvSpPr>
        <p:spPr/>
        <p:txBody>
          <a:bodyPr/>
          <a:lstStyle/>
          <a:p>
            <a:endParaRPr kumimoji="0" lang="en-US"/>
          </a:p>
        </p:txBody>
      </p:sp>
      <p:sp>
        <p:nvSpPr>
          <p:cNvPr id="11" name="10 Marcador de contenido"/>
          <p:cNvSpPr>
            <a:spLocks noGrp="1"/>
          </p:cNvSpPr>
          <p:nvPr>
            <p:ph sz="quarter" idx="2"/>
          </p:nvPr>
        </p:nvSpPr>
        <p:spPr>
          <a:xfrm>
            <a:off x="495062" y="2520315"/>
            <a:ext cx="4373047" cy="4770597"/>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13" name="12 Marcador de contenido"/>
          <p:cNvSpPr>
            <a:spLocks noGrp="1"/>
          </p:cNvSpPr>
          <p:nvPr>
            <p:ph sz="quarter" idx="4"/>
          </p:nvPr>
        </p:nvSpPr>
        <p:spPr>
          <a:xfrm>
            <a:off x="5033129" y="2520315"/>
            <a:ext cx="4373047" cy="4770597"/>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95062" y="270034"/>
            <a:ext cx="8911114" cy="1080135"/>
          </a:xfrm>
        </p:spPr>
        <p:txBody>
          <a:bodyPr/>
          <a:lstStyle/>
          <a:p>
            <a:r>
              <a:rPr kumimoji="0" lang="es-ES"/>
              <a:t>Haga clic para modificar el estilo de título del patrón</a:t>
            </a:r>
            <a:endParaRPr kumimoji="0" lang="en-US"/>
          </a:p>
        </p:txBody>
      </p:sp>
      <p:sp>
        <p:nvSpPr>
          <p:cNvPr id="3" name="2 Marcador de fecha"/>
          <p:cNvSpPr>
            <a:spLocks noGrp="1"/>
          </p:cNvSpPr>
          <p:nvPr>
            <p:ph type="dt" sz="half" idx="10"/>
          </p:nvPr>
        </p:nvSpPr>
        <p:spPr/>
        <p:txBody>
          <a:bodyPr/>
          <a:lstStyle/>
          <a:p>
            <a:pPr>
              <a:defRPr/>
            </a:pPr>
            <a:endParaRPr lang="es-ES"/>
          </a:p>
        </p:txBody>
      </p:sp>
      <p:sp>
        <p:nvSpPr>
          <p:cNvPr id="4" name="3 Marcador de pie de página"/>
          <p:cNvSpPr>
            <a:spLocks noGrp="1"/>
          </p:cNvSpPr>
          <p:nvPr>
            <p:ph type="ftr" sz="quarter" idx="11"/>
          </p:nvPr>
        </p:nvSpPr>
        <p:spPr/>
        <p:txBody>
          <a:bodyPr/>
          <a:lstStyle/>
          <a:p>
            <a:endParaRPr kumimoji="0" lang="en-US"/>
          </a:p>
        </p:txBody>
      </p:sp>
      <p:sp>
        <p:nvSpPr>
          <p:cNvPr id="6" name="5 Triángulo isósceles"/>
          <p:cNvSpPr>
            <a:spLocks noChangeAspect="1"/>
          </p:cNvSpPr>
          <p:nvPr/>
        </p:nvSpPr>
        <p:spPr>
          <a:xfrm rot="5400000">
            <a:off x="444414" y="7645627"/>
            <a:ext cx="225440" cy="130278"/>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2870" tIns="51435" rIns="102870" bIns="51435"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pPr>
              <a:defRPr/>
            </a:pPr>
            <a:endParaRPr lang="es-ES"/>
          </a:p>
        </p:txBody>
      </p:sp>
      <p:sp>
        <p:nvSpPr>
          <p:cNvPr id="3" name="2 Marcador de pie de página"/>
          <p:cNvSpPr>
            <a:spLocks noGrp="1"/>
          </p:cNvSpPr>
          <p:nvPr>
            <p:ph type="ftr" sz="quarter" idx="11"/>
          </p:nvPr>
        </p:nvSpPr>
        <p:spPr/>
        <p:txBody>
          <a:bodyPr/>
          <a:lstStyle/>
          <a:p>
            <a:endParaRPr kumimoji="0" lang="en-US"/>
          </a:p>
        </p:txBody>
      </p:sp>
      <p:sp>
        <p:nvSpPr>
          <p:cNvPr id="6" name="5 Triángulo isósceles"/>
          <p:cNvSpPr>
            <a:spLocks noChangeAspect="1"/>
          </p:cNvSpPr>
          <p:nvPr/>
        </p:nvSpPr>
        <p:spPr>
          <a:xfrm rot="5400000">
            <a:off x="444414" y="7645627"/>
            <a:ext cx="225440" cy="130278"/>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2870" tIns="51435" rIns="102870" bIns="51435"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848357" y="360045"/>
            <a:ext cx="2722840" cy="990124"/>
          </a:xfrm>
        </p:spPr>
        <p:txBody>
          <a:bodyPr anchor="b" anchorCtr="0">
            <a:noAutofit/>
          </a:bodyPr>
          <a:lstStyle>
            <a:lvl1pPr algn="l">
              <a:buNone/>
              <a:defRPr sz="2300" b="1">
                <a:solidFill>
                  <a:schemeClr val="tx2"/>
                </a:solidFill>
                <a:latin typeface="+mn-lt"/>
                <a:ea typeface="+mn-ea"/>
                <a:cs typeface="+mn-cs"/>
              </a:defRPr>
            </a:lvl1pPr>
          </a:lstStyle>
          <a:p>
            <a:r>
              <a:rPr kumimoji="0" lang="es-ES"/>
              <a:t>Haga clic para modificar el estilo de título del patrón</a:t>
            </a:r>
            <a:endParaRPr kumimoji="0" lang="en-US"/>
          </a:p>
        </p:txBody>
      </p:sp>
      <p:sp>
        <p:nvSpPr>
          <p:cNvPr id="3" name="2 Marcador de texto"/>
          <p:cNvSpPr>
            <a:spLocks noGrp="1"/>
          </p:cNvSpPr>
          <p:nvPr>
            <p:ph type="body" idx="2"/>
          </p:nvPr>
        </p:nvSpPr>
        <p:spPr>
          <a:xfrm>
            <a:off x="6848357" y="1440181"/>
            <a:ext cx="2722840" cy="5721341"/>
          </a:xfrm>
        </p:spPr>
        <p:txBody>
          <a:bodyPr/>
          <a:lstStyle>
            <a:lvl1pPr marL="0" indent="0">
              <a:lnSpc>
                <a:spcPts val="2475"/>
              </a:lnSpc>
              <a:spcAft>
                <a:spcPts val="1125"/>
              </a:spcAft>
              <a:buNone/>
              <a:defRPr sz="1800">
                <a:solidFill>
                  <a:schemeClr val="tx2"/>
                </a:solidFill>
              </a:defRPr>
            </a:lvl1pPr>
            <a:lvl2pPr>
              <a:buNone/>
              <a:defRPr sz="1400"/>
            </a:lvl2pPr>
            <a:lvl3pPr>
              <a:buNone/>
              <a:defRPr sz="1100"/>
            </a:lvl3pPr>
            <a:lvl4pPr>
              <a:buNone/>
              <a:defRPr sz="1000"/>
            </a:lvl4pPr>
            <a:lvl5pPr>
              <a:buNone/>
              <a:defRPr sz="1000"/>
            </a:lvl5pPr>
          </a:lstStyle>
          <a:p>
            <a:pPr lvl="0" eaLnBrk="1" latinLnBrk="0" hangingPunct="1"/>
            <a:r>
              <a:rPr kumimoji="0" lang="es-ES"/>
              <a:t>Haga clic para modificar el estilo de texto del patrón</a:t>
            </a:r>
          </a:p>
        </p:txBody>
      </p:sp>
      <p:sp>
        <p:nvSpPr>
          <p:cNvPr id="5" name="4 Marcador de fecha"/>
          <p:cNvSpPr>
            <a:spLocks noGrp="1"/>
          </p:cNvSpPr>
          <p:nvPr>
            <p:ph type="dt" sz="half" idx="10"/>
          </p:nvPr>
        </p:nvSpPr>
        <p:spPr/>
        <p:txBody>
          <a:bodyPr/>
          <a:lstStyle/>
          <a:p>
            <a:pPr>
              <a:defRPr/>
            </a:pPr>
            <a:endParaRPr lang="es-ES"/>
          </a:p>
        </p:txBody>
      </p:sp>
      <p:sp>
        <p:nvSpPr>
          <p:cNvPr id="6" name="5 Marcador de pie de página"/>
          <p:cNvSpPr>
            <a:spLocks noGrp="1"/>
          </p:cNvSpPr>
          <p:nvPr>
            <p:ph type="ftr" sz="quarter" idx="11"/>
          </p:nvPr>
        </p:nvSpPr>
        <p:spPr/>
        <p:txBody>
          <a:bodyPr/>
          <a:lstStyle/>
          <a:p>
            <a:endParaRPr kumimoji="0" lang="en-US"/>
          </a:p>
        </p:txBody>
      </p:sp>
      <p:sp>
        <p:nvSpPr>
          <p:cNvPr id="10" name="9 Conector recto"/>
          <p:cNvSpPr>
            <a:spLocks noChangeShapeType="1"/>
          </p:cNvSpPr>
          <p:nvPr/>
        </p:nvSpPr>
        <p:spPr bwMode="auto">
          <a:xfrm rot="5400000">
            <a:off x="3125349" y="3926741"/>
            <a:ext cx="7128891" cy="0"/>
          </a:xfrm>
          <a:prstGeom prst="line">
            <a:avLst/>
          </a:prstGeom>
          <a:noFill/>
          <a:ln w="9525" cap="flat" cmpd="sng" algn="ctr">
            <a:solidFill>
              <a:schemeClr val="accent2"/>
            </a:solidFill>
            <a:prstDash val="dash"/>
            <a:round/>
            <a:headEnd type="none" w="med" len="med"/>
            <a:tailEnd type="none" w="med" len="med"/>
          </a:ln>
          <a:effectLst/>
        </p:spPr>
        <p:txBody>
          <a:bodyPr vert="horz" wrap="square" lIns="102870" tIns="51435" rIns="102870" bIns="51435" anchor="t" compatLnSpc="1"/>
          <a:lstStyle/>
          <a:p>
            <a:endParaRPr kumimoji="0" lang="en-US" dirty="0"/>
          </a:p>
        </p:txBody>
      </p:sp>
      <p:sp>
        <p:nvSpPr>
          <p:cNvPr id="9" name="8 Triángulo isósceles"/>
          <p:cNvSpPr>
            <a:spLocks noChangeAspect="1"/>
          </p:cNvSpPr>
          <p:nvPr/>
        </p:nvSpPr>
        <p:spPr>
          <a:xfrm rot="5400000">
            <a:off x="444414" y="7645627"/>
            <a:ext cx="225440" cy="130278"/>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2870" tIns="51435" rIns="102870" bIns="51435" anchor="ctr"/>
          <a:lstStyle/>
          <a:p>
            <a:pPr algn="ctr" eaLnBrk="1" latinLnBrk="0" hangingPunct="1"/>
            <a:endParaRPr kumimoji="0" lang="en-US"/>
          </a:p>
        </p:txBody>
      </p:sp>
      <p:sp>
        <p:nvSpPr>
          <p:cNvPr id="12" name="11 Marcador de contenido"/>
          <p:cNvSpPr>
            <a:spLocks noGrp="1"/>
          </p:cNvSpPr>
          <p:nvPr>
            <p:ph sz="quarter" idx="1"/>
          </p:nvPr>
        </p:nvSpPr>
        <p:spPr>
          <a:xfrm>
            <a:off x="330041" y="360045"/>
            <a:ext cx="6188274" cy="6750844"/>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495062" y="591636"/>
            <a:ext cx="8911114" cy="796975"/>
          </a:xfrm>
          <a:ln>
            <a:solidFill>
              <a:schemeClr val="accent1"/>
            </a:solidFill>
          </a:ln>
        </p:spPr>
        <p:txBody>
          <a:bodyPr lIns="308610" anchor="ctr"/>
          <a:lstStyle>
            <a:lvl1pPr algn="r">
              <a:buNone/>
              <a:defRPr sz="2300" b="0">
                <a:solidFill>
                  <a:schemeClr val="tx1"/>
                </a:solidFill>
              </a:defRPr>
            </a:lvl1pPr>
          </a:lstStyle>
          <a:p>
            <a:r>
              <a:rPr kumimoji="0" lang="es-ES"/>
              <a:t>Haga clic para modificar el estilo de título del patrón</a:t>
            </a:r>
            <a:endParaRPr kumimoji="0" lang="en-US"/>
          </a:p>
        </p:txBody>
      </p:sp>
      <p:sp>
        <p:nvSpPr>
          <p:cNvPr id="3" name="2 Marcador de posición de imagen"/>
          <p:cNvSpPr>
            <a:spLocks noGrp="1"/>
          </p:cNvSpPr>
          <p:nvPr>
            <p:ph type="pic" idx="1"/>
          </p:nvPr>
        </p:nvSpPr>
        <p:spPr>
          <a:xfrm>
            <a:off x="495062" y="2250281"/>
            <a:ext cx="8911114" cy="5044231"/>
          </a:xfrm>
          <a:solidFill>
            <a:schemeClr val="tx1">
              <a:shade val="50000"/>
            </a:schemeClr>
          </a:solidFill>
          <a:ln>
            <a:noFill/>
          </a:ln>
          <a:effectLst/>
        </p:spPr>
        <p:txBody>
          <a:bodyPr/>
          <a:lstStyle>
            <a:lvl1pPr marL="0" indent="0">
              <a:spcBef>
                <a:spcPts val="675"/>
              </a:spcBef>
              <a:buNone/>
              <a:defRPr sz="3600"/>
            </a:lvl1pPr>
          </a:lstStyle>
          <a:p>
            <a:r>
              <a:rPr kumimoji="0" lang="es-ES"/>
              <a:t>Haga clic en el icono para agregar una imagen</a:t>
            </a:r>
            <a:endParaRPr kumimoji="0" lang="en-US" dirty="0"/>
          </a:p>
        </p:txBody>
      </p:sp>
      <p:sp>
        <p:nvSpPr>
          <p:cNvPr id="4" name="3 Marcador de texto"/>
          <p:cNvSpPr>
            <a:spLocks noGrp="1"/>
          </p:cNvSpPr>
          <p:nvPr>
            <p:ph type="body" sz="half" idx="2"/>
          </p:nvPr>
        </p:nvSpPr>
        <p:spPr>
          <a:xfrm>
            <a:off x="495062" y="1440180"/>
            <a:ext cx="8911114" cy="630079"/>
          </a:xfrm>
        </p:spPr>
        <p:txBody>
          <a:bodyPr anchor="ctr" anchorCtr="0"/>
          <a:lstStyle>
            <a:lvl1pPr marL="0" indent="0" algn="l">
              <a:buFontTx/>
              <a:buNone/>
              <a:defRPr sz="1600"/>
            </a:lvl1pPr>
            <a:lvl2pPr>
              <a:defRPr sz="1400"/>
            </a:lvl2pPr>
            <a:lvl3pPr>
              <a:defRPr sz="1100"/>
            </a:lvl3pPr>
            <a:lvl4pPr>
              <a:defRPr sz="1000"/>
            </a:lvl4pPr>
            <a:lvl5pPr>
              <a:defRPr sz="1000"/>
            </a:lvl5pPr>
          </a:lstStyle>
          <a:p>
            <a:pPr lvl="0" eaLnBrk="1" latinLnBrk="0" hangingPunct="1"/>
            <a:r>
              <a:rPr kumimoji="0" lang="es-ES"/>
              <a:t>Haga clic para modificar el estilo de texto del patrón</a:t>
            </a:r>
          </a:p>
        </p:txBody>
      </p:sp>
      <p:sp>
        <p:nvSpPr>
          <p:cNvPr id="5" name="4 Marcador de fecha"/>
          <p:cNvSpPr>
            <a:spLocks noGrp="1"/>
          </p:cNvSpPr>
          <p:nvPr>
            <p:ph type="dt" sz="half" idx="10"/>
          </p:nvPr>
        </p:nvSpPr>
        <p:spPr/>
        <p:txBody>
          <a:bodyPr/>
          <a:lstStyle/>
          <a:p>
            <a:pPr>
              <a:defRPr/>
            </a:pPr>
            <a:endParaRPr lang="es-ES"/>
          </a:p>
        </p:txBody>
      </p:sp>
      <p:sp>
        <p:nvSpPr>
          <p:cNvPr id="6" name="5 Marcador de pie de página"/>
          <p:cNvSpPr>
            <a:spLocks noGrp="1"/>
          </p:cNvSpPr>
          <p:nvPr>
            <p:ph type="ftr" sz="quarter" idx="11"/>
          </p:nvPr>
        </p:nvSpPr>
        <p:spPr/>
        <p:txBody>
          <a:bodyPr/>
          <a:lstStyle/>
          <a:p>
            <a:endParaRPr kumimoji="0" lang="en-US"/>
          </a:p>
        </p:txBody>
      </p:sp>
      <p:sp>
        <p:nvSpPr>
          <p:cNvPr id="8" name="7 Conector recto"/>
          <p:cNvSpPr>
            <a:spLocks noChangeShapeType="1"/>
          </p:cNvSpPr>
          <p:nvPr/>
        </p:nvSpPr>
        <p:spPr bwMode="auto">
          <a:xfrm>
            <a:off x="495062" y="7504688"/>
            <a:ext cx="8911114" cy="0"/>
          </a:xfrm>
          <a:prstGeom prst="line">
            <a:avLst/>
          </a:prstGeom>
          <a:noFill/>
          <a:ln w="9525" cap="flat" cmpd="sng" algn="ctr">
            <a:solidFill>
              <a:schemeClr val="accent2"/>
            </a:solidFill>
            <a:prstDash val="dash"/>
            <a:round/>
            <a:headEnd type="none" w="med" len="med"/>
            <a:tailEnd type="none" w="med" len="med"/>
          </a:ln>
          <a:effectLst/>
        </p:spPr>
        <p:txBody>
          <a:bodyPr vert="horz" wrap="square" lIns="102870" tIns="51435" rIns="102870" bIns="51435" anchor="t" compatLnSpc="1"/>
          <a:lstStyle/>
          <a:p>
            <a:endParaRPr kumimoji="0" lang="en-US"/>
          </a:p>
        </p:txBody>
      </p:sp>
      <p:sp>
        <p:nvSpPr>
          <p:cNvPr id="9" name="8 Triángulo isósceles"/>
          <p:cNvSpPr>
            <a:spLocks noChangeAspect="1"/>
          </p:cNvSpPr>
          <p:nvPr/>
        </p:nvSpPr>
        <p:spPr>
          <a:xfrm rot="5400000">
            <a:off x="444414" y="7645627"/>
            <a:ext cx="225440" cy="130278"/>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2870" tIns="51435" rIns="102870" bIns="51435" anchor="ctr"/>
          <a:lstStyle/>
          <a:p>
            <a:pPr algn="ctr" eaLnBrk="1" latinLnBrk="0" hangingPunct="1"/>
            <a:endParaRPr kumimoji="0" lang="en-US"/>
          </a:p>
        </p:txBody>
      </p:sp>
      <p:sp>
        <p:nvSpPr>
          <p:cNvPr id="10" name="9 Rectángulo"/>
          <p:cNvSpPr/>
          <p:nvPr/>
        </p:nvSpPr>
        <p:spPr>
          <a:xfrm>
            <a:off x="495062" y="591636"/>
            <a:ext cx="198025" cy="810101"/>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2870" tIns="51435" rIns="102870" bIns="51435"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pPr>
              <a:defRPr/>
            </a:pPr>
            <a:endParaRPr lang="es-ES"/>
          </a:p>
        </p:txBody>
      </p:sp>
      <p:sp>
        <p:nvSpPr>
          <p:cNvPr id="5" name="4 Marcador de pie de página"/>
          <p:cNvSpPr>
            <a:spLocks noGrp="1"/>
          </p:cNvSpPr>
          <p:nvPr>
            <p:ph type="ftr" sz="quarter" idx="11"/>
          </p:nvPr>
        </p:nvSpPr>
        <p:spPr/>
        <p:txBody>
          <a:bodyPr/>
          <a:lstStyle/>
          <a:p>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7178397" y="324417"/>
            <a:ext cx="2227779" cy="6912114"/>
          </a:xfrm>
        </p:spPr>
        <p:txBody>
          <a:bodyPr vert="eaVert"/>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a:xfrm>
            <a:off x="495062" y="324417"/>
            <a:ext cx="6518315" cy="6912114"/>
          </a:xfrm>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pPr>
              <a:defRPr/>
            </a:pPr>
            <a:endParaRPr lang="es-ES"/>
          </a:p>
        </p:txBody>
      </p:sp>
      <p:sp>
        <p:nvSpPr>
          <p:cNvPr id="5" name="4 Marcador de pie de página"/>
          <p:cNvSpPr>
            <a:spLocks noGrp="1"/>
          </p:cNvSpPr>
          <p:nvPr>
            <p:ph type="ftr" sz="quarter" idx="11"/>
          </p:nvPr>
        </p:nvSpPr>
        <p:spPr/>
        <p:txBody>
          <a:bodyPr/>
          <a:lstStyle/>
          <a:p>
            <a:endParaRPr kumimoji="0" lang="en-US"/>
          </a:p>
        </p:txBody>
      </p:sp>
      <p:sp>
        <p:nvSpPr>
          <p:cNvPr id="7" name="6 Conector recto"/>
          <p:cNvSpPr>
            <a:spLocks noChangeShapeType="1"/>
          </p:cNvSpPr>
          <p:nvPr/>
        </p:nvSpPr>
        <p:spPr bwMode="auto">
          <a:xfrm>
            <a:off x="495062" y="7504688"/>
            <a:ext cx="8911114" cy="0"/>
          </a:xfrm>
          <a:prstGeom prst="line">
            <a:avLst/>
          </a:prstGeom>
          <a:noFill/>
          <a:ln w="9525" cap="flat" cmpd="sng" algn="ctr">
            <a:solidFill>
              <a:schemeClr val="accent2"/>
            </a:solidFill>
            <a:prstDash val="dash"/>
            <a:round/>
            <a:headEnd type="none" w="med" len="med"/>
            <a:tailEnd type="none" w="med" len="med"/>
          </a:ln>
          <a:effectLst/>
        </p:spPr>
        <p:txBody>
          <a:bodyPr vert="horz" wrap="square" lIns="102870" tIns="51435" rIns="102870" bIns="51435" anchor="t" compatLnSpc="1"/>
          <a:lstStyle/>
          <a:p>
            <a:endParaRPr kumimoji="0" lang="en-US"/>
          </a:p>
        </p:txBody>
      </p:sp>
      <p:sp>
        <p:nvSpPr>
          <p:cNvPr id="8" name="7 Triángulo isósceles"/>
          <p:cNvSpPr>
            <a:spLocks noChangeAspect="1"/>
          </p:cNvSpPr>
          <p:nvPr/>
        </p:nvSpPr>
        <p:spPr>
          <a:xfrm rot="5400000">
            <a:off x="444414" y="7645627"/>
            <a:ext cx="225440" cy="130278"/>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2870" tIns="51435" rIns="102870" bIns="51435" anchor="ctr"/>
          <a:lstStyle/>
          <a:p>
            <a:pPr algn="ctr" eaLnBrk="1" latinLnBrk="0" hangingPunct="1"/>
            <a:endParaRPr kumimoji="0" lang="en-US"/>
          </a:p>
        </p:txBody>
      </p:sp>
      <p:sp>
        <p:nvSpPr>
          <p:cNvPr id="9" name="8 Conector recto"/>
          <p:cNvSpPr>
            <a:spLocks noChangeShapeType="1"/>
          </p:cNvSpPr>
          <p:nvPr/>
        </p:nvSpPr>
        <p:spPr bwMode="auto">
          <a:xfrm rot="5400000">
            <a:off x="3642148" y="3782306"/>
            <a:ext cx="6912864" cy="0"/>
          </a:xfrm>
          <a:prstGeom prst="line">
            <a:avLst/>
          </a:prstGeom>
          <a:noFill/>
          <a:ln w="9525" cap="flat" cmpd="sng" algn="ctr">
            <a:solidFill>
              <a:schemeClr val="accent2"/>
            </a:solidFill>
            <a:prstDash val="dash"/>
            <a:round/>
            <a:headEnd type="none" w="med" len="med"/>
            <a:tailEnd type="none" w="med" len="med"/>
          </a:ln>
          <a:effectLst/>
        </p:spPr>
        <p:txBody>
          <a:bodyPr vert="horz" wrap="square" lIns="102870" tIns="51435" rIns="102870" bIns="51435" anchor="t" compatLnSpc="1"/>
          <a:lstStyle/>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Título y diagrama u organigrama">
    <p:spTree>
      <p:nvGrpSpPr>
        <p:cNvPr id="1" name=""/>
        <p:cNvGrpSpPr/>
        <p:nvPr/>
      </p:nvGrpSpPr>
      <p:grpSpPr>
        <a:xfrm>
          <a:off x="0" y="0"/>
          <a:ext cx="0" cy="0"/>
          <a:chOff x="0" y="0"/>
          <a:chExt cx="0" cy="0"/>
        </a:xfrm>
      </p:grpSpPr>
      <p:sp>
        <p:nvSpPr>
          <p:cNvPr id="2" name="1 Título"/>
          <p:cNvSpPr>
            <a:spLocks noGrp="1"/>
          </p:cNvSpPr>
          <p:nvPr>
            <p:ph type="title"/>
          </p:nvPr>
        </p:nvSpPr>
        <p:spPr>
          <a:xfrm>
            <a:off x="742950" y="719138"/>
            <a:ext cx="8415338" cy="1350962"/>
          </a:xfrm>
        </p:spPr>
        <p:txBody>
          <a:bodyPr/>
          <a:lstStyle/>
          <a:p>
            <a:r>
              <a:rPr lang="es-ES"/>
              <a:t>Haga clic para modificar el estilo de título del patrón</a:t>
            </a:r>
          </a:p>
        </p:txBody>
      </p:sp>
      <p:sp>
        <p:nvSpPr>
          <p:cNvPr id="3" name="2 Marcador de SmartArt"/>
          <p:cNvSpPr>
            <a:spLocks noGrp="1"/>
          </p:cNvSpPr>
          <p:nvPr>
            <p:ph type="dgm" idx="1"/>
          </p:nvPr>
        </p:nvSpPr>
        <p:spPr>
          <a:xfrm>
            <a:off x="742950" y="2339975"/>
            <a:ext cx="8415338" cy="4860925"/>
          </a:xfrm>
        </p:spPr>
        <p:txBody>
          <a:bodyPr/>
          <a:lstStyle/>
          <a:p>
            <a:pPr lvl="0"/>
            <a:endParaRPr lang="es-ES" noProof="0"/>
          </a:p>
        </p:txBody>
      </p:sp>
      <p:sp>
        <p:nvSpPr>
          <p:cNvPr id="4" name="Rectangle 4"/>
          <p:cNvSpPr>
            <a:spLocks noGrp="1" noChangeArrowheads="1"/>
          </p:cNvSpPr>
          <p:nvPr>
            <p:ph type="dt" sz="half" idx="10"/>
          </p:nvPr>
        </p:nvSpPr>
        <p:spPr>
          <a:ln/>
        </p:spPr>
        <p:txBody>
          <a:bodyPr/>
          <a:lstStyle>
            <a:lvl1pPr>
              <a:defRPr/>
            </a:lvl1pPr>
          </a:lstStyle>
          <a:p>
            <a:pPr>
              <a:defRPr/>
            </a:pPr>
            <a:endParaRPr lang="es-ES"/>
          </a:p>
        </p:txBody>
      </p:sp>
      <p:sp>
        <p:nvSpPr>
          <p:cNvPr id="5" name="Rectangle 6"/>
          <p:cNvSpPr>
            <a:spLocks noGrp="1" noChangeArrowheads="1"/>
          </p:cNvSpPr>
          <p:nvPr>
            <p:ph type="sldNum" sz="quarter" idx="11"/>
          </p:nvPr>
        </p:nvSpPr>
        <p:spPr>
          <a:xfrm>
            <a:off x="663383" y="7508439"/>
            <a:ext cx="2145268" cy="432054"/>
          </a:xfrm>
          <a:prstGeom prst="rect">
            <a:avLst/>
          </a:prstGeom>
          <a:ln/>
        </p:spPr>
        <p:txBody>
          <a:bodyPr/>
          <a:lstStyle>
            <a:lvl1pPr>
              <a:defRPr/>
            </a:lvl1pPr>
          </a:lstStyle>
          <a:p>
            <a:pPr>
              <a:defRPr/>
            </a:pPr>
            <a:fld id="{52F623CD-5FDB-4610-A4F3-77FFCAB91AD0}" type="slidenum">
              <a:rPr lang="es-ES"/>
              <a:pPr>
                <a:defRPr/>
              </a:pPr>
              <a:t>‹Nº›</a:t>
            </a:fld>
            <a:endParaRPr lang="es-E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66" name="Imagen 2"/>
          <p:cNvPicPr>
            <a:picLocks noChangeAspect="1" noChangeArrowheads="1"/>
          </p:cNvPicPr>
          <p:nvPr/>
        </p:nvPicPr>
        <p:blipFill>
          <a:blip r:embed="rId2"/>
          <a:srcRect/>
          <a:stretch/>
        </p:blipFill>
        <p:spPr bwMode="auto">
          <a:xfrm>
            <a:off x="7761536" y="7475320"/>
            <a:ext cx="1467505" cy="622578"/>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upo 10"/>
          <p:cNvGrpSpPr/>
          <p:nvPr/>
        </p:nvGrpSpPr>
        <p:grpSpPr>
          <a:xfrm>
            <a:off x="0" y="1"/>
            <a:ext cx="1871954" cy="8101014"/>
            <a:chOff x="0" y="0"/>
            <a:chExt cx="2305051" cy="6858001"/>
          </a:xfrm>
          <a:gradFill flip="none" rotWithShape="1">
            <a:gsLst>
              <a:gs pos="0">
                <a:schemeClr val="tx2"/>
              </a:gs>
              <a:gs pos="100000">
                <a:schemeClr val="tx2">
                  <a:lumMod val="50000"/>
                </a:schemeClr>
              </a:gs>
            </a:gsLst>
            <a:lin ang="5400000" scaled="0"/>
            <a:tileRect/>
          </a:gradFill>
        </p:grpSpPr>
        <p:sp>
          <p:nvSpPr>
            <p:cNvPr id="12" name="Rectángulo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orma libre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orma libre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ángulo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orma libre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orma libre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orma libre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orma libre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orma libre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orma libre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orma libre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orma libre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orma libre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orma libre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orma libre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orma libre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orma libre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orma libre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orma libre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orma libre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orma libre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orma libre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orma libre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orma libre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orma libre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orma libre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orma libre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orma libre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ángulo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orma libre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orma libre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orma libre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orma libre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orma libre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orma libre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orma libre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orma libre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orma libre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orma libre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orma libre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ángulo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orma libre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orma libre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orma libre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orma libre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orma libre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orma libre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orma libre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orma libre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orma libre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orma libre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orma libre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orma libre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orma libre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ítulo 1"/>
          <p:cNvSpPr>
            <a:spLocks noGrp="1"/>
          </p:cNvSpPr>
          <p:nvPr>
            <p:ph type="ctrTitle"/>
          </p:nvPr>
        </p:nvSpPr>
        <p:spPr>
          <a:xfrm>
            <a:off x="1523862" y="1325791"/>
            <a:ext cx="7139721" cy="2820353"/>
          </a:xfrm>
        </p:spPr>
        <p:txBody>
          <a:bodyPr rtlCol="0" anchor="b">
            <a:normAutofit/>
          </a:bodyPr>
          <a:lstStyle>
            <a:lvl1pPr algn="l">
              <a:defRPr sz="3898">
                <a:solidFill>
                  <a:schemeClr val="bg1">
                    <a:lumMod val="10000"/>
                  </a:schemeClr>
                </a:solidFill>
              </a:defRPr>
            </a:lvl1pPr>
          </a:lstStyle>
          <a:p>
            <a:pPr rtl="0"/>
            <a:r>
              <a:rPr lang="es-ES" noProof="0" dirty="0"/>
              <a:t>Haga clic para modificar el estilo de título del patrón</a:t>
            </a:r>
          </a:p>
        </p:txBody>
      </p:sp>
      <p:sp>
        <p:nvSpPr>
          <p:cNvPr id="3" name="Subtítulo 2"/>
          <p:cNvSpPr>
            <a:spLocks noGrp="1"/>
          </p:cNvSpPr>
          <p:nvPr>
            <p:ph type="subTitle" idx="1" hasCustomPrompt="1"/>
          </p:nvPr>
        </p:nvSpPr>
        <p:spPr>
          <a:xfrm>
            <a:off x="1523862" y="4254908"/>
            <a:ext cx="7139721" cy="1955869"/>
          </a:xfrm>
        </p:spPr>
        <p:txBody>
          <a:bodyPr rtlCol="0">
            <a:normAutofit/>
          </a:bodyPr>
          <a:lstStyle>
            <a:lvl1pPr marL="0" indent="0" algn="l">
              <a:buNone/>
              <a:defRPr sz="1624" cap="all" baseline="0">
                <a:solidFill>
                  <a:schemeClr val="bg1">
                    <a:lumMod val="10000"/>
                  </a:schemeClr>
                </a:solidFill>
              </a:defRPr>
            </a:lvl1pPr>
            <a:lvl2pPr marL="371292" indent="0" algn="ctr">
              <a:buNone/>
              <a:defRPr sz="1624"/>
            </a:lvl2pPr>
            <a:lvl3pPr marL="742584" indent="0" algn="ctr">
              <a:buNone/>
              <a:defRPr sz="1462"/>
            </a:lvl3pPr>
            <a:lvl4pPr marL="1113876" indent="0" algn="ctr">
              <a:buNone/>
              <a:defRPr sz="1299"/>
            </a:lvl4pPr>
            <a:lvl5pPr marL="1485168" indent="0" algn="ctr">
              <a:buNone/>
              <a:defRPr sz="1299"/>
            </a:lvl5pPr>
            <a:lvl6pPr marL="1856461" indent="0" algn="ctr">
              <a:buNone/>
              <a:defRPr sz="1299"/>
            </a:lvl6pPr>
            <a:lvl7pPr marL="2227753" indent="0" algn="ctr">
              <a:buNone/>
              <a:defRPr sz="1299"/>
            </a:lvl7pPr>
            <a:lvl8pPr marL="2599045" indent="0" algn="ctr">
              <a:buNone/>
              <a:defRPr sz="1299"/>
            </a:lvl8pPr>
            <a:lvl9pPr marL="2970337" indent="0" algn="ctr">
              <a:buNone/>
              <a:defRPr sz="1299"/>
            </a:lvl9pPr>
          </a:lstStyle>
          <a:p>
            <a:pPr rtl="0"/>
            <a:r>
              <a:rPr lang="es-ES" noProof="0" dirty="0"/>
              <a:t>Haga clic para editar el estilo de subtítulo del patrón</a:t>
            </a:r>
          </a:p>
        </p:txBody>
      </p:sp>
      <p:sp>
        <p:nvSpPr>
          <p:cNvPr id="4" name="Marcador de fecha 3"/>
          <p:cNvSpPr>
            <a:spLocks noGrp="1"/>
          </p:cNvSpPr>
          <p:nvPr>
            <p:ph type="dt" sz="half" idx="10"/>
          </p:nvPr>
        </p:nvSpPr>
        <p:spPr>
          <a:xfrm>
            <a:off x="5747713" y="6390801"/>
            <a:ext cx="2227779" cy="431304"/>
          </a:xfrm>
        </p:spPr>
        <p:txBody>
          <a:bodyPr rtlCol="0"/>
          <a:lstStyle/>
          <a:p>
            <a:pPr rtl="0"/>
            <a:fld id="{7EE8978A-A698-D74E-B7E7-44EE47907311}" type="datetime1">
              <a:rPr lang="es-ES" noProof="0" smtClean="0"/>
              <a:t>10/03/2026</a:t>
            </a:fld>
            <a:endParaRPr lang="es-ES" noProof="0" dirty="0"/>
          </a:p>
        </p:txBody>
      </p:sp>
      <p:sp>
        <p:nvSpPr>
          <p:cNvPr id="5" name="Marcador de posición de pie de página 4"/>
          <p:cNvSpPr>
            <a:spLocks noGrp="1"/>
          </p:cNvSpPr>
          <p:nvPr>
            <p:ph type="ftr" sz="quarter" idx="11"/>
          </p:nvPr>
        </p:nvSpPr>
        <p:spPr>
          <a:xfrm>
            <a:off x="1523862" y="6390801"/>
            <a:ext cx="4161968" cy="431304"/>
          </a:xfrm>
        </p:spPr>
        <p:txBody>
          <a:bodyPr rtlCol="0"/>
          <a:lstStyle/>
          <a:p>
            <a:pPr rtl="0"/>
            <a:endParaRPr lang="es-ES" noProof="0" dirty="0"/>
          </a:p>
        </p:txBody>
      </p:sp>
      <p:sp>
        <p:nvSpPr>
          <p:cNvPr id="6" name="Marcador de posición de número de diapositiva 5"/>
          <p:cNvSpPr>
            <a:spLocks noGrp="1"/>
          </p:cNvSpPr>
          <p:nvPr>
            <p:ph type="sldNum" sz="quarter" idx="12"/>
          </p:nvPr>
        </p:nvSpPr>
        <p:spPr>
          <a:xfrm>
            <a:off x="8037375" y="6390799"/>
            <a:ext cx="626209" cy="431304"/>
          </a:xfrm>
        </p:spPr>
        <p:txBody>
          <a:bodyPr rtlCol="0"/>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37448155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a:defRPr>
                <a:solidFill>
                  <a:schemeClr val="bg1">
                    <a:lumMod val="10000"/>
                  </a:schemeClr>
                </a:solidFill>
              </a:defRPr>
            </a:lvl1pPr>
          </a:lstStyle>
          <a:p>
            <a:pPr rtl="0"/>
            <a:r>
              <a:rPr lang="es-ES" noProof="0" dirty="0"/>
              <a:t>Haga clic para modificar el estilo de título del patrón</a:t>
            </a:r>
          </a:p>
        </p:txBody>
      </p:sp>
      <p:sp>
        <p:nvSpPr>
          <p:cNvPr id="3" name="Marcador de posición de contenido 2"/>
          <p:cNvSpPr>
            <a:spLocks noGrp="1"/>
          </p:cNvSpPr>
          <p:nvPr>
            <p:ph idx="1" hasCustomPrompt="1"/>
          </p:nvPr>
        </p:nvSpPr>
        <p:spPr/>
        <p:txBody>
          <a:bodyPr rtlCol="0"/>
          <a:lstStyle>
            <a:lvl1pPr>
              <a:defRPr>
                <a:solidFill>
                  <a:schemeClr val="bg1">
                    <a:lumMod val="10000"/>
                  </a:schemeClr>
                </a:solidFill>
              </a:defRPr>
            </a:lvl1pPr>
            <a:lvl2pPr>
              <a:defRPr>
                <a:solidFill>
                  <a:schemeClr val="bg1">
                    <a:lumMod val="10000"/>
                  </a:schemeClr>
                </a:solidFill>
              </a:defRPr>
            </a:lvl2pPr>
            <a:lvl3pPr>
              <a:defRPr>
                <a:solidFill>
                  <a:schemeClr val="bg1">
                    <a:lumMod val="10000"/>
                  </a:schemeClr>
                </a:solidFill>
              </a:defRPr>
            </a:lvl3pPr>
            <a:lvl4pPr>
              <a:defRPr>
                <a:solidFill>
                  <a:schemeClr val="bg1">
                    <a:lumMod val="10000"/>
                  </a:schemeClr>
                </a:solidFill>
              </a:defRPr>
            </a:lvl4pPr>
            <a:lvl5pPr>
              <a:defRPr>
                <a:solidFill>
                  <a:schemeClr val="bg1">
                    <a:lumMod val="10000"/>
                  </a:schemeClr>
                </a:solidFill>
              </a:defRPr>
            </a:lvl5pPr>
          </a:lstStyle>
          <a:p>
            <a:pPr lvl="0" rtl="0"/>
            <a:r>
              <a:rPr lang="es-ES" noProof="0" dirty="0"/>
              <a:t>Editar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 name="Marcador de fecha 3"/>
          <p:cNvSpPr>
            <a:spLocks noGrp="1"/>
          </p:cNvSpPr>
          <p:nvPr>
            <p:ph type="dt" sz="half" idx="10"/>
          </p:nvPr>
        </p:nvSpPr>
        <p:spPr/>
        <p:txBody>
          <a:bodyPr rtlCol="0"/>
          <a:lstStyle/>
          <a:p>
            <a:pPr rtl="0"/>
            <a:fld id="{3363CD77-60F5-E545-B1CC-C002B65B562A}" type="datetime1">
              <a:rPr lang="es-ES" noProof="0" smtClean="0"/>
              <a:t>10/03/2026</a:t>
            </a:fld>
            <a:endParaRPr lang="es-ES" noProof="0" dirty="0"/>
          </a:p>
        </p:txBody>
      </p:sp>
      <p:sp>
        <p:nvSpPr>
          <p:cNvPr id="5" name="Marcador de pie de página 4"/>
          <p:cNvSpPr>
            <a:spLocks noGrp="1"/>
          </p:cNvSpPr>
          <p:nvPr>
            <p:ph type="ftr" sz="quarter" idx="11"/>
          </p:nvPr>
        </p:nvSpPr>
        <p:spPr/>
        <p:txBody>
          <a:bodyPr rtlCol="0"/>
          <a:lstStyle/>
          <a:p>
            <a:pPr rtl="0"/>
            <a:endParaRPr lang="es-ES" noProof="0" dirty="0"/>
          </a:p>
        </p:txBody>
      </p:sp>
      <p:sp>
        <p:nvSpPr>
          <p:cNvPr id="6" name="Marcador de posición de número de diapositiva 5"/>
          <p:cNvSpPr>
            <a:spLocks noGrp="1"/>
          </p:cNvSpPr>
          <p:nvPr>
            <p:ph type="sldNum" sz="quarter" idx="12"/>
          </p:nvPr>
        </p:nvSpPr>
        <p:spPr>
          <a:xfrm>
            <a:off x="9068802" y="7665034"/>
            <a:ext cx="626209" cy="431304"/>
          </a:xfrm>
        </p:spPr>
        <p:txBody>
          <a:bodyPr rtlCol="0"/>
          <a:lstStyle>
            <a:lvl1pPr>
              <a:defRPr>
                <a:solidFill>
                  <a:schemeClr val="bg1">
                    <a:lumMod val="10000"/>
                  </a:schemeClr>
                </a:solidFill>
              </a:defRPr>
            </a:lvl1pPr>
          </a:lstStyle>
          <a:p>
            <a:fld id="{6D22F896-40B5-4ADD-8801-0D06FADFA095}" type="slidenum">
              <a:rPr lang="es-ES" smtClean="0"/>
              <a:pPr/>
              <a:t>‹Nº›</a:t>
            </a:fld>
            <a:endParaRPr lang="es-ES" dirty="0"/>
          </a:p>
        </p:txBody>
      </p:sp>
      <p:pic>
        <p:nvPicPr>
          <p:cNvPr id="7" name="Imagen 2">
            <a:extLst>
              <a:ext uri="{FF2B5EF4-FFF2-40B4-BE49-F238E27FC236}">
                <a16:creationId xmlns:a16="http://schemas.microsoft.com/office/drawing/2014/main" id="{0062CA0C-4BF7-B272-D76D-BD40272014D9}"/>
              </a:ext>
            </a:extLst>
          </p:cNvPr>
          <p:cNvPicPr>
            <a:picLocks noChangeAspect="1" noChangeArrowheads="1"/>
          </p:cNvPicPr>
          <p:nvPr userDrawn="1"/>
        </p:nvPicPr>
        <p:blipFill>
          <a:blip r:embed="rId2"/>
          <a:srcRect/>
          <a:stretch/>
        </p:blipFill>
        <p:spPr bwMode="auto">
          <a:xfrm>
            <a:off x="7987889" y="7548069"/>
            <a:ext cx="1276123" cy="541386"/>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6268017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926951" y="1676461"/>
            <a:ext cx="8044756" cy="3369796"/>
          </a:xfrm>
        </p:spPr>
        <p:txBody>
          <a:bodyPr rtlCol="0" anchor="b">
            <a:normAutofit/>
          </a:bodyPr>
          <a:lstStyle>
            <a:lvl1pPr>
              <a:defRPr sz="2924">
                <a:solidFill>
                  <a:schemeClr val="bg1">
                    <a:lumMod val="10000"/>
                  </a:schemeClr>
                </a:solidFill>
              </a:defRPr>
            </a:lvl1pPr>
          </a:lstStyle>
          <a:p>
            <a:pPr rtl="0"/>
            <a:r>
              <a:rPr lang="es-ES" noProof="0" dirty="0"/>
              <a:t>Haga clic para modificar el estilo de título del patrón</a:t>
            </a:r>
          </a:p>
        </p:txBody>
      </p:sp>
      <p:sp>
        <p:nvSpPr>
          <p:cNvPr id="3" name="Marcador de posición de texto 2"/>
          <p:cNvSpPr>
            <a:spLocks noGrp="1"/>
          </p:cNvSpPr>
          <p:nvPr>
            <p:ph type="body" idx="1" hasCustomPrompt="1"/>
          </p:nvPr>
        </p:nvSpPr>
        <p:spPr>
          <a:xfrm>
            <a:off x="926951" y="5226278"/>
            <a:ext cx="8044756" cy="1623954"/>
          </a:xfrm>
        </p:spPr>
        <p:txBody>
          <a:bodyPr rtlCol="0">
            <a:normAutofit/>
          </a:bodyPr>
          <a:lstStyle>
            <a:lvl1pPr marL="0" indent="0">
              <a:buNone/>
              <a:defRPr sz="1462" cap="all" baseline="0">
                <a:solidFill>
                  <a:schemeClr val="bg1">
                    <a:lumMod val="10000"/>
                  </a:schemeClr>
                </a:solidFill>
              </a:defRPr>
            </a:lvl1pPr>
            <a:lvl2pPr marL="371292" indent="0">
              <a:buNone/>
              <a:defRPr sz="1462">
                <a:solidFill>
                  <a:schemeClr val="tx1">
                    <a:tint val="75000"/>
                  </a:schemeClr>
                </a:solidFill>
              </a:defRPr>
            </a:lvl2pPr>
            <a:lvl3pPr marL="742584" indent="0">
              <a:buNone/>
              <a:defRPr sz="1462">
                <a:solidFill>
                  <a:schemeClr val="tx1">
                    <a:tint val="75000"/>
                  </a:schemeClr>
                </a:solidFill>
              </a:defRPr>
            </a:lvl3pPr>
            <a:lvl4pPr marL="1113876" indent="0">
              <a:buNone/>
              <a:defRPr sz="1299">
                <a:solidFill>
                  <a:schemeClr val="tx1">
                    <a:tint val="75000"/>
                  </a:schemeClr>
                </a:solidFill>
              </a:defRPr>
            </a:lvl4pPr>
            <a:lvl5pPr marL="1485168" indent="0">
              <a:buNone/>
              <a:defRPr sz="1299">
                <a:solidFill>
                  <a:schemeClr val="tx1">
                    <a:tint val="75000"/>
                  </a:schemeClr>
                </a:solidFill>
              </a:defRPr>
            </a:lvl5pPr>
            <a:lvl6pPr marL="1856461" indent="0">
              <a:buNone/>
              <a:defRPr sz="1299">
                <a:solidFill>
                  <a:schemeClr val="tx1">
                    <a:tint val="75000"/>
                  </a:schemeClr>
                </a:solidFill>
              </a:defRPr>
            </a:lvl6pPr>
            <a:lvl7pPr marL="2227753" indent="0">
              <a:buNone/>
              <a:defRPr sz="1299">
                <a:solidFill>
                  <a:schemeClr val="tx1">
                    <a:tint val="75000"/>
                  </a:schemeClr>
                </a:solidFill>
              </a:defRPr>
            </a:lvl7pPr>
            <a:lvl8pPr marL="2599045" indent="0">
              <a:buNone/>
              <a:defRPr sz="1299">
                <a:solidFill>
                  <a:schemeClr val="tx1">
                    <a:tint val="75000"/>
                  </a:schemeClr>
                </a:solidFill>
              </a:defRPr>
            </a:lvl8pPr>
            <a:lvl9pPr marL="2970337" indent="0">
              <a:buNone/>
              <a:defRPr sz="1299">
                <a:solidFill>
                  <a:schemeClr val="tx1">
                    <a:tint val="75000"/>
                  </a:schemeClr>
                </a:solidFill>
              </a:defRPr>
            </a:lvl9pPr>
          </a:lstStyle>
          <a:p>
            <a:pPr lvl="0" rtl="0"/>
            <a:r>
              <a:rPr lang="es-ES" noProof="0" dirty="0"/>
              <a:t>Editar estilos de texto del patrón</a:t>
            </a:r>
          </a:p>
        </p:txBody>
      </p:sp>
      <p:sp>
        <p:nvSpPr>
          <p:cNvPr id="4" name="Marcador de fecha 3"/>
          <p:cNvSpPr>
            <a:spLocks noGrp="1"/>
          </p:cNvSpPr>
          <p:nvPr>
            <p:ph type="dt" sz="half" idx="10"/>
          </p:nvPr>
        </p:nvSpPr>
        <p:spPr/>
        <p:txBody>
          <a:bodyPr rtlCol="0"/>
          <a:lstStyle/>
          <a:p>
            <a:pPr rtl="0"/>
            <a:fld id="{8CA7DFC2-2C33-534C-B996-AC91431A6CB2}" type="datetime1">
              <a:rPr lang="es-ES" noProof="0" smtClean="0"/>
              <a:t>10/03/2026</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4229087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a:defRPr>
                <a:solidFill>
                  <a:schemeClr val="bg1">
                    <a:lumMod val="10000"/>
                  </a:schemeClr>
                </a:solidFill>
              </a:defRPr>
            </a:lvl1pPr>
          </a:lstStyle>
          <a:p>
            <a:pPr rtl="0"/>
            <a:r>
              <a:rPr lang="es-ES" noProof="0" dirty="0"/>
              <a:t>Haga clic para modificar el estilo de título del patrón</a:t>
            </a:r>
          </a:p>
        </p:txBody>
      </p:sp>
      <p:sp>
        <p:nvSpPr>
          <p:cNvPr id="3" name="Marcador de posición de contenido 2"/>
          <p:cNvSpPr>
            <a:spLocks noGrp="1"/>
          </p:cNvSpPr>
          <p:nvPr>
            <p:ph sz="half" idx="1" hasCustomPrompt="1"/>
          </p:nvPr>
        </p:nvSpPr>
        <p:spPr>
          <a:xfrm>
            <a:off x="926950" y="2657205"/>
            <a:ext cx="3961786" cy="4183650"/>
          </a:xfrm>
        </p:spPr>
        <p:txBody>
          <a:bodyPr rtlCol="0"/>
          <a:lstStyle>
            <a:lvl1pPr>
              <a:defRPr>
                <a:solidFill>
                  <a:schemeClr val="bg1">
                    <a:lumMod val="10000"/>
                  </a:schemeClr>
                </a:solidFill>
              </a:defRPr>
            </a:lvl1pPr>
            <a:lvl2pPr>
              <a:defRPr>
                <a:solidFill>
                  <a:schemeClr val="bg1">
                    <a:lumMod val="10000"/>
                  </a:schemeClr>
                </a:solidFill>
              </a:defRPr>
            </a:lvl2pPr>
            <a:lvl3pPr>
              <a:defRPr>
                <a:solidFill>
                  <a:schemeClr val="bg1">
                    <a:lumMod val="10000"/>
                  </a:schemeClr>
                </a:solidFill>
              </a:defRPr>
            </a:lvl3pPr>
            <a:lvl4pPr>
              <a:defRPr>
                <a:solidFill>
                  <a:schemeClr val="bg1">
                    <a:lumMod val="10000"/>
                  </a:schemeClr>
                </a:solidFill>
              </a:defRPr>
            </a:lvl4pPr>
            <a:lvl5pPr>
              <a:defRPr>
                <a:solidFill>
                  <a:schemeClr val="bg1">
                    <a:lumMod val="10000"/>
                  </a:schemeClr>
                </a:solidFill>
              </a:defRPr>
            </a:lvl5pPr>
          </a:lstStyle>
          <a:p>
            <a:pPr lvl="0" rtl="0"/>
            <a:r>
              <a:rPr lang="es-ES" noProof="0" dirty="0"/>
              <a:t>Editar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 name="Marcador de posición de contenido 3"/>
          <p:cNvSpPr>
            <a:spLocks noGrp="1"/>
          </p:cNvSpPr>
          <p:nvPr>
            <p:ph sz="half" idx="2" hasCustomPrompt="1"/>
          </p:nvPr>
        </p:nvSpPr>
        <p:spPr>
          <a:xfrm>
            <a:off x="5012502" y="2657205"/>
            <a:ext cx="3959205" cy="4183650"/>
          </a:xfrm>
        </p:spPr>
        <p:txBody>
          <a:bodyPr rtlCol="0"/>
          <a:lstStyle>
            <a:lvl1pPr>
              <a:defRPr>
                <a:solidFill>
                  <a:schemeClr val="bg1">
                    <a:lumMod val="10000"/>
                  </a:schemeClr>
                </a:solidFill>
              </a:defRPr>
            </a:lvl1pPr>
            <a:lvl2pPr>
              <a:defRPr>
                <a:solidFill>
                  <a:schemeClr val="bg1">
                    <a:lumMod val="10000"/>
                  </a:schemeClr>
                </a:solidFill>
              </a:defRPr>
            </a:lvl2pPr>
            <a:lvl3pPr>
              <a:defRPr>
                <a:solidFill>
                  <a:schemeClr val="bg1">
                    <a:lumMod val="10000"/>
                  </a:schemeClr>
                </a:solidFill>
              </a:defRPr>
            </a:lvl3pPr>
            <a:lvl4pPr>
              <a:defRPr>
                <a:solidFill>
                  <a:schemeClr val="bg1">
                    <a:lumMod val="10000"/>
                  </a:schemeClr>
                </a:solidFill>
              </a:defRPr>
            </a:lvl4pPr>
            <a:lvl5pPr>
              <a:defRPr>
                <a:solidFill>
                  <a:schemeClr val="bg1">
                    <a:lumMod val="10000"/>
                  </a:schemeClr>
                </a:solidFill>
              </a:defRPr>
            </a:lvl5pPr>
          </a:lstStyle>
          <a:p>
            <a:pPr lvl="0" rtl="0"/>
            <a:r>
              <a:rPr lang="es-ES" noProof="0" dirty="0"/>
              <a:t>Editar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5" name="Marcador de fecha 4"/>
          <p:cNvSpPr>
            <a:spLocks noGrp="1"/>
          </p:cNvSpPr>
          <p:nvPr>
            <p:ph type="dt" sz="half" idx="10"/>
          </p:nvPr>
        </p:nvSpPr>
        <p:spPr/>
        <p:txBody>
          <a:bodyPr rtlCol="0"/>
          <a:lstStyle/>
          <a:p>
            <a:pPr rtl="0"/>
            <a:fld id="{6A9E9EA9-8205-6943-A452-B02118CC0F93}" type="datetime1">
              <a:rPr lang="es-ES" noProof="0" smtClean="0"/>
              <a:t>10/03/2026</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42695667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926951" y="731343"/>
            <a:ext cx="8044756" cy="1745842"/>
          </a:xfrm>
        </p:spPr>
        <p:txBody>
          <a:bodyPr rtlCol="0"/>
          <a:lstStyle>
            <a:lvl1pPr>
              <a:defRPr>
                <a:solidFill>
                  <a:schemeClr val="bg1">
                    <a:lumMod val="10000"/>
                  </a:schemeClr>
                </a:solidFill>
              </a:defRPr>
            </a:lvl1pPr>
          </a:lstStyle>
          <a:p>
            <a:pPr rtl="0"/>
            <a:r>
              <a:rPr lang="es-ES" noProof="0" dirty="0"/>
              <a:t>Haga clic para modificar el estilo de título del patrón</a:t>
            </a:r>
          </a:p>
        </p:txBody>
      </p:sp>
      <p:sp>
        <p:nvSpPr>
          <p:cNvPr id="3" name="Marcador de posición de texto 2"/>
          <p:cNvSpPr>
            <a:spLocks noGrp="1"/>
          </p:cNvSpPr>
          <p:nvPr>
            <p:ph type="body" idx="1" hasCustomPrompt="1"/>
          </p:nvPr>
        </p:nvSpPr>
        <p:spPr>
          <a:xfrm>
            <a:off x="926951" y="2657206"/>
            <a:ext cx="3961788" cy="973246"/>
          </a:xfrm>
        </p:spPr>
        <p:txBody>
          <a:bodyPr rtlCol="0" anchor="b"/>
          <a:lstStyle>
            <a:lvl1pPr marL="0" indent="0">
              <a:lnSpc>
                <a:spcPct val="90000"/>
              </a:lnSpc>
              <a:buNone/>
              <a:defRPr sz="1949" b="0" cap="all" baseline="0">
                <a:solidFill>
                  <a:schemeClr val="bg1">
                    <a:lumMod val="10000"/>
                  </a:schemeClr>
                </a:solidFill>
              </a:defRPr>
            </a:lvl1pPr>
            <a:lvl2pPr marL="371292" indent="0">
              <a:buNone/>
              <a:defRPr sz="1624" b="1"/>
            </a:lvl2pPr>
            <a:lvl3pPr marL="742584" indent="0">
              <a:buNone/>
              <a:defRPr sz="1462" b="1"/>
            </a:lvl3pPr>
            <a:lvl4pPr marL="1113876" indent="0">
              <a:buNone/>
              <a:defRPr sz="1299" b="1"/>
            </a:lvl4pPr>
            <a:lvl5pPr marL="1485168" indent="0">
              <a:buNone/>
              <a:defRPr sz="1299" b="1"/>
            </a:lvl5pPr>
            <a:lvl6pPr marL="1856461" indent="0">
              <a:buNone/>
              <a:defRPr sz="1299" b="1"/>
            </a:lvl6pPr>
            <a:lvl7pPr marL="2227753" indent="0">
              <a:buNone/>
              <a:defRPr sz="1299" b="1"/>
            </a:lvl7pPr>
            <a:lvl8pPr marL="2599045" indent="0">
              <a:buNone/>
              <a:defRPr sz="1299" b="1"/>
            </a:lvl8pPr>
            <a:lvl9pPr marL="2970337" indent="0">
              <a:buNone/>
              <a:defRPr sz="1299" b="1"/>
            </a:lvl9pPr>
          </a:lstStyle>
          <a:p>
            <a:pPr lvl="0" rtl="0"/>
            <a:r>
              <a:rPr lang="es-ES" noProof="0" dirty="0"/>
              <a:t>Editar estilos de texto del patrón</a:t>
            </a:r>
          </a:p>
        </p:txBody>
      </p:sp>
      <p:sp>
        <p:nvSpPr>
          <p:cNvPr id="4" name="Marcador de posición de contenido 3"/>
          <p:cNvSpPr>
            <a:spLocks noGrp="1"/>
          </p:cNvSpPr>
          <p:nvPr>
            <p:ph sz="half" idx="2" hasCustomPrompt="1"/>
          </p:nvPr>
        </p:nvSpPr>
        <p:spPr>
          <a:xfrm>
            <a:off x="926950" y="3630451"/>
            <a:ext cx="3961787" cy="3210403"/>
          </a:xfrm>
        </p:spPr>
        <p:txBody>
          <a:bodyPr rtlCol="0"/>
          <a:lstStyle>
            <a:lvl1pPr>
              <a:defRPr>
                <a:solidFill>
                  <a:schemeClr val="bg1">
                    <a:lumMod val="10000"/>
                  </a:schemeClr>
                </a:solidFill>
              </a:defRPr>
            </a:lvl1pPr>
            <a:lvl2pPr>
              <a:defRPr>
                <a:solidFill>
                  <a:schemeClr val="bg1">
                    <a:lumMod val="10000"/>
                  </a:schemeClr>
                </a:solidFill>
              </a:defRPr>
            </a:lvl2pPr>
            <a:lvl3pPr>
              <a:defRPr>
                <a:solidFill>
                  <a:schemeClr val="bg1">
                    <a:lumMod val="10000"/>
                  </a:schemeClr>
                </a:solidFill>
              </a:defRPr>
            </a:lvl3pPr>
            <a:lvl4pPr>
              <a:defRPr>
                <a:solidFill>
                  <a:schemeClr val="bg1">
                    <a:lumMod val="10000"/>
                  </a:schemeClr>
                </a:solidFill>
              </a:defRPr>
            </a:lvl4pPr>
            <a:lvl5pPr>
              <a:defRPr>
                <a:solidFill>
                  <a:schemeClr val="bg1">
                    <a:lumMod val="10000"/>
                  </a:schemeClr>
                </a:solidFill>
              </a:defRPr>
            </a:lvl5pPr>
          </a:lstStyle>
          <a:p>
            <a:pPr lvl="0" rtl="0"/>
            <a:r>
              <a:rPr lang="es-ES" noProof="0" dirty="0"/>
              <a:t>Editar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5" name="Marcador de posición de texto 4"/>
          <p:cNvSpPr>
            <a:spLocks noGrp="1"/>
          </p:cNvSpPr>
          <p:nvPr>
            <p:ph type="body" sz="quarter" idx="3" hasCustomPrompt="1"/>
          </p:nvPr>
        </p:nvSpPr>
        <p:spPr>
          <a:xfrm>
            <a:off x="5012502" y="2657204"/>
            <a:ext cx="3959204" cy="973246"/>
          </a:xfrm>
        </p:spPr>
        <p:txBody>
          <a:bodyPr rtlCol="0" anchor="b"/>
          <a:lstStyle>
            <a:lvl1pPr marL="0" indent="0">
              <a:lnSpc>
                <a:spcPct val="90000"/>
              </a:lnSpc>
              <a:buNone/>
              <a:defRPr sz="1949" b="0" cap="all" baseline="0">
                <a:solidFill>
                  <a:schemeClr val="bg1">
                    <a:lumMod val="10000"/>
                  </a:schemeClr>
                </a:solidFill>
              </a:defRPr>
            </a:lvl1pPr>
            <a:lvl2pPr marL="371292" indent="0">
              <a:buNone/>
              <a:defRPr sz="1624" b="1"/>
            </a:lvl2pPr>
            <a:lvl3pPr marL="742584" indent="0">
              <a:buNone/>
              <a:defRPr sz="1462" b="1"/>
            </a:lvl3pPr>
            <a:lvl4pPr marL="1113876" indent="0">
              <a:buNone/>
              <a:defRPr sz="1299" b="1"/>
            </a:lvl4pPr>
            <a:lvl5pPr marL="1485168" indent="0">
              <a:buNone/>
              <a:defRPr sz="1299" b="1"/>
            </a:lvl5pPr>
            <a:lvl6pPr marL="1856461" indent="0">
              <a:buNone/>
              <a:defRPr sz="1299" b="1"/>
            </a:lvl6pPr>
            <a:lvl7pPr marL="2227753" indent="0">
              <a:buNone/>
              <a:defRPr sz="1299" b="1"/>
            </a:lvl7pPr>
            <a:lvl8pPr marL="2599045" indent="0">
              <a:buNone/>
              <a:defRPr sz="1299" b="1"/>
            </a:lvl8pPr>
            <a:lvl9pPr marL="2970337" indent="0">
              <a:buNone/>
              <a:defRPr sz="1299" b="1"/>
            </a:lvl9pPr>
          </a:lstStyle>
          <a:p>
            <a:pPr lvl="0" rtl="0"/>
            <a:r>
              <a:rPr lang="es-ES" noProof="0" dirty="0"/>
              <a:t>Editar estilos de texto del patrón</a:t>
            </a:r>
          </a:p>
        </p:txBody>
      </p:sp>
      <p:sp>
        <p:nvSpPr>
          <p:cNvPr id="6" name="Marcador de posición de contenido 5"/>
          <p:cNvSpPr>
            <a:spLocks noGrp="1"/>
          </p:cNvSpPr>
          <p:nvPr>
            <p:ph sz="quarter" idx="4" hasCustomPrompt="1"/>
          </p:nvPr>
        </p:nvSpPr>
        <p:spPr>
          <a:xfrm>
            <a:off x="5012502" y="3630451"/>
            <a:ext cx="3959204" cy="3210403"/>
          </a:xfrm>
        </p:spPr>
        <p:txBody>
          <a:bodyPr rtlCol="0"/>
          <a:lstStyle>
            <a:lvl1pPr>
              <a:defRPr>
                <a:solidFill>
                  <a:schemeClr val="bg1">
                    <a:lumMod val="10000"/>
                  </a:schemeClr>
                </a:solidFill>
              </a:defRPr>
            </a:lvl1pPr>
            <a:lvl2pPr>
              <a:defRPr>
                <a:solidFill>
                  <a:schemeClr val="bg1">
                    <a:lumMod val="10000"/>
                  </a:schemeClr>
                </a:solidFill>
              </a:defRPr>
            </a:lvl2pPr>
            <a:lvl3pPr>
              <a:defRPr>
                <a:solidFill>
                  <a:schemeClr val="bg1">
                    <a:lumMod val="10000"/>
                  </a:schemeClr>
                </a:solidFill>
              </a:defRPr>
            </a:lvl3pPr>
            <a:lvl4pPr>
              <a:defRPr>
                <a:solidFill>
                  <a:schemeClr val="bg1">
                    <a:lumMod val="10000"/>
                  </a:schemeClr>
                </a:solidFill>
              </a:defRPr>
            </a:lvl4pPr>
            <a:lvl5pPr>
              <a:defRPr>
                <a:solidFill>
                  <a:schemeClr val="bg1">
                    <a:lumMod val="10000"/>
                  </a:schemeClr>
                </a:solidFill>
              </a:defRPr>
            </a:lvl5pPr>
          </a:lstStyle>
          <a:p>
            <a:pPr lvl="0" rtl="0"/>
            <a:r>
              <a:rPr lang="es-ES" noProof="0" dirty="0"/>
              <a:t>Editar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7" name="Marcador de fecha 6"/>
          <p:cNvSpPr>
            <a:spLocks noGrp="1"/>
          </p:cNvSpPr>
          <p:nvPr>
            <p:ph type="dt" sz="half" idx="10"/>
          </p:nvPr>
        </p:nvSpPr>
        <p:spPr/>
        <p:txBody>
          <a:bodyPr rtlCol="0"/>
          <a:lstStyle/>
          <a:p>
            <a:pPr rtl="0"/>
            <a:fld id="{2E4A4536-B0A2-DD44-9A2E-27D0CCF0BAA5}" type="datetime1">
              <a:rPr lang="es-ES" noProof="0" smtClean="0"/>
              <a:t>10/03/2026</a:t>
            </a:fld>
            <a:endParaRPr lang="es-ES" noProof="0"/>
          </a:p>
        </p:txBody>
      </p:sp>
      <p:sp>
        <p:nvSpPr>
          <p:cNvPr id="8" name="Marcador de pie de página 7"/>
          <p:cNvSpPr>
            <a:spLocks noGrp="1"/>
          </p:cNvSpPr>
          <p:nvPr>
            <p:ph type="ftr" sz="quarter" idx="11"/>
          </p:nvPr>
        </p:nvSpPr>
        <p:spPr/>
        <p:txBody>
          <a:bodyPr rtlCol="0"/>
          <a:lstStyle/>
          <a:p>
            <a:pPr rtl="0"/>
            <a:endParaRPr lang="es-ES" noProof="0"/>
          </a:p>
        </p:txBody>
      </p:sp>
      <p:sp>
        <p:nvSpPr>
          <p:cNvPr id="9" name="Marcador de número de diapositiva 8"/>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14493117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a:defRPr>
                <a:solidFill>
                  <a:schemeClr val="bg1">
                    <a:lumMod val="10000"/>
                  </a:schemeClr>
                </a:solidFill>
              </a:defRPr>
            </a:lvl1pPr>
          </a:lstStyle>
          <a:p>
            <a:pPr rtl="0"/>
            <a:r>
              <a:rPr lang="es-ES" noProof="0" dirty="0"/>
              <a:t>Haga clic para modificar el estilo de título del patrón</a:t>
            </a:r>
          </a:p>
        </p:txBody>
      </p:sp>
      <p:sp>
        <p:nvSpPr>
          <p:cNvPr id="3" name="Marcador de fecha 2"/>
          <p:cNvSpPr>
            <a:spLocks noGrp="1"/>
          </p:cNvSpPr>
          <p:nvPr>
            <p:ph type="dt" sz="half" idx="10"/>
          </p:nvPr>
        </p:nvSpPr>
        <p:spPr/>
        <p:txBody>
          <a:bodyPr rtlCol="0"/>
          <a:lstStyle/>
          <a:p>
            <a:pPr rtl="0"/>
            <a:fld id="{A1ED1A9B-D9B3-1341-8297-79156352A50D}" type="datetime1">
              <a:rPr lang="es-ES" noProof="0" smtClean="0"/>
              <a:t>10/03/2026</a:t>
            </a:fld>
            <a:endParaRPr lang="es-ES" noProof="0"/>
          </a:p>
        </p:txBody>
      </p:sp>
      <p:sp>
        <p:nvSpPr>
          <p:cNvPr id="4" name="Marcador de pie de página 3"/>
          <p:cNvSpPr>
            <a:spLocks noGrp="1"/>
          </p:cNvSpPr>
          <p:nvPr>
            <p:ph type="ftr" sz="quarter" idx="11"/>
          </p:nvPr>
        </p:nvSpPr>
        <p:spPr/>
        <p:txBody>
          <a:bodyPr rtlCol="0"/>
          <a:lstStyle/>
          <a:p>
            <a:pPr rtl="0"/>
            <a:endParaRPr lang="es-ES" noProof="0"/>
          </a:p>
        </p:txBody>
      </p:sp>
      <p:sp>
        <p:nvSpPr>
          <p:cNvPr id="5" name="Marcador de posición de número de diapositiva 4"/>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34530986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rtlCol="0"/>
          <a:lstStyle/>
          <a:p>
            <a:pPr rtl="0"/>
            <a:fld id="{AFDE47C6-3862-4B4C-87E6-0E26699DCEC9}" type="datetime1">
              <a:rPr lang="es-ES" noProof="0" smtClean="0"/>
              <a:t>10/03/2026</a:t>
            </a:fld>
            <a:endParaRPr lang="es-ES" noProof="0"/>
          </a:p>
        </p:txBody>
      </p:sp>
      <p:sp>
        <p:nvSpPr>
          <p:cNvPr id="3" name="Marcador de pie de página 2"/>
          <p:cNvSpPr>
            <a:spLocks noGrp="1"/>
          </p:cNvSpPr>
          <p:nvPr>
            <p:ph type="ftr" sz="quarter" idx="11"/>
          </p:nvPr>
        </p:nvSpPr>
        <p:spPr/>
        <p:txBody>
          <a:bodyPr rtlCol="0"/>
          <a:lstStyle/>
          <a:p>
            <a:pPr rtl="0"/>
            <a:endParaRPr lang="es-ES" noProof="0"/>
          </a:p>
        </p:txBody>
      </p:sp>
      <p:sp>
        <p:nvSpPr>
          <p:cNvPr id="4" name="Marcador de número de diapositiva 3"/>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9202008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931250" y="720091"/>
            <a:ext cx="3131524" cy="1937113"/>
          </a:xfrm>
        </p:spPr>
        <p:txBody>
          <a:bodyPr rtlCol="0" anchor="b"/>
          <a:lstStyle>
            <a:lvl1pPr>
              <a:defRPr sz="2599">
                <a:solidFill>
                  <a:schemeClr val="bg1">
                    <a:lumMod val="10000"/>
                  </a:schemeClr>
                </a:solidFill>
              </a:defRPr>
            </a:lvl1pPr>
          </a:lstStyle>
          <a:p>
            <a:pPr rtl="0"/>
            <a:r>
              <a:rPr lang="es-ES" noProof="0" dirty="0"/>
              <a:t>Haga clic para modificar el estilo de título del patrón</a:t>
            </a:r>
          </a:p>
        </p:txBody>
      </p:sp>
      <p:sp>
        <p:nvSpPr>
          <p:cNvPr id="3" name="Marcador de posición de contenido 2"/>
          <p:cNvSpPr>
            <a:spLocks noGrp="1"/>
          </p:cNvSpPr>
          <p:nvPr>
            <p:ph idx="1" hasCustomPrompt="1"/>
          </p:nvPr>
        </p:nvSpPr>
        <p:spPr>
          <a:xfrm>
            <a:off x="4187399" y="700087"/>
            <a:ext cx="4784306" cy="6140769"/>
          </a:xfrm>
        </p:spPr>
        <p:txBody>
          <a:bodyPr rtlCol="0" anchor="ctr"/>
          <a:lstStyle>
            <a:lvl1pPr>
              <a:defRPr>
                <a:solidFill>
                  <a:schemeClr val="bg1">
                    <a:lumMod val="10000"/>
                  </a:schemeClr>
                </a:solidFill>
              </a:defRPr>
            </a:lvl1pPr>
            <a:lvl2pPr>
              <a:defRPr>
                <a:solidFill>
                  <a:schemeClr val="bg1">
                    <a:lumMod val="10000"/>
                  </a:schemeClr>
                </a:solidFill>
              </a:defRPr>
            </a:lvl2pPr>
            <a:lvl3pPr>
              <a:defRPr>
                <a:solidFill>
                  <a:schemeClr val="bg1">
                    <a:lumMod val="10000"/>
                  </a:schemeClr>
                </a:solidFill>
              </a:defRPr>
            </a:lvl3pPr>
            <a:lvl4pPr>
              <a:defRPr>
                <a:solidFill>
                  <a:schemeClr val="bg1">
                    <a:lumMod val="10000"/>
                  </a:schemeClr>
                </a:solidFill>
              </a:defRPr>
            </a:lvl4pPr>
            <a:lvl5pPr>
              <a:defRPr>
                <a:solidFill>
                  <a:schemeClr val="bg1">
                    <a:lumMod val="10000"/>
                  </a:schemeClr>
                </a:solidFill>
              </a:defRPr>
            </a:lvl5pPr>
          </a:lstStyle>
          <a:p>
            <a:pPr lvl="0" rtl="0"/>
            <a:r>
              <a:rPr lang="es-ES" noProof="0" dirty="0"/>
              <a:t>Editar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 name="Marcador de posición de texto 3"/>
          <p:cNvSpPr>
            <a:spLocks noGrp="1"/>
          </p:cNvSpPr>
          <p:nvPr>
            <p:ph type="body" sz="half" idx="2" hasCustomPrompt="1"/>
          </p:nvPr>
        </p:nvSpPr>
        <p:spPr>
          <a:xfrm>
            <a:off x="931250" y="2657205"/>
            <a:ext cx="3131524" cy="4183650"/>
          </a:xfrm>
        </p:spPr>
        <p:txBody>
          <a:bodyPr rtlCol="0"/>
          <a:lstStyle>
            <a:lvl1pPr marL="0" indent="0">
              <a:buNone/>
              <a:defRPr sz="1299">
                <a:solidFill>
                  <a:schemeClr val="bg1">
                    <a:lumMod val="10000"/>
                  </a:schemeClr>
                </a:solidFill>
              </a:defRPr>
            </a:lvl1pPr>
            <a:lvl2pPr marL="371292" indent="0">
              <a:buNone/>
              <a:defRPr sz="1137"/>
            </a:lvl2pPr>
            <a:lvl3pPr marL="742584" indent="0">
              <a:buNone/>
              <a:defRPr sz="975"/>
            </a:lvl3pPr>
            <a:lvl4pPr marL="1113876" indent="0">
              <a:buNone/>
              <a:defRPr sz="812"/>
            </a:lvl4pPr>
            <a:lvl5pPr marL="1485168" indent="0">
              <a:buNone/>
              <a:defRPr sz="812"/>
            </a:lvl5pPr>
            <a:lvl6pPr marL="1856461" indent="0">
              <a:buNone/>
              <a:defRPr sz="812"/>
            </a:lvl6pPr>
            <a:lvl7pPr marL="2227753" indent="0">
              <a:buNone/>
              <a:defRPr sz="812"/>
            </a:lvl7pPr>
            <a:lvl8pPr marL="2599045" indent="0">
              <a:buNone/>
              <a:defRPr sz="812"/>
            </a:lvl8pPr>
            <a:lvl9pPr marL="2970337" indent="0">
              <a:buNone/>
              <a:defRPr sz="812"/>
            </a:lvl9pPr>
          </a:lstStyle>
          <a:p>
            <a:pPr lvl="0" rtl="0"/>
            <a:r>
              <a:rPr lang="es-ES" noProof="0" dirty="0"/>
              <a:t>Editar estilos de texto del patrón</a:t>
            </a:r>
          </a:p>
        </p:txBody>
      </p:sp>
      <p:sp>
        <p:nvSpPr>
          <p:cNvPr id="5" name="Marcador de fecha 4"/>
          <p:cNvSpPr>
            <a:spLocks noGrp="1"/>
          </p:cNvSpPr>
          <p:nvPr>
            <p:ph type="dt" sz="half" idx="10"/>
          </p:nvPr>
        </p:nvSpPr>
        <p:spPr/>
        <p:txBody>
          <a:bodyPr rtlCol="0"/>
          <a:lstStyle/>
          <a:p>
            <a:pPr rtl="0"/>
            <a:fld id="{26F7C36A-DD4C-0A4F-A1B8-35ADC9B3BB89}" type="datetime1">
              <a:rPr lang="es-ES" noProof="0" smtClean="0"/>
              <a:t>10/03/2026</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17872370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2" name="Título 1"/>
          <p:cNvSpPr>
            <a:spLocks noGrp="1"/>
          </p:cNvSpPr>
          <p:nvPr>
            <p:ph type="title"/>
          </p:nvPr>
        </p:nvSpPr>
        <p:spPr>
          <a:xfrm>
            <a:off x="926952" y="720090"/>
            <a:ext cx="4819470" cy="1937115"/>
          </a:xfrm>
        </p:spPr>
        <p:txBody>
          <a:bodyPr rtlCol="0" anchor="b"/>
          <a:lstStyle>
            <a:lvl1pPr>
              <a:defRPr sz="2599"/>
            </a:lvl1pPr>
          </a:lstStyle>
          <a:p>
            <a:pPr rtl="0"/>
            <a:r>
              <a:rPr lang="es-ES" noProof="0"/>
              <a:t>Haga clic para modificar el estilo de título del patrón</a:t>
            </a:r>
          </a:p>
        </p:txBody>
      </p:sp>
      <p:sp>
        <p:nvSpPr>
          <p:cNvPr id="3" name="Marcador de posición de imagen 2"/>
          <p:cNvSpPr>
            <a:spLocks noGrp="1" noChangeAspect="1"/>
          </p:cNvSpPr>
          <p:nvPr>
            <p:ph type="pic" idx="1"/>
          </p:nvPr>
        </p:nvSpPr>
        <p:spPr>
          <a:xfrm>
            <a:off x="5993953" y="720092"/>
            <a:ext cx="2977753" cy="6120764"/>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rtlCol="0" anchor="t"/>
          <a:lstStyle>
            <a:lvl1pPr marL="0" indent="0">
              <a:buNone/>
              <a:defRPr sz="2599"/>
            </a:lvl1pPr>
            <a:lvl2pPr marL="371292" indent="0">
              <a:buNone/>
              <a:defRPr sz="2274"/>
            </a:lvl2pPr>
            <a:lvl3pPr marL="742584" indent="0">
              <a:buNone/>
              <a:defRPr sz="1949"/>
            </a:lvl3pPr>
            <a:lvl4pPr marL="1113876" indent="0">
              <a:buNone/>
              <a:defRPr sz="1624"/>
            </a:lvl4pPr>
            <a:lvl5pPr marL="1485168" indent="0">
              <a:buNone/>
              <a:defRPr sz="1624"/>
            </a:lvl5pPr>
            <a:lvl6pPr marL="1856461" indent="0">
              <a:buNone/>
              <a:defRPr sz="1624"/>
            </a:lvl6pPr>
            <a:lvl7pPr marL="2227753" indent="0">
              <a:buNone/>
              <a:defRPr sz="1624"/>
            </a:lvl7pPr>
            <a:lvl8pPr marL="2599045" indent="0">
              <a:buNone/>
              <a:defRPr sz="1624"/>
            </a:lvl8pPr>
            <a:lvl9pPr marL="2970337" indent="0">
              <a:buNone/>
              <a:defRPr sz="1624"/>
            </a:lvl9pPr>
          </a:lstStyle>
          <a:p>
            <a:pPr rtl="0"/>
            <a:r>
              <a:rPr lang="es-ES" noProof="0"/>
              <a:t>Haga clic en el icono para agregar una imagen</a:t>
            </a:r>
          </a:p>
        </p:txBody>
      </p:sp>
      <p:sp>
        <p:nvSpPr>
          <p:cNvPr id="4" name="Marcador de posición de texto 3"/>
          <p:cNvSpPr>
            <a:spLocks noGrp="1"/>
          </p:cNvSpPr>
          <p:nvPr>
            <p:ph type="body" sz="half" idx="2" hasCustomPrompt="1"/>
          </p:nvPr>
        </p:nvSpPr>
        <p:spPr>
          <a:xfrm>
            <a:off x="926950" y="2657205"/>
            <a:ext cx="4819472" cy="4183650"/>
          </a:xfrm>
        </p:spPr>
        <p:txBody>
          <a:bodyPr rtlCol="0"/>
          <a:lstStyle>
            <a:lvl1pPr marL="0" indent="0">
              <a:buNone/>
              <a:defRPr sz="1299"/>
            </a:lvl1pPr>
            <a:lvl2pPr marL="371292" indent="0">
              <a:buNone/>
              <a:defRPr sz="1137"/>
            </a:lvl2pPr>
            <a:lvl3pPr marL="742584" indent="0">
              <a:buNone/>
              <a:defRPr sz="975"/>
            </a:lvl3pPr>
            <a:lvl4pPr marL="1113876" indent="0">
              <a:buNone/>
              <a:defRPr sz="812"/>
            </a:lvl4pPr>
            <a:lvl5pPr marL="1485168" indent="0">
              <a:buNone/>
              <a:defRPr sz="812"/>
            </a:lvl5pPr>
            <a:lvl6pPr marL="1856461" indent="0">
              <a:buNone/>
              <a:defRPr sz="812"/>
            </a:lvl6pPr>
            <a:lvl7pPr marL="2227753" indent="0">
              <a:buNone/>
              <a:defRPr sz="812"/>
            </a:lvl7pPr>
            <a:lvl8pPr marL="2599045" indent="0">
              <a:buNone/>
              <a:defRPr sz="812"/>
            </a:lvl8pPr>
            <a:lvl9pPr marL="2970337" indent="0">
              <a:buNone/>
              <a:defRPr sz="812"/>
            </a:lvl9pPr>
          </a:lstStyle>
          <a:p>
            <a:pPr lvl="0" rtl="0"/>
            <a:r>
              <a:rPr lang="es-ES" noProof="0"/>
              <a:t>Editar estilos de texto del patrón</a:t>
            </a:r>
          </a:p>
        </p:txBody>
      </p:sp>
      <p:sp>
        <p:nvSpPr>
          <p:cNvPr id="5" name="Marcador de fecha 4"/>
          <p:cNvSpPr>
            <a:spLocks noGrp="1"/>
          </p:cNvSpPr>
          <p:nvPr>
            <p:ph type="dt" sz="half" idx="10"/>
          </p:nvPr>
        </p:nvSpPr>
        <p:spPr/>
        <p:txBody>
          <a:bodyPr rtlCol="0"/>
          <a:lstStyle/>
          <a:p>
            <a:pPr rtl="0"/>
            <a:fld id="{76095D4E-94D7-AB49-AEAD-12DC8BDD930B}" type="datetime1">
              <a:rPr lang="es-ES" noProof="0" smtClean="0"/>
              <a:t>10/03/2026</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30370431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Imagen panorámica con leyenda">
    <p:spTree>
      <p:nvGrpSpPr>
        <p:cNvPr id="1" name=""/>
        <p:cNvGrpSpPr/>
        <p:nvPr/>
      </p:nvGrpSpPr>
      <p:grpSpPr>
        <a:xfrm>
          <a:off x="0" y="0"/>
          <a:ext cx="0" cy="0"/>
          <a:chOff x="0" y="0"/>
          <a:chExt cx="0" cy="0"/>
        </a:xfrm>
      </p:grpSpPr>
      <p:sp>
        <p:nvSpPr>
          <p:cNvPr id="2" name="Título 1"/>
          <p:cNvSpPr>
            <a:spLocks noGrp="1"/>
          </p:cNvSpPr>
          <p:nvPr>
            <p:ph type="title"/>
          </p:nvPr>
        </p:nvSpPr>
        <p:spPr>
          <a:xfrm>
            <a:off x="926950" y="5084885"/>
            <a:ext cx="8049917" cy="967863"/>
          </a:xfrm>
        </p:spPr>
        <p:txBody>
          <a:bodyPr rtlCol="0" anchor="b">
            <a:normAutofit/>
          </a:bodyPr>
          <a:lstStyle>
            <a:lvl1pPr>
              <a:defRPr sz="2599"/>
            </a:lvl1pPr>
          </a:lstStyle>
          <a:p>
            <a:pPr rtl="0"/>
            <a:r>
              <a:rPr lang="es-ES" noProof="0"/>
              <a:t>Haga clic para modificar el estilo de título del patrón</a:t>
            </a:r>
          </a:p>
        </p:txBody>
      </p:sp>
      <p:sp>
        <p:nvSpPr>
          <p:cNvPr id="3" name="Marcador de posición de imagen 2"/>
          <p:cNvSpPr>
            <a:spLocks noGrp="1" noChangeAspect="1"/>
          </p:cNvSpPr>
          <p:nvPr>
            <p:ph type="pic" idx="1"/>
          </p:nvPr>
        </p:nvSpPr>
        <p:spPr>
          <a:xfrm>
            <a:off x="926951" y="716341"/>
            <a:ext cx="8049916" cy="3897863"/>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599"/>
            </a:lvl1pPr>
          </a:lstStyle>
          <a:p>
            <a:pPr marL="0" lvl="0" indent="0" rtl="0">
              <a:buNone/>
            </a:pPr>
            <a:r>
              <a:rPr lang="es-ES" noProof="0"/>
              <a:t>Haga clic en el icono para agregar una imagen</a:t>
            </a:r>
          </a:p>
        </p:txBody>
      </p:sp>
      <p:sp>
        <p:nvSpPr>
          <p:cNvPr id="4" name="Marcador de posición de texto 3"/>
          <p:cNvSpPr>
            <a:spLocks noGrp="1"/>
          </p:cNvSpPr>
          <p:nvPr>
            <p:ph type="body" sz="half" idx="2" hasCustomPrompt="1"/>
          </p:nvPr>
        </p:nvSpPr>
        <p:spPr>
          <a:xfrm>
            <a:off x="926913" y="6052749"/>
            <a:ext cx="8048702" cy="806170"/>
          </a:xfrm>
        </p:spPr>
        <p:txBody>
          <a:bodyPr rtlCol="0">
            <a:normAutofit/>
          </a:bodyPr>
          <a:lstStyle>
            <a:lvl1pPr marL="0" indent="0">
              <a:buNone/>
              <a:defRPr sz="1299"/>
            </a:lvl1pPr>
            <a:lvl2pPr marL="371292" indent="0">
              <a:buNone/>
              <a:defRPr sz="1137"/>
            </a:lvl2pPr>
            <a:lvl3pPr marL="742584" indent="0">
              <a:buNone/>
              <a:defRPr sz="975"/>
            </a:lvl3pPr>
            <a:lvl4pPr marL="1113876" indent="0">
              <a:buNone/>
              <a:defRPr sz="812"/>
            </a:lvl4pPr>
            <a:lvl5pPr marL="1485168" indent="0">
              <a:buNone/>
              <a:defRPr sz="812"/>
            </a:lvl5pPr>
            <a:lvl6pPr marL="1856461" indent="0">
              <a:buNone/>
              <a:defRPr sz="812"/>
            </a:lvl6pPr>
            <a:lvl7pPr marL="2227753" indent="0">
              <a:buNone/>
              <a:defRPr sz="812"/>
            </a:lvl7pPr>
            <a:lvl8pPr marL="2599045" indent="0">
              <a:buNone/>
              <a:defRPr sz="812"/>
            </a:lvl8pPr>
            <a:lvl9pPr marL="2970337" indent="0">
              <a:buNone/>
              <a:defRPr sz="812"/>
            </a:lvl9pPr>
          </a:lstStyle>
          <a:p>
            <a:pPr lvl="0" rtl="0"/>
            <a:r>
              <a:rPr lang="es-ES" noProof="0"/>
              <a:t>Editar estilos de texto del patrón</a:t>
            </a:r>
          </a:p>
        </p:txBody>
      </p:sp>
      <p:sp>
        <p:nvSpPr>
          <p:cNvPr id="5" name="Marcador de fecha 4"/>
          <p:cNvSpPr>
            <a:spLocks noGrp="1"/>
          </p:cNvSpPr>
          <p:nvPr>
            <p:ph type="dt" sz="half" idx="10"/>
          </p:nvPr>
        </p:nvSpPr>
        <p:spPr/>
        <p:txBody>
          <a:bodyPr rtlCol="0"/>
          <a:lstStyle/>
          <a:p>
            <a:pPr rtl="0"/>
            <a:fld id="{80B2802B-FDBE-5E4A-81CB-C5FD1D49D1AE}" type="datetime1">
              <a:rPr lang="es-ES" noProof="0" smtClean="0"/>
              <a:t>10/03/2026</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36443922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ítulo y leyenda">
    <p:spTree>
      <p:nvGrpSpPr>
        <p:cNvPr id="1" name=""/>
        <p:cNvGrpSpPr/>
        <p:nvPr/>
      </p:nvGrpSpPr>
      <p:grpSpPr>
        <a:xfrm>
          <a:off x="0" y="0"/>
          <a:ext cx="0" cy="0"/>
          <a:chOff x="0" y="0"/>
          <a:chExt cx="0" cy="0"/>
        </a:xfrm>
      </p:grpSpPr>
      <p:sp>
        <p:nvSpPr>
          <p:cNvPr id="2" name="Título 1"/>
          <p:cNvSpPr>
            <a:spLocks noGrp="1"/>
          </p:cNvSpPr>
          <p:nvPr>
            <p:ph type="title"/>
          </p:nvPr>
        </p:nvSpPr>
        <p:spPr>
          <a:xfrm>
            <a:off x="926988" y="720090"/>
            <a:ext cx="8044719" cy="4050507"/>
          </a:xfrm>
        </p:spPr>
        <p:txBody>
          <a:bodyPr rtlCol="0" anchor="ctr">
            <a:normAutofit/>
          </a:bodyPr>
          <a:lstStyle>
            <a:lvl1pPr>
              <a:defRPr sz="2924"/>
            </a:lvl1pPr>
          </a:lstStyle>
          <a:p>
            <a:pPr rtl="0"/>
            <a:r>
              <a:rPr lang="es-ES" noProof="0"/>
              <a:t>Haga clic para modificar el estilo de título del patrón</a:t>
            </a:r>
          </a:p>
        </p:txBody>
      </p:sp>
      <p:sp>
        <p:nvSpPr>
          <p:cNvPr id="4" name="Marcador de posición de texto 3"/>
          <p:cNvSpPr>
            <a:spLocks noGrp="1"/>
          </p:cNvSpPr>
          <p:nvPr>
            <p:ph type="body" sz="half" idx="2" hasCustomPrompt="1"/>
          </p:nvPr>
        </p:nvSpPr>
        <p:spPr>
          <a:xfrm>
            <a:off x="926950" y="5220652"/>
            <a:ext cx="8043504" cy="1620201"/>
          </a:xfrm>
        </p:spPr>
        <p:txBody>
          <a:bodyPr rtlCol="0" anchor="ctr">
            <a:normAutofit/>
          </a:bodyPr>
          <a:lstStyle>
            <a:lvl1pPr marL="0" indent="0">
              <a:buNone/>
              <a:defRPr sz="1462"/>
            </a:lvl1pPr>
            <a:lvl2pPr marL="371292" indent="0">
              <a:buNone/>
              <a:defRPr sz="1137"/>
            </a:lvl2pPr>
            <a:lvl3pPr marL="742584" indent="0">
              <a:buNone/>
              <a:defRPr sz="975"/>
            </a:lvl3pPr>
            <a:lvl4pPr marL="1113876" indent="0">
              <a:buNone/>
              <a:defRPr sz="812"/>
            </a:lvl4pPr>
            <a:lvl5pPr marL="1485168" indent="0">
              <a:buNone/>
              <a:defRPr sz="812"/>
            </a:lvl5pPr>
            <a:lvl6pPr marL="1856461" indent="0">
              <a:buNone/>
              <a:defRPr sz="812"/>
            </a:lvl6pPr>
            <a:lvl7pPr marL="2227753" indent="0">
              <a:buNone/>
              <a:defRPr sz="812"/>
            </a:lvl7pPr>
            <a:lvl8pPr marL="2599045" indent="0">
              <a:buNone/>
              <a:defRPr sz="812"/>
            </a:lvl8pPr>
            <a:lvl9pPr marL="2970337" indent="0">
              <a:buNone/>
              <a:defRPr sz="812"/>
            </a:lvl9pPr>
          </a:lstStyle>
          <a:p>
            <a:pPr lvl="0" rtl="0"/>
            <a:r>
              <a:rPr lang="es-ES" noProof="0"/>
              <a:t>Editar estilos de texto del patrón</a:t>
            </a:r>
          </a:p>
        </p:txBody>
      </p:sp>
      <p:sp>
        <p:nvSpPr>
          <p:cNvPr id="5" name="Marcador de fecha 4"/>
          <p:cNvSpPr>
            <a:spLocks noGrp="1"/>
          </p:cNvSpPr>
          <p:nvPr>
            <p:ph type="dt" sz="half" idx="10"/>
          </p:nvPr>
        </p:nvSpPr>
        <p:spPr/>
        <p:txBody>
          <a:bodyPr rtlCol="0"/>
          <a:lstStyle/>
          <a:p>
            <a:pPr rtl="0"/>
            <a:fld id="{85117496-1FAE-2C4D-B3AA-50D349B816EC}" type="datetime1">
              <a:rPr lang="es-ES" noProof="0" smtClean="0"/>
              <a:t>10/03/2026</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22520121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ita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174483" y="720089"/>
            <a:ext cx="7554852" cy="3246582"/>
          </a:xfrm>
        </p:spPr>
        <p:txBody>
          <a:bodyPr rtlCol="0" anchor="ctr">
            <a:normAutofit/>
          </a:bodyPr>
          <a:lstStyle>
            <a:lvl1pPr>
              <a:defRPr sz="2924"/>
            </a:lvl1pPr>
          </a:lstStyle>
          <a:p>
            <a:pPr rtl="0"/>
            <a:r>
              <a:rPr lang="es-ES" noProof="0"/>
              <a:t>Haga clic para modificar el estilo de título del patrón</a:t>
            </a:r>
          </a:p>
        </p:txBody>
      </p:sp>
      <p:sp>
        <p:nvSpPr>
          <p:cNvPr id="12" name="Marcador de posición de texto 3"/>
          <p:cNvSpPr>
            <a:spLocks noGrp="1"/>
          </p:cNvSpPr>
          <p:nvPr>
            <p:ph type="body" sz="half" idx="13" hasCustomPrompt="1"/>
          </p:nvPr>
        </p:nvSpPr>
        <p:spPr>
          <a:xfrm>
            <a:off x="1397352" y="3975565"/>
            <a:ext cx="7107824" cy="648468"/>
          </a:xfrm>
        </p:spPr>
        <p:txBody>
          <a:bodyPr rtlCol="0" anchor="t">
            <a:normAutofit/>
          </a:bodyPr>
          <a:lstStyle>
            <a:lvl1pPr marL="0" indent="0">
              <a:buNone/>
              <a:defRPr sz="1137"/>
            </a:lvl1pPr>
            <a:lvl2pPr marL="371292" indent="0">
              <a:buNone/>
              <a:defRPr sz="1137"/>
            </a:lvl2pPr>
            <a:lvl3pPr marL="742584" indent="0">
              <a:buNone/>
              <a:defRPr sz="975"/>
            </a:lvl3pPr>
            <a:lvl4pPr marL="1113876" indent="0">
              <a:buNone/>
              <a:defRPr sz="812"/>
            </a:lvl4pPr>
            <a:lvl5pPr marL="1485168" indent="0">
              <a:buNone/>
              <a:defRPr sz="812"/>
            </a:lvl5pPr>
            <a:lvl6pPr marL="1856461" indent="0">
              <a:buNone/>
              <a:defRPr sz="812"/>
            </a:lvl6pPr>
            <a:lvl7pPr marL="2227753" indent="0">
              <a:buNone/>
              <a:defRPr sz="812"/>
            </a:lvl7pPr>
            <a:lvl8pPr marL="2599045" indent="0">
              <a:buNone/>
              <a:defRPr sz="812"/>
            </a:lvl8pPr>
            <a:lvl9pPr marL="2970337" indent="0">
              <a:buNone/>
              <a:defRPr sz="812"/>
            </a:lvl9pPr>
          </a:lstStyle>
          <a:p>
            <a:pPr lvl="0" rtl="0"/>
            <a:r>
              <a:rPr lang="es-ES" noProof="0"/>
              <a:t>Editar estilos de texto del patrón</a:t>
            </a:r>
          </a:p>
        </p:txBody>
      </p:sp>
      <p:sp>
        <p:nvSpPr>
          <p:cNvPr id="4" name="Marcador de posición de texto 3"/>
          <p:cNvSpPr>
            <a:spLocks noGrp="1"/>
          </p:cNvSpPr>
          <p:nvPr>
            <p:ph type="body" sz="half" idx="2" hasCustomPrompt="1"/>
          </p:nvPr>
        </p:nvSpPr>
        <p:spPr>
          <a:xfrm>
            <a:off x="926951" y="5091092"/>
            <a:ext cx="8044757" cy="1759467"/>
          </a:xfrm>
        </p:spPr>
        <p:txBody>
          <a:bodyPr rtlCol="0" anchor="ctr">
            <a:normAutofit/>
          </a:bodyPr>
          <a:lstStyle>
            <a:lvl1pPr marL="0" indent="0">
              <a:buNone/>
              <a:defRPr sz="1462"/>
            </a:lvl1pPr>
            <a:lvl2pPr marL="371292" indent="0">
              <a:buNone/>
              <a:defRPr sz="1137"/>
            </a:lvl2pPr>
            <a:lvl3pPr marL="742584" indent="0">
              <a:buNone/>
              <a:defRPr sz="975"/>
            </a:lvl3pPr>
            <a:lvl4pPr marL="1113876" indent="0">
              <a:buNone/>
              <a:defRPr sz="812"/>
            </a:lvl4pPr>
            <a:lvl5pPr marL="1485168" indent="0">
              <a:buNone/>
              <a:defRPr sz="812"/>
            </a:lvl5pPr>
            <a:lvl6pPr marL="1856461" indent="0">
              <a:buNone/>
              <a:defRPr sz="812"/>
            </a:lvl6pPr>
            <a:lvl7pPr marL="2227753" indent="0">
              <a:buNone/>
              <a:defRPr sz="812"/>
            </a:lvl7pPr>
            <a:lvl8pPr marL="2599045" indent="0">
              <a:buNone/>
              <a:defRPr sz="812"/>
            </a:lvl8pPr>
            <a:lvl9pPr marL="2970337" indent="0">
              <a:buNone/>
              <a:defRPr sz="812"/>
            </a:lvl9pPr>
          </a:lstStyle>
          <a:p>
            <a:pPr lvl="0" rtl="0"/>
            <a:r>
              <a:rPr lang="es-ES" noProof="0"/>
              <a:t>Editar estilos de texto del patrón</a:t>
            </a:r>
          </a:p>
        </p:txBody>
      </p:sp>
      <p:sp>
        <p:nvSpPr>
          <p:cNvPr id="5" name="Marcador de fecha 4"/>
          <p:cNvSpPr>
            <a:spLocks noGrp="1"/>
          </p:cNvSpPr>
          <p:nvPr>
            <p:ph type="dt" sz="half" idx="10"/>
          </p:nvPr>
        </p:nvSpPr>
        <p:spPr/>
        <p:txBody>
          <a:bodyPr rtlCol="0"/>
          <a:lstStyle/>
          <a:p>
            <a:pPr rtl="0"/>
            <a:fld id="{6C42D48E-800D-CD48-8CD8-B57BE5B18B30}" type="datetime1">
              <a:rPr lang="es-ES" noProof="0" smtClean="0"/>
              <a:t>10/03/2026</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
        <p:nvSpPr>
          <p:cNvPr id="60" name="Cuadro de texto 59"/>
          <p:cNvSpPr txBox="1"/>
          <p:nvPr/>
        </p:nvSpPr>
        <p:spPr>
          <a:xfrm>
            <a:off x="733751" y="865140"/>
            <a:ext cx="495062" cy="690767"/>
          </a:xfrm>
          <a:prstGeom prst="rect">
            <a:avLst/>
          </a:prstGeom>
        </p:spPr>
        <p:txBody>
          <a:bodyPr vert="horz" lIns="74259" tIns="37130" rIns="74259" bIns="3713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es-ES" sz="6497" noProof="0">
                <a:solidFill>
                  <a:schemeClr val="tx1"/>
                </a:solidFill>
                <a:effectLst/>
              </a:rPr>
              <a:t>“</a:t>
            </a:r>
          </a:p>
        </p:txBody>
      </p:sp>
      <p:sp>
        <p:nvSpPr>
          <p:cNvPr id="61" name="Cuadro de texto 60"/>
          <p:cNvSpPr txBox="1"/>
          <p:nvPr/>
        </p:nvSpPr>
        <p:spPr>
          <a:xfrm>
            <a:off x="8557497" y="3266123"/>
            <a:ext cx="495062" cy="690767"/>
          </a:xfrm>
          <a:prstGeom prst="rect">
            <a:avLst/>
          </a:prstGeom>
        </p:spPr>
        <p:txBody>
          <a:bodyPr vert="horz" lIns="74259" tIns="37130" rIns="74259" bIns="3713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es-ES" sz="6497" noProof="0">
                <a:solidFill>
                  <a:schemeClr val="tx1"/>
                </a:solidFill>
                <a:effectLst/>
              </a:rPr>
              <a:t>”</a:t>
            </a:r>
          </a:p>
        </p:txBody>
      </p:sp>
    </p:spTree>
    <p:extLst>
      <p:ext uri="{BB962C8B-B14F-4D97-AF65-F5344CB8AC3E}">
        <p14:creationId xmlns:p14="http://schemas.microsoft.com/office/powerpoint/2010/main" val="23737877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ítulo 1"/>
          <p:cNvSpPr>
            <a:spLocks noGrp="1"/>
          </p:cNvSpPr>
          <p:nvPr>
            <p:ph type="title"/>
          </p:nvPr>
        </p:nvSpPr>
        <p:spPr>
          <a:xfrm>
            <a:off x="926950" y="2520837"/>
            <a:ext cx="8044757" cy="2967105"/>
          </a:xfrm>
        </p:spPr>
        <p:txBody>
          <a:bodyPr rtlCol="0" anchor="b">
            <a:normAutofit/>
          </a:bodyPr>
          <a:lstStyle>
            <a:lvl1pPr>
              <a:defRPr sz="2924"/>
            </a:lvl1pPr>
          </a:lstStyle>
          <a:p>
            <a:pPr rtl="0"/>
            <a:r>
              <a:rPr lang="es-ES" noProof="0"/>
              <a:t>Haga clic para modificar el estilo de título del patrón</a:t>
            </a:r>
          </a:p>
        </p:txBody>
      </p:sp>
      <p:sp>
        <p:nvSpPr>
          <p:cNvPr id="4" name="Marcador de posición de texto 3"/>
          <p:cNvSpPr>
            <a:spLocks noGrp="1"/>
          </p:cNvSpPr>
          <p:nvPr>
            <p:ph type="body" sz="half" idx="2" hasCustomPrompt="1"/>
          </p:nvPr>
        </p:nvSpPr>
        <p:spPr>
          <a:xfrm>
            <a:off x="926913" y="5501855"/>
            <a:ext cx="8043542" cy="1347386"/>
          </a:xfrm>
        </p:spPr>
        <p:txBody>
          <a:bodyPr rtlCol="0" anchor="t">
            <a:normAutofit/>
          </a:bodyPr>
          <a:lstStyle>
            <a:lvl1pPr marL="0" indent="0">
              <a:buNone/>
              <a:defRPr sz="1462"/>
            </a:lvl1pPr>
            <a:lvl2pPr marL="371292" indent="0">
              <a:buNone/>
              <a:defRPr sz="1137"/>
            </a:lvl2pPr>
            <a:lvl3pPr marL="742584" indent="0">
              <a:buNone/>
              <a:defRPr sz="975"/>
            </a:lvl3pPr>
            <a:lvl4pPr marL="1113876" indent="0">
              <a:buNone/>
              <a:defRPr sz="812"/>
            </a:lvl4pPr>
            <a:lvl5pPr marL="1485168" indent="0">
              <a:buNone/>
              <a:defRPr sz="812"/>
            </a:lvl5pPr>
            <a:lvl6pPr marL="1856461" indent="0">
              <a:buNone/>
              <a:defRPr sz="812"/>
            </a:lvl6pPr>
            <a:lvl7pPr marL="2227753" indent="0">
              <a:buNone/>
              <a:defRPr sz="812"/>
            </a:lvl7pPr>
            <a:lvl8pPr marL="2599045" indent="0">
              <a:buNone/>
              <a:defRPr sz="812"/>
            </a:lvl8pPr>
            <a:lvl9pPr marL="2970337" indent="0">
              <a:buNone/>
              <a:defRPr sz="812"/>
            </a:lvl9pPr>
          </a:lstStyle>
          <a:p>
            <a:pPr lvl="0" rtl="0"/>
            <a:r>
              <a:rPr lang="es-ES" noProof="0"/>
              <a:t>Editar estilos de texto del patrón</a:t>
            </a:r>
          </a:p>
        </p:txBody>
      </p:sp>
      <p:sp>
        <p:nvSpPr>
          <p:cNvPr id="5" name="Marcador de fecha 4"/>
          <p:cNvSpPr>
            <a:spLocks noGrp="1"/>
          </p:cNvSpPr>
          <p:nvPr>
            <p:ph type="dt" sz="half" idx="10"/>
          </p:nvPr>
        </p:nvSpPr>
        <p:spPr/>
        <p:txBody>
          <a:bodyPr rtlCol="0"/>
          <a:lstStyle/>
          <a:p>
            <a:pPr rtl="0"/>
            <a:fld id="{33B796D9-2C68-9C4C-ACFD-096F0AC9D96E}" type="datetime1">
              <a:rPr lang="es-ES" noProof="0" smtClean="0"/>
              <a:t>10/03/2026</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35603787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ítulo 1"/>
          <p:cNvSpPr>
            <a:spLocks noGrp="1"/>
          </p:cNvSpPr>
          <p:nvPr>
            <p:ph type="title"/>
          </p:nvPr>
        </p:nvSpPr>
        <p:spPr>
          <a:xfrm>
            <a:off x="926952" y="720090"/>
            <a:ext cx="8044754" cy="2250281"/>
          </a:xfrm>
        </p:spPr>
        <p:txBody>
          <a:bodyPr rtlCol="0"/>
          <a:lstStyle>
            <a:lvl1pPr>
              <a:defRPr>
                <a:solidFill>
                  <a:schemeClr val="bg1">
                    <a:lumMod val="10000"/>
                  </a:schemeClr>
                </a:solidFill>
              </a:defRPr>
            </a:lvl1pPr>
          </a:lstStyle>
          <a:p>
            <a:pPr rtl="0"/>
            <a:r>
              <a:rPr lang="es-ES" noProof="0" dirty="0"/>
              <a:t>Haga clic para modificar el estilo de título del patrón</a:t>
            </a:r>
          </a:p>
        </p:txBody>
      </p:sp>
      <p:sp>
        <p:nvSpPr>
          <p:cNvPr id="7" name="Marcador de posición de texto 2"/>
          <p:cNvSpPr>
            <a:spLocks noGrp="1"/>
          </p:cNvSpPr>
          <p:nvPr>
            <p:ph type="body" idx="1" hasCustomPrompt="1"/>
          </p:nvPr>
        </p:nvSpPr>
        <p:spPr>
          <a:xfrm>
            <a:off x="926950" y="3159210"/>
            <a:ext cx="2596232" cy="810101"/>
          </a:xfrm>
        </p:spPr>
        <p:txBody>
          <a:bodyPr rtlCol="0" anchor="b">
            <a:noAutofit/>
          </a:bodyPr>
          <a:lstStyle>
            <a:lvl1pPr marL="0" indent="0">
              <a:lnSpc>
                <a:spcPct val="90000"/>
              </a:lnSpc>
              <a:buNone/>
              <a:defRPr sz="1949" b="0" cap="all" baseline="0">
                <a:solidFill>
                  <a:schemeClr val="tx1"/>
                </a:solidFill>
              </a:defRPr>
            </a:lvl1pPr>
            <a:lvl2pPr marL="371292" indent="0">
              <a:buNone/>
              <a:defRPr sz="1624" b="1"/>
            </a:lvl2pPr>
            <a:lvl3pPr marL="742584" indent="0">
              <a:buNone/>
              <a:defRPr sz="1462" b="1"/>
            </a:lvl3pPr>
            <a:lvl4pPr marL="1113876" indent="0">
              <a:buNone/>
              <a:defRPr sz="1299" b="1"/>
            </a:lvl4pPr>
            <a:lvl5pPr marL="1485168" indent="0">
              <a:buNone/>
              <a:defRPr sz="1299" b="1"/>
            </a:lvl5pPr>
            <a:lvl6pPr marL="1856461" indent="0">
              <a:buNone/>
              <a:defRPr sz="1299" b="1"/>
            </a:lvl6pPr>
            <a:lvl7pPr marL="2227753" indent="0">
              <a:buNone/>
              <a:defRPr sz="1299" b="1"/>
            </a:lvl7pPr>
            <a:lvl8pPr marL="2599045" indent="0">
              <a:buNone/>
              <a:defRPr sz="1299" b="1"/>
            </a:lvl8pPr>
            <a:lvl9pPr marL="2970337" indent="0">
              <a:buNone/>
              <a:defRPr sz="1299" b="1"/>
            </a:lvl9pPr>
          </a:lstStyle>
          <a:p>
            <a:pPr lvl="0" rtl="0"/>
            <a:r>
              <a:rPr lang="es-ES" noProof="0"/>
              <a:t>Editar estilos de texto del patrón</a:t>
            </a:r>
          </a:p>
        </p:txBody>
      </p:sp>
      <p:sp>
        <p:nvSpPr>
          <p:cNvPr id="8" name="Marcador de posición de texto 3"/>
          <p:cNvSpPr>
            <a:spLocks noGrp="1"/>
          </p:cNvSpPr>
          <p:nvPr>
            <p:ph type="body" sz="half" idx="15" hasCustomPrompt="1"/>
          </p:nvPr>
        </p:nvSpPr>
        <p:spPr>
          <a:xfrm>
            <a:off x="915993" y="3969311"/>
            <a:ext cx="2605844" cy="2871543"/>
          </a:xfrm>
        </p:spPr>
        <p:txBody>
          <a:bodyPr rtlCol="0" anchor="t">
            <a:normAutofit/>
          </a:bodyPr>
          <a:lstStyle>
            <a:lvl1pPr marL="0" indent="0">
              <a:buNone/>
              <a:defRPr sz="1137"/>
            </a:lvl1pPr>
            <a:lvl2pPr marL="371292" indent="0">
              <a:buNone/>
              <a:defRPr sz="975"/>
            </a:lvl2pPr>
            <a:lvl3pPr marL="742584" indent="0">
              <a:buNone/>
              <a:defRPr sz="812"/>
            </a:lvl3pPr>
            <a:lvl4pPr marL="1113876" indent="0">
              <a:buNone/>
              <a:defRPr sz="731"/>
            </a:lvl4pPr>
            <a:lvl5pPr marL="1485168" indent="0">
              <a:buNone/>
              <a:defRPr sz="731"/>
            </a:lvl5pPr>
            <a:lvl6pPr marL="1856461" indent="0">
              <a:buNone/>
              <a:defRPr sz="731"/>
            </a:lvl6pPr>
            <a:lvl7pPr marL="2227753" indent="0">
              <a:buNone/>
              <a:defRPr sz="731"/>
            </a:lvl7pPr>
            <a:lvl8pPr marL="2599045" indent="0">
              <a:buNone/>
              <a:defRPr sz="731"/>
            </a:lvl8pPr>
            <a:lvl9pPr marL="2970337" indent="0">
              <a:buNone/>
              <a:defRPr sz="731"/>
            </a:lvl9pPr>
          </a:lstStyle>
          <a:p>
            <a:pPr lvl="0" rtl="0"/>
            <a:r>
              <a:rPr lang="es-ES" noProof="0"/>
              <a:t>Editar estilos de texto del patrón</a:t>
            </a:r>
          </a:p>
        </p:txBody>
      </p:sp>
      <p:sp>
        <p:nvSpPr>
          <p:cNvPr id="9" name="Marcador de posición de texto 4"/>
          <p:cNvSpPr>
            <a:spLocks noGrp="1"/>
          </p:cNvSpPr>
          <p:nvPr>
            <p:ph type="body" sz="quarter" idx="3" hasCustomPrompt="1"/>
          </p:nvPr>
        </p:nvSpPr>
        <p:spPr>
          <a:xfrm>
            <a:off x="3666484" y="3162957"/>
            <a:ext cx="2586069" cy="810101"/>
          </a:xfrm>
        </p:spPr>
        <p:txBody>
          <a:bodyPr rtlCol="0" anchor="b">
            <a:noAutofit/>
          </a:bodyPr>
          <a:lstStyle>
            <a:lvl1pPr marL="0" indent="0">
              <a:lnSpc>
                <a:spcPct val="90000"/>
              </a:lnSpc>
              <a:buNone/>
              <a:defRPr sz="1949" b="0" cap="all" baseline="0">
                <a:solidFill>
                  <a:schemeClr val="tx1"/>
                </a:solidFill>
              </a:defRPr>
            </a:lvl1pPr>
            <a:lvl2pPr marL="371292" indent="0">
              <a:buNone/>
              <a:defRPr sz="1624" b="1"/>
            </a:lvl2pPr>
            <a:lvl3pPr marL="742584" indent="0">
              <a:buNone/>
              <a:defRPr sz="1462" b="1"/>
            </a:lvl3pPr>
            <a:lvl4pPr marL="1113876" indent="0">
              <a:buNone/>
              <a:defRPr sz="1299" b="1"/>
            </a:lvl4pPr>
            <a:lvl5pPr marL="1485168" indent="0">
              <a:buNone/>
              <a:defRPr sz="1299" b="1"/>
            </a:lvl5pPr>
            <a:lvl6pPr marL="1856461" indent="0">
              <a:buNone/>
              <a:defRPr sz="1299" b="1"/>
            </a:lvl6pPr>
            <a:lvl7pPr marL="2227753" indent="0">
              <a:buNone/>
              <a:defRPr sz="1299" b="1"/>
            </a:lvl7pPr>
            <a:lvl8pPr marL="2599045" indent="0">
              <a:buNone/>
              <a:defRPr sz="1299" b="1"/>
            </a:lvl8pPr>
            <a:lvl9pPr marL="2970337" indent="0">
              <a:buNone/>
              <a:defRPr sz="1299" b="1"/>
            </a:lvl9pPr>
          </a:lstStyle>
          <a:p>
            <a:pPr lvl="0" rtl="0"/>
            <a:r>
              <a:rPr lang="es-ES" noProof="0"/>
              <a:t>Editar estilos de texto del patrón</a:t>
            </a:r>
          </a:p>
        </p:txBody>
      </p:sp>
      <p:sp>
        <p:nvSpPr>
          <p:cNvPr id="10" name="Marcador de posición de texto 3"/>
          <p:cNvSpPr>
            <a:spLocks noGrp="1"/>
          </p:cNvSpPr>
          <p:nvPr>
            <p:ph type="body" sz="half" idx="16" hasCustomPrompt="1"/>
          </p:nvPr>
        </p:nvSpPr>
        <p:spPr>
          <a:xfrm>
            <a:off x="3657914" y="3973058"/>
            <a:ext cx="2595364" cy="2871543"/>
          </a:xfrm>
        </p:spPr>
        <p:txBody>
          <a:bodyPr rtlCol="0" anchor="t">
            <a:normAutofit/>
          </a:bodyPr>
          <a:lstStyle>
            <a:lvl1pPr marL="0" indent="0">
              <a:buNone/>
              <a:defRPr sz="1137"/>
            </a:lvl1pPr>
            <a:lvl2pPr marL="371292" indent="0">
              <a:buNone/>
              <a:defRPr sz="975"/>
            </a:lvl2pPr>
            <a:lvl3pPr marL="742584" indent="0">
              <a:buNone/>
              <a:defRPr sz="812"/>
            </a:lvl3pPr>
            <a:lvl4pPr marL="1113876" indent="0">
              <a:buNone/>
              <a:defRPr sz="731"/>
            </a:lvl4pPr>
            <a:lvl5pPr marL="1485168" indent="0">
              <a:buNone/>
              <a:defRPr sz="731"/>
            </a:lvl5pPr>
            <a:lvl6pPr marL="1856461" indent="0">
              <a:buNone/>
              <a:defRPr sz="731"/>
            </a:lvl6pPr>
            <a:lvl7pPr marL="2227753" indent="0">
              <a:buNone/>
              <a:defRPr sz="731"/>
            </a:lvl7pPr>
            <a:lvl8pPr marL="2599045" indent="0">
              <a:buNone/>
              <a:defRPr sz="731"/>
            </a:lvl8pPr>
            <a:lvl9pPr marL="2970337" indent="0">
              <a:buNone/>
              <a:defRPr sz="731"/>
            </a:lvl9pPr>
          </a:lstStyle>
          <a:p>
            <a:pPr lvl="0" rtl="0"/>
            <a:r>
              <a:rPr lang="es-ES" noProof="0"/>
              <a:t>Editar estilos de texto del patrón</a:t>
            </a:r>
          </a:p>
        </p:txBody>
      </p:sp>
      <p:sp>
        <p:nvSpPr>
          <p:cNvPr id="11" name="Marcador de posición de texto 4"/>
          <p:cNvSpPr>
            <a:spLocks noGrp="1"/>
          </p:cNvSpPr>
          <p:nvPr>
            <p:ph type="body" sz="quarter" idx="13" hasCustomPrompt="1"/>
          </p:nvPr>
        </p:nvSpPr>
        <p:spPr>
          <a:xfrm>
            <a:off x="6377042" y="3159210"/>
            <a:ext cx="2594664" cy="810101"/>
          </a:xfrm>
        </p:spPr>
        <p:txBody>
          <a:bodyPr rtlCol="0" anchor="b">
            <a:noAutofit/>
          </a:bodyPr>
          <a:lstStyle>
            <a:lvl1pPr marL="0" indent="0">
              <a:lnSpc>
                <a:spcPct val="90000"/>
              </a:lnSpc>
              <a:buNone/>
              <a:defRPr sz="1949" b="0" cap="all" baseline="0">
                <a:solidFill>
                  <a:schemeClr val="tx1"/>
                </a:solidFill>
              </a:defRPr>
            </a:lvl1pPr>
            <a:lvl2pPr marL="371292" indent="0">
              <a:buNone/>
              <a:defRPr sz="1624" b="1"/>
            </a:lvl2pPr>
            <a:lvl3pPr marL="742584" indent="0">
              <a:buNone/>
              <a:defRPr sz="1462" b="1"/>
            </a:lvl3pPr>
            <a:lvl4pPr marL="1113876" indent="0">
              <a:buNone/>
              <a:defRPr sz="1299" b="1"/>
            </a:lvl4pPr>
            <a:lvl5pPr marL="1485168" indent="0">
              <a:buNone/>
              <a:defRPr sz="1299" b="1"/>
            </a:lvl5pPr>
            <a:lvl6pPr marL="1856461" indent="0">
              <a:buNone/>
              <a:defRPr sz="1299" b="1"/>
            </a:lvl6pPr>
            <a:lvl7pPr marL="2227753" indent="0">
              <a:buNone/>
              <a:defRPr sz="1299" b="1"/>
            </a:lvl7pPr>
            <a:lvl8pPr marL="2599045" indent="0">
              <a:buNone/>
              <a:defRPr sz="1299" b="1"/>
            </a:lvl8pPr>
            <a:lvl9pPr marL="2970337" indent="0">
              <a:buNone/>
              <a:defRPr sz="1299" b="1"/>
            </a:lvl9pPr>
          </a:lstStyle>
          <a:p>
            <a:pPr lvl="0" rtl="0"/>
            <a:r>
              <a:rPr lang="es-ES" noProof="0"/>
              <a:t>Editar estilos de texto del patrón</a:t>
            </a:r>
          </a:p>
        </p:txBody>
      </p:sp>
      <p:sp>
        <p:nvSpPr>
          <p:cNvPr id="12" name="Marcador de posición de texto 3"/>
          <p:cNvSpPr>
            <a:spLocks noGrp="1"/>
          </p:cNvSpPr>
          <p:nvPr>
            <p:ph type="body" sz="half" idx="17" hasCustomPrompt="1"/>
          </p:nvPr>
        </p:nvSpPr>
        <p:spPr>
          <a:xfrm>
            <a:off x="6377042" y="3969311"/>
            <a:ext cx="2594664" cy="2871543"/>
          </a:xfrm>
        </p:spPr>
        <p:txBody>
          <a:bodyPr rtlCol="0" anchor="t">
            <a:normAutofit/>
          </a:bodyPr>
          <a:lstStyle>
            <a:lvl1pPr marL="0" indent="0">
              <a:buNone/>
              <a:defRPr sz="1137"/>
            </a:lvl1pPr>
            <a:lvl2pPr marL="371292" indent="0">
              <a:buNone/>
              <a:defRPr sz="975"/>
            </a:lvl2pPr>
            <a:lvl3pPr marL="742584" indent="0">
              <a:buNone/>
              <a:defRPr sz="812"/>
            </a:lvl3pPr>
            <a:lvl4pPr marL="1113876" indent="0">
              <a:buNone/>
              <a:defRPr sz="731"/>
            </a:lvl4pPr>
            <a:lvl5pPr marL="1485168" indent="0">
              <a:buNone/>
              <a:defRPr sz="731"/>
            </a:lvl5pPr>
            <a:lvl6pPr marL="1856461" indent="0">
              <a:buNone/>
              <a:defRPr sz="731"/>
            </a:lvl6pPr>
            <a:lvl7pPr marL="2227753" indent="0">
              <a:buNone/>
              <a:defRPr sz="731"/>
            </a:lvl7pPr>
            <a:lvl8pPr marL="2599045" indent="0">
              <a:buNone/>
              <a:defRPr sz="731"/>
            </a:lvl8pPr>
            <a:lvl9pPr marL="2970337" indent="0">
              <a:buNone/>
              <a:defRPr sz="731"/>
            </a:lvl9pPr>
          </a:lstStyle>
          <a:p>
            <a:pPr lvl="0" rtl="0"/>
            <a:r>
              <a:rPr lang="es-ES" noProof="0"/>
              <a:t>Editar estilos de texto del patrón</a:t>
            </a:r>
          </a:p>
        </p:txBody>
      </p:sp>
      <p:sp>
        <p:nvSpPr>
          <p:cNvPr id="3" name="Marcador de fecha 2"/>
          <p:cNvSpPr>
            <a:spLocks noGrp="1"/>
          </p:cNvSpPr>
          <p:nvPr>
            <p:ph type="dt" sz="half" idx="10"/>
          </p:nvPr>
        </p:nvSpPr>
        <p:spPr/>
        <p:txBody>
          <a:bodyPr rtlCol="0"/>
          <a:lstStyle/>
          <a:p>
            <a:pPr rtl="0"/>
            <a:fld id="{45145990-E28C-B349-B632-145ABBAD4AEC}" type="datetime1">
              <a:rPr lang="es-ES" noProof="0" smtClean="0"/>
              <a:t>10/03/2026</a:t>
            </a:fld>
            <a:endParaRPr lang="es-ES" noProof="0"/>
          </a:p>
        </p:txBody>
      </p:sp>
      <p:sp>
        <p:nvSpPr>
          <p:cNvPr id="4" name="Marcador de pie de página 3"/>
          <p:cNvSpPr>
            <a:spLocks noGrp="1"/>
          </p:cNvSpPr>
          <p:nvPr>
            <p:ph type="ftr" sz="quarter" idx="11"/>
          </p:nvPr>
        </p:nvSpPr>
        <p:spPr/>
        <p:txBody>
          <a:bodyPr rtlCol="0"/>
          <a:lstStyle/>
          <a:p>
            <a:pPr rtl="0"/>
            <a:endParaRPr lang="es-ES" noProof="0"/>
          </a:p>
        </p:txBody>
      </p:sp>
      <p:sp>
        <p:nvSpPr>
          <p:cNvPr id="5" name="Marcador de posición de número de diapositiva 4"/>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8562181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ítulo 1"/>
          <p:cNvSpPr>
            <a:spLocks noGrp="1"/>
          </p:cNvSpPr>
          <p:nvPr>
            <p:ph type="title"/>
          </p:nvPr>
        </p:nvSpPr>
        <p:spPr>
          <a:xfrm>
            <a:off x="926951" y="720090"/>
            <a:ext cx="8044755" cy="2250281"/>
          </a:xfrm>
        </p:spPr>
        <p:txBody>
          <a:bodyPr rtlCol="0"/>
          <a:lstStyle/>
          <a:p>
            <a:pPr rtl="0"/>
            <a:r>
              <a:rPr lang="es-ES" noProof="0"/>
              <a:t>Haga clic para modificar el estilo de título del patrón</a:t>
            </a:r>
          </a:p>
        </p:txBody>
      </p:sp>
      <p:sp>
        <p:nvSpPr>
          <p:cNvPr id="19" name="Marcador de posición de texto 2"/>
          <p:cNvSpPr>
            <a:spLocks noGrp="1"/>
          </p:cNvSpPr>
          <p:nvPr>
            <p:ph type="body" idx="1" hasCustomPrompt="1"/>
          </p:nvPr>
        </p:nvSpPr>
        <p:spPr>
          <a:xfrm>
            <a:off x="926952" y="5202929"/>
            <a:ext cx="2594884" cy="680710"/>
          </a:xfrm>
        </p:spPr>
        <p:txBody>
          <a:bodyPr rtlCol="0" anchor="b">
            <a:noAutofit/>
          </a:bodyPr>
          <a:lstStyle>
            <a:lvl1pPr marL="0" indent="0">
              <a:lnSpc>
                <a:spcPct val="90000"/>
              </a:lnSpc>
              <a:buNone/>
              <a:defRPr sz="1624" b="0" cap="all" baseline="0">
                <a:solidFill>
                  <a:schemeClr val="tx1"/>
                </a:solidFill>
              </a:defRPr>
            </a:lvl1pPr>
            <a:lvl2pPr marL="371292" indent="0">
              <a:buNone/>
              <a:defRPr sz="1624" b="1"/>
            </a:lvl2pPr>
            <a:lvl3pPr marL="742584" indent="0">
              <a:buNone/>
              <a:defRPr sz="1462" b="1"/>
            </a:lvl3pPr>
            <a:lvl4pPr marL="1113876" indent="0">
              <a:buNone/>
              <a:defRPr sz="1299" b="1"/>
            </a:lvl4pPr>
            <a:lvl5pPr marL="1485168" indent="0">
              <a:buNone/>
              <a:defRPr sz="1299" b="1"/>
            </a:lvl5pPr>
            <a:lvl6pPr marL="1856461" indent="0">
              <a:buNone/>
              <a:defRPr sz="1299" b="1"/>
            </a:lvl6pPr>
            <a:lvl7pPr marL="2227753" indent="0">
              <a:buNone/>
              <a:defRPr sz="1299" b="1"/>
            </a:lvl7pPr>
            <a:lvl8pPr marL="2599045" indent="0">
              <a:buNone/>
              <a:defRPr sz="1299" b="1"/>
            </a:lvl8pPr>
            <a:lvl9pPr marL="2970337" indent="0">
              <a:buNone/>
              <a:defRPr sz="1299" b="1"/>
            </a:lvl9pPr>
          </a:lstStyle>
          <a:p>
            <a:pPr lvl="0" rtl="0"/>
            <a:r>
              <a:rPr lang="es-ES" noProof="0"/>
              <a:t>Editar estilos de texto del patrón</a:t>
            </a:r>
          </a:p>
        </p:txBody>
      </p:sp>
      <p:sp>
        <p:nvSpPr>
          <p:cNvPr id="20" name="Marcador de posición de imagen 2"/>
          <p:cNvSpPr>
            <a:spLocks noGrp="1" noChangeAspect="1"/>
          </p:cNvSpPr>
          <p:nvPr>
            <p:ph type="pic" idx="15"/>
          </p:nvPr>
        </p:nvSpPr>
        <p:spPr>
          <a:xfrm>
            <a:off x="926952" y="3150392"/>
            <a:ext cx="2594884" cy="1800225"/>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624" dirty="0"/>
            </a:lvl1pPr>
          </a:lstStyle>
          <a:p>
            <a:pPr marL="0" lvl="0" indent="0" rtl="0">
              <a:buNone/>
            </a:pPr>
            <a:r>
              <a:rPr lang="es-ES" noProof="0"/>
              <a:t>Haga clic en el icono para agregar una imagen</a:t>
            </a:r>
          </a:p>
        </p:txBody>
      </p:sp>
      <p:sp>
        <p:nvSpPr>
          <p:cNvPr id="21" name="Marcador de posición de texto 3"/>
          <p:cNvSpPr>
            <a:spLocks noGrp="1"/>
          </p:cNvSpPr>
          <p:nvPr>
            <p:ph type="body" sz="half" idx="18" hasCustomPrompt="1"/>
          </p:nvPr>
        </p:nvSpPr>
        <p:spPr>
          <a:xfrm>
            <a:off x="926952" y="5883640"/>
            <a:ext cx="2594884" cy="966077"/>
          </a:xfrm>
        </p:spPr>
        <p:txBody>
          <a:bodyPr rtlCol="0" anchor="t">
            <a:normAutofit/>
          </a:bodyPr>
          <a:lstStyle>
            <a:lvl1pPr marL="0" indent="0">
              <a:buNone/>
              <a:defRPr sz="1137"/>
            </a:lvl1pPr>
            <a:lvl2pPr marL="371292" indent="0">
              <a:buNone/>
              <a:defRPr sz="975"/>
            </a:lvl2pPr>
            <a:lvl3pPr marL="742584" indent="0">
              <a:buNone/>
              <a:defRPr sz="812"/>
            </a:lvl3pPr>
            <a:lvl4pPr marL="1113876" indent="0">
              <a:buNone/>
              <a:defRPr sz="731"/>
            </a:lvl4pPr>
            <a:lvl5pPr marL="1485168" indent="0">
              <a:buNone/>
              <a:defRPr sz="731"/>
            </a:lvl5pPr>
            <a:lvl6pPr marL="1856461" indent="0">
              <a:buNone/>
              <a:defRPr sz="731"/>
            </a:lvl6pPr>
            <a:lvl7pPr marL="2227753" indent="0">
              <a:buNone/>
              <a:defRPr sz="731"/>
            </a:lvl7pPr>
            <a:lvl8pPr marL="2599045" indent="0">
              <a:buNone/>
              <a:defRPr sz="731"/>
            </a:lvl8pPr>
            <a:lvl9pPr marL="2970337" indent="0">
              <a:buNone/>
              <a:defRPr sz="731"/>
            </a:lvl9pPr>
          </a:lstStyle>
          <a:p>
            <a:pPr lvl="0" rtl="0"/>
            <a:r>
              <a:rPr lang="es-ES" noProof="0"/>
              <a:t>Editar estilos de texto del patrón</a:t>
            </a:r>
          </a:p>
        </p:txBody>
      </p:sp>
      <p:sp>
        <p:nvSpPr>
          <p:cNvPr id="22" name="Marcador de posición de texto 4"/>
          <p:cNvSpPr>
            <a:spLocks noGrp="1"/>
          </p:cNvSpPr>
          <p:nvPr>
            <p:ph type="body" sz="quarter" idx="3" hasCustomPrompt="1"/>
          </p:nvPr>
        </p:nvSpPr>
        <p:spPr>
          <a:xfrm>
            <a:off x="3645602" y="5202929"/>
            <a:ext cx="2599075" cy="680710"/>
          </a:xfrm>
        </p:spPr>
        <p:txBody>
          <a:bodyPr rtlCol="0" anchor="b">
            <a:noAutofit/>
          </a:bodyPr>
          <a:lstStyle>
            <a:lvl1pPr marL="0" indent="0">
              <a:lnSpc>
                <a:spcPct val="90000"/>
              </a:lnSpc>
              <a:buNone/>
              <a:defRPr sz="1624" b="0" cap="all" baseline="0">
                <a:solidFill>
                  <a:schemeClr val="tx1"/>
                </a:solidFill>
              </a:defRPr>
            </a:lvl1pPr>
            <a:lvl2pPr marL="371292" indent="0">
              <a:buNone/>
              <a:defRPr sz="1624" b="1"/>
            </a:lvl2pPr>
            <a:lvl3pPr marL="742584" indent="0">
              <a:buNone/>
              <a:defRPr sz="1462" b="1"/>
            </a:lvl3pPr>
            <a:lvl4pPr marL="1113876" indent="0">
              <a:buNone/>
              <a:defRPr sz="1299" b="1"/>
            </a:lvl4pPr>
            <a:lvl5pPr marL="1485168" indent="0">
              <a:buNone/>
              <a:defRPr sz="1299" b="1"/>
            </a:lvl5pPr>
            <a:lvl6pPr marL="1856461" indent="0">
              <a:buNone/>
              <a:defRPr sz="1299" b="1"/>
            </a:lvl6pPr>
            <a:lvl7pPr marL="2227753" indent="0">
              <a:buNone/>
              <a:defRPr sz="1299" b="1"/>
            </a:lvl7pPr>
            <a:lvl8pPr marL="2599045" indent="0">
              <a:buNone/>
              <a:defRPr sz="1299" b="1"/>
            </a:lvl8pPr>
            <a:lvl9pPr marL="2970337" indent="0">
              <a:buNone/>
              <a:defRPr sz="1299" b="1"/>
            </a:lvl9pPr>
          </a:lstStyle>
          <a:p>
            <a:pPr lvl="0" rtl="0"/>
            <a:r>
              <a:rPr lang="es-ES" noProof="0"/>
              <a:t>Editar estilos de texto del patrón</a:t>
            </a:r>
          </a:p>
        </p:txBody>
      </p:sp>
      <p:sp>
        <p:nvSpPr>
          <p:cNvPr id="23" name="Marcador de posición de imagen 2"/>
          <p:cNvSpPr>
            <a:spLocks noGrp="1" noChangeAspect="1"/>
          </p:cNvSpPr>
          <p:nvPr>
            <p:ph type="pic" idx="21"/>
          </p:nvPr>
        </p:nvSpPr>
        <p:spPr>
          <a:xfrm>
            <a:off x="3645602" y="3150392"/>
            <a:ext cx="2597889" cy="1800225"/>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624" dirty="0"/>
            </a:lvl1pPr>
          </a:lstStyle>
          <a:p>
            <a:pPr marL="0" lvl="0" indent="0" rtl="0">
              <a:buNone/>
            </a:pPr>
            <a:r>
              <a:rPr lang="es-ES" noProof="0"/>
              <a:t>Haga clic en el icono para agregar una imagen</a:t>
            </a:r>
          </a:p>
        </p:txBody>
      </p:sp>
      <p:sp>
        <p:nvSpPr>
          <p:cNvPr id="24" name="Marcador de posición de texto 3"/>
          <p:cNvSpPr>
            <a:spLocks noGrp="1"/>
          </p:cNvSpPr>
          <p:nvPr>
            <p:ph type="body" sz="half" idx="19" hasCustomPrompt="1"/>
          </p:nvPr>
        </p:nvSpPr>
        <p:spPr>
          <a:xfrm>
            <a:off x="3644417" y="5883637"/>
            <a:ext cx="2599075" cy="957217"/>
          </a:xfrm>
        </p:spPr>
        <p:txBody>
          <a:bodyPr rtlCol="0" anchor="t">
            <a:normAutofit/>
          </a:bodyPr>
          <a:lstStyle>
            <a:lvl1pPr marL="0" indent="0">
              <a:buNone/>
              <a:defRPr sz="1137"/>
            </a:lvl1pPr>
            <a:lvl2pPr marL="371292" indent="0">
              <a:buNone/>
              <a:defRPr sz="975"/>
            </a:lvl2pPr>
            <a:lvl3pPr marL="742584" indent="0">
              <a:buNone/>
              <a:defRPr sz="812"/>
            </a:lvl3pPr>
            <a:lvl4pPr marL="1113876" indent="0">
              <a:buNone/>
              <a:defRPr sz="731"/>
            </a:lvl4pPr>
            <a:lvl5pPr marL="1485168" indent="0">
              <a:buNone/>
              <a:defRPr sz="731"/>
            </a:lvl5pPr>
            <a:lvl6pPr marL="1856461" indent="0">
              <a:buNone/>
              <a:defRPr sz="731"/>
            </a:lvl6pPr>
            <a:lvl7pPr marL="2227753" indent="0">
              <a:buNone/>
              <a:defRPr sz="731"/>
            </a:lvl7pPr>
            <a:lvl8pPr marL="2599045" indent="0">
              <a:buNone/>
              <a:defRPr sz="731"/>
            </a:lvl8pPr>
            <a:lvl9pPr marL="2970337" indent="0">
              <a:buNone/>
              <a:defRPr sz="731"/>
            </a:lvl9pPr>
          </a:lstStyle>
          <a:p>
            <a:pPr lvl="0" rtl="0"/>
            <a:r>
              <a:rPr lang="es-ES" noProof="0"/>
              <a:t>Editar estilos de texto del patrón</a:t>
            </a:r>
          </a:p>
        </p:txBody>
      </p:sp>
      <p:sp>
        <p:nvSpPr>
          <p:cNvPr id="25" name="Marcador de posición de texto 4"/>
          <p:cNvSpPr>
            <a:spLocks noGrp="1"/>
          </p:cNvSpPr>
          <p:nvPr>
            <p:ph type="body" sz="quarter" idx="13" hasCustomPrompt="1"/>
          </p:nvPr>
        </p:nvSpPr>
        <p:spPr>
          <a:xfrm>
            <a:off x="6377144" y="5202928"/>
            <a:ext cx="2591231" cy="680710"/>
          </a:xfrm>
        </p:spPr>
        <p:txBody>
          <a:bodyPr rtlCol="0" anchor="b">
            <a:noAutofit/>
          </a:bodyPr>
          <a:lstStyle>
            <a:lvl1pPr marL="0" indent="0">
              <a:lnSpc>
                <a:spcPct val="90000"/>
              </a:lnSpc>
              <a:buNone/>
              <a:defRPr sz="1624" b="0" cap="all" baseline="0">
                <a:solidFill>
                  <a:schemeClr val="tx1"/>
                </a:solidFill>
              </a:defRPr>
            </a:lvl1pPr>
            <a:lvl2pPr marL="371292" indent="0">
              <a:buNone/>
              <a:defRPr sz="1624" b="1"/>
            </a:lvl2pPr>
            <a:lvl3pPr marL="742584" indent="0">
              <a:buNone/>
              <a:defRPr sz="1462" b="1"/>
            </a:lvl3pPr>
            <a:lvl4pPr marL="1113876" indent="0">
              <a:buNone/>
              <a:defRPr sz="1299" b="1"/>
            </a:lvl4pPr>
            <a:lvl5pPr marL="1485168" indent="0">
              <a:buNone/>
              <a:defRPr sz="1299" b="1"/>
            </a:lvl5pPr>
            <a:lvl6pPr marL="1856461" indent="0">
              <a:buNone/>
              <a:defRPr sz="1299" b="1"/>
            </a:lvl6pPr>
            <a:lvl7pPr marL="2227753" indent="0">
              <a:buNone/>
              <a:defRPr sz="1299" b="1"/>
            </a:lvl7pPr>
            <a:lvl8pPr marL="2599045" indent="0">
              <a:buNone/>
              <a:defRPr sz="1299" b="1"/>
            </a:lvl8pPr>
            <a:lvl9pPr marL="2970337" indent="0">
              <a:buNone/>
              <a:defRPr sz="1299" b="1"/>
            </a:lvl9pPr>
          </a:lstStyle>
          <a:p>
            <a:pPr lvl="0" rtl="0"/>
            <a:r>
              <a:rPr lang="es-ES" noProof="0"/>
              <a:t>Editar estilos de texto del patrón</a:t>
            </a:r>
          </a:p>
        </p:txBody>
      </p:sp>
      <p:sp>
        <p:nvSpPr>
          <p:cNvPr id="26" name="Marcador de posición de imagen 2"/>
          <p:cNvSpPr>
            <a:spLocks noGrp="1" noChangeAspect="1"/>
          </p:cNvSpPr>
          <p:nvPr>
            <p:ph type="pic" idx="22"/>
          </p:nvPr>
        </p:nvSpPr>
        <p:spPr>
          <a:xfrm>
            <a:off x="6377043" y="3150392"/>
            <a:ext cx="2594664" cy="1800225"/>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624" dirty="0"/>
            </a:lvl1pPr>
          </a:lstStyle>
          <a:p>
            <a:pPr marL="0" lvl="0" indent="0" rtl="0">
              <a:buNone/>
            </a:pPr>
            <a:r>
              <a:rPr lang="es-ES" noProof="0"/>
              <a:t>Haga clic en el icono para agregar una imagen</a:t>
            </a:r>
          </a:p>
        </p:txBody>
      </p:sp>
      <p:sp>
        <p:nvSpPr>
          <p:cNvPr id="27" name="Marcador de posición de texto 3"/>
          <p:cNvSpPr>
            <a:spLocks noGrp="1"/>
          </p:cNvSpPr>
          <p:nvPr>
            <p:ph type="body" sz="half" idx="20" hasCustomPrompt="1"/>
          </p:nvPr>
        </p:nvSpPr>
        <p:spPr>
          <a:xfrm>
            <a:off x="6377042" y="5883635"/>
            <a:ext cx="2594664" cy="957220"/>
          </a:xfrm>
        </p:spPr>
        <p:txBody>
          <a:bodyPr rtlCol="0" anchor="t">
            <a:normAutofit/>
          </a:bodyPr>
          <a:lstStyle>
            <a:lvl1pPr marL="0" indent="0">
              <a:buNone/>
              <a:defRPr sz="1137"/>
            </a:lvl1pPr>
            <a:lvl2pPr marL="371292" indent="0">
              <a:buNone/>
              <a:defRPr sz="975"/>
            </a:lvl2pPr>
            <a:lvl3pPr marL="742584" indent="0">
              <a:buNone/>
              <a:defRPr sz="812"/>
            </a:lvl3pPr>
            <a:lvl4pPr marL="1113876" indent="0">
              <a:buNone/>
              <a:defRPr sz="731"/>
            </a:lvl4pPr>
            <a:lvl5pPr marL="1485168" indent="0">
              <a:buNone/>
              <a:defRPr sz="731"/>
            </a:lvl5pPr>
            <a:lvl6pPr marL="1856461" indent="0">
              <a:buNone/>
              <a:defRPr sz="731"/>
            </a:lvl6pPr>
            <a:lvl7pPr marL="2227753" indent="0">
              <a:buNone/>
              <a:defRPr sz="731"/>
            </a:lvl7pPr>
            <a:lvl8pPr marL="2599045" indent="0">
              <a:buNone/>
              <a:defRPr sz="731"/>
            </a:lvl8pPr>
            <a:lvl9pPr marL="2970337" indent="0">
              <a:buNone/>
              <a:defRPr sz="731"/>
            </a:lvl9pPr>
          </a:lstStyle>
          <a:p>
            <a:pPr lvl="0" rtl="0"/>
            <a:r>
              <a:rPr lang="es-ES" noProof="0"/>
              <a:t>Editar estilos de texto del patrón</a:t>
            </a:r>
          </a:p>
        </p:txBody>
      </p:sp>
      <p:sp>
        <p:nvSpPr>
          <p:cNvPr id="3" name="Marcador de fecha 2"/>
          <p:cNvSpPr>
            <a:spLocks noGrp="1"/>
          </p:cNvSpPr>
          <p:nvPr>
            <p:ph type="dt" sz="half" idx="10"/>
          </p:nvPr>
        </p:nvSpPr>
        <p:spPr/>
        <p:txBody>
          <a:bodyPr rtlCol="0"/>
          <a:lstStyle/>
          <a:p>
            <a:pPr rtl="0"/>
            <a:fld id="{569FB526-B8BC-874A-8256-608315AEE7DA}" type="datetime1">
              <a:rPr lang="es-ES" noProof="0" smtClean="0"/>
              <a:t>10/03/2026</a:t>
            </a:fld>
            <a:endParaRPr lang="es-ES" noProof="0"/>
          </a:p>
        </p:txBody>
      </p:sp>
      <p:sp>
        <p:nvSpPr>
          <p:cNvPr id="4" name="Marcador de pie de página 3"/>
          <p:cNvSpPr>
            <a:spLocks noGrp="1"/>
          </p:cNvSpPr>
          <p:nvPr>
            <p:ph type="ftr" sz="quarter" idx="11"/>
          </p:nvPr>
        </p:nvSpPr>
        <p:spPr/>
        <p:txBody>
          <a:bodyPr rtlCol="0"/>
          <a:lstStyle/>
          <a:p>
            <a:pPr rtl="0"/>
            <a:endParaRPr lang="es-ES" noProof="0"/>
          </a:p>
        </p:txBody>
      </p:sp>
      <p:sp>
        <p:nvSpPr>
          <p:cNvPr id="5" name="Marcador de posición de número de diapositiva 4"/>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1931229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p>
        </p:txBody>
      </p:sp>
      <p:sp>
        <p:nvSpPr>
          <p:cNvPr id="3" name="Marcador de posición de texto vertical 2"/>
          <p:cNvSpPr>
            <a:spLocks noGrp="1"/>
          </p:cNvSpPr>
          <p:nvPr>
            <p:ph type="body" orient="vert" idx="1" hasCustomPrompt="1"/>
          </p:nvPr>
        </p:nvSpPr>
        <p:spPr/>
        <p:txBody>
          <a:bodyPr vert="eaVert" rtlCol="0" anchor="t"/>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p:txBody>
          <a:bodyPr rtlCol="0"/>
          <a:lstStyle/>
          <a:p>
            <a:pPr rtl="0"/>
            <a:fld id="{3FC39CB9-FCD1-7740-8FF3-7D9319A696F5}" type="datetime1">
              <a:rPr lang="es-ES" noProof="0" smtClean="0"/>
              <a:t>10/03/2026</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6406600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7343419" y="720089"/>
            <a:ext cx="1628288" cy="6120767"/>
          </a:xfrm>
        </p:spPr>
        <p:txBody>
          <a:bodyPr vert="eaVert" rtlCol="0"/>
          <a:lstStyle/>
          <a:p>
            <a:pPr rtl="0"/>
            <a:r>
              <a:rPr lang="es-ES" noProof="0"/>
              <a:t>Haga clic para modificar el estilo de título del patrón</a:t>
            </a:r>
          </a:p>
        </p:txBody>
      </p:sp>
      <p:sp>
        <p:nvSpPr>
          <p:cNvPr id="3" name="Marcador de posición de texto vertical 2"/>
          <p:cNvSpPr>
            <a:spLocks noGrp="1"/>
          </p:cNvSpPr>
          <p:nvPr>
            <p:ph type="body" orient="vert" idx="1" hasCustomPrompt="1"/>
          </p:nvPr>
        </p:nvSpPr>
        <p:spPr>
          <a:xfrm>
            <a:off x="926950" y="720089"/>
            <a:ext cx="6292703" cy="6120767"/>
          </a:xfrm>
        </p:spPr>
        <p:txBody>
          <a:bodyPr vert="eaVert"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p:txBody>
          <a:bodyPr rtlCol="0"/>
          <a:lstStyle/>
          <a:p>
            <a:pPr rtl="0"/>
            <a:fld id="{E958F32F-5B56-314B-8BDD-CB0089A1185F}" type="datetime1">
              <a:rPr lang="es-ES" noProof="0" smtClean="0"/>
              <a:t>10/03/2026</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7456196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4" name="Imagen 2">
            <a:extLst>
              <a:ext uri="{FF2B5EF4-FFF2-40B4-BE49-F238E27FC236}">
                <a16:creationId xmlns:a16="http://schemas.microsoft.com/office/drawing/2014/main" id="{1BE4D958-34FC-4D41-8455-BED5DCAC9E2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61127" y="7474685"/>
            <a:ext cx="1468426" cy="622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Grupo 48">
            <a:extLst>
              <a:ext uri="{FF2B5EF4-FFF2-40B4-BE49-F238E27FC236}">
                <a16:creationId xmlns:a16="http://schemas.microsoft.com/office/drawing/2014/main" id="{F9BE9226-9497-436C-B9E9-27F599F921A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66796" cy="8101013"/>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p:cNvSpPr>
            <a:spLocks noGrp="1"/>
          </p:cNvSpPr>
          <p:nvPr>
            <p:ph type="ctrTitle"/>
          </p:nvPr>
        </p:nvSpPr>
        <p:spPr>
          <a:xfrm>
            <a:off x="1523862" y="1325791"/>
            <a:ext cx="7139721" cy="2820353"/>
          </a:xfrm>
        </p:spPr>
        <p:txBody>
          <a:bodyPr anchor="b"/>
          <a:lstStyle>
            <a:lvl1pPr algn="l">
              <a:defRPr sz="3898">
                <a:solidFill>
                  <a:schemeClr val="bg1">
                    <a:lumMod val="10000"/>
                  </a:schemeClr>
                </a:solidFill>
              </a:defRPr>
            </a:lvl1pPr>
          </a:lstStyle>
          <a:p>
            <a:r>
              <a:rPr lang="es-ES" noProof="0" dirty="0"/>
              <a:t>Haga clic para modificar el estilo de título del patrón</a:t>
            </a:r>
          </a:p>
        </p:txBody>
      </p:sp>
      <p:sp>
        <p:nvSpPr>
          <p:cNvPr id="3" name="Subtítulo 2"/>
          <p:cNvSpPr>
            <a:spLocks noGrp="1"/>
          </p:cNvSpPr>
          <p:nvPr>
            <p:ph type="subTitle" idx="1"/>
          </p:nvPr>
        </p:nvSpPr>
        <p:spPr>
          <a:xfrm>
            <a:off x="1523862" y="4254908"/>
            <a:ext cx="7139721" cy="1955869"/>
          </a:xfrm>
        </p:spPr>
        <p:txBody>
          <a:bodyPr rtlCol="0">
            <a:normAutofit/>
          </a:bodyPr>
          <a:lstStyle>
            <a:lvl1pPr marL="0" indent="0" algn="l">
              <a:buNone/>
              <a:defRPr sz="1624" cap="all" baseline="0">
                <a:solidFill>
                  <a:schemeClr val="bg1">
                    <a:lumMod val="10000"/>
                  </a:schemeClr>
                </a:solidFill>
              </a:defRPr>
            </a:lvl1pPr>
            <a:lvl2pPr marL="371292" indent="0" algn="ctr">
              <a:buNone/>
              <a:defRPr sz="1624"/>
            </a:lvl2pPr>
            <a:lvl3pPr marL="742584" indent="0" algn="ctr">
              <a:buNone/>
              <a:defRPr sz="1462"/>
            </a:lvl3pPr>
            <a:lvl4pPr marL="1113876" indent="0" algn="ctr">
              <a:buNone/>
              <a:defRPr sz="1299"/>
            </a:lvl4pPr>
            <a:lvl5pPr marL="1485168" indent="0" algn="ctr">
              <a:buNone/>
              <a:defRPr sz="1299"/>
            </a:lvl5pPr>
            <a:lvl6pPr marL="1856461" indent="0" algn="ctr">
              <a:buNone/>
              <a:defRPr sz="1299"/>
            </a:lvl6pPr>
            <a:lvl7pPr marL="2227753" indent="0" algn="ctr">
              <a:buNone/>
              <a:defRPr sz="1299"/>
            </a:lvl7pPr>
            <a:lvl8pPr marL="2599045" indent="0" algn="ctr">
              <a:buNone/>
              <a:defRPr sz="1299"/>
            </a:lvl8pPr>
            <a:lvl9pPr marL="2970337" indent="0" algn="ctr">
              <a:buNone/>
              <a:defRPr sz="1299"/>
            </a:lvl9pPr>
          </a:lstStyle>
          <a:p>
            <a:r>
              <a:rPr lang="es-ES" noProof="0"/>
              <a:t>Haga clic para modificar el estilo de subtítulo del patrón</a:t>
            </a:r>
            <a:endParaRPr lang="es-ES" noProof="0" dirty="0"/>
          </a:p>
        </p:txBody>
      </p:sp>
      <p:sp>
        <p:nvSpPr>
          <p:cNvPr id="6" name="Marcador de fecha 3">
            <a:extLst>
              <a:ext uri="{FF2B5EF4-FFF2-40B4-BE49-F238E27FC236}">
                <a16:creationId xmlns:a16="http://schemas.microsoft.com/office/drawing/2014/main" id="{805C20C7-DC25-4683-B513-A51E86D089EC}"/>
              </a:ext>
            </a:extLst>
          </p:cNvPr>
          <p:cNvSpPr>
            <a:spLocks noGrp="1"/>
          </p:cNvSpPr>
          <p:nvPr>
            <p:ph type="dt" sz="half" idx="10"/>
          </p:nvPr>
        </p:nvSpPr>
        <p:spPr>
          <a:xfrm>
            <a:off x="5747359" y="6390800"/>
            <a:ext cx="2227779" cy="431304"/>
          </a:xfrm>
        </p:spPr>
        <p:txBody>
          <a:bodyPr/>
          <a:lstStyle>
            <a:lvl1pPr>
              <a:defRPr/>
            </a:lvl1pPr>
          </a:lstStyle>
          <a:p>
            <a:pPr>
              <a:defRPr/>
            </a:pPr>
            <a:fld id="{7600DB1F-3987-4F9C-A52D-49DD5FC66A9F}" type="datetime1">
              <a:rPr lang="es-ES"/>
              <a:pPr>
                <a:defRPr/>
              </a:pPr>
              <a:t>10/03/2026</a:t>
            </a:fld>
            <a:endParaRPr lang="es-ES" dirty="0"/>
          </a:p>
        </p:txBody>
      </p:sp>
      <p:sp>
        <p:nvSpPr>
          <p:cNvPr id="7" name="Marcador de posición de pie de página 4">
            <a:extLst>
              <a:ext uri="{FF2B5EF4-FFF2-40B4-BE49-F238E27FC236}">
                <a16:creationId xmlns:a16="http://schemas.microsoft.com/office/drawing/2014/main" id="{AA06D6E6-ED92-4916-BA61-0ED09C4DD535}"/>
              </a:ext>
            </a:extLst>
          </p:cNvPr>
          <p:cNvSpPr>
            <a:spLocks noGrp="1"/>
          </p:cNvSpPr>
          <p:nvPr>
            <p:ph type="ftr" sz="quarter" idx="11"/>
          </p:nvPr>
        </p:nvSpPr>
        <p:spPr>
          <a:xfrm>
            <a:off x="1523862" y="6390800"/>
            <a:ext cx="4161614" cy="431304"/>
          </a:xfrm>
        </p:spPr>
        <p:txBody>
          <a:bodyPr/>
          <a:lstStyle>
            <a:lvl1pPr>
              <a:defRPr/>
            </a:lvl1pPr>
          </a:lstStyle>
          <a:p>
            <a:pPr>
              <a:defRPr/>
            </a:pPr>
            <a:r>
              <a:rPr lang="es-ES"/>
              <a:t>dfsasdfasd</a:t>
            </a:r>
            <a:endParaRPr lang="es-ES" dirty="0"/>
          </a:p>
        </p:txBody>
      </p:sp>
      <p:sp>
        <p:nvSpPr>
          <p:cNvPr id="8" name="Marcador de posición de número de diapositiva 5">
            <a:extLst>
              <a:ext uri="{FF2B5EF4-FFF2-40B4-BE49-F238E27FC236}">
                <a16:creationId xmlns:a16="http://schemas.microsoft.com/office/drawing/2014/main" id="{0CE5E8A6-5A9D-4796-B234-1EF4AB4DD2EB}"/>
              </a:ext>
            </a:extLst>
          </p:cNvPr>
          <p:cNvSpPr>
            <a:spLocks noGrp="1"/>
          </p:cNvSpPr>
          <p:nvPr>
            <p:ph type="sldNum" sz="quarter" idx="12"/>
          </p:nvPr>
        </p:nvSpPr>
        <p:spPr>
          <a:xfrm>
            <a:off x="8037021" y="6390800"/>
            <a:ext cx="626563" cy="431304"/>
          </a:xfrm>
        </p:spPr>
        <p:txBody>
          <a:bodyPr/>
          <a:lstStyle>
            <a:lvl1pPr>
              <a:defRPr/>
            </a:lvl1pPr>
          </a:lstStyle>
          <a:p>
            <a:fld id="{C0C17B88-36A5-4D62-B9EA-563F61B3AF6A}" type="slidenum">
              <a:rPr lang="es-ES" altLang="es-ES"/>
              <a:pPr/>
              <a:t>‹Nº›</a:t>
            </a:fld>
            <a:endParaRPr lang="es-ES" altLang="es-ES"/>
          </a:p>
        </p:txBody>
      </p:sp>
    </p:spTree>
    <p:extLst>
      <p:ext uri="{BB962C8B-B14F-4D97-AF65-F5344CB8AC3E}">
        <p14:creationId xmlns:p14="http://schemas.microsoft.com/office/powerpoint/2010/main" val="31530189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pic>
        <p:nvPicPr>
          <p:cNvPr id="4" name="Imagen 2">
            <a:extLst>
              <a:ext uri="{FF2B5EF4-FFF2-40B4-BE49-F238E27FC236}">
                <a16:creationId xmlns:a16="http://schemas.microsoft.com/office/drawing/2014/main" id="{505AE829-5CDF-463B-9809-3F85B093CDE0}"/>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88031" y="7547820"/>
            <a:ext cx="1276331" cy="541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ítulo 1"/>
          <p:cNvSpPr>
            <a:spLocks noGrp="1"/>
          </p:cNvSpPr>
          <p:nvPr>
            <p:ph type="title"/>
          </p:nvPr>
        </p:nvSpPr>
        <p:spPr/>
        <p:txBody>
          <a:bodyPr/>
          <a:lstStyle>
            <a:lvl1pPr>
              <a:defRPr>
                <a:solidFill>
                  <a:schemeClr val="bg1">
                    <a:lumMod val="10000"/>
                  </a:schemeClr>
                </a:solidFill>
              </a:defRPr>
            </a:lvl1pPr>
          </a:lstStyle>
          <a:p>
            <a:r>
              <a:rPr lang="es-ES" noProof="0" dirty="0"/>
              <a:t>Haga clic para modificar el estilo de título del patrón</a:t>
            </a:r>
          </a:p>
        </p:txBody>
      </p:sp>
      <p:sp>
        <p:nvSpPr>
          <p:cNvPr id="3" name="Marcador de posición de contenido 2"/>
          <p:cNvSpPr>
            <a:spLocks noGrp="1"/>
          </p:cNvSpPr>
          <p:nvPr>
            <p:ph idx="1"/>
          </p:nvPr>
        </p:nvSpPr>
        <p:spPr/>
        <p:txBody>
          <a:bodyPr rtlCol="0"/>
          <a:lstStyle>
            <a:lvl1pPr>
              <a:defRPr>
                <a:solidFill>
                  <a:schemeClr val="bg1">
                    <a:lumMod val="10000"/>
                  </a:schemeClr>
                </a:solidFill>
              </a:defRPr>
            </a:lvl1pPr>
            <a:lvl2pPr>
              <a:defRPr>
                <a:solidFill>
                  <a:schemeClr val="bg1">
                    <a:lumMod val="10000"/>
                  </a:schemeClr>
                </a:solidFill>
              </a:defRPr>
            </a:lvl2pPr>
            <a:lvl3pPr>
              <a:defRPr>
                <a:solidFill>
                  <a:schemeClr val="bg1">
                    <a:lumMod val="10000"/>
                  </a:schemeClr>
                </a:solidFill>
              </a:defRPr>
            </a:lvl3pPr>
            <a:lvl4pPr>
              <a:defRPr>
                <a:solidFill>
                  <a:schemeClr val="bg1">
                    <a:lumMod val="10000"/>
                  </a:schemeClr>
                </a:solidFill>
              </a:defRPr>
            </a:lvl4pPr>
            <a:lvl5pPr>
              <a:defRPr>
                <a:solidFill>
                  <a:schemeClr val="bg1">
                    <a:lumMod val="10000"/>
                  </a:schemeClr>
                </a:solidFill>
              </a:defRPr>
            </a:lvl5pPr>
          </a:lstStyle>
          <a:p>
            <a:pPr lvl="0"/>
            <a:r>
              <a:rPr lang="es-ES" noProof="0"/>
              <a:t>Haga clic para modificar los estilos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ES" noProof="0" dirty="0"/>
          </a:p>
        </p:txBody>
      </p:sp>
      <p:sp>
        <p:nvSpPr>
          <p:cNvPr id="5" name="Marcador de fecha 3">
            <a:extLst>
              <a:ext uri="{FF2B5EF4-FFF2-40B4-BE49-F238E27FC236}">
                <a16:creationId xmlns:a16="http://schemas.microsoft.com/office/drawing/2014/main" id="{A7AB9449-7D31-4921-8B7D-026E9033EFBE}"/>
              </a:ext>
            </a:extLst>
          </p:cNvPr>
          <p:cNvSpPr>
            <a:spLocks noGrp="1"/>
          </p:cNvSpPr>
          <p:nvPr>
            <p:ph type="dt" sz="half" idx="10"/>
          </p:nvPr>
        </p:nvSpPr>
        <p:spPr/>
        <p:txBody>
          <a:bodyPr/>
          <a:lstStyle>
            <a:lvl1pPr>
              <a:defRPr/>
            </a:lvl1pPr>
          </a:lstStyle>
          <a:p>
            <a:pPr>
              <a:defRPr/>
            </a:pPr>
            <a:fld id="{341845FC-BDDE-4088-9966-6185F7996A80}" type="datetime1">
              <a:rPr lang="es-ES"/>
              <a:pPr>
                <a:defRPr/>
              </a:pPr>
              <a:t>10/03/2026</a:t>
            </a:fld>
            <a:endParaRPr lang="es-ES"/>
          </a:p>
        </p:txBody>
      </p:sp>
      <p:sp>
        <p:nvSpPr>
          <p:cNvPr id="6" name="Marcador de pie de página 4">
            <a:extLst>
              <a:ext uri="{FF2B5EF4-FFF2-40B4-BE49-F238E27FC236}">
                <a16:creationId xmlns:a16="http://schemas.microsoft.com/office/drawing/2014/main" id="{9894E588-C0C2-4957-BF7B-E14D52732043}"/>
              </a:ext>
            </a:extLst>
          </p:cNvPr>
          <p:cNvSpPr>
            <a:spLocks noGrp="1"/>
          </p:cNvSpPr>
          <p:nvPr>
            <p:ph type="ftr" sz="quarter" idx="11"/>
          </p:nvPr>
        </p:nvSpPr>
        <p:spPr/>
        <p:txBody>
          <a:bodyPr/>
          <a:lstStyle>
            <a:lvl1pPr>
              <a:defRPr/>
            </a:lvl1pPr>
          </a:lstStyle>
          <a:p>
            <a:pPr>
              <a:defRPr/>
            </a:pPr>
            <a:r>
              <a:rPr lang="es-ES"/>
              <a:t>dfsasdfasd</a:t>
            </a:r>
            <a:endParaRPr lang="es-ES" dirty="0"/>
          </a:p>
        </p:txBody>
      </p:sp>
      <p:sp>
        <p:nvSpPr>
          <p:cNvPr id="7" name="Marcador de posición de número de diapositiva 5">
            <a:extLst>
              <a:ext uri="{FF2B5EF4-FFF2-40B4-BE49-F238E27FC236}">
                <a16:creationId xmlns:a16="http://schemas.microsoft.com/office/drawing/2014/main" id="{46563388-F067-4F30-958B-8AD5861EE286}"/>
              </a:ext>
            </a:extLst>
          </p:cNvPr>
          <p:cNvSpPr>
            <a:spLocks noGrp="1"/>
          </p:cNvSpPr>
          <p:nvPr>
            <p:ph type="sldNum" sz="quarter" idx="12"/>
          </p:nvPr>
        </p:nvSpPr>
        <p:spPr>
          <a:xfrm>
            <a:off x="9087739" y="7680961"/>
            <a:ext cx="626563" cy="431304"/>
          </a:xfrm>
        </p:spPr>
        <p:txBody>
          <a:bodyPr/>
          <a:lstStyle>
            <a:lvl1pPr>
              <a:defRPr>
                <a:solidFill>
                  <a:srgbClr val="171717"/>
                </a:solidFill>
              </a:defRPr>
            </a:lvl1pPr>
          </a:lstStyle>
          <a:p>
            <a:fld id="{8A1BFF35-9186-4F40-A9C9-584D574AA168}" type="slidenum">
              <a:rPr lang="es-ES" altLang="es-ES"/>
              <a:pPr/>
              <a:t>‹Nº›</a:t>
            </a:fld>
            <a:endParaRPr lang="es-ES" altLang="es-ES"/>
          </a:p>
        </p:txBody>
      </p:sp>
    </p:spTree>
    <p:extLst>
      <p:ext uri="{BB962C8B-B14F-4D97-AF65-F5344CB8AC3E}">
        <p14:creationId xmlns:p14="http://schemas.microsoft.com/office/powerpoint/2010/main" val="4303252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926951" y="1676461"/>
            <a:ext cx="8044756" cy="3369796"/>
          </a:xfrm>
        </p:spPr>
        <p:txBody>
          <a:bodyPr anchor="b"/>
          <a:lstStyle>
            <a:lvl1pPr>
              <a:defRPr sz="2924">
                <a:solidFill>
                  <a:schemeClr val="bg1">
                    <a:lumMod val="10000"/>
                  </a:schemeClr>
                </a:solidFill>
              </a:defRPr>
            </a:lvl1pPr>
          </a:lstStyle>
          <a:p>
            <a:r>
              <a:rPr lang="es-ES" noProof="0" dirty="0"/>
              <a:t>Haga clic para modificar el estilo de título del patrón</a:t>
            </a:r>
          </a:p>
        </p:txBody>
      </p:sp>
      <p:sp>
        <p:nvSpPr>
          <p:cNvPr id="3" name="Marcador de posición de texto 2"/>
          <p:cNvSpPr>
            <a:spLocks noGrp="1"/>
          </p:cNvSpPr>
          <p:nvPr>
            <p:ph type="body" idx="1"/>
          </p:nvPr>
        </p:nvSpPr>
        <p:spPr>
          <a:xfrm>
            <a:off x="926951" y="5226278"/>
            <a:ext cx="8044756" cy="1623954"/>
          </a:xfrm>
        </p:spPr>
        <p:txBody>
          <a:bodyPr rtlCol="0">
            <a:normAutofit/>
          </a:bodyPr>
          <a:lstStyle>
            <a:lvl1pPr marL="0" indent="0">
              <a:buNone/>
              <a:defRPr sz="1462" cap="all" baseline="0">
                <a:solidFill>
                  <a:schemeClr val="bg1">
                    <a:lumMod val="10000"/>
                  </a:schemeClr>
                </a:solidFill>
              </a:defRPr>
            </a:lvl1pPr>
            <a:lvl2pPr marL="371292" indent="0">
              <a:buNone/>
              <a:defRPr sz="1462">
                <a:solidFill>
                  <a:schemeClr val="tx1">
                    <a:tint val="75000"/>
                  </a:schemeClr>
                </a:solidFill>
              </a:defRPr>
            </a:lvl2pPr>
            <a:lvl3pPr marL="742584" indent="0">
              <a:buNone/>
              <a:defRPr sz="1462">
                <a:solidFill>
                  <a:schemeClr val="tx1">
                    <a:tint val="75000"/>
                  </a:schemeClr>
                </a:solidFill>
              </a:defRPr>
            </a:lvl3pPr>
            <a:lvl4pPr marL="1113876" indent="0">
              <a:buNone/>
              <a:defRPr sz="1299">
                <a:solidFill>
                  <a:schemeClr val="tx1">
                    <a:tint val="75000"/>
                  </a:schemeClr>
                </a:solidFill>
              </a:defRPr>
            </a:lvl4pPr>
            <a:lvl5pPr marL="1485168" indent="0">
              <a:buNone/>
              <a:defRPr sz="1299">
                <a:solidFill>
                  <a:schemeClr val="tx1">
                    <a:tint val="75000"/>
                  </a:schemeClr>
                </a:solidFill>
              </a:defRPr>
            </a:lvl5pPr>
            <a:lvl6pPr marL="1856461" indent="0">
              <a:buNone/>
              <a:defRPr sz="1299">
                <a:solidFill>
                  <a:schemeClr val="tx1">
                    <a:tint val="75000"/>
                  </a:schemeClr>
                </a:solidFill>
              </a:defRPr>
            </a:lvl6pPr>
            <a:lvl7pPr marL="2227753" indent="0">
              <a:buNone/>
              <a:defRPr sz="1299">
                <a:solidFill>
                  <a:schemeClr val="tx1">
                    <a:tint val="75000"/>
                  </a:schemeClr>
                </a:solidFill>
              </a:defRPr>
            </a:lvl7pPr>
            <a:lvl8pPr marL="2599045" indent="0">
              <a:buNone/>
              <a:defRPr sz="1299">
                <a:solidFill>
                  <a:schemeClr val="tx1">
                    <a:tint val="75000"/>
                  </a:schemeClr>
                </a:solidFill>
              </a:defRPr>
            </a:lvl8pPr>
            <a:lvl9pPr marL="2970337" indent="0">
              <a:buNone/>
              <a:defRPr sz="1299">
                <a:solidFill>
                  <a:schemeClr val="tx1">
                    <a:tint val="75000"/>
                  </a:schemeClr>
                </a:solidFill>
              </a:defRPr>
            </a:lvl9pPr>
          </a:lstStyle>
          <a:p>
            <a:pPr lvl="0"/>
            <a:r>
              <a:rPr lang="es-ES" noProof="0"/>
              <a:t>Haga clic para modificar los estilos de texto del patrón</a:t>
            </a:r>
          </a:p>
        </p:txBody>
      </p:sp>
      <p:sp>
        <p:nvSpPr>
          <p:cNvPr id="4" name="Marcador de fecha 3">
            <a:extLst>
              <a:ext uri="{FF2B5EF4-FFF2-40B4-BE49-F238E27FC236}">
                <a16:creationId xmlns:a16="http://schemas.microsoft.com/office/drawing/2014/main" id="{55466655-D02F-45F8-A1E7-5F1DFCCB11E0}"/>
              </a:ext>
            </a:extLst>
          </p:cNvPr>
          <p:cNvSpPr>
            <a:spLocks noGrp="1"/>
          </p:cNvSpPr>
          <p:nvPr>
            <p:ph type="dt" sz="half" idx="10"/>
          </p:nvPr>
        </p:nvSpPr>
        <p:spPr/>
        <p:txBody>
          <a:bodyPr/>
          <a:lstStyle>
            <a:lvl1pPr>
              <a:defRPr/>
            </a:lvl1pPr>
          </a:lstStyle>
          <a:p>
            <a:pPr>
              <a:defRPr/>
            </a:pPr>
            <a:fld id="{50C39DB5-8A06-4F62-A665-19B484E70048}" type="datetime1">
              <a:rPr lang="es-ES"/>
              <a:pPr>
                <a:defRPr/>
              </a:pPr>
              <a:t>10/03/2026</a:t>
            </a:fld>
            <a:endParaRPr lang="es-ES"/>
          </a:p>
        </p:txBody>
      </p:sp>
      <p:sp>
        <p:nvSpPr>
          <p:cNvPr id="5" name="Marcador de posición de pie de página 4">
            <a:extLst>
              <a:ext uri="{FF2B5EF4-FFF2-40B4-BE49-F238E27FC236}">
                <a16:creationId xmlns:a16="http://schemas.microsoft.com/office/drawing/2014/main" id="{C2069F51-1C83-4D5D-9E6C-AD20F57B4021}"/>
              </a:ext>
            </a:extLst>
          </p:cNvPr>
          <p:cNvSpPr>
            <a:spLocks noGrp="1"/>
          </p:cNvSpPr>
          <p:nvPr>
            <p:ph type="ftr" sz="quarter" idx="11"/>
          </p:nvPr>
        </p:nvSpPr>
        <p:spPr/>
        <p:txBody>
          <a:bodyPr/>
          <a:lstStyle>
            <a:lvl1pPr>
              <a:defRPr/>
            </a:lvl1pPr>
          </a:lstStyle>
          <a:p>
            <a:pPr>
              <a:defRPr/>
            </a:pPr>
            <a:r>
              <a:rPr lang="es-ES"/>
              <a:t>dfsasdfasd</a:t>
            </a:r>
          </a:p>
        </p:txBody>
      </p:sp>
      <p:sp>
        <p:nvSpPr>
          <p:cNvPr id="6" name="Marcador de posición de número de diapositiva 5">
            <a:extLst>
              <a:ext uri="{FF2B5EF4-FFF2-40B4-BE49-F238E27FC236}">
                <a16:creationId xmlns:a16="http://schemas.microsoft.com/office/drawing/2014/main" id="{21C13FAD-81C0-4022-B472-1AD476A6309D}"/>
              </a:ext>
            </a:extLst>
          </p:cNvPr>
          <p:cNvSpPr>
            <a:spLocks noGrp="1"/>
          </p:cNvSpPr>
          <p:nvPr>
            <p:ph type="sldNum" sz="quarter" idx="12"/>
          </p:nvPr>
        </p:nvSpPr>
        <p:spPr/>
        <p:txBody>
          <a:bodyPr/>
          <a:lstStyle>
            <a:lvl1pPr>
              <a:defRPr/>
            </a:lvl1pPr>
          </a:lstStyle>
          <a:p>
            <a:fld id="{24E62D9B-E9B8-44EA-A6EE-88D5A7129A43}" type="slidenum">
              <a:rPr lang="es-ES" altLang="es-ES"/>
              <a:pPr/>
              <a:t>‹Nº›</a:t>
            </a:fld>
            <a:endParaRPr lang="es-ES" altLang="es-ES"/>
          </a:p>
        </p:txBody>
      </p:sp>
    </p:spTree>
    <p:extLst>
      <p:ext uri="{BB962C8B-B14F-4D97-AF65-F5344CB8AC3E}">
        <p14:creationId xmlns:p14="http://schemas.microsoft.com/office/powerpoint/2010/main" val="238613563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solidFill>
                  <a:schemeClr val="bg1">
                    <a:lumMod val="10000"/>
                  </a:schemeClr>
                </a:solidFill>
              </a:defRPr>
            </a:lvl1pPr>
          </a:lstStyle>
          <a:p>
            <a:r>
              <a:rPr lang="es-ES" noProof="0" dirty="0"/>
              <a:t>Haga clic para modificar el estilo de título del patrón</a:t>
            </a:r>
          </a:p>
        </p:txBody>
      </p:sp>
      <p:sp>
        <p:nvSpPr>
          <p:cNvPr id="3" name="Marcador de posición de contenido 2"/>
          <p:cNvSpPr>
            <a:spLocks noGrp="1"/>
          </p:cNvSpPr>
          <p:nvPr>
            <p:ph sz="half" idx="1"/>
          </p:nvPr>
        </p:nvSpPr>
        <p:spPr>
          <a:xfrm>
            <a:off x="926950" y="2657205"/>
            <a:ext cx="3961786" cy="4183650"/>
          </a:xfrm>
        </p:spPr>
        <p:txBody>
          <a:bodyPr rtlCol="0"/>
          <a:lstStyle>
            <a:lvl1pPr>
              <a:defRPr>
                <a:solidFill>
                  <a:schemeClr val="bg1">
                    <a:lumMod val="10000"/>
                  </a:schemeClr>
                </a:solidFill>
              </a:defRPr>
            </a:lvl1pPr>
            <a:lvl2pPr>
              <a:defRPr>
                <a:solidFill>
                  <a:schemeClr val="bg1">
                    <a:lumMod val="10000"/>
                  </a:schemeClr>
                </a:solidFill>
              </a:defRPr>
            </a:lvl2pPr>
            <a:lvl3pPr>
              <a:defRPr>
                <a:solidFill>
                  <a:schemeClr val="bg1">
                    <a:lumMod val="10000"/>
                  </a:schemeClr>
                </a:solidFill>
              </a:defRPr>
            </a:lvl3pPr>
            <a:lvl4pPr>
              <a:defRPr>
                <a:solidFill>
                  <a:schemeClr val="bg1">
                    <a:lumMod val="10000"/>
                  </a:schemeClr>
                </a:solidFill>
              </a:defRPr>
            </a:lvl4pPr>
            <a:lvl5pPr>
              <a:defRPr>
                <a:solidFill>
                  <a:schemeClr val="bg1">
                    <a:lumMod val="10000"/>
                  </a:schemeClr>
                </a:solidFill>
              </a:defRPr>
            </a:lvl5pPr>
          </a:lstStyle>
          <a:p>
            <a:pPr lvl="0"/>
            <a:r>
              <a:rPr lang="es-ES" noProof="0"/>
              <a:t>Haga clic para modificar los estilos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ES" noProof="0" dirty="0"/>
          </a:p>
        </p:txBody>
      </p:sp>
      <p:sp>
        <p:nvSpPr>
          <p:cNvPr id="4" name="Marcador de posición de contenido 3"/>
          <p:cNvSpPr>
            <a:spLocks noGrp="1"/>
          </p:cNvSpPr>
          <p:nvPr>
            <p:ph sz="half" idx="2"/>
          </p:nvPr>
        </p:nvSpPr>
        <p:spPr>
          <a:xfrm>
            <a:off x="5012502" y="2657205"/>
            <a:ext cx="3959205" cy="4183650"/>
          </a:xfrm>
        </p:spPr>
        <p:txBody>
          <a:bodyPr rtlCol="0"/>
          <a:lstStyle>
            <a:lvl1pPr>
              <a:defRPr>
                <a:solidFill>
                  <a:schemeClr val="bg1">
                    <a:lumMod val="10000"/>
                  </a:schemeClr>
                </a:solidFill>
              </a:defRPr>
            </a:lvl1pPr>
            <a:lvl2pPr>
              <a:defRPr>
                <a:solidFill>
                  <a:schemeClr val="bg1">
                    <a:lumMod val="10000"/>
                  </a:schemeClr>
                </a:solidFill>
              </a:defRPr>
            </a:lvl2pPr>
            <a:lvl3pPr>
              <a:defRPr>
                <a:solidFill>
                  <a:schemeClr val="bg1">
                    <a:lumMod val="10000"/>
                  </a:schemeClr>
                </a:solidFill>
              </a:defRPr>
            </a:lvl3pPr>
            <a:lvl4pPr>
              <a:defRPr>
                <a:solidFill>
                  <a:schemeClr val="bg1">
                    <a:lumMod val="10000"/>
                  </a:schemeClr>
                </a:solidFill>
              </a:defRPr>
            </a:lvl4pPr>
            <a:lvl5pPr>
              <a:defRPr>
                <a:solidFill>
                  <a:schemeClr val="bg1">
                    <a:lumMod val="10000"/>
                  </a:schemeClr>
                </a:solidFill>
              </a:defRPr>
            </a:lvl5pPr>
          </a:lstStyle>
          <a:p>
            <a:pPr lvl="0"/>
            <a:r>
              <a:rPr lang="es-ES" noProof="0"/>
              <a:t>Haga clic para modificar los estilos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ES" noProof="0" dirty="0"/>
          </a:p>
        </p:txBody>
      </p:sp>
      <p:sp>
        <p:nvSpPr>
          <p:cNvPr id="5" name="Marcador de fecha 3">
            <a:extLst>
              <a:ext uri="{FF2B5EF4-FFF2-40B4-BE49-F238E27FC236}">
                <a16:creationId xmlns:a16="http://schemas.microsoft.com/office/drawing/2014/main" id="{B2DAC990-5D06-4006-AD39-B275BE38E7AB}"/>
              </a:ext>
            </a:extLst>
          </p:cNvPr>
          <p:cNvSpPr>
            <a:spLocks noGrp="1"/>
          </p:cNvSpPr>
          <p:nvPr>
            <p:ph type="dt" sz="half" idx="10"/>
          </p:nvPr>
        </p:nvSpPr>
        <p:spPr/>
        <p:txBody>
          <a:bodyPr/>
          <a:lstStyle>
            <a:lvl1pPr>
              <a:defRPr/>
            </a:lvl1pPr>
          </a:lstStyle>
          <a:p>
            <a:pPr>
              <a:defRPr/>
            </a:pPr>
            <a:fld id="{6E550B32-7ECE-4438-952A-027FE1DB7576}" type="datetime1">
              <a:rPr lang="es-ES"/>
              <a:pPr>
                <a:defRPr/>
              </a:pPr>
              <a:t>10/03/2026</a:t>
            </a:fld>
            <a:endParaRPr lang="es-ES"/>
          </a:p>
        </p:txBody>
      </p:sp>
      <p:sp>
        <p:nvSpPr>
          <p:cNvPr id="6" name="Marcador de posición de pie de página 4">
            <a:extLst>
              <a:ext uri="{FF2B5EF4-FFF2-40B4-BE49-F238E27FC236}">
                <a16:creationId xmlns:a16="http://schemas.microsoft.com/office/drawing/2014/main" id="{6F1C0FFE-ED89-4381-B60B-5169F9CEC207}"/>
              </a:ext>
            </a:extLst>
          </p:cNvPr>
          <p:cNvSpPr>
            <a:spLocks noGrp="1"/>
          </p:cNvSpPr>
          <p:nvPr>
            <p:ph type="ftr" sz="quarter" idx="11"/>
          </p:nvPr>
        </p:nvSpPr>
        <p:spPr/>
        <p:txBody>
          <a:bodyPr/>
          <a:lstStyle>
            <a:lvl1pPr>
              <a:defRPr/>
            </a:lvl1pPr>
          </a:lstStyle>
          <a:p>
            <a:pPr>
              <a:defRPr/>
            </a:pPr>
            <a:r>
              <a:rPr lang="es-ES"/>
              <a:t>dfsasdfasd</a:t>
            </a:r>
          </a:p>
        </p:txBody>
      </p:sp>
      <p:sp>
        <p:nvSpPr>
          <p:cNvPr id="7" name="Marcador de posición de número de diapositiva 5">
            <a:extLst>
              <a:ext uri="{FF2B5EF4-FFF2-40B4-BE49-F238E27FC236}">
                <a16:creationId xmlns:a16="http://schemas.microsoft.com/office/drawing/2014/main" id="{77BE6474-7BD5-4CE8-9128-27C91C9777C2}"/>
              </a:ext>
            </a:extLst>
          </p:cNvPr>
          <p:cNvSpPr>
            <a:spLocks noGrp="1"/>
          </p:cNvSpPr>
          <p:nvPr>
            <p:ph type="sldNum" sz="quarter" idx="12"/>
          </p:nvPr>
        </p:nvSpPr>
        <p:spPr/>
        <p:txBody>
          <a:bodyPr/>
          <a:lstStyle>
            <a:lvl1pPr>
              <a:defRPr/>
            </a:lvl1pPr>
          </a:lstStyle>
          <a:p>
            <a:fld id="{67F4471D-2F5B-4CE7-BE92-B88EA368879B}" type="slidenum">
              <a:rPr lang="es-ES" altLang="es-ES"/>
              <a:pPr/>
              <a:t>‹Nº›</a:t>
            </a:fld>
            <a:endParaRPr lang="es-ES" altLang="es-ES"/>
          </a:p>
        </p:txBody>
      </p:sp>
    </p:spTree>
    <p:extLst>
      <p:ext uri="{BB962C8B-B14F-4D97-AF65-F5344CB8AC3E}">
        <p14:creationId xmlns:p14="http://schemas.microsoft.com/office/powerpoint/2010/main" val="249155705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926951" y="731343"/>
            <a:ext cx="8044756" cy="1745842"/>
          </a:xfrm>
        </p:spPr>
        <p:txBody>
          <a:bodyPr/>
          <a:lstStyle>
            <a:lvl1pPr>
              <a:defRPr>
                <a:solidFill>
                  <a:schemeClr val="bg1">
                    <a:lumMod val="10000"/>
                  </a:schemeClr>
                </a:solidFill>
              </a:defRPr>
            </a:lvl1pPr>
          </a:lstStyle>
          <a:p>
            <a:r>
              <a:rPr lang="es-ES" noProof="0" dirty="0"/>
              <a:t>Haga clic para modificar el estilo de título del patrón</a:t>
            </a:r>
          </a:p>
        </p:txBody>
      </p:sp>
      <p:sp>
        <p:nvSpPr>
          <p:cNvPr id="3" name="Marcador de posición de texto 2"/>
          <p:cNvSpPr>
            <a:spLocks noGrp="1"/>
          </p:cNvSpPr>
          <p:nvPr>
            <p:ph type="body" idx="1"/>
          </p:nvPr>
        </p:nvSpPr>
        <p:spPr>
          <a:xfrm>
            <a:off x="926951" y="2657206"/>
            <a:ext cx="3961788" cy="973246"/>
          </a:xfrm>
        </p:spPr>
        <p:txBody>
          <a:bodyPr rtlCol="0" anchor="b"/>
          <a:lstStyle>
            <a:lvl1pPr marL="0" indent="0">
              <a:lnSpc>
                <a:spcPct val="90000"/>
              </a:lnSpc>
              <a:buNone/>
              <a:defRPr sz="1949" b="0" cap="all" baseline="0">
                <a:solidFill>
                  <a:schemeClr val="bg1">
                    <a:lumMod val="10000"/>
                  </a:schemeClr>
                </a:solidFill>
              </a:defRPr>
            </a:lvl1pPr>
            <a:lvl2pPr marL="371292" indent="0">
              <a:buNone/>
              <a:defRPr sz="1624" b="1"/>
            </a:lvl2pPr>
            <a:lvl3pPr marL="742584" indent="0">
              <a:buNone/>
              <a:defRPr sz="1462" b="1"/>
            </a:lvl3pPr>
            <a:lvl4pPr marL="1113876" indent="0">
              <a:buNone/>
              <a:defRPr sz="1299" b="1"/>
            </a:lvl4pPr>
            <a:lvl5pPr marL="1485168" indent="0">
              <a:buNone/>
              <a:defRPr sz="1299" b="1"/>
            </a:lvl5pPr>
            <a:lvl6pPr marL="1856461" indent="0">
              <a:buNone/>
              <a:defRPr sz="1299" b="1"/>
            </a:lvl6pPr>
            <a:lvl7pPr marL="2227753" indent="0">
              <a:buNone/>
              <a:defRPr sz="1299" b="1"/>
            </a:lvl7pPr>
            <a:lvl8pPr marL="2599045" indent="0">
              <a:buNone/>
              <a:defRPr sz="1299" b="1"/>
            </a:lvl8pPr>
            <a:lvl9pPr marL="2970337" indent="0">
              <a:buNone/>
              <a:defRPr sz="1299" b="1"/>
            </a:lvl9pPr>
          </a:lstStyle>
          <a:p>
            <a:pPr lvl="0"/>
            <a:r>
              <a:rPr lang="es-ES" noProof="0"/>
              <a:t>Haga clic para modificar los estilos de texto del patrón</a:t>
            </a:r>
          </a:p>
        </p:txBody>
      </p:sp>
      <p:sp>
        <p:nvSpPr>
          <p:cNvPr id="4" name="Marcador de posición de contenido 3"/>
          <p:cNvSpPr>
            <a:spLocks noGrp="1"/>
          </p:cNvSpPr>
          <p:nvPr>
            <p:ph sz="half" idx="2"/>
          </p:nvPr>
        </p:nvSpPr>
        <p:spPr>
          <a:xfrm>
            <a:off x="926950" y="3630451"/>
            <a:ext cx="3961787" cy="3210403"/>
          </a:xfrm>
        </p:spPr>
        <p:txBody>
          <a:bodyPr rtlCol="0"/>
          <a:lstStyle>
            <a:lvl1pPr>
              <a:defRPr>
                <a:solidFill>
                  <a:schemeClr val="bg1">
                    <a:lumMod val="10000"/>
                  </a:schemeClr>
                </a:solidFill>
              </a:defRPr>
            </a:lvl1pPr>
            <a:lvl2pPr>
              <a:defRPr>
                <a:solidFill>
                  <a:schemeClr val="bg1">
                    <a:lumMod val="10000"/>
                  </a:schemeClr>
                </a:solidFill>
              </a:defRPr>
            </a:lvl2pPr>
            <a:lvl3pPr>
              <a:defRPr>
                <a:solidFill>
                  <a:schemeClr val="bg1">
                    <a:lumMod val="10000"/>
                  </a:schemeClr>
                </a:solidFill>
              </a:defRPr>
            </a:lvl3pPr>
            <a:lvl4pPr>
              <a:defRPr>
                <a:solidFill>
                  <a:schemeClr val="bg1">
                    <a:lumMod val="10000"/>
                  </a:schemeClr>
                </a:solidFill>
              </a:defRPr>
            </a:lvl4pPr>
            <a:lvl5pPr>
              <a:defRPr>
                <a:solidFill>
                  <a:schemeClr val="bg1">
                    <a:lumMod val="10000"/>
                  </a:schemeClr>
                </a:solidFill>
              </a:defRPr>
            </a:lvl5pPr>
          </a:lstStyle>
          <a:p>
            <a:pPr lvl="0"/>
            <a:r>
              <a:rPr lang="es-ES" noProof="0"/>
              <a:t>Haga clic para modificar los estilos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ES" noProof="0" dirty="0"/>
          </a:p>
        </p:txBody>
      </p:sp>
      <p:sp>
        <p:nvSpPr>
          <p:cNvPr id="5" name="Marcador de posición de texto 4"/>
          <p:cNvSpPr>
            <a:spLocks noGrp="1"/>
          </p:cNvSpPr>
          <p:nvPr>
            <p:ph type="body" sz="quarter" idx="3"/>
          </p:nvPr>
        </p:nvSpPr>
        <p:spPr>
          <a:xfrm>
            <a:off x="5012502" y="2657204"/>
            <a:ext cx="3959204" cy="973246"/>
          </a:xfrm>
        </p:spPr>
        <p:txBody>
          <a:bodyPr rtlCol="0" anchor="b"/>
          <a:lstStyle>
            <a:lvl1pPr marL="0" indent="0">
              <a:lnSpc>
                <a:spcPct val="90000"/>
              </a:lnSpc>
              <a:buNone/>
              <a:defRPr sz="1949" b="0" cap="all" baseline="0">
                <a:solidFill>
                  <a:schemeClr val="bg1">
                    <a:lumMod val="10000"/>
                  </a:schemeClr>
                </a:solidFill>
              </a:defRPr>
            </a:lvl1pPr>
            <a:lvl2pPr marL="371292" indent="0">
              <a:buNone/>
              <a:defRPr sz="1624" b="1"/>
            </a:lvl2pPr>
            <a:lvl3pPr marL="742584" indent="0">
              <a:buNone/>
              <a:defRPr sz="1462" b="1"/>
            </a:lvl3pPr>
            <a:lvl4pPr marL="1113876" indent="0">
              <a:buNone/>
              <a:defRPr sz="1299" b="1"/>
            </a:lvl4pPr>
            <a:lvl5pPr marL="1485168" indent="0">
              <a:buNone/>
              <a:defRPr sz="1299" b="1"/>
            </a:lvl5pPr>
            <a:lvl6pPr marL="1856461" indent="0">
              <a:buNone/>
              <a:defRPr sz="1299" b="1"/>
            </a:lvl6pPr>
            <a:lvl7pPr marL="2227753" indent="0">
              <a:buNone/>
              <a:defRPr sz="1299" b="1"/>
            </a:lvl7pPr>
            <a:lvl8pPr marL="2599045" indent="0">
              <a:buNone/>
              <a:defRPr sz="1299" b="1"/>
            </a:lvl8pPr>
            <a:lvl9pPr marL="2970337" indent="0">
              <a:buNone/>
              <a:defRPr sz="1299" b="1"/>
            </a:lvl9pPr>
          </a:lstStyle>
          <a:p>
            <a:pPr lvl="0"/>
            <a:r>
              <a:rPr lang="es-ES" noProof="0"/>
              <a:t>Haga clic para modificar los estilos de texto del patrón</a:t>
            </a:r>
          </a:p>
        </p:txBody>
      </p:sp>
      <p:sp>
        <p:nvSpPr>
          <p:cNvPr id="6" name="Marcador de posición de contenido 5"/>
          <p:cNvSpPr>
            <a:spLocks noGrp="1"/>
          </p:cNvSpPr>
          <p:nvPr>
            <p:ph sz="quarter" idx="4"/>
          </p:nvPr>
        </p:nvSpPr>
        <p:spPr>
          <a:xfrm>
            <a:off x="5012502" y="3630451"/>
            <a:ext cx="3959204" cy="3210403"/>
          </a:xfrm>
        </p:spPr>
        <p:txBody>
          <a:bodyPr rtlCol="0"/>
          <a:lstStyle>
            <a:lvl1pPr>
              <a:defRPr>
                <a:solidFill>
                  <a:schemeClr val="bg1">
                    <a:lumMod val="10000"/>
                  </a:schemeClr>
                </a:solidFill>
              </a:defRPr>
            </a:lvl1pPr>
            <a:lvl2pPr>
              <a:defRPr>
                <a:solidFill>
                  <a:schemeClr val="bg1">
                    <a:lumMod val="10000"/>
                  </a:schemeClr>
                </a:solidFill>
              </a:defRPr>
            </a:lvl2pPr>
            <a:lvl3pPr>
              <a:defRPr>
                <a:solidFill>
                  <a:schemeClr val="bg1">
                    <a:lumMod val="10000"/>
                  </a:schemeClr>
                </a:solidFill>
              </a:defRPr>
            </a:lvl3pPr>
            <a:lvl4pPr>
              <a:defRPr>
                <a:solidFill>
                  <a:schemeClr val="bg1">
                    <a:lumMod val="10000"/>
                  </a:schemeClr>
                </a:solidFill>
              </a:defRPr>
            </a:lvl4pPr>
            <a:lvl5pPr>
              <a:defRPr>
                <a:solidFill>
                  <a:schemeClr val="bg1">
                    <a:lumMod val="10000"/>
                  </a:schemeClr>
                </a:solidFill>
              </a:defRPr>
            </a:lvl5pPr>
          </a:lstStyle>
          <a:p>
            <a:pPr lvl="0"/>
            <a:r>
              <a:rPr lang="es-ES" noProof="0"/>
              <a:t>Haga clic para modificar los estilos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ES" noProof="0" dirty="0"/>
          </a:p>
        </p:txBody>
      </p:sp>
      <p:sp>
        <p:nvSpPr>
          <p:cNvPr id="7" name="Marcador de fecha 3">
            <a:extLst>
              <a:ext uri="{FF2B5EF4-FFF2-40B4-BE49-F238E27FC236}">
                <a16:creationId xmlns:a16="http://schemas.microsoft.com/office/drawing/2014/main" id="{03E9F70D-8834-46E1-98AE-27FC90E5043C}"/>
              </a:ext>
            </a:extLst>
          </p:cNvPr>
          <p:cNvSpPr>
            <a:spLocks noGrp="1"/>
          </p:cNvSpPr>
          <p:nvPr>
            <p:ph type="dt" sz="half" idx="10"/>
          </p:nvPr>
        </p:nvSpPr>
        <p:spPr/>
        <p:txBody>
          <a:bodyPr/>
          <a:lstStyle>
            <a:lvl1pPr>
              <a:defRPr/>
            </a:lvl1pPr>
          </a:lstStyle>
          <a:p>
            <a:pPr>
              <a:defRPr/>
            </a:pPr>
            <a:fld id="{B833F6DD-F8C8-4555-B428-72024C07B9DB}" type="datetime1">
              <a:rPr lang="es-ES"/>
              <a:pPr>
                <a:defRPr/>
              </a:pPr>
              <a:t>10/03/2026</a:t>
            </a:fld>
            <a:endParaRPr lang="es-ES"/>
          </a:p>
        </p:txBody>
      </p:sp>
      <p:sp>
        <p:nvSpPr>
          <p:cNvPr id="8" name="Marcador de posición de pie de página 4">
            <a:extLst>
              <a:ext uri="{FF2B5EF4-FFF2-40B4-BE49-F238E27FC236}">
                <a16:creationId xmlns:a16="http://schemas.microsoft.com/office/drawing/2014/main" id="{323E78E0-4BD2-4C10-8337-87C33E7F1863}"/>
              </a:ext>
            </a:extLst>
          </p:cNvPr>
          <p:cNvSpPr>
            <a:spLocks noGrp="1"/>
          </p:cNvSpPr>
          <p:nvPr>
            <p:ph type="ftr" sz="quarter" idx="11"/>
          </p:nvPr>
        </p:nvSpPr>
        <p:spPr/>
        <p:txBody>
          <a:bodyPr/>
          <a:lstStyle>
            <a:lvl1pPr>
              <a:defRPr/>
            </a:lvl1pPr>
          </a:lstStyle>
          <a:p>
            <a:pPr>
              <a:defRPr/>
            </a:pPr>
            <a:r>
              <a:rPr lang="es-ES"/>
              <a:t>dfsasdfasd</a:t>
            </a:r>
          </a:p>
        </p:txBody>
      </p:sp>
      <p:sp>
        <p:nvSpPr>
          <p:cNvPr id="9" name="Marcador de posición de número de diapositiva 5">
            <a:extLst>
              <a:ext uri="{FF2B5EF4-FFF2-40B4-BE49-F238E27FC236}">
                <a16:creationId xmlns:a16="http://schemas.microsoft.com/office/drawing/2014/main" id="{FD62303F-F388-45F7-80B5-F43DC54FE9F3}"/>
              </a:ext>
            </a:extLst>
          </p:cNvPr>
          <p:cNvSpPr>
            <a:spLocks noGrp="1"/>
          </p:cNvSpPr>
          <p:nvPr>
            <p:ph type="sldNum" sz="quarter" idx="12"/>
          </p:nvPr>
        </p:nvSpPr>
        <p:spPr/>
        <p:txBody>
          <a:bodyPr/>
          <a:lstStyle>
            <a:lvl1pPr>
              <a:defRPr/>
            </a:lvl1pPr>
          </a:lstStyle>
          <a:p>
            <a:fld id="{2A3AD0D5-B8EA-4273-A58F-1FC529E43860}" type="slidenum">
              <a:rPr lang="es-ES" altLang="es-ES"/>
              <a:pPr/>
              <a:t>‹Nº›</a:t>
            </a:fld>
            <a:endParaRPr lang="es-ES" altLang="es-ES"/>
          </a:p>
        </p:txBody>
      </p:sp>
    </p:spTree>
    <p:extLst>
      <p:ext uri="{BB962C8B-B14F-4D97-AF65-F5344CB8AC3E}">
        <p14:creationId xmlns:p14="http://schemas.microsoft.com/office/powerpoint/2010/main" val="13960053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solidFill>
                  <a:schemeClr val="bg1">
                    <a:lumMod val="10000"/>
                  </a:schemeClr>
                </a:solidFill>
              </a:defRPr>
            </a:lvl1pPr>
          </a:lstStyle>
          <a:p>
            <a:r>
              <a:rPr lang="es-ES" noProof="0" dirty="0"/>
              <a:t>Haga clic para modificar el estilo de título del patrón</a:t>
            </a:r>
          </a:p>
        </p:txBody>
      </p:sp>
      <p:sp>
        <p:nvSpPr>
          <p:cNvPr id="3" name="Marcador de fecha 3">
            <a:extLst>
              <a:ext uri="{FF2B5EF4-FFF2-40B4-BE49-F238E27FC236}">
                <a16:creationId xmlns:a16="http://schemas.microsoft.com/office/drawing/2014/main" id="{83AED729-BEF5-462E-B45D-346F97D18889}"/>
              </a:ext>
            </a:extLst>
          </p:cNvPr>
          <p:cNvSpPr>
            <a:spLocks noGrp="1"/>
          </p:cNvSpPr>
          <p:nvPr>
            <p:ph type="dt" sz="half" idx="10"/>
          </p:nvPr>
        </p:nvSpPr>
        <p:spPr/>
        <p:txBody>
          <a:bodyPr/>
          <a:lstStyle>
            <a:lvl1pPr>
              <a:defRPr/>
            </a:lvl1pPr>
          </a:lstStyle>
          <a:p>
            <a:pPr>
              <a:defRPr/>
            </a:pPr>
            <a:fld id="{587F56FD-FFC1-4AF7-840E-9BC673B005CF}" type="datetime1">
              <a:rPr lang="es-ES"/>
              <a:pPr>
                <a:defRPr/>
              </a:pPr>
              <a:t>10/03/2026</a:t>
            </a:fld>
            <a:endParaRPr lang="es-ES"/>
          </a:p>
        </p:txBody>
      </p:sp>
      <p:sp>
        <p:nvSpPr>
          <p:cNvPr id="4" name="Marcador de posición de pie de página 4">
            <a:extLst>
              <a:ext uri="{FF2B5EF4-FFF2-40B4-BE49-F238E27FC236}">
                <a16:creationId xmlns:a16="http://schemas.microsoft.com/office/drawing/2014/main" id="{0C18FF0F-0A53-4006-BC6B-BDF952585863}"/>
              </a:ext>
            </a:extLst>
          </p:cNvPr>
          <p:cNvSpPr>
            <a:spLocks noGrp="1"/>
          </p:cNvSpPr>
          <p:nvPr>
            <p:ph type="ftr" sz="quarter" idx="11"/>
          </p:nvPr>
        </p:nvSpPr>
        <p:spPr/>
        <p:txBody>
          <a:bodyPr/>
          <a:lstStyle>
            <a:lvl1pPr>
              <a:defRPr/>
            </a:lvl1pPr>
          </a:lstStyle>
          <a:p>
            <a:pPr>
              <a:defRPr/>
            </a:pPr>
            <a:r>
              <a:rPr lang="es-ES"/>
              <a:t>dfsasdfasd</a:t>
            </a:r>
          </a:p>
        </p:txBody>
      </p:sp>
      <p:sp>
        <p:nvSpPr>
          <p:cNvPr id="5" name="Marcador de posición de número de diapositiva 5">
            <a:extLst>
              <a:ext uri="{FF2B5EF4-FFF2-40B4-BE49-F238E27FC236}">
                <a16:creationId xmlns:a16="http://schemas.microsoft.com/office/drawing/2014/main" id="{0C12CDAE-276A-4E72-886A-5B0C81DCE4EE}"/>
              </a:ext>
            </a:extLst>
          </p:cNvPr>
          <p:cNvSpPr>
            <a:spLocks noGrp="1"/>
          </p:cNvSpPr>
          <p:nvPr>
            <p:ph type="sldNum" sz="quarter" idx="12"/>
          </p:nvPr>
        </p:nvSpPr>
        <p:spPr/>
        <p:txBody>
          <a:bodyPr/>
          <a:lstStyle>
            <a:lvl1pPr>
              <a:defRPr/>
            </a:lvl1pPr>
          </a:lstStyle>
          <a:p>
            <a:fld id="{DBA8DBE1-394D-42ED-B74D-9770C84D6139}" type="slidenum">
              <a:rPr lang="es-ES" altLang="es-ES"/>
              <a:pPr/>
              <a:t>‹Nº›</a:t>
            </a:fld>
            <a:endParaRPr lang="es-ES" altLang="es-ES"/>
          </a:p>
        </p:txBody>
      </p:sp>
    </p:spTree>
    <p:extLst>
      <p:ext uri="{BB962C8B-B14F-4D97-AF65-F5344CB8AC3E}">
        <p14:creationId xmlns:p14="http://schemas.microsoft.com/office/powerpoint/2010/main" val="71073651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3">
            <a:extLst>
              <a:ext uri="{FF2B5EF4-FFF2-40B4-BE49-F238E27FC236}">
                <a16:creationId xmlns:a16="http://schemas.microsoft.com/office/drawing/2014/main" id="{AC543436-F245-4D8D-A667-91C1AD8D7918}"/>
              </a:ext>
            </a:extLst>
          </p:cNvPr>
          <p:cNvSpPr>
            <a:spLocks noGrp="1"/>
          </p:cNvSpPr>
          <p:nvPr>
            <p:ph type="dt" sz="half" idx="10"/>
          </p:nvPr>
        </p:nvSpPr>
        <p:spPr/>
        <p:txBody>
          <a:bodyPr/>
          <a:lstStyle>
            <a:lvl1pPr>
              <a:defRPr/>
            </a:lvl1pPr>
          </a:lstStyle>
          <a:p>
            <a:pPr>
              <a:defRPr/>
            </a:pPr>
            <a:fld id="{58EBDA68-959E-4B21-A219-1A1B0E09018C}" type="datetime1">
              <a:rPr lang="es-ES"/>
              <a:pPr>
                <a:defRPr/>
              </a:pPr>
              <a:t>10/03/2026</a:t>
            </a:fld>
            <a:endParaRPr lang="es-ES"/>
          </a:p>
        </p:txBody>
      </p:sp>
      <p:sp>
        <p:nvSpPr>
          <p:cNvPr id="3" name="Marcador de posición de pie de página 4">
            <a:extLst>
              <a:ext uri="{FF2B5EF4-FFF2-40B4-BE49-F238E27FC236}">
                <a16:creationId xmlns:a16="http://schemas.microsoft.com/office/drawing/2014/main" id="{E87FA2F1-88B7-432F-93CD-22547B9206A1}"/>
              </a:ext>
            </a:extLst>
          </p:cNvPr>
          <p:cNvSpPr>
            <a:spLocks noGrp="1"/>
          </p:cNvSpPr>
          <p:nvPr>
            <p:ph type="ftr" sz="quarter" idx="11"/>
          </p:nvPr>
        </p:nvSpPr>
        <p:spPr/>
        <p:txBody>
          <a:bodyPr/>
          <a:lstStyle>
            <a:lvl1pPr>
              <a:defRPr/>
            </a:lvl1pPr>
          </a:lstStyle>
          <a:p>
            <a:pPr>
              <a:defRPr/>
            </a:pPr>
            <a:r>
              <a:rPr lang="es-ES"/>
              <a:t>dfsasdfasd</a:t>
            </a:r>
          </a:p>
        </p:txBody>
      </p:sp>
      <p:sp>
        <p:nvSpPr>
          <p:cNvPr id="4" name="Marcador de posición de número de diapositiva 5">
            <a:extLst>
              <a:ext uri="{FF2B5EF4-FFF2-40B4-BE49-F238E27FC236}">
                <a16:creationId xmlns:a16="http://schemas.microsoft.com/office/drawing/2014/main" id="{D9C92BA5-F9F0-4DA1-AA7A-968C3406DD72}"/>
              </a:ext>
            </a:extLst>
          </p:cNvPr>
          <p:cNvSpPr>
            <a:spLocks noGrp="1"/>
          </p:cNvSpPr>
          <p:nvPr>
            <p:ph type="sldNum" sz="quarter" idx="12"/>
          </p:nvPr>
        </p:nvSpPr>
        <p:spPr/>
        <p:txBody>
          <a:bodyPr/>
          <a:lstStyle>
            <a:lvl1pPr>
              <a:defRPr/>
            </a:lvl1pPr>
          </a:lstStyle>
          <a:p>
            <a:fld id="{29176773-163A-41D8-A17F-57A7C926E8AE}" type="slidenum">
              <a:rPr lang="es-ES" altLang="es-ES"/>
              <a:pPr/>
              <a:t>‹Nº›</a:t>
            </a:fld>
            <a:endParaRPr lang="es-ES" altLang="es-ES"/>
          </a:p>
        </p:txBody>
      </p:sp>
    </p:spTree>
    <p:extLst>
      <p:ext uri="{BB962C8B-B14F-4D97-AF65-F5344CB8AC3E}">
        <p14:creationId xmlns:p14="http://schemas.microsoft.com/office/powerpoint/2010/main" val="101842607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931250" y="720091"/>
            <a:ext cx="3131524" cy="1937113"/>
          </a:xfrm>
        </p:spPr>
        <p:txBody>
          <a:bodyPr anchor="b"/>
          <a:lstStyle>
            <a:lvl1pPr>
              <a:defRPr sz="2599">
                <a:solidFill>
                  <a:schemeClr val="bg1">
                    <a:lumMod val="10000"/>
                  </a:schemeClr>
                </a:solidFill>
              </a:defRPr>
            </a:lvl1pPr>
          </a:lstStyle>
          <a:p>
            <a:r>
              <a:rPr lang="es-ES" noProof="0" dirty="0"/>
              <a:t>Haga clic para modificar el estilo de título del patrón</a:t>
            </a:r>
          </a:p>
        </p:txBody>
      </p:sp>
      <p:sp>
        <p:nvSpPr>
          <p:cNvPr id="3" name="Marcador de posición de contenido 2"/>
          <p:cNvSpPr>
            <a:spLocks noGrp="1"/>
          </p:cNvSpPr>
          <p:nvPr>
            <p:ph idx="1"/>
          </p:nvPr>
        </p:nvSpPr>
        <p:spPr>
          <a:xfrm>
            <a:off x="4187399" y="700087"/>
            <a:ext cx="4784306" cy="6140769"/>
          </a:xfrm>
        </p:spPr>
        <p:txBody>
          <a:bodyPr rtlCol="0" anchor="ctr"/>
          <a:lstStyle>
            <a:lvl1pPr>
              <a:defRPr>
                <a:solidFill>
                  <a:schemeClr val="bg1">
                    <a:lumMod val="10000"/>
                  </a:schemeClr>
                </a:solidFill>
              </a:defRPr>
            </a:lvl1pPr>
            <a:lvl2pPr>
              <a:defRPr>
                <a:solidFill>
                  <a:schemeClr val="bg1">
                    <a:lumMod val="10000"/>
                  </a:schemeClr>
                </a:solidFill>
              </a:defRPr>
            </a:lvl2pPr>
            <a:lvl3pPr>
              <a:defRPr>
                <a:solidFill>
                  <a:schemeClr val="bg1">
                    <a:lumMod val="10000"/>
                  </a:schemeClr>
                </a:solidFill>
              </a:defRPr>
            </a:lvl3pPr>
            <a:lvl4pPr>
              <a:defRPr>
                <a:solidFill>
                  <a:schemeClr val="bg1">
                    <a:lumMod val="10000"/>
                  </a:schemeClr>
                </a:solidFill>
              </a:defRPr>
            </a:lvl4pPr>
            <a:lvl5pPr>
              <a:defRPr>
                <a:solidFill>
                  <a:schemeClr val="bg1">
                    <a:lumMod val="10000"/>
                  </a:schemeClr>
                </a:solidFill>
              </a:defRPr>
            </a:lvl5pPr>
          </a:lstStyle>
          <a:p>
            <a:pPr lvl="0"/>
            <a:r>
              <a:rPr lang="es-ES" noProof="0"/>
              <a:t>Haga clic para modificar los estilos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ES" noProof="0" dirty="0"/>
          </a:p>
        </p:txBody>
      </p:sp>
      <p:sp>
        <p:nvSpPr>
          <p:cNvPr id="4" name="Marcador de posición de texto 3"/>
          <p:cNvSpPr>
            <a:spLocks noGrp="1"/>
          </p:cNvSpPr>
          <p:nvPr>
            <p:ph type="body" sz="half" idx="2"/>
          </p:nvPr>
        </p:nvSpPr>
        <p:spPr>
          <a:xfrm>
            <a:off x="931250" y="2657205"/>
            <a:ext cx="3131524" cy="4183650"/>
          </a:xfrm>
        </p:spPr>
        <p:txBody>
          <a:bodyPr rtlCol="0"/>
          <a:lstStyle>
            <a:lvl1pPr marL="0" indent="0">
              <a:buNone/>
              <a:defRPr sz="1299">
                <a:solidFill>
                  <a:schemeClr val="bg1">
                    <a:lumMod val="10000"/>
                  </a:schemeClr>
                </a:solidFill>
              </a:defRPr>
            </a:lvl1pPr>
            <a:lvl2pPr marL="371292" indent="0">
              <a:buNone/>
              <a:defRPr sz="1137"/>
            </a:lvl2pPr>
            <a:lvl3pPr marL="742584" indent="0">
              <a:buNone/>
              <a:defRPr sz="975"/>
            </a:lvl3pPr>
            <a:lvl4pPr marL="1113876" indent="0">
              <a:buNone/>
              <a:defRPr sz="812"/>
            </a:lvl4pPr>
            <a:lvl5pPr marL="1485168" indent="0">
              <a:buNone/>
              <a:defRPr sz="812"/>
            </a:lvl5pPr>
            <a:lvl6pPr marL="1856461" indent="0">
              <a:buNone/>
              <a:defRPr sz="812"/>
            </a:lvl6pPr>
            <a:lvl7pPr marL="2227753" indent="0">
              <a:buNone/>
              <a:defRPr sz="812"/>
            </a:lvl7pPr>
            <a:lvl8pPr marL="2599045" indent="0">
              <a:buNone/>
              <a:defRPr sz="812"/>
            </a:lvl8pPr>
            <a:lvl9pPr marL="2970337" indent="0">
              <a:buNone/>
              <a:defRPr sz="812"/>
            </a:lvl9pPr>
          </a:lstStyle>
          <a:p>
            <a:pPr lvl="0"/>
            <a:r>
              <a:rPr lang="es-ES" noProof="0"/>
              <a:t>Haga clic para modificar los estilos de texto del patrón</a:t>
            </a:r>
          </a:p>
        </p:txBody>
      </p:sp>
      <p:sp>
        <p:nvSpPr>
          <p:cNvPr id="5" name="Marcador de fecha 3">
            <a:extLst>
              <a:ext uri="{FF2B5EF4-FFF2-40B4-BE49-F238E27FC236}">
                <a16:creationId xmlns:a16="http://schemas.microsoft.com/office/drawing/2014/main" id="{5E2CE436-B06D-4085-9096-8275A46DF030}"/>
              </a:ext>
            </a:extLst>
          </p:cNvPr>
          <p:cNvSpPr>
            <a:spLocks noGrp="1"/>
          </p:cNvSpPr>
          <p:nvPr>
            <p:ph type="dt" sz="half" idx="10"/>
          </p:nvPr>
        </p:nvSpPr>
        <p:spPr/>
        <p:txBody>
          <a:bodyPr/>
          <a:lstStyle>
            <a:lvl1pPr>
              <a:defRPr/>
            </a:lvl1pPr>
          </a:lstStyle>
          <a:p>
            <a:pPr>
              <a:defRPr/>
            </a:pPr>
            <a:fld id="{61E87AA9-54F9-4665-B412-3143520EBF00}" type="datetime1">
              <a:rPr lang="es-ES"/>
              <a:pPr>
                <a:defRPr/>
              </a:pPr>
              <a:t>10/03/2026</a:t>
            </a:fld>
            <a:endParaRPr lang="es-ES"/>
          </a:p>
        </p:txBody>
      </p:sp>
      <p:sp>
        <p:nvSpPr>
          <p:cNvPr id="6" name="Marcador de posición de pie de página 4">
            <a:extLst>
              <a:ext uri="{FF2B5EF4-FFF2-40B4-BE49-F238E27FC236}">
                <a16:creationId xmlns:a16="http://schemas.microsoft.com/office/drawing/2014/main" id="{2D8C496C-4098-4BDA-B4DA-399A58A6AB7F}"/>
              </a:ext>
            </a:extLst>
          </p:cNvPr>
          <p:cNvSpPr>
            <a:spLocks noGrp="1"/>
          </p:cNvSpPr>
          <p:nvPr>
            <p:ph type="ftr" sz="quarter" idx="11"/>
          </p:nvPr>
        </p:nvSpPr>
        <p:spPr/>
        <p:txBody>
          <a:bodyPr/>
          <a:lstStyle>
            <a:lvl1pPr>
              <a:defRPr/>
            </a:lvl1pPr>
          </a:lstStyle>
          <a:p>
            <a:pPr>
              <a:defRPr/>
            </a:pPr>
            <a:r>
              <a:rPr lang="es-ES"/>
              <a:t>dfsasdfasd</a:t>
            </a:r>
          </a:p>
        </p:txBody>
      </p:sp>
      <p:sp>
        <p:nvSpPr>
          <p:cNvPr id="7" name="Marcador de posición de número de diapositiva 5">
            <a:extLst>
              <a:ext uri="{FF2B5EF4-FFF2-40B4-BE49-F238E27FC236}">
                <a16:creationId xmlns:a16="http://schemas.microsoft.com/office/drawing/2014/main" id="{C30609B1-3BB6-4C49-AEDF-A9E682B9CE06}"/>
              </a:ext>
            </a:extLst>
          </p:cNvPr>
          <p:cNvSpPr>
            <a:spLocks noGrp="1"/>
          </p:cNvSpPr>
          <p:nvPr>
            <p:ph type="sldNum" sz="quarter" idx="12"/>
          </p:nvPr>
        </p:nvSpPr>
        <p:spPr/>
        <p:txBody>
          <a:bodyPr/>
          <a:lstStyle>
            <a:lvl1pPr>
              <a:defRPr/>
            </a:lvl1pPr>
          </a:lstStyle>
          <a:p>
            <a:fld id="{C2D02DD9-41E0-4E27-A1DC-977C3E90D27A}" type="slidenum">
              <a:rPr lang="es-ES" altLang="es-ES"/>
              <a:pPr/>
              <a:t>‹Nº›</a:t>
            </a:fld>
            <a:endParaRPr lang="es-ES" altLang="es-ES"/>
          </a:p>
        </p:txBody>
      </p:sp>
    </p:spTree>
    <p:extLst>
      <p:ext uri="{BB962C8B-B14F-4D97-AF65-F5344CB8AC3E}">
        <p14:creationId xmlns:p14="http://schemas.microsoft.com/office/powerpoint/2010/main" val="14462790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2" name="Título 1"/>
          <p:cNvSpPr>
            <a:spLocks noGrp="1"/>
          </p:cNvSpPr>
          <p:nvPr>
            <p:ph type="title"/>
          </p:nvPr>
        </p:nvSpPr>
        <p:spPr>
          <a:xfrm>
            <a:off x="926952" y="720090"/>
            <a:ext cx="4819470" cy="1937115"/>
          </a:xfrm>
        </p:spPr>
        <p:txBody>
          <a:bodyPr anchor="b"/>
          <a:lstStyle>
            <a:lvl1pPr>
              <a:defRPr sz="2599"/>
            </a:lvl1pPr>
          </a:lstStyle>
          <a:p>
            <a:r>
              <a:rPr lang="es-ES" noProof="0"/>
              <a:t>Haga clic para modificar el estilo de título del patrón</a:t>
            </a:r>
          </a:p>
        </p:txBody>
      </p:sp>
      <p:sp>
        <p:nvSpPr>
          <p:cNvPr id="3" name="Marcador de posición de imagen 2"/>
          <p:cNvSpPr>
            <a:spLocks noGrp="1" noChangeAspect="1"/>
          </p:cNvSpPr>
          <p:nvPr>
            <p:ph type="pic" idx="1"/>
          </p:nvPr>
        </p:nvSpPr>
        <p:spPr>
          <a:xfrm>
            <a:off x="5993953" y="720092"/>
            <a:ext cx="2977753" cy="6120764"/>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rtlCol="0">
            <a:normAutofit/>
          </a:bodyPr>
          <a:lstStyle>
            <a:lvl1pPr marL="0" indent="0">
              <a:buNone/>
              <a:defRPr sz="2599"/>
            </a:lvl1pPr>
            <a:lvl2pPr marL="371292" indent="0">
              <a:buNone/>
              <a:defRPr sz="2274"/>
            </a:lvl2pPr>
            <a:lvl3pPr marL="742584" indent="0">
              <a:buNone/>
              <a:defRPr sz="1949"/>
            </a:lvl3pPr>
            <a:lvl4pPr marL="1113876" indent="0">
              <a:buNone/>
              <a:defRPr sz="1624"/>
            </a:lvl4pPr>
            <a:lvl5pPr marL="1485168" indent="0">
              <a:buNone/>
              <a:defRPr sz="1624"/>
            </a:lvl5pPr>
            <a:lvl6pPr marL="1856461" indent="0">
              <a:buNone/>
              <a:defRPr sz="1624"/>
            </a:lvl6pPr>
            <a:lvl7pPr marL="2227753" indent="0">
              <a:buNone/>
              <a:defRPr sz="1624"/>
            </a:lvl7pPr>
            <a:lvl8pPr marL="2599045" indent="0">
              <a:buNone/>
              <a:defRPr sz="1624"/>
            </a:lvl8pPr>
            <a:lvl9pPr marL="2970337" indent="0">
              <a:buNone/>
              <a:defRPr sz="1624"/>
            </a:lvl9pPr>
          </a:lstStyle>
          <a:p>
            <a:pPr lvl="0"/>
            <a:r>
              <a:rPr lang="es-ES" noProof="0"/>
              <a:t>Haga clic en el icono para agregar una imagen</a:t>
            </a:r>
          </a:p>
        </p:txBody>
      </p:sp>
      <p:sp>
        <p:nvSpPr>
          <p:cNvPr id="4" name="Marcador de posición de texto 3"/>
          <p:cNvSpPr>
            <a:spLocks noGrp="1"/>
          </p:cNvSpPr>
          <p:nvPr>
            <p:ph type="body" sz="half" idx="2"/>
          </p:nvPr>
        </p:nvSpPr>
        <p:spPr>
          <a:xfrm>
            <a:off x="926950" y="2657205"/>
            <a:ext cx="4819472" cy="4183650"/>
          </a:xfrm>
        </p:spPr>
        <p:txBody>
          <a:bodyPr rtlCol="0"/>
          <a:lstStyle>
            <a:lvl1pPr marL="0" indent="0">
              <a:buNone/>
              <a:defRPr sz="1299"/>
            </a:lvl1pPr>
            <a:lvl2pPr marL="371292" indent="0">
              <a:buNone/>
              <a:defRPr sz="1137"/>
            </a:lvl2pPr>
            <a:lvl3pPr marL="742584" indent="0">
              <a:buNone/>
              <a:defRPr sz="975"/>
            </a:lvl3pPr>
            <a:lvl4pPr marL="1113876" indent="0">
              <a:buNone/>
              <a:defRPr sz="812"/>
            </a:lvl4pPr>
            <a:lvl5pPr marL="1485168" indent="0">
              <a:buNone/>
              <a:defRPr sz="812"/>
            </a:lvl5pPr>
            <a:lvl6pPr marL="1856461" indent="0">
              <a:buNone/>
              <a:defRPr sz="812"/>
            </a:lvl6pPr>
            <a:lvl7pPr marL="2227753" indent="0">
              <a:buNone/>
              <a:defRPr sz="812"/>
            </a:lvl7pPr>
            <a:lvl8pPr marL="2599045" indent="0">
              <a:buNone/>
              <a:defRPr sz="812"/>
            </a:lvl8pPr>
            <a:lvl9pPr marL="2970337" indent="0">
              <a:buNone/>
              <a:defRPr sz="812"/>
            </a:lvl9pPr>
          </a:lstStyle>
          <a:p>
            <a:pPr lvl="0"/>
            <a:r>
              <a:rPr lang="es-ES" noProof="0"/>
              <a:t>Haga clic para modificar los estilos de texto del patrón</a:t>
            </a:r>
          </a:p>
        </p:txBody>
      </p:sp>
      <p:sp>
        <p:nvSpPr>
          <p:cNvPr id="5" name="Marcador de fecha 3">
            <a:extLst>
              <a:ext uri="{FF2B5EF4-FFF2-40B4-BE49-F238E27FC236}">
                <a16:creationId xmlns:a16="http://schemas.microsoft.com/office/drawing/2014/main" id="{5739BCBB-27A6-4AC2-A1C2-CAE6D681455C}"/>
              </a:ext>
            </a:extLst>
          </p:cNvPr>
          <p:cNvSpPr>
            <a:spLocks noGrp="1"/>
          </p:cNvSpPr>
          <p:nvPr>
            <p:ph type="dt" sz="half" idx="10"/>
          </p:nvPr>
        </p:nvSpPr>
        <p:spPr/>
        <p:txBody>
          <a:bodyPr/>
          <a:lstStyle>
            <a:lvl1pPr>
              <a:defRPr/>
            </a:lvl1pPr>
          </a:lstStyle>
          <a:p>
            <a:pPr>
              <a:defRPr/>
            </a:pPr>
            <a:fld id="{948860A9-4BED-43E8-A316-E98AA781D2D0}" type="datetime1">
              <a:rPr lang="es-ES"/>
              <a:pPr>
                <a:defRPr/>
              </a:pPr>
              <a:t>10/03/2026</a:t>
            </a:fld>
            <a:endParaRPr lang="es-ES"/>
          </a:p>
        </p:txBody>
      </p:sp>
      <p:sp>
        <p:nvSpPr>
          <p:cNvPr id="6" name="Marcador de posición de pie de página 4">
            <a:extLst>
              <a:ext uri="{FF2B5EF4-FFF2-40B4-BE49-F238E27FC236}">
                <a16:creationId xmlns:a16="http://schemas.microsoft.com/office/drawing/2014/main" id="{07F22F16-7B03-4C84-80AB-1F99F6469499}"/>
              </a:ext>
            </a:extLst>
          </p:cNvPr>
          <p:cNvSpPr>
            <a:spLocks noGrp="1"/>
          </p:cNvSpPr>
          <p:nvPr>
            <p:ph type="ftr" sz="quarter" idx="11"/>
          </p:nvPr>
        </p:nvSpPr>
        <p:spPr/>
        <p:txBody>
          <a:bodyPr/>
          <a:lstStyle>
            <a:lvl1pPr>
              <a:defRPr/>
            </a:lvl1pPr>
          </a:lstStyle>
          <a:p>
            <a:pPr>
              <a:defRPr/>
            </a:pPr>
            <a:r>
              <a:rPr lang="es-ES"/>
              <a:t>dfsasdfasd</a:t>
            </a:r>
          </a:p>
        </p:txBody>
      </p:sp>
      <p:sp>
        <p:nvSpPr>
          <p:cNvPr id="7" name="Marcador de posición de número de diapositiva 5">
            <a:extLst>
              <a:ext uri="{FF2B5EF4-FFF2-40B4-BE49-F238E27FC236}">
                <a16:creationId xmlns:a16="http://schemas.microsoft.com/office/drawing/2014/main" id="{6374AD7A-33C6-4D4B-96AA-D80555644219}"/>
              </a:ext>
            </a:extLst>
          </p:cNvPr>
          <p:cNvSpPr>
            <a:spLocks noGrp="1"/>
          </p:cNvSpPr>
          <p:nvPr>
            <p:ph type="sldNum" sz="quarter" idx="12"/>
          </p:nvPr>
        </p:nvSpPr>
        <p:spPr/>
        <p:txBody>
          <a:bodyPr/>
          <a:lstStyle>
            <a:lvl1pPr>
              <a:defRPr/>
            </a:lvl1pPr>
          </a:lstStyle>
          <a:p>
            <a:fld id="{4DF157BC-C737-4476-89E1-A0AAFF3B176F}" type="slidenum">
              <a:rPr lang="es-ES" altLang="es-ES"/>
              <a:pPr/>
              <a:t>‹Nº›</a:t>
            </a:fld>
            <a:endParaRPr lang="es-ES" altLang="es-ES"/>
          </a:p>
        </p:txBody>
      </p:sp>
    </p:spTree>
    <p:extLst>
      <p:ext uri="{BB962C8B-B14F-4D97-AF65-F5344CB8AC3E}">
        <p14:creationId xmlns:p14="http://schemas.microsoft.com/office/powerpoint/2010/main" val="35120230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Imagen panorámica con leyenda">
    <p:spTree>
      <p:nvGrpSpPr>
        <p:cNvPr id="1" name=""/>
        <p:cNvGrpSpPr/>
        <p:nvPr/>
      </p:nvGrpSpPr>
      <p:grpSpPr>
        <a:xfrm>
          <a:off x="0" y="0"/>
          <a:ext cx="0" cy="0"/>
          <a:chOff x="0" y="0"/>
          <a:chExt cx="0" cy="0"/>
        </a:xfrm>
      </p:grpSpPr>
      <p:sp>
        <p:nvSpPr>
          <p:cNvPr id="2" name="Título 1"/>
          <p:cNvSpPr>
            <a:spLocks noGrp="1"/>
          </p:cNvSpPr>
          <p:nvPr>
            <p:ph type="title"/>
          </p:nvPr>
        </p:nvSpPr>
        <p:spPr>
          <a:xfrm>
            <a:off x="926950" y="5084885"/>
            <a:ext cx="8049917" cy="967863"/>
          </a:xfrm>
        </p:spPr>
        <p:txBody>
          <a:bodyPr anchor="b"/>
          <a:lstStyle>
            <a:lvl1pPr>
              <a:defRPr sz="2599"/>
            </a:lvl1pPr>
          </a:lstStyle>
          <a:p>
            <a:r>
              <a:rPr lang="es-ES" noProof="0"/>
              <a:t>Haga clic para modificar el estilo de título del patrón</a:t>
            </a:r>
          </a:p>
        </p:txBody>
      </p:sp>
      <p:sp>
        <p:nvSpPr>
          <p:cNvPr id="3" name="Marcador de posición de imagen 2"/>
          <p:cNvSpPr>
            <a:spLocks noGrp="1" noChangeAspect="1"/>
          </p:cNvSpPr>
          <p:nvPr>
            <p:ph type="pic" idx="1"/>
          </p:nvPr>
        </p:nvSpPr>
        <p:spPr>
          <a:xfrm>
            <a:off x="926951" y="716341"/>
            <a:ext cx="8049916" cy="3897863"/>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rtlCol="0">
            <a:normAutofit/>
          </a:bodyPr>
          <a:lstStyle>
            <a:lvl1pPr>
              <a:buNone/>
              <a:defRPr lang="en-US" sz="2599"/>
            </a:lvl1pPr>
          </a:lstStyle>
          <a:p>
            <a:pPr lvl="0"/>
            <a:r>
              <a:rPr lang="es-ES" noProof="0"/>
              <a:t>Haga clic en el icono para agregar una imagen</a:t>
            </a:r>
          </a:p>
        </p:txBody>
      </p:sp>
      <p:sp>
        <p:nvSpPr>
          <p:cNvPr id="4" name="Marcador de posición de texto 3"/>
          <p:cNvSpPr>
            <a:spLocks noGrp="1"/>
          </p:cNvSpPr>
          <p:nvPr>
            <p:ph type="body" sz="half" idx="2"/>
          </p:nvPr>
        </p:nvSpPr>
        <p:spPr>
          <a:xfrm>
            <a:off x="926913" y="6052749"/>
            <a:ext cx="8048702" cy="806170"/>
          </a:xfrm>
        </p:spPr>
        <p:txBody>
          <a:bodyPr rtlCol="0">
            <a:normAutofit/>
          </a:bodyPr>
          <a:lstStyle>
            <a:lvl1pPr marL="0" indent="0">
              <a:buNone/>
              <a:defRPr sz="1299"/>
            </a:lvl1pPr>
            <a:lvl2pPr marL="371292" indent="0">
              <a:buNone/>
              <a:defRPr sz="1137"/>
            </a:lvl2pPr>
            <a:lvl3pPr marL="742584" indent="0">
              <a:buNone/>
              <a:defRPr sz="975"/>
            </a:lvl3pPr>
            <a:lvl4pPr marL="1113876" indent="0">
              <a:buNone/>
              <a:defRPr sz="812"/>
            </a:lvl4pPr>
            <a:lvl5pPr marL="1485168" indent="0">
              <a:buNone/>
              <a:defRPr sz="812"/>
            </a:lvl5pPr>
            <a:lvl6pPr marL="1856461" indent="0">
              <a:buNone/>
              <a:defRPr sz="812"/>
            </a:lvl6pPr>
            <a:lvl7pPr marL="2227753" indent="0">
              <a:buNone/>
              <a:defRPr sz="812"/>
            </a:lvl7pPr>
            <a:lvl8pPr marL="2599045" indent="0">
              <a:buNone/>
              <a:defRPr sz="812"/>
            </a:lvl8pPr>
            <a:lvl9pPr marL="2970337" indent="0">
              <a:buNone/>
              <a:defRPr sz="812"/>
            </a:lvl9pPr>
          </a:lstStyle>
          <a:p>
            <a:pPr lvl="0"/>
            <a:r>
              <a:rPr lang="es-ES" noProof="0"/>
              <a:t>Haga clic para modificar los estilos de texto del patrón</a:t>
            </a:r>
          </a:p>
        </p:txBody>
      </p:sp>
      <p:sp>
        <p:nvSpPr>
          <p:cNvPr id="5" name="Marcador de fecha 3">
            <a:extLst>
              <a:ext uri="{FF2B5EF4-FFF2-40B4-BE49-F238E27FC236}">
                <a16:creationId xmlns:a16="http://schemas.microsoft.com/office/drawing/2014/main" id="{D6DD1D25-BF18-483A-8E67-8C00A6F7F8B6}"/>
              </a:ext>
            </a:extLst>
          </p:cNvPr>
          <p:cNvSpPr>
            <a:spLocks noGrp="1"/>
          </p:cNvSpPr>
          <p:nvPr>
            <p:ph type="dt" sz="half" idx="10"/>
          </p:nvPr>
        </p:nvSpPr>
        <p:spPr/>
        <p:txBody>
          <a:bodyPr/>
          <a:lstStyle>
            <a:lvl1pPr>
              <a:defRPr/>
            </a:lvl1pPr>
          </a:lstStyle>
          <a:p>
            <a:pPr>
              <a:defRPr/>
            </a:pPr>
            <a:fld id="{63AD3829-38C6-40BA-AE5E-469572393906}" type="datetime1">
              <a:rPr lang="es-ES"/>
              <a:pPr>
                <a:defRPr/>
              </a:pPr>
              <a:t>10/03/2026</a:t>
            </a:fld>
            <a:endParaRPr lang="es-ES"/>
          </a:p>
        </p:txBody>
      </p:sp>
      <p:sp>
        <p:nvSpPr>
          <p:cNvPr id="6" name="Marcador de posición de pie de página 4">
            <a:extLst>
              <a:ext uri="{FF2B5EF4-FFF2-40B4-BE49-F238E27FC236}">
                <a16:creationId xmlns:a16="http://schemas.microsoft.com/office/drawing/2014/main" id="{F9260593-49F7-4D3F-AB11-C144D22916BE}"/>
              </a:ext>
            </a:extLst>
          </p:cNvPr>
          <p:cNvSpPr>
            <a:spLocks noGrp="1"/>
          </p:cNvSpPr>
          <p:nvPr>
            <p:ph type="ftr" sz="quarter" idx="11"/>
          </p:nvPr>
        </p:nvSpPr>
        <p:spPr/>
        <p:txBody>
          <a:bodyPr/>
          <a:lstStyle>
            <a:lvl1pPr>
              <a:defRPr/>
            </a:lvl1pPr>
          </a:lstStyle>
          <a:p>
            <a:pPr>
              <a:defRPr/>
            </a:pPr>
            <a:r>
              <a:rPr lang="es-ES"/>
              <a:t>dfsasdfasd</a:t>
            </a:r>
          </a:p>
        </p:txBody>
      </p:sp>
      <p:sp>
        <p:nvSpPr>
          <p:cNvPr id="7" name="Marcador de posición de número de diapositiva 5">
            <a:extLst>
              <a:ext uri="{FF2B5EF4-FFF2-40B4-BE49-F238E27FC236}">
                <a16:creationId xmlns:a16="http://schemas.microsoft.com/office/drawing/2014/main" id="{EB29B929-1E00-46C9-BCAD-F916BD66139A}"/>
              </a:ext>
            </a:extLst>
          </p:cNvPr>
          <p:cNvSpPr>
            <a:spLocks noGrp="1"/>
          </p:cNvSpPr>
          <p:nvPr>
            <p:ph type="sldNum" sz="quarter" idx="12"/>
          </p:nvPr>
        </p:nvSpPr>
        <p:spPr/>
        <p:txBody>
          <a:bodyPr/>
          <a:lstStyle>
            <a:lvl1pPr>
              <a:defRPr/>
            </a:lvl1pPr>
          </a:lstStyle>
          <a:p>
            <a:fld id="{ED5265B1-2D44-47AF-8A6D-B12C7B1F7647}" type="slidenum">
              <a:rPr lang="es-ES" altLang="es-ES"/>
              <a:pPr/>
              <a:t>‹Nº›</a:t>
            </a:fld>
            <a:endParaRPr lang="es-ES" altLang="es-ES"/>
          </a:p>
        </p:txBody>
      </p:sp>
    </p:spTree>
    <p:extLst>
      <p:ext uri="{BB962C8B-B14F-4D97-AF65-F5344CB8AC3E}">
        <p14:creationId xmlns:p14="http://schemas.microsoft.com/office/powerpoint/2010/main" val="2276605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ítulo y leyenda">
    <p:spTree>
      <p:nvGrpSpPr>
        <p:cNvPr id="1" name=""/>
        <p:cNvGrpSpPr/>
        <p:nvPr/>
      </p:nvGrpSpPr>
      <p:grpSpPr>
        <a:xfrm>
          <a:off x="0" y="0"/>
          <a:ext cx="0" cy="0"/>
          <a:chOff x="0" y="0"/>
          <a:chExt cx="0" cy="0"/>
        </a:xfrm>
      </p:grpSpPr>
      <p:sp>
        <p:nvSpPr>
          <p:cNvPr id="2" name="Título 1"/>
          <p:cNvSpPr>
            <a:spLocks noGrp="1"/>
          </p:cNvSpPr>
          <p:nvPr>
            <p:ph type="title"/>
          </p:nvPr>
        </p:nvSpPr>
        <p:spPr>
          <a:xfrm>
            <a:off x="926988" y="720090"/>
            <a:ext cx="8044719" cy="4050507"/>
          </a:xfrm>
        </p:spPr>
        <p:txBody>
          <a:bodyPr/>
          <a:lstStyle>
            <a:lvl1pPr>
              <a:defRPr sz="2924"/>
            </a:lvl1pPr>
          </a:lstStyle>
          <a:p>
            <a:r>
              <a:rPr lang="es-ES" noProof="0"/>
              <a:t>Haga clic para modificar el estilo de título del patrón</a:t>
            </a:r>
          </a:p>
        </p:txBody>
      </p:sp>
      <p:sp>
        <p:nvSpPr>
          <p:cNvPr id="4" name="Marcador de posición de texto 3"/>
          <p:cNvSpPr>
            <a:spLocks noGrp="1"/>
          </p:cNvSpPr>
          <p:nvPr>
            <p:ph type="body" sz="half" idx="2"/>
          </p:nvPr>
        </p:nvSpPr>
        <p:spPr>
          <a:xfrm>
            <a:off x="926950" y="5220652"/>
            <a:ext cx="8043504" cy="1620201"/>
          </a:xfrm>
        </p:spPr>
        <p:txBody>
          <a:bodyPr rtlCol="0" anchor="ctr">
            <a:normAutofit/>
          </a:bodyPr>
          <a:lstStyle>
            <a:lvl1pPr marL="0" indent="0">
              <a:buNone/>
              <a:defRPr sz="1462"/>
            </a:lvl1pPr>
            <a:lvl2pPr marL="371292" indent="0">
              <a:buNone/>
              <a:defRPr sz="1137"/>
            </a:lvl2pPr>
            <a:lvl3pPr marL="742584" indent="0">
              <a:buNone/>
              <a:defRPr sz="975"/>
            </a:lvl3pPr>
            <a:lvl4pPr marL="1113876" indent="0">
              <a:buNone/>
              <a:defRPr sz="812"/>
            </a:lvl4pPr>
            <a:lvl5pPr marL="1485168" indent="0">
              <a:buNone/>
              <a:defRPr sz="812"/>
            </a:lvl5pPr>
            <a:lvl6pPr marL="1856461" indent="0">
              <a:buNone/>
              <a:defRPr sz="812"/>
            </a:lvl6pPr>
            <a:lvl7pPr marL="2227753" indent="0">
              <a:buNone/>
              <a:defRPr sz="812"/>
            </a:lvl7pPr>
            <a:lvl8pPr marL="2599045" indent="0">
              <a:buNone/>
              <a:defRPr sz="812"/>
            </a:lvl8pPr>
            <a:lvl9pPr marL="2970337" indent="0">
              <a:buNone/>
              <a:defRPr sz="812"/>
            </a:lvl9pPr>
          </a:lstStyle>
          <a:p>
            <a:pPr lvl="0"/>
            <a:r>
              <a:rPr lang="es-ES" noProof="0"/>
              <a:t>Haga clic para modificar los estilos de texto del patrón</a:t>
            </a:r>
          </a:p>
        </p:txBody>
      </p:sp>
      <p:sp>
        <p:nvSpPr>
          <p:cNvPr id="5" name="Marcador de fecha 3">
            <a:extLst>
              <a:ext uri="{FF2B5EF4-FFF2-40B4-BE49-F238E27FC236}">
                <a16:creationId xmlns:a16="http://schemas.microsoft.com/office/drawing/2014/main" id="{9418D99D-B64F-4D0F-BC6C-9987F0729F01}"/>
              </a:ext>
            </a:extLst>
          </p:cNvPr>
          <p:cNvSpPr>
            <a:spLocks noGrp="1"/>
          </p:cNvSpPr>
          <p:nvPr>
            <p:ph type="dt" sz="half" idx="10"/>
          </p:nvPr>
        </p:nvSpPr>
        <p:spPr/>
        <p:txBody>
          <a:bodyPr/>
          <a:lstStyle>
            <a:lvl1pPr>
              <a:defRPr/>
            </a:lvl1pPr>
          </a:lstStyle>
          <a:p>
            <a:pPr>
              <a:defRPr/>
            </a:pPr>
            <a:fld id="{76E73709-CE3C-4B23-85DF-D996BBDEECF7}" type="datetime1">
              <a:rPr lang="es-ES"/>
              <a:pPr>
                <a:defRPr/>
              </a:pPr>
              <a:t>10/03/2026</a:t>
            </a:fld>
            <a:endParaRPr lang="es-ES"/>
          </a:p>
        </p:txBody>
      </p:sp>
      <p:sp>
        <p:nvSpPr>
          <p:cNvPr id="6" name="Marcador de posición de pie de página 4">
            <a:extLst>
              <a:ext uri="{FF2B5EF4-FFF2-40B4-BE49-F238E27FC236}">
                <a16:creationId xmlns:a16="http://schemas.microsoft.com/office/drawing/2014/main" id="{852E236A-08B4-44FB-BC71-39D4E4547097}"/>
              </a:ext>
            </a:extLst>
          </p:cNvPr>
          <p:cNvSpPr>
            <a:spLocks noGrp="1"/>
          </p:cNvSpPr>
          <p:nvPr>
            <p:ph type="ftr" sz="quarter" idx="11"/>
          </p:nvPr>
        </p:nvSpPr>
        <p:spPr/>
        <p:txBody>
          <a:bodyPr/>
          <a:lstStyle>
            <a:lvl1pPr>
              <a:defRPr/>
            </a:lvl1pPr>
          </a:lstStyle>
          <a:p>
            <a:pPr>
              <a:defRPr/>
            </a:pPr>
            <a:r>
              <a:rPr lang="es-ES"/>
              <a:t>dfsasdfasd</a:t>
            </a:r>
          </a:p>
        </p:txBody>
      </p:sp>
      <p:sp>
        <p:nvSpPr>
          <p:cNvPr id="7" name="Marcador de posición de número de diapositiva 5">
            <a:extLst>
              <a:ext uri="{FF2B5EF4-FFF2-40B4-BE49-F238E27FC236}">
                <a16:creationId xmlns:a16="http://schemas.microsoft.com/office/drawing/2014/main" id="{240E78DA-3255-47CB-912F-84A46D6A5ED9}"/>
              </a:ext>
            </a:extLst>
          </p:cNvPr>
          <p:cNvSpPr>
            <a:spLocks noGrp="1"/>
          </p:cNvSpPr>
          <p:nvPr>
            <p:ph type="sldNum" sz="quarter" idx="12"/>
          </p:nvPr>
        </p:nvSpPr>
        <p:spPr/>
        <p:txBody>
          <a:bodyPr/>
          <a:lstStyle>
            <a:lvl1pPr>
              <a:defRPr/>
            </a:lvl1pPr>
          </a:lstStyle>
          <a:p>
            <a:fld id="{F19C3EDF-4EB4-42A4-B45C-3C7E66E4B234}" type="slidenum">
              <a:rPr lang="es-ES" altLang="es-ES"/>
              <a:pPr/>
              <a:t>‹Nº›</a:t>
            </a:fld>
            <a:endParaRPr lang="es-ES" altLang="es-ES"/>
          </a:p>
        </p:txBody>
      </p:sp>
    </p:spTree>
    <p:extLst>
      <p:ext uri="{BB962C8B-B14F-4D97-AF65-F5344CB8AC3E}">
        <p14:creationId xmlns:p14="http://schemas.microsoft.com/office/powerpoint/2010/main" val="238301005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ita con título">
    <p:spTree>
      <p:nvGrpSpPr>
        <p:cNvPr id="1" name=""/>
        <p:cNvGrpSpPr/>
        <p:nvPr/>
      </p:nvGrpSpPr>
      <p:grpSpPr>
        <a:xfrm>
          <a:off x="0" y="0"/>
          <a:ext cx="0" cy="0"/>
          <a:chOff x="0" y="0"/>
          <a:chExt cx="0" cy="0"/>
        </a:xfrm>
      </p:grpSpPr>
      <p:sp>
        <p:nvSpPr>
          <p:cNvPr id="5" name="Cuadro de texto 59">
            <a:extLst>
              <a:ext uri="{FF2B5EF4-FFF2-40B4-BE49-F238E27FC236}">
                <a16:creationId xmlns:a16="http://schemas.microsoft.com/office/drawing/2014/main" id="{50F5FA8D-4C06-462F-8AF6-42BF144DAD56}"/>
              </a:ext>
            </a:extLst>
          </p:cNvPr>
          <p:cNvSpPr txBox="1"/>
          <p:nvPr/>
        </p:nvSpPr>
        <p:spPr>
          <a:xfrm>
            <a:off x="733569" y="864484"/>
            <a:ext cx="495062" cy="691961"/>
          </a:xfrm>
          <a:prstGeom prst="rect">
            <a:avLst/>
          </a:prstGeom>
        </p:spPr>
        <p:txBody>
          <a:bodyPr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eaLnBrk="1" fontAlgn="auto" hangingPunct="1">
              <a:spcAft>
                <a:spcPts val="0"/>
              </a:spcAft>
              <a:defRPr/>
            </a:pPr>
            <a:r>
              <a:rPr lang="es-ES" sz="6497">
                <a:effectLst/>
              </a:rPr>
              <a:t>“</a:t>
            </a:r>
          </a:p>
        </p:txBody>
      </p:sp>
      <p:sp>
        <p:nvSpPr>
          <p:cNvPr id="6" name="Cuadro de texto 60">
            <a:extLst>
              <a:ext uri="{FF2B5EF4-FFF2-40B4-BE49-F238E27FC236}">
                <a16:creationId xmlns:a16="http://schemas.microsoft.com/office/drawing/2014/main" id="{8406FC4F-3263-4067-9EB4-0E5776BC3BB7}"/>
              </a:ext>
            </a:extLst>
          </p:cNvPr>
          <p:cNvSpPr txBox="1"/>
          <p:nvPr/>
        </p:nvSpPr>
        <p:spPr>
          <a:xfrm>
            <a:off x="8557867" y="3266659"/>
            <a:ext cx="495062" cy="690086"/>
          </a:xfrm>
          <a:prstGeom prst="rect">
            <a:avLst/>
          </a:prstGeom>
        </p:spPr>
        <p:txBody>
          <a:bodyPr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eaLnBrk="1" fontAlgn="auto" hangingPunct="1">
              <a:spcAft>
                <a:spcPts val="0"/>
              </a:spcAft>
              <a:defRPr/>
            </a:pPr>
            <a:r>
              <a:rPr lang="es-ES" sz="6497">
                <a:effectLst/>
              </a:rPr>
              <a:t>”</a:t>
            </a:r>
          </a:p>
        </p:txBody>
      </p:sp>
      <p:sp>
        <p:nvSpPr>
          <p:cNvPr id="2" name="Título 1"/>
          <p:cNvSpPr>
            <a:spLocks noGrp="1"/>
          </p:cNvSpPr>
          <p:nvPr>
            <p:ph type="title"/>
          </p:nvPr>
        </p:nvSpPr>
        <p:spPr>
          <a:xfrm>
            <a:off x="1174483" y="720089"/>
            <a:ext cx="7554852" cy="3246582"/>
          </a:xfrm>
        </p:spPr>
        <p:txBody>
          <a:bodyPr/>
          <a:lstStyle>
            <a:lvl1pPr>
              <a:defRPr sz="2924"/>
            </a:lvl1pPr>
          </a:lstStyle>
          <a:p>
            <a:r>
              <a:rPr lang="es-ES" noProof="0"/>
              <a:t>Haga clic para modificar el estilo de título del patrón</a:t>
            </a:r>
          </a:p>
        </p:txBody>
      </p:sp>
      <p:sp>
        <p:nvSpPr>
          <p:cNvPr id="12" name="Marcador de posición de texto 3"/>
          <p:cNvSpPr>
            <a:spLocks noGrp="1"/>
          </p:cNvSpPr>
          <p:nvPr>
            <p:ph type="body" sz="half" idx="13"/>
          </p:nvPr>
        </p:nvSpPr>
        <p:spPr>
          <a:xfrm>
            <a:off x="1397352" y="3975565"/>
            <a:ext cx="7107824" cy="648468"/>
          </a:xfrm>
        </p:spPr>
        <p:txBody>
          <a:bodyPr rtlCol="0">
            <a:normAutofit/>
          </a:bodyPr>
          <a:lstStyle>
            <a:lvl1pPr marL="0" indent="0">
              <a:buNone/>
              <a:defRPr sz="1137"/>
            </a:lvl1pPr>
            <a:lvl2pPr marL="371292" indent="0">
              <a:buNone/>
              <a:defRPr sz="1137"/>
            </a:lvl2pPr>
            <a:lvl3pPr marL="742584" indent="0">
              <a:buNone/>
              <a:defRPr sz="975"/>
            </a:lvl3pPr>
            <a:lvl4pPr marL="1113876" indent="0">
              <a:buNone/>
              <a:defRPr sz="812"/>
            </a:lvl4pPr>
            <a:lvl5pPr marL="1485168" indent="0">
              <a:buNone/>
              <a:defRPr sz="812"/>
            </a:lvl5pPr>
            <a:lvl6pPr marL="1856461" indent="0">
              <a:buNone/>
              <a:defRPr sz="812"/>
            </a:lvl6pPr>
            <a:lvl7pPr marL="2227753" indent="0">
              <a:buNone/>
              <a:defRPr sz="812"/>
            </a:lvl7pPr>
            <a:lvl8pPr marL="2599045" indent="0">
              <a:buNone/>
              <a:defRPr sz="812"/>
            </a:lvl8pPr>
            <a:lvl9pPr marL="2970337" indent="0">
              <a:buNone/>
              <a:defRPr sz="812"/>
            </a:lvl9pPr>
          </a:lstStyle>
          <a:p>
            <a:pPr lvl="0"/>
            <a:r>
              <a:rPr lang="es-ES" noProof="0"/>
              <a:t>Haga clic para modificar los estilos de texto del patrón</a:t>
            </a:r>
          </a:p>
        </p:txBody>
      </p:sp>
      <p:sp>
        <p:nvSpPr>
          <p:cNvPr id="4" name="Marcador de posición de texto 3"/>
          <p:cNvSpPr>
            <a:spLocks noGrp="1"/>
          </p:cNvSpPr>
          <p:nvPr>
            <p:ph type="body" sz="half" idx="2"/>
          </p:nvPr>
        </p:nvSpPr>
        <p:spPr>
          <a:xfrm>
            <a:off x="926951" y="5091092"/>
            <a:ext cx="8044757" cy="1759467"/>
          </a:xfrm>
        </p:spPr>
        <p:txBody>
          <a:bodyPr rtlCol="0" anchor="ctr">
            <a:normAutofit/>
          </a:bodyPr>
          <a:lstStyle>
            <a:lvl1pPr marL="0" indent="0">
              <a:buNone/>
              <a:defRPr sz="1462"/>
            </a:lvl1pPr>
            <a:lvl2pPr marL="371292" indent="0">
              <a:buNone/>
              <a:defRPr sz="1137"/>
            </a:lvl2pPr>
            <a:lvl3pPr marL="742584" indent="0">
              <a:buNone/>
              <a:defRPr sz="975"/>
            </a:lvl3pPr>
            <a:lvl4pPr marL="1113876" indent="0">
              <a:buNone/>
              <a:defRPr sz="812"/>
            </a:lvl4pPr>
            <a:lvl5pPr marL="1485168" indent="0">
              <a:buNone/>
              <a:defRPr sz="812"/>
            </a:lvl5pPr>
            <a:lvl6pPr marL="1856461" indent="0">
              <a:buNone/>
              <a:defRPr sz="812"/>
            </a:lvl6pPr>
            <a:lvl7pPr marL="2227753" indent="0">
              <a:buNone/>
              <a:defRPr sz="812"/>
            </a:lvl7pPr>
            <a:lvl8pPr marL="2599045" indent="0">
              <a:buNone/>
              <a:defRPr sz="812"/>
            </a:lvl8pPr>
            <a:lvl9pPr marL="2970337" indent="0">
              <a:buNone/>
              <a:defRPr sz="812"/>
            </a:lvl9pPr>
          </a:lstStyle>
          <a:p>
            <a:pPr lvl="0"/>
            <a:r>
              <a:rPr lang="es-ES" noProof="0"/>
              <a:t>Haga clic para modificar los estilos de texto del patrón</a:t>
            </a:r>
          </a:p>
        </p:txBody>
      </p:sp>
      <p:sp>
        <p:nvSpPr>
          <p:cNvPr id="7" name="Marcador de fecha 4">
            <a:extLst>
              <a:ext uri="{FF2B5EF4-FFF2-40B4-BE49-F238E27FC236}">
                <a16:creationId xmlns:a16="http://schemas.microsoft.com/office/drawing/2014/main" id="{162C03AB-F669-48CD-8C8A-271914A5284B}"/>
              </a:ext>
            </a:extLst>
          </p:cNvPr>
          <p:cNvSpPr>
            <a:spLocks noGrp="1"/>
          </p:cNvSpPr>
          <p:nvPr>
            <p:ph type="dt" sz="half" idx="14"/>
          </p:nvPr>
        </p:nvSpPr>
        <p:spPr/>
        <p:txBody>
          <a:bodyPr/>
          <a:lstStyle>
            <a:lvl1pPr>
              <a:defRPr/>
            </a:lvl1pPr>
          </a:lstStyle>
          <a:p>
            <a:pPr>
              <a:defRPr/>
            </a:pPr>
            <a:fld id="{5BB1DCE3-D87F-4F23-A997-F0F5034B4705}" type="datetime1">
              <a:rPr lang="es-ES"/>
              <a:pPr>
                <a:defRPr/>
              </a:pPr>
              <a:t>10/03/2026</a:t>
            </a:fld>
            <a:endParaRPr lang="es-ES"/>
          </a:p>
        </p:txBody>
      </p:sp>
      <p:sp>
        <p:nvSpPr>
          <p:cNvPr id="8" name="Marcador de pie de página 5">
            <a:extLst>
              <a:ext uri="{FF2B5EF4-FFF2-40B4-BE49-F238E27FC236}">
                <a16:creationId xmlns:a16="http://schemas.microsoft.com/office/drawing/2014/main" id="{AE879FBA-9E95-4420-9DF2-AED4787F5987}"/>
              </a:ext>
            </a:extLst>
          </p:cNvPr>
          <p:cNvSpPr>
            <a:spLocks noGrp="1"/>
          </p:cNvSpPr>
          <p:nvPr>
            <p:ph type="ftr" sz="quarter" idx="15"/>
          </p:nvPr>
        </p:nvSpPr>
        <p:spPr/>
        <p:txBody>
          <a:bodyPr/>
          <a:lstStyle>
            <a:lvl1pPr>
              <a:defRPr/>
            </a:lvl1pPr>
          </a:lstStyle>
          <a:p>
            <a:pPr>
              <a:defRPr/>
            </a:pPr>
            <a:r>
              <a:rPr lang="es-ES"/>
              <a:t>dfsasdfasd</a:t>
            </a:r>
          </a:p>
        </p:txBody>
      </p:sp>
      <p:sp>
        <p:nvSpPr>
          <p:cNvPr id="9" name="Marcador de posición de número de diapositiva 6">
            <a:extLst>
              <a:ext uri="{FF2B5EF4-FFF2-40B4-BE49-F238E27FC236}">
                <a16:creationId xmlns:a16="http://schemas.microsoft.com/office/drawing/2014/main" id="{1229207E-8BE3-4ABD-8358-BD986D72406D}"/>
              </a:ext>
            </a:extLst>
          </p:cNvPr>
          <p:cNvSpPr>
            <a:spLocks noGrp="1"/>
          </p:cNvSpPr>
          <p:nvPr>
            <p:ph type="sldNum" sz="quarter" idx="16"/>
          </p:nvPr>
        </p:nvSpPr>
        <p:spPr/>
        <p:txBody>
          <a:bodyPr/>
          <a:lstStyle>
            <a:lvl1pPr>
              <a:defRPr/>
            </a:lvl1pPr>
          </a:lstStyle>
          <a:p>
            <a:fld id="{926A3FA5-6963-4F19-ADF4-454C1DEEC8B2}" type="slidenum">
              <a:rPr lang="es-ES" altLang="es-ES"/>
              <a:pPr/>
              <a:t>‹Nº›</a:t>
            </a:fld>
            <a:endParaRPr lang="es-ES" altLang="es-ES"/>
          </a:p>
        </p:txBody>
      </p:sp>
    </p:spTree>
    <p:extLst>
      <p:ext uri="{BB962C8B-B14F-4D97-AF65-F5344CB8AC3E}">
        <p14:creationId xmlns:p14="http://schemas.microsoft.com/office/powerpoint/2010/main" val="105965438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ítulo 1"/>
          <p:cNvSpPr>
            <a:spLocks noGrp="1"/>
          </p:cNvSpPr>
          <p:nvPr>
            <p:ph type="title"/>
          </p:nvPr>
        </p:nvSpPr>
        <p:spPr>
          <a:xfrm>
            <a:off x="926950" y="2520837"/>
            <a:ext cx="8044757" cy="2967105"/>
          </a:xfrm>
        </p:spPr>
        <p:txBody>
          <a:bodyPr anchor="b"/>
          <a:lstStyle>
            <a:lvl1pPr>
              <a:defRPr sz="2924"/>
            </a:lvl1pPr>
          </a:lstStyle>
          <a:p>
            <a:r>
              <a:rPr lang="es-ES" noProof="0"/>
              <a:t>Haga clic para modificar el estilo de título del patrón</a:t>
            </a:r>
          </a:p>
        </p:txBody>
      </p:sp>
      <p:sp>
        <p:nvSpPr>
          <p:cNvPr id="4" name="Marcador de posición de texto 3"/>
          <p:cNvSpPr>
            <a:spLocks noGrp="1"/>
          </p:cNvSpPr>
          <p:nvPr>
            <p:ph type="body" sz="half" idx="2"/>
          </p:nvPr>
        </p:nvSpPr>
        <p:spPr>
          <a:xfrm>
            <a:off x="926913" y="5501855"/>
            <a:ext cx="8043542" cy="1347386"/>
          </a:xfrm>
        </p:spPr>
        <p:txBody>
          <a:bodyPr rtlCol="0">
            <a:normAutofit/>
          </a:bodyPr>
          <a:lstStyle>
            <a:lvl1pPr marL="0" indent="0">
              <a:buNone/>
              <a:defRPr sz="1462"/>
            </a:lvl1pPr>
            <a:lvl2pPr marL="371292" indent="0">
              <a:buNone/>
              <a:defRPr sz="1137"/>
            </a:lvl2pPr>
            <a:lvl3pPr marL="742584" indent="0">
              <a:buNone/>
              <a:defRPr sz="975"/>
            </a:lvl3pPr>
            <a:lvl4pPr marL="1113876" indent="0">
              <a:buNone/>
              <a:defRPr sz="812"/>
            </a:lvl4pPr>
            <a:lvl5pPr marL="1485168" indent="0">
              <a:buNone/>
              <a:defRPr sz="812"/>
            </a:lvl5pPr>
            <a:lvl6pPr marL="1856461" indent="0">
              <a:buNone/>
              <a:defRPr sz="812"/>
            </a:lvl6pPr>
            <a:lvl7pPr marL="2227753" indent="0">
              <a:buNone/>
              <a:defRPr sz="812"/>
            </a:lvl7pPr>
            <a:lvl8pPr marL="2599045" indent="0">
              <a:buNone/>
              <a:defRPr sz="812"/>
            </a:lvl8pPr>
            <a:lvl9pPr marL="2970337" indent="0">
              <a:buNone/>
              <a:defRPr sz="812"/>
            </a:lvl9pPr>
          </a:lstStyle>
          <a:p>
            <a:pPr lvl="0"/>
            <a:r>
              <a:rPr lang="es-ES" noProof="0"/>
              <a:t>Haga clic para modificar los estilos de texto del patrón</a:t>
            </a:r>
          </a:p>
        </p:txBody>
      </p:sp>
      <p:sp>
        <p:nvSpPr>
          <p:cNvPr id="5" name="Marcador de fecha 3">
            <a:extLst>
              <a:ext uri="{FF2B5EF4-FFF2-40B4-BE49-F238E27FC236}">
                <a16:creationId xmlns:a16="http://schemas.microsoft.com/office/drawing/2014/main" id="{EC5F15DA-39AE-462B-8494-1E0657A08B3C}"/>
              </a:ext>
            </a:extLst>
          </p:cNvPr>
          <p:cNvSpPr>
            <a:spLocks noGrp="1"/>
          </p:cNvSpPr>
          <p:nvPr>
            <p:ph type="dt" sz="half" idx="10"/>
          </p:nvPr>
        </p:nvSpPr>
        <p:spPr/>
        <p:txBody>
          <a:bodyPr/>
          <a:lstStyle>
            <a:lvl1pPr>
              <a:defRPr/>
            </a:lvl1pPr>
          </a:lstStyle>
          <a:p>
            <a:pPr>
              <a:defRPr/>
            </a:pPr>
            <a:fld id="{73351FF5-65C2-43B9-ACA6-CD37F88629E7}" type="datetime1">
              <a:rPr lang="es-ES"/>
              <a:pPr>
                <a:defRPr/>
              </a:pPr>
              <a:t>10/03/2026</a:t>
            </a:fld>
            <a:endParaRPr lang="es-ES"/>
          </a:p>
        </p:txBody>
      </p:sp>
      <p:sp>
        <p:nvSpPr>
          <p:cNvPr id="6" name="Marcador de posición de pie de página 4">
            <a:extLst>
              <a:ext uri="{FF2B5EF4-FFF2-40B4-BE49-F238E27FC236}">
                <a16:creationId xmlns:a16="http://schemas.microsoft.com/office/drawing/2014/main" id="{953771B7-18F7-48C2-9125-14C088CCF84B}"/>
              </a:ext>
            </a:extLst>
          </p:cNvPr>
          <p:cNvSpPr>
            <a:spLocks noGrp="1"/>
          </p:cNvSpPr>
          <p:nvPr>
            <p:ph type="ftr" sz="quarter" idx="11"/>
          </p:nvPr>
        </p:nvSpPr>
        <p:spPr/>
        <p:txBody>
          <a:bodyPr/>
          <a:lstStyle>
            <a:lvl1pPr>
              <a:defRPr/>
            </a:lvl1pPr>
          </a:lstStyle>
          <a:p>
            <a:pPr>
              <a:defRPr/>
            </a:pPr>
            <a:r>
              <a:rPr lang="es-ES"/>
              <a:t>dfsasdfasd</a:t>
            </a:r>
          </a:p>
        </p:txBody>
      </p:sp>
      <p:sp>
        <p:nvSpPr>
          <p:cNvPr id="7" name="Marcador de posición de número de diapositiva 5">
            <a:extLst>
              <a:ext uri="{FF2B5EF4-FFF2-40B4-BE49-F238E27FC236}">
                <a16:creationId xmlns:a16="http://schemas.microsoft.com/office/drawing/2014/main" id="{6655E18F-1DBC-40EC-BD29-7C49A4E7ABE6}"/>
              </a:ext>
            </a:extLst>
          </p:cNvPr>
          <p:cNvSpPr>
            <a:spLocks noGrp="1"/>
          </p:cNvSpPr>
          <p:nvPr>
            <p:ph type="sldNum" sz="quarter" idx="12"/>
          </p:nvPr>
        </p:nvSpPr>
        <p:spPr/>
        <p:txBody>
          <a:bodyPr/>
          <a:lstStyle>
            <a:lvl1pPr>
              <a:defRPr/>
            </a:lvl1pPr>
          </a:lstStyle>
          <a:p>
            <a:fld id="{495DB3D2-7FEB-433F-AB8D-4BCE8A253615}" type="slidenum">
              <a:rPr lang="es-ES" altLang="es-ES"/>
              <a:pPr/>
              <a:t>‹Nº›</a:t>
            </a:fld>
            <a:endParaRPr lang="es-ES" altLang="es-ES"/>
          </a:p>
        </p:txBody>
      </p:sp>
    </p:spTree>
    <p:extLst>
      <p:ext uri="{BB962C8B-B14F-4D97-AF65-F5344CB8AC3E}">
        <p14:creationId xmlns:p14="http://schemas.microsoft.com/office/powerpoint/2010/main" val="68713992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ítulo 1"/>
          <p:cNvSpPr>
            <a:spLocks noGrp="1"/>
          </p:cNvSpPr>
          <p:nvPr>
            <p:ph type="title"/>
          </p:nvPr>
        </p:nvSpPr>
        <p:spPr>
          <a:xfrm>
            <a:off x="926952" y="720090"/>
            <a:ext cx="8044754" cy="2250281"/>
          </a:xfrm>
        </p:spPr>
        <p:txBody>
          <a:bodyPr/>
          <a:lstStyle>
            <a:lvl1pPr>
              <a:defRPr>
                <a:solidFill>
                  <a:schemeClr val="bg1">
                    <a:lumMod val="10000"/>
                  </a:schemeClr>
                </a:solidFill>
              </a:defRPr>
            </a:lvl1pPr>
          </a:lstStyle>
          <a:p>
            <a:r>
              <a:rPr lang="es-ES" noProof="0" dirty="0"/>
              <a:t>Haga clic para modificar el estilo de título del patrón</a:t>
            </a:r>
          </a:p>
        </p:txBody>
      </p:sp>
      <p:sp>
        <p:nvSpPr>
          <p:cNvPr id="7" name="Marcador de posición de texto 2"/>
          <p:cNvSpPr>
            <a:spLocks noGrp="1"/>
          </p:cNvSpPr>
          <p:nvPr>
            <p:ph type="body" idx="1"/>
          </p:nvPr>
        </p:nvSpPr>
        <p:spPr>
          <a:xfrm>
            <a:off x="926950" y="3159210"/>
            <a:ext cx="2596232" cy="810101"/>
          </a:xfrm>
        </p:spPr>
        <p:txBody>
          <a:bodyPr rtlCol="0" anchor="b">
            <a:noAutofit/>
          </a:bodyPr>
          <a:lstStyle>
            <a:lvl1pPr marL="0" indent="0">
              <a:lnSpc>
                <a:spcPct val="90000"/>
              </a:lnSpc>
              <a:buNone/>
              <a:defRPr sz="1949" b="0" cap="all" baseline="0">
                <a:solidFill>
                  <a:schemeClr val="tx1"/>
                </a:solidFill>
              </a:defRPr>
            </a:lvl1pPr>
            <a:lvl2pPr marL="371292" indent="0">
              <a:buNone/>
              <a:defRPr sz="1624" b="1"/>
            </a:lvl2pPr>
            <a:lvl3pPr marL="742584" indent="0">
              <a:buNone/>
              <a:defRPr sz="1462" b="1"/>
            </a:lvl3pPr>
            <a:lvl4pPr marL="1113876" indent="0">
              <a:buNone/>
              <a:defRPr sz="1299" b="1"/>
            </a:lvl4pPr>
            <a:lvl5pPr marL="1485168" indent="0">
              <a:buNone/>
              <a:defRPr sz="1299" b="1"/>
            </a:lvl5pPr>
            <a:lvl6pPr marL="1856461" indent="0">
              <a:buNone/>
              <a:defRPr sz="1299" b="1"/>
            </a:lvl6pPr>
            <a:lvl7pPr marL="2227753" indent="0">
              <a:buNone/>
              <a:defRPr sz="1299" b="1"/>
            </a:lvl7pPr>
            <a:lvl8pPr marL="2599045" indent="0">
              <a:buNone/>
              <a:defRPr sz="1299" b="1"/>
            </a:lvl8pPr>
            <a:lvl9pPr marL="2970337" indent="0">
              <a:buNone/>
              <a:defRPr sz="1299" b="1"/>
            </a:lvl9pPr>
          </a:lstStyle>
          <a:p>
            <a:pPr lvl="0"/>
            <a:r>
              <a:rPr lang="es-ES" noProof="0"/>
              <a:t>Haga clic para modificar los estilos de texto del patrón</a:t>
            </a:r>
          </a:p>
        </p:txBody>
      </p:sp>
      <p:sp>
        <p:nvSpPr>
          <p:cNvPr id="8" name="Marcador de posición de texto 3"/>
          <p:cNvSpPr>
            <a:spLocks noGrp="1"/>
          </p:cNvSpPr>
          <p:nvPr>
            <p:ph type="body" sz="half" idx="15"/>
          </p:nvPr>
        </p:nvSpPr>
        <p:spPr>
          <a:xfrm>
            <a:off x="915993" y="3969311"/>
            <a:ext cx="2605844" cy="2871543"/>
          </a:xfrm>
        </p:spPr>
        <p:txBody>
          <a:bodyPr rtlCol="0">
            <a:normAutofit/>
          </a:bodyPr>
          <a:lstStyle>
            <a:lvl1pPr marL="0" indent="0">
              <a:buNone/>
              <a:defRPr sz="1137"/>
            </a:lvl1pPr>
            <a:lvl2pPr marL="371292" indent="0">
              <a:buNone/>
              <a:defRPr sz="975"/>
            </a:lvl2pPr>
            <a:lvl3pPr marL="742584" indent="0">
              <a:buNone/>
              <a:defRPr sz="812"/>
            </a:lvl3pPr>
            <a:lvl4pPr marL="1113876" indent="0">
              <a:buNone/>
              <a:defRPr sz="731"/>
            </a:lvl4pPr>
            <a:lvl5pPr marL="1485168" indent="0">
              <a:buNone/>
              <a:defRPr sz="731"/>
            </a:lvl5pPr>
            <a:lvl6pPr marL="1856461" indent="0">
              <a:buNone/>
              <a:defRPr sz="731"/>
            </a:lvl6pPr>
            <a:lvl7pPr marL="2227753" indent="0">
              <a:buNone/>
              <a:defRPr sz="731"/>
            </a:lvl7pPr>
            <a:lvl8pPr marL="2599045" indent="0">
              <a:buNone/>
              <a:defRPr sz="731"/>
            </a:lvl8pPr>
            <a:lvl9pPr marL="2970337" indent="0">
              <a:buNone/>
              <a:defRPr sz="731"/>
            </a:lvl9pPr>
          </a:lstStyle>
          <a:p>
            <a:pPr lvl="0"/>
            <a:r>
              <a:rPr lang="es-ES" noProof="0"/>
              <a:t>Haga clic para modificar los estilos de texto del patrón</a:t>
            </a:r>
          </a:p>
        </p:txBody>
      </p:sp>
      <p:sp>
        <p:nvSpPr>
          <p:cNvPr id="9" name="Marcador de posición de texto 4"/>
          <p:cNvSpPr>
            <a:spLocks noGrp="1"/>
          </p:cNvSpPr>
          <p:nvPr>
            <p:ph type="body" sz="quarter" idx="3"/>
          </p:nvPr>
        </p:nvSpPr>
        <p:spPr>
          <a:xfrm>
            <a:off x="3666484" y="3162957"/>
            <a:ext cx="2586069" cy="810101"/>
          </a:xfrm>
        </p:spPr>
        <p:txBody>
          <a:bodyPr rtlCol="0" anchor="b">
            <a:noAutofit/>
          </a:bodyPr>
          <a:lstStyle>
            <a:lvl1pPr marL="0" indent="0">
              <a:lnSpc>
                <a:spcPct val="90000"/>
              </a:lnSpc>
              <a:buNone/>
              <a:defRPr sz="1949" b="0" cap="all" baseline="0">
                <a:solidFill>
                  <a:schemeClr val="tx1"/>
                </a:solidFill>
              </a:defRPr>
            </a:lvl1pPr>
            <a:lvl2pPr marL="371292" indent="0">
              <a:buNone/>
              <a:defRPr sz="1624" b="1"/>
            </a:lvl2pPr>
            <a:lvl3pPr marL="742584" indent="0">
              <a:buNone/>
              <a:defRPr sz="1462" b="1"/>
            </a:lvl3pPr>
            <a:lvl4pPr marL="1113876" indent="0">
              <a:buNone/>
              <a:defRPr sz="1299" b="1"/>
            </a:lvl4pPr>
            <a:lvl5pPr marL="1485168" indent="0">
              <a:buNone/>
              <a:defRPr sz="1299" b="1"/>
            </a:lvl5pPr>
            <a:lvl6pPr marL="1856461" indent="0">
              <a:buNone/>
              <a:defRPr sz="1299" b="1"/>
            </a:lvl6pPr>
            <a:lvl7pPr marL="2227753" indent="0">
              <a:buNone/>
              <a:defRPr sz="1299" b="1"/>
            </a:lvl7pPr>
            <a:lvl8pPr marL="2599045" indent="0">
              <a:buNone/>
              <a:defRPr sz="1299" b="1"/>
            </a:lvl8pPr>
            <a:lvl9pPr marL="2970337" indent="0">
              <a:buNone/>
              <a:defRPr sz="1299" b="1"/>
            </a:lvl9pPr>
          </a:lstStyle>
          <a:p>
            <a:pPr lvl="0"/>
            <a:r>
              <a:rPr lang="es-ES" noProof="0"/>
              <a:t>Haga clic para modificar los estilos de texto del patrón</a:t>
            </a:r>
          </a:p>
        </p:txBody>
      </p:sp>
      <p:sp>
        <p:nvSpPr>
          <p:cNvPr id="10" name="Marcador de posición de texto 3"/>
          <p:cNvSpPr>
            <a:spLocks noGrp="1"/>
          </p:cNvSpPr>
          <p:nvPr>
            <p:ph type="body" sz="half" idx="16"/>
          </p:nvPr>
        </p:nvSpPr>
        <p:spPr>
          <a:xfrm>
            <a:off x="3657914" y="3973058"/>
            <a:ext cx="2595364" cy="2871543"/>
          </a:xfrm>
        </p:spPr>
        <p:txBody>
          <a:bodyPr rtlCol="0">
            <a:normAutofit/>
          </a:bodyPr>
          <a:lstStyle>
            <a:lvl1pPr marL="0" indent="0">
              <a:buNone/>
              <a:defRPr sz="1137"/>
            </a:lvl1pPr>
            <a:lvl2pPr marL="371292" indent="0">
              <a:buNone/>
              <a:defRPr sz="975"/>
            </a:lvl2pPr>
            <a:lvl3pPr marL="742584" indent="0">
              <a:buNone/>
              <a:defRPr sz="812"/>
            </a:lvl3pPr>
            <a:lvl4pPr marL="1113876" indent="0">
              <a:buNone/>
              <a:defRPr sz="731"/>
            </a:lvl4pPr>
            <a:lvl5pPr marL="1485168" indent="0">
              <a:buNone/>
              <a:defRPr sz="731"/>
            </a:lvl5pPr>
            <a:lvl6pPr marL="1856461" indent="0">
              <a:buNone/>
              <a:defRPr sz="731"/>
            </a:lvl6pPr>
            <a:lvl7pPr marL="2227753" indent="0">
              <a:buNone/>
              <a:defRPr sz="731"/>
            </a:lvl7pPr>
            <a:lvl8pPr marL="2599045" indent="0">
              <a:buNone/>
              <a:defRPr sz="731"/>
            </a:lvl8pPr>
            <a:lvl9pPr marL="2970337" indent="0">
              <a:buNone/>
              <a:defRPr sz="731"/>
            </a:lvl9pPr>
          </a:lstStyle>
          <a:p>
            <a:pPr lvl="0"/>
            <a:r>
              <a:rPr lang="es-ES" noProof="0"/>
              <a:t>Haga clic para modificar los estilos de texto del patrón</a:t>
            </a:r>
          </a:p>
        </p:txBody>
      </p:sp>
      <p:sp>
        <p:nvSpPr>
          <p:cNvPr id="11" name="Marcador de posición de texto 4"/>
          <p:cNvSpPr>
            <a:spLocks noGrp="1"/>
          </p:cNvSpPr>
          <p:nvPr>
            <p:ph type="body" sz="quarter" idx="13"/>
          </p:nvPr>
        </p:nvSpPr>
        <p:spPr>
          <a:xfrm>
            <a:off x="6377042" y="3159210"/>
            <a:ext cx="2594664" cy="810101"/>
          </a:xfrm>
        </p:spPr>
        <p:txBody>
          <a:bodyPr rtlCol="0" anchor="b">
            <a:noAutofit/>
          </a:bodyPr>
          <a:lstStyle>
            <a:lvl1pPr marL="0" indent="0">
              <a:lnSpc>
                <a:spcPct val="90000"/>
              </a:lnSpc>
              <a:buNone/>
              <a:defRPr sz="1949" b="0" cap="all" baseline="0">
                <a:solidFill>
                  <a:schemeClr val="tx1"/>
                </a:solidFill>
              </a:defRPr>
            </a:lvl1pPr>
            <a:lvl2pPr marL="371292" indent="0">
              <a:buNone/>
              <a:defRPr sz="1624" b="1"/>
            </a:lvl2pPr>
            <a:lvl3pPr marL="742584" indent="0">
              <a:buNone/>
              <a:defRPr sz="1462" b="1"/>
            </a:lvl3pPr>
            <a:lvl4pPr marL="1113876" indent="0">
              <a:buNone/>
              <a:defRPr sz="1299" b="1"/>
            </a:lvl4pPr>
            <a:lvl5pPr marL="1485168" indent="0">
              <a:buNone/>
              <a:defRPr sz="1299" b="1"/>
            </a:lvl5pPr>
            <a:lvl6pPr marL="1856461" indent="0">
              <a:buNone/>
              <a:defRPr sz="1299" b="1"/>
            </a:lvl6pPr>
            <a:lvl7pPr marL="2227753" indent="0">
              <a:buNone/>
              <a:defRPr sz="1299" b="1"/>
            </a:lvl7pPr>
            <a:lvl8pPr marL="2599045" indent="0">
              <a:buNone/>
              <a:defRPr sz="1299" b="1"/>
            </a:lvl8pPr>
            <a:lvl9pPr marL="2970337" indent="0">
              <a:buNone/>
              <a:defRPr sz="1299" b="1"/>
            </a:lvl9pPr>
          </a:lstStyle>
          <a:p>
            <a:pPr lvl="0"/>
            <a:r>
              <a:rPr lang="es-ES" noProof="0"/>
              <a:t>Haga clic para modificar los estilos de texto del patrón</a:t>
            </a:r>
          </a:p>
        </p:txBody>
      </p:sp>
      <p:sp>
        <p:nvSpPr>
          <p:cNvPr id="12" name="Marcador de posición de texto 3"/>
          <p:cNvSpPr>
            <a:spLocks noGrp="1"/>
          </p:cNvSpPr>
          <p:nvPr>
            <p:ph type="body" sz="half" idx="17"/>
          </p:nvPr>
        </p:nvSpPr>
        <p:spPr>
          <a:xfrm>
            <a:off x="6377042" y="3969311"/>
            <a:ext cx="2594664" cy="2871543"/>
          </a:xfrm>
        </p:spPr>
        <p:txBody>
          <a:bodyPr rtlCol="0">
            <a:normAutofit/>
          </a:bodyPr>
          <a:lstStyle>
            <a:lvl1pPr marL="0" indent="0">
              <a:buNone/>
              <a:defRPr sz="1137"/>
            </a:lvl1pPr>
            <a:lvl2pPr marL="371292" indent="0">
              <a:buNone/>
              <a:defRPr sz="975"/>
            </a:lvl2pPr>
            <a:lvl3pPr marL="742584" indent="0">
              <a:buNone/>
              <a:defRPr sz="812"/>
            </a:lvl3pPr>
            <a:lvl4pPr marL="1113876" indent="0">
              <a:buNone/>
              <a:defRPr sz="731"/>
            </a:lvl4pPr>
            <a:lvl5pPr marL="1485168" indent="0">
              <a:buNone/>
              <a:defRPr sz="731"/>
            </a:lvl5pPr>
            <a:lvl6pPr marL="1856461" indent="0">
              <a:buNone/>
              <a:defRPr sz="731"/>
            </a:lvl6pPr>
            <a:lvl7pPr marL="2227753" indent="0">
              <a:buNone/>
              <a:defRPr sz="731"/>
            </a:lvl7pPr>
            <a:lvl8pPr marL="2599045" indent="0">
              <a:buNone/>
              <a:defRPr sz="731"/>
            </a:lvl8pPr>
            <a:lvl9pPr marL="2970337" indent="0">
              <a:buNone/>
              <a:defRPr sz="731"/>
            </a:lvl9pPr>
          </a:lstStyle>
          <a:p>
            <a:pPr lvl="0"/>
            <a:r>
              <a:rPr lang="es-ES" noProof="0"/>
              <a:t>Haga clic para modificar los estilos de texto del patrón</a:t>
            </a:r>
          </a:p>
        </p:txBody>
      </p:sp>
      <p:sp>
        <p:nvSpPr>
          <p:cNvPr id="13" name="Marcador de fecha 3">
            <a:extLst>
              <a:ext uri="{FF2B5EF4-FFF2-40B4-BE49-F238E27FC236}">
                <a16:creationId xmlns:a16="http://schemas.microsoft.com/office/drawing/2014/main" id="{C3CB93B7-47F7-4A9E-9E26-92481A036823}"/>
              </a:ext>
            </a:extLst>
          </p:cNvPr>
          <p:cNvSpPr>
            <a:spLocks noGrp="1"/>
          </p:cNvSpPr>
          <p:nvPr>
            <p:ph type="dt" sz="half" idx="18"/>
          </p:nvPr>
        </p:nvSpPr>
        <p:spPr/>
        <p:txBody>
          <a:bodyPr/>
          <a:lstStyle>
            <a:lvl1pPr>
              <a:defRPr/>
            </a:lvl1pPr>
          </a:lstStyle>
          <a:p>
            <a:pPr>
              <a:defRPr/>
            </a:pPr>
            <a:fld id="{D6DC0977-2A46-4281-97EB-8B7FCE637C95}" type="datetime1">
              <a:rPr lang="es-ES"/>
              <a:pPr>
                <a:defRPr/>
              </a:pPr>
              <a:t>10/03/2026</a:t>
            </a:fld>
            <a:endParaRPr lang="es-ES"/>
          </a:p>
        </p:txBody>
      </p:sp>
      <p:sp>
        <p:nvSpPr>
          <p:cNvPr id="14" name="Marcador de posición de pie de página 4">
            <a:extLst>
              <a:ext uri="{FF2B5EF4-FFF2-40B4-BE49-F238E27FC236}">
                <a16:creationId xmlns:a16="http://schemas.microsoft.com/office/drawing/2014/main" id="{06D51A8D-3BC7-4A30-BA6D-4304A7BC79AD}"/>
              </a:ext>
            </a:extLst>
          </p:cNvPr>
          <p:cNvSpPr>
            <a:spLocks noGrp="1"/>
          </p:cNvSpPr>
          <p:nvPr>
            <p:ph type="ftr" sz="quarter" idx="19"/>
          </p:nvPr>
        </p:nvSpPr>
        <p:spPr/>
        <p:txBody>
          <a:bodyPr/>
          <a:lstStyle>
            <a:lvl1pPr>
              <a:defRPr/>
            </a:lvl1pPr>
          </a:lstStyle>
          <a:p>
            <a:pPr>
              <a:defRPr/>
            </a:pPr>
            <a:r>
              <a:rPr lang="es-ES"/>
              <a:t>dfsasdfasd</a:t>
            </a:r>
          </a:p>
        </p:txBody>
      </p:sp>
      <p:sp>
        <p:nvSpPr>
          <p:cNvPr id="16" name="Marcador de posición de número de diapositiva 5">
            <a:extLst>
              <a:ext uri="{FF2B5EF4-FFF2-40B4-BE49-F238E27FC236}">
                <a16:creationId xmlns:a16="http://schemas.microsoft.com/office/drawing/2014/main" id="{0FCD1230-0170-4CE8-8642-FA01BE8D6EFD}"/>
              </a:ext>
            </a:extLst>
          </p:cNvPr>
          <p:cNvSpPr>
            <a:spLocks noGrp="1"/>
          </p:cNvSpPr>
          <p:nvPr>
            <p:ph type="sldNum" sz="quarter" idx="20"/>
          </p:nvPr>
        </p:nvSpPr>
        <p:spPr/>
        <p:txBody>
          <a:bodyPr/>
          <a:lstStyle>
            <a:lvl1pPr>
              <a:defRPr/>
            </a:lvl1pPr>
          </a:lstStyle>
          <a:p>
            <a:fld id="{01EA0D7D-4D9B-4601-80CB-C70F67006922}" type="slidenum">
              <a:rPr lang="es-ES" altLang="es-ES"/>
              <a:pPr/>
              <a:t>‹Nº›</a:t>
            </a:fld>
            <a:endParaRPr lang="es-ES" altLang="es-ES"/>
          </a:p>
        </p:txBody>
      </p:sp>
    </p:spTree>
    <p:extLst>
      <p:ext uri="{BB962C8B-B14F-4D97-AF65-F5344CB8AC3E}">
        <p14:creationId xmlns:p14="http://schemas.microsoft.com/office/powerpoint/2010/main" val="107914615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ítulo 1"/>
          <p:cNvSpPr>
            <a:spLocks noGrp="1"/>
          </p:cNvSpPr>
          <p:nvPr>
            <p:ph type="title"/>
          </p:nvPr>
        </p:nvSpPr>
        <p:spPr>
          <a:xfrm>
            <a:off x="926951" y="720090"/>
            <a:ext cx="8044755" cy="2250281"/>
          </a:xfrm>
        </p:spPr>
        <p:txBody>
          <a:bodyPr/>
          <a:lstStyle/>
          <a:p>
            <a:r>
              <a:rPr lang="es-ES" noProof="0"/>
              <a:t>Haga clic para modificar el estilo de título del patrón</a:t>
            </a:r>
          </a:p>
        </p:txBody>
      </p:sp>
      <p:sp>
        <p:nvSpPr>
          <p:cNvPr id="19" name="Marcador de posición de texto 2"/>
          <p:cNvSpPr>
            <a:spLocks noGrp="1"/>
          </p:cNvSpPr>
          <p:nvPr>
            <p:ph type="body" idx="1"/>
          </p:nvPr>
        </p:nvSpPr>
        <p:spPr>
          <a:xfrm>
            <a:off x="926952" y="5202929"/>
            <a:ext cx="2594884" cy="680710"/>
          </a:xfrm>
        </p:spPr>
        <p:txBody>
          <a:bodyPr rtlCol="0" anchor="b">
            <a:noAutofit/>
          </a:bodyPr>
          <a:lstStyle>
            <a:lvl1pPr marL="0" indent="0">
              <a:lnSpc>
                <a:spcPct val="90000"/>
              </a:lnSpc>
              <a:buNone/>
              <a:defRPr sz="1624" b="0" cap="all" baseline="0">
                <a:solidFill>
                  <a:schemeClr val="tx1"/>
                </a:solidFill>
              </a:defRPr>
            </a:lvl1pPr>
            <a:lvl2pPr marL="371292" indent="0">
              <a:buNone/>
              <a:defRPr sz="1624" b="1"/>
            </a:lvl2pPr>
            <a:lvl3pPr marL="742584" indent="0">
              <a:buNone/>
              <a:defRPr sz="1462" b="1"/>
            </a:lvl3pPr>
            <a:lvl4pPr marL="1113876" indent="0">
              <a:buNone/>
              <a:defRPr sz="1299" b="1"/>
            </a:lvl4pPr>
            <a:lvl5pPr marL="1485168" indent="0">
              <a:buNone/>
              <a:defRPr sz="1299" b="1"/>
            </a:lvl5pPr>
            <a:lvl6pPr marL="1856461" indent="0">
              <a:buNone/>
              <a:defRPr sz="1299" b="1"/>
            </a:lvl6pPr>
            <a:lvl7pPr marL="2227753" indent="0">
              <a:buNone/>
              <a:defRPr sz="1299" b="1"/>
            </a:lvl7pPr>
            <a:lvl8pPr marL="2599045" indent="0">
              <a:buNone/>
              <a:defRPr sz="1299" b="1"/>
            </a:lvl8pPr>
            <a:lvl9pPr marL="2970337" indent="0">
              <a:buNone/>
              <a:defRPr sz="1299" b="1"/>
            </a:lvl9pPr>
          </a:lstStyle>
          <a:p>
            <a:pPr lvl="0"/>
            <a:r>
              <a:rPr lang="es-ES" noProof="0"/>
              <a:t>Haga clic para modificar los estilos de texto del patrón</a:t>
            </a:r>
          </a:p>
        </p:txBody>
      </p:sp>
      <p:sp>
        <p:nvSpPr>
          <p:cNvPr id="20" name="Marcador de posición de imagen 2"/>
          <p:cNvSpPr>
            <a:spLocks noGrp="1" noChangeAspect="1"/>
          </p:cNvSpPr>
          <p:nvPr>
            <p:ph type="pic" idx="15"/>
          </p:nvPr>
        </p:nvSpPr>
        <p:spPr>
          <a:xfrm>
            <a:off x="926952" y="3150392"/>
            <a:ext cx="2594884" cy="1800225"/>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rtlCol="0">
            <a:normAutofit/>
          </a:bodyPr>
          <a:lstStyle>
            <a:lvl1pPr>
              <a:buNone/>
              <a:defRPr lang="en-US" sz="1624" dirty="0"/>
            </a:lvl1pPr>
          </a:lstStyle>
          <a:p>
            <a:pPr lvl="0"/>
            <a:r>
              <a:rPr lang="es-ES" noProof="0"/>
              <a:t>Haga clic en el icono para agregar una imagen</a:t>
            </a:r>
          </a:p>
        </p:txBody>
      </p:sp>
      <p:sp>
        <p:nvSpPr>
          <p:cNvPr id="21" name="Marcador de posición de texto 3"/>
          <p:cNvSpPr>
            <a:spLocks noGrp="1"/>
          </p:cNvSpPr>
          <p:nvPr>
            <p:ph type="body" sz="half" idx="18"/>
          </p:nvPr>
        </p:nvSpPr>
        <p:spPr>
          <a:xfrm>
            <a:off x="926952" y="5883640"/>
            <a:ext cx="2594884" cy="966077"/>
          </a:xfrm>
        </p:spPr>
        <p:txBody>
          <a:bodyPr rtlCol="0">
            <a:normAutofit/>
          </a:bodyPr>
          <a:lstStyle>
            <a:lvl1pPr marL="0" indent="0">
              <a:buNone/>
              <a:defRPr sz="1137"/>
            </a:lvl1pPr>
            <a:lvl2pPr marL="371292" indent="0">
              <a:buNone/>
              <a:defRPr sz="975"/>
            </a:lvl2pPr>
            <a:lvl3pPr marL="742584" indent="0">
              <a:buNone/>
              <a:defRPr sz="812"/>
            </a:lvl3pPr>
            <a:lvl4pPr marL="1113876" indent="0">
              <a:buNone/>
              <a:defRPr sz="731"/>
            </a:lvl4pPr>
            <a:lvl5pPr marL="1485168" indent="0">
              <a:buNone/>
              <a:defRPr sz="731"/>
            </a:lvl5pPr>
            <a:lvl6pPr marL="1856461" indent="0">
              <a:buNone/>
              <a:defRPr sz="731"/>
            </a:lvl6pPr>
            <a:lvl7pPr marL="2227753" indent="0">
              <a:buNone/>
              <a:defRPr sz="731"/>
            </a:lvl7pPr>
            <a:lvl8pPr marL="2599045" indent="0">
              <a:buNone/>
              <a:defRPr sz="731"/>
            </a:lvl8pPr>
            <a:lvl9pPr marL="2970337" indent="0">
              <a:buNone/>
              <a:defRPr sz="731"/>
            </a:lvl9pPr>
          </a:lstStyle>
          <a:p>
            <a:pPr lvl="0"/>
            <a:r>
              <a:rPr lang="es-ES" noProof="0"/>
              <a:t>Haga clic para modificar los estilos de texto del patrón</a:t>
            </a:r>
          </a:p>
        </p:txBody>
      </p:sp>
      <p:sp>
        <p:nvSpPr>
          <p:cNvPr id="22" name="Marcador de posición de texto 4"/>
          <p:cNvSpPr>
            <a:spLocks noGrp="1"/>
          </p:cNvSpPr>
          <p:nvPr>
            <p:ph type="body" sz="quarter" idx="3"/>
          </p:nvPr>
        </p:nvSpPr>
        <p:spPr>
          <a:xfrm>
            <a:off x="3645602" y="5202929"/>
            <a:ext cx="2599075" cy="680710"/>
          </a:xfrm>
        </p:spPr>
        <p:txBody>
          <a:bodyPr rtlCol="0" anchor="b">
            <a:noAutofit/>
          </a:bodyPr>
          <a:lstStyle>
            <a:lvl1pPr marL="0" indent="0">
              <a:lnSpc>
                <a:spcPct val="90000"/>
              </a:lnSpc>
              <a:buNone/>
              <a:defRPr sz="1624" b="0" cap="all" baseline="0">
                <a:solidFill>
                  <a:schemeClr val="tx1"/>
                </a:solidFill>
              </a:defRPr>
            </a:lvl1pPr>
            <a:lvl2pPr marL="371292" indent="0">
              <a:buNone/>
              <a:defRPr sz="1624" b="1"/>
            </a:lvl2pPr>
            <a:lvl3pPr marL="742584" indent="0">
              <a:buNone/>
              <a:defRPr sz="1462" b="1"/>
            </a:lvl3pPr>
            <a:lvl4pPr marL="1113876" indent="0">
              <a:buNone/>
              <a:defRPr sz="1299" b="1"/>
            </a:lvl4pPr>
            <a:lvl5pPr marL="1485168" indent="0">
              <a:buNone/>
              <a:defRPr sz="1299" b="1"/>
            </a:lvl5pPr>
            <a:lvl6pPr marL="1856461" indent="0">
              <a:buNone/>
              <a:defRPr sz="1299" b="1"/>
            </a:lvl6pPr>
            <a:lvl7pPr marL="2227753" indent="0">
              <a:buNone/>
              <a:defRPr sz="1299" b="1"/>
            </a:lvl7pPr>
            <a:lvl8pPr marL="2599045" indent="0">
              <a:buNone/>
              <a:defRPr sz="1299" b="1"/>
            </a:lvl8pPr>
            <a:lvl9pPr marL="2970337" indent="0">
              <a:buNone/>
              <a:defRPr sz="1299" b="1"/>
            </a:lvl9pPr>
          </a:lstStyle>
          <a:p>
            <a:pPr lvl="0"/>
            <a:r>
              <a:rPr lang="es-ES" noProof="0"/>
              <a:t>Haga clic para modificar los estilos de texto del patrón</a:t>
            </a:r>
          </a:p>
        </p:txBody>
      </p:sp>
      <p:sp>
        <p:nvSpPr>
          <p:cNvPr id="23" name="Marcador de posición de imagen 2"/>
          <p:cNvSpPr>
            <a:spLocks noGrp="1" noChangeAspect="1"/>
          </p:cNvSpPr>
          <p:nvPr>
            <p:ph type="pic" idx="21"/>
          </p:nvPr>
        </p:nvSpPr>
        <p:spPr>
          <a:xfrm>
            <a:off x="3645602" y="3150392"/>
            <a:ext cx="2597889" cy="1800225"/>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rtlCol="0">
            <a:normAutofit/>
          </a:bodyPr>
          <a:lstStyle>
            <a:lvl1pPr>
              <a:buNone/>
              <a:defRPr lang="en-US" sz="1624" dirty="0"/>
            </a:lvl1pPr>
          </a:lstStyle>
          <a:p>
            <a:pPr lvl="0"/>
            <a:r>
              <a:rPr lang="es-ES" noProof="0"/>
              <a:t>Haga clic en el icono para agregar una imagen</a:t>
            </a:r>
          </a:p>
        </p:txBody>
      </p:sp>
      <p:sp>
        <p:nvSpPr>
          <p:cNvPr id="24" name="Marcador de posición de texto 3"/>
          <p:cNvSpPr>
            <a:spLocks noGrp="1"/>
          </p:cNvSpPr>
          <p:nvPr>
            <p:ph type="body" sz="half" idx="19"/>
          </p:nvPr>
        </p:nvSpPr>
        <p:spPr>
          <a:xfrm>
            <a:off x="3644417" y="5883637"/>
            <a:ext cx="2599075" cy="957217"/>
          </a:xfrm>
        </p:spPr>
        <p:txBody>
          <a:bodyPr rtlCol="0">
            <a:normAutofit/>
          </a:bodyPr>
          <a:lstStyle>
            <a:lvl1pPr marL="0" indent="0">
              <a:buNone/>
              <a:defRPr sz="1137"/>
            </a:lvl1pPr>
            <a:lvl2pPr marL="371292" indent="0">
              <a:buNone/>
              <a:defRPr sz="975"/>
            </a:lvl2pPr>
            <a:lvl3pPr marL="742584" indent="0">
              <a:buNone/>
              <a:defRPr sz="812"/>
            </a:lvl3pPr>
            <a:lvl4pPr marL="1113876" indent="0">
              <a:buNone/>
              <a:defRPr sz="731"/>
            </a:lvl4pPr>
            <a:lvl5pPr marL="1485168" indent="0">
              <a:buNone/>
              <a:defRPr sz="731"/>
            </a:lvl5pPr>
            <a:lvl6pPr marL="1856461" indent="0">
              <a:buNone/>
              <a:defRPr sz="731"/>
            </a:lvl6pPr>
            <a:lvl7pPr marL="2227753" indent="0">
              <a:buNone/>
              <a:defRPr sz="731"/>
            </a:lvl7pPr>
            <a:lvl8pPr marL="2599045" indent="0">
              <a:buNone/>
              <a:defRPr sz="731"/>
            </a:lvl8pPr>
            <a:lvl9pPr marL="2970337" indent="0">
              <a:buNone/>
              <a:defRPr sz="731"/>
            </a:lvl9pPr>
          </a:lstStyle>
          <a:p>
            <a:pPr lvl="0"/>
            <a:r>
              <a:rPr lang="es-ES" noProof="0"/>
              <a:t>Haga clic para modificar los estilos de texto del patrón</a:t>
            </a:r>
          </a:p>
        </p:txBody>
      </p:sp>
      <p:sp>
        <p:nvSpPr>
          <p:cNvPr id="25" name="Marcador de posición de texto 4"/>
          <p:cNvSpPr>
            <a:spLocks noGrp="1"/>
          </p:cNvSpPr>
          <p:nvPr>
            <p:ph type="body" sz="quarter" idx="13"/>
          </p:nvPr>
        </p:nvSpPr>
        <p:spPr>
          <a:xfrm>
            <a:off x="6377144" y="5202928"/>
            <a:ext cx="2591231" cy="680710"/>
          </a:xfrm>
        </p:spPr>
        <p:txBody>
          <a:bodyPr rtlCol="0" anchor="b">
            <a:noAutofit/>
          </a:bodyPr>
          <a:lstStyle>
            <a:lvl1pPr marL="0" indent="0">
              <a:lnSpc>
                <a:spcPct val="90000"/>
              </a:lnSpc>
              <a:buNone/>
              <a:defRPr sz="1624" b="0" cap="all" baseline="0">
                <a:solidFill>
                  <a:schemeClr val="tx1"/>
                </a:solidFill>
              </a:defRPr>
            </a:lvl1pPr>
            <a:lvl2pPr marL="371292" indent="0">
              <a:buNone/>
              <a:defRPr sz="1624" b="1"/>
            </a:lvl2pPr>
            <a:lvl3pPr marL="742584" indent="0">
              <a:buNone/>
              <a:defRPr sz="1462" b="1"/>
            </a:lvl3pPr>
            <a:lvl4pPr marL="1113876" indent="0">
              <a:buNone/>
              <a:defRPr sz="1299" b="1"/>
            </a:lvl4pPr>
            <a:lvl5pPr marL="1485168" indent="0">
              <a:buNone/>
              <a:defRPr sz="1299" b="1"/>
            </a:lvl5pPr>
            <a:lvl6pPr marL="1856461" indent="0">
              <a:buNone/>
              <a:defRPr sz="1299" b="1"/>
            </a:lvl6pPr>
            <a:lvl7pPr marL="2227753" indent="0">
              <a:buNone/>
              <a:defRPr sz="1299" b="1"/>
            </a:lvl7pPr>
            <a:lvl8pPr marL="2599045" indent="0">
              <a:buNone/>
              <a:defRPr sz="1299" b="1"/>
            </a:lvl8pPr>
            <a:lvl9pPr marL="2970337" indent="0">
              <a:buNone/>
              <a:defRPr sz="1299" b="1"/>
            </a:lvl9pPr>
          </a:lstStyle>
          <a:p>
            <a:pPr lvl="0"/>
            <a:r>
              <a:rPr lang="es-ES" noProof="0"/>
              <a:t>Haga clic para modificar los estilos de texto del patrón</a:t>
            </a:r>
          </a:p>
        </p:txBody>
      </p:sp>
      <p:sp>
        <p:nvSpPr>
          <p:cNvPr id="26" name="Marcador de posición de imagen 2"/>
          <p:cNvSpPr>
            <a:spLocks noGrp="1" noChangeAspect="1"/>
          </p:cNvSpPr>
          <p:nvPr>
            <p:ph type="pic" idx="22"/>
          </p:nvPr>
        </p:nvSpPr>
        <p:spPr>
          <a:xfrm>
            <a:off x="6377043" y="3150392"/>
            <a:ext cx="2594664" cy="1800225"/>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rtlCol="0">
            <a:normAutofit/>
          </a:bodyPr>
          <a:lstStyle>
            <a:lvl1pPr>
              <a:buNone/>
              <a:defRPr lang="en-US" sz="1624" dirty="0"/>
            </a:lvl1pPr>
          </a:lstStyle>
          <a:p>
            <a:pPr lvl="0"/>
            <a:r>
              <a:rPr lang="es-ES" noProof="0"/>
              <a:t>Haga clic en el icono para agregar una imagen</a:t>
            </a:r>
          </a:p>
        </p:txBody>
      </p:sp>
      <p:sp>
        <p:nvSpPr>
          <p:cNvPr id="27" name="Marcador de posición de texto 3"/>
          <p:cNvSpPr>
            <a:spLocks noGrp="1"/>
          </p:cNvSpPr>
          <p:nvPr>
            <p:ph type="body" sz="half" idx="20"/>
          </p:nvPr>
        </p:nvSpPr>
        <p:spPr>
          <a:xfrm>
            <a:off x="6377042" y="5883635"/>
            <a:ext cx="2594664" cy="957220"/>
          </a:xfrm>
        </p:spPr>
        <p:txBody>
          <a:bodyPr rtlCol="0">
            <a:normAutofit/>
          </a:bodyPr>
          <a:lstStyle>
            <a:lvl1pPr marL="0" indent="0">
              <a:buNone/>
              <a:defRPr sz="1137"/>
            </a:lvl1pPr>
            <a:lvl2pPr marL="371292" indent="0">
              <a:buNone/>
              <a:defRPr sz="975"/>
            </a:lvl2pPr>
            <a:lvl3pPr marL="742584" indent="0">
              <a:buNone/>
              <a:defRPr sz="812"/>
            </a:lvl3pPr>
            <a:lvl4pPr marL="1113876" indent="0">
              <a:buNone/>
              <a:defRPr sz="731"/>
            </a:lvl4pPr>
            <a:lvl5pPr marL="1485168" indent="0">
              <a:buNone/>
              <a:defRPr sz="731"/>
            </a:lvl5pPr>
            <a:lvl6pPr marL="1856461" indent="0">
              <a:buNone/>
              <a:defRPr sz="731"/>
            </a:lvl6pPr>
            <a:lvl7pPr marL="2227753" indent="0">
              <a:buNone/>
              <a:defRPr sz="731"/>
            </a:lvl7pPr>
            <a:lvl8pPr marL="2599045" indent="0">
              <a:buNone/>
              <a:defRPr sz="731"/>
            </a:lvl8pPr>
            <a:lvl9pPr marL="2970337" indent="0">
              <a:buNone/>
              <a:defRPr sz="731"/>
            </a:lvl9pPr>
          </a:lstStyle>
          <a:p>
            <a:pPr lvl="0"/>
            <a:r>
              <a:rPr lang="es-ES" noProof="0"/>
              <a:t>Haga clic para modificar los estilos de texto del patrón</a:t>
            </a:r>
          </a:p>
        </p:txBody>
      </p:sp>
      <p:sp>
        <p:nvSpPr>
          <p:cNvPr id="12" name="Marcador de fecha 3">
            <a:extLst>
              <a:ext uri="{FF2B5EF4-FFF2-40B4-BE49-F238E27FC236}">
                <a16:creationId xmlns:a16="http://schemas.microsoft.com/office/drawing/2014/main" id="{3AEBCD41-586A-4BE7-9360-26A9EDA52D23}"/>
              </a:ext>
            </a:extLst>
          </p:cNvPr>
          <p:cNvSpPr>
            <a:spLocks noGrp="1"/>
          </p:cNvSpPr>
          <p:nvPr>
            <p:ph type="dt" sz="half" idx="23"/>
          </p:nvPr>
        </p:nvSpPr>
        <p:spPr/>
        <p:txBody>
          <a:bodyPr/>
          <a:lstStyle>
            <a:lvl1pPr>
              <a:defRPr/>
            </a:lvl1pPr>
          </a:lstStyle>
          <a:p>
            <a:pPr>
              <a:defRPr/>
            </a:pPr>
            <a:fld id="{5A9254F8-2FBD-445B-91BC-69D8ACEA5C9A}" type="datetime1">
              <a:rPr lang="es-ES"/>
              <a:pPr>
                <a:defRPr/>
              </a:pPr>
              <a:t>10/03/2026</a:t>
            </a:fld>
            <a:endParaRPr lang="es-ES"/>
          </a:p>
        </p:txBody>
      </p:sp>
      <p:sp>
        <p:nvSpPr>
          <p:cNvPr id="13" name="Marcador de posición de pie de página 4">
            <a:extLst>
              <a:ext uri="{FF2B5EF4-FFF2-40B4-BE49-F238E27FC236}">
                <a16:creationId xmlns:a16="http://schemas.microsoft.com/office/drawing/2014/main" id="{8992156F-ADBD-4E98-9E40-99E2865876EF}"/>
              </a:ext>
            </a:extLst>
          </p:cNvPr>
          <p:cNvSpPr>
            <a:spLocks noGrp="1"/>
          </p:cNvSpPr>
          <p:nvPr>
            <p:ph type="ftr" sz="quarter" idx="24"/>
          </p:nvPr>
        </p:nvSpPr>
        <p:spPr/>
        <p:txBody>
          <a:bodyPr/>
          <a:lstStyle>
            <a:lvl1pPr>
              <a:defRPr/>
            </a:lvl1pPr>
          </a:lstStyle>
          <a:p>
            <a:pPr>
              <a:defRPr/>
            </a:pPr>
            <a:r>
              <a:rPr lang="es-ES"/>
              <a:t>dfsasdfasd</a:t>
            </a:r>
          </a:p>
        </p:txBody>
      </p:sp>
      <p:sp>
        <p:nvSpPr>
          <p:cNvPr id="14" name="Marcador de posición de número de diapositiva 5">
            <a:extLst>
              <a:ext uri="{FF2B5EF4-FFF2-40B4-BE49-F238E27FC236}">
                <a16:creationId xmlns:a16="http://schemas.microsoft.com/office/drawing/2014/main" id="{D193E2BA-0B83-4069-B301-2AD59ADB4F46}"/>
              </a:ext>
            </a:extLst>
          </p:cNvPr>
          <p:cNvSpPr>
            <a:spLocks noGrp="1"/>
          </p:cNvSpPr>
          <p:nvPr>
            <p:ph type="sldNum" sz="quarter" idx="25"/>
          </p:nvPr>
        </p:nvSpPr>
        <p:spPr/>
        <p:txBody>
          <a:bodyPr/>
          <a:lstStyle>
            <a:lvl1pPr>
              <a:defRPr/>
            </a:lvl1pPr>
          </a:lstStyle>
          <a:p>
            <a:fld id="{20FC62A3-D12D-494A-A880-72DA3332474C}" type="slidenum">
              <a:rPr lang="es-ES" altLang="es-ES"/>
              <a:pPr/>
              <a:t>‹Nº›</a:t>
            </a:fld>
            <a:endParaRPr lang="es-ES" altLang="es-ES"/>
          </a:p>
        </p:txBody>
      </p:sp>
    </p:spTree>
    <p:extLst>
      <p:ext uri="{BB962C8B-B14F-4D97-AF65-F5344CB8AC3E}">
        <p14:creationId xmlns:p14="http://schemas.microsoft.com/office/powerpoint/2010/main" val="201205700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noProof="0"/>
              <a:t>Haga clic para modificar el estilo de título del patrón</a:t>
            </a:r>
          </a:p>
        </p:txBody>
      </p:sp>
      <p:sp>
        <p:nvSpPr>
          <p:cNvPr id="3" name="Marcador de posición de texto vertical 2"/>
          <p:cNvSpPr>
            <a:spLocks noGrp="1"/>
          </p:cNvSpPr>
          <p:nvPr>
            <p:ph type="body" orient="vert" idx="1"/>
          </p:nvPr>
        </p:nvSpPr>
        <p:spPr/>
        <p:txBody>
          <a:bodyPr vert="eaVert" rtlCol="0"/>
          <a:lstStyle/>
          <a:p>
            <a:pPr lvl="0"/>
            <a:r>
              <a:rPr lang="es-ES" noProof="0"/>
              <a:t>Haga clic para modificar los estilos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4" name="Marcador de fecha 3">
            <a:extLst>
              <a:ext uri="{FF2B5EF4-FFF2-40B4-BE49-F238E27FC236}">
                <a16:creationId xmlns:a16="http://schemas.microsoft.com/office/drawing/2014/main" id="{6139882F-F8B7-4330-86DC-FFEFBDC56B78}"/>
              </a:ext>
            </a:extLst>
          </p:cNvPr>
          <p:cNvSpPr>
            <a:spLocks noGrp="1"/>
          </p:cNvSpPr>
          <p:nvPr>
            <p:ph type="dt" sz="half" idx="10"/>
          </p:nvPr>
        </p:nvSpPr>
        <p:spPr/>
        <p:txBody>
          <a:bodyPr/>
          <a:lstStyle>
            <a:lvl1pPr>
              <a:defRPr/>
            </a:lvl1pPr>
          </a:lstStyle>
          <a:p>
            <a:pPr>
              <a:defRPr/>
            </a:pPr>
            <a:fld id="{2F118732-F1C3-44DC-83B6-C98FB093FA2E}" type="datetime1">
              <a:rPr lang="es-ES"/>
              <a:pPr>
                <a:defRPr/>
              </a:pPr>
              <a:t>10/03/2026</a:t>
            </a:fld>
            <a:endParaRPr lang="es-ES"/>
          </a:p>
        </p:txBody>
      </p:sp>
      <p:sp>
        <p:nvSpPr>
          <p:cNvPr id="5" name="Marcador de posición de pie de página 4">
            <a:extLst>
              <a:ext uri="{FF2B5EF4-FFF2-40B4-BE49-F238E27FC236}">
                <a16:creationId xmlns:a16="http://schemas.microsoft.com/office/drawing/2014/main" id="{369C1FCB-7DBB-4EFC-A064-4B38DE482ED2}"/>
              </a:ext>
            </a:extLst>
          </p:cNvPr>
          <p:cNvSpPr>
            <a:spLocks noGrp="1"/>
          </p:cNvSpPr>
          <p:nvPr>
            <p:ph type="ftr" sz="quarter" idx="11"/>
          </p:nvPr>
        </p:nvSpPr>
        <p:spPr/>
        <p:txBody>
          <a:bodyPr/>
          <a:lstStyle>
            <a:lvl1pPr>
              <a:defRPr/>
            </a:lvl1pPr>
          </a:lstStyle>
          <a:p>
            <a:pPr>
              <a:defRPr/>
            </a:pPr>
            <a:r>
              <a:rPr lang="es-ES"/>
              <a:t>dfsasdfasd</a:t>
            </a:r>
          </a:p>
        </p:txBody>
      </p:sp>
      <p:sp>
        <p:nvSpPr>
          <p:cNvPr id="6" name="Marcador de posición de número de diapositiva 5">
            <a:extLst>
              <a:ext uri="{FF2B5EF4-FFF2-40B4-BE49-F238E27FC236}">
                <a16:creationId xmlns:a16="http://schemas.microsoft.com/office/drawing/2014/main" id="{343CF375-E4BD-4AFC-AAFB-D4027F926B2F}"/>
              </a:ext>
            </a:extLst>
          </p:cNvPr>
          <p:cNvSpPr>
            <a:spLocks noGrp="1"/>
          </p:cNvSpPr>
          <p:nvPr>
            <p:ph type="sldNum" sz="quarter" idx="12"/>
          </p:nvPr>
        </p:nvSpPr>
        <p:spPr/>
        <p:txBody>
          <a:bodyPr/>
          <a:lstStyle>
            <a:lvl1pPr>
              <a:defRPr/>
            </a:lvl1pPr>
          </a:lstStyle>
          <a:p>
            <a:fld id="{26BC0C0A-A81D-4C9C-91C8-16E5E3CFDF6B}" type="slidenum">
              <a:rPr lang="es-ES" altLang="es-ES"/>
              <a:pPr/>
              <a:t>‹Nº›</a:t>
            </a:fld>
            <a:endParaRPr lang="es-ES" altLang="es-ES"/>
          </a:p>
        </p:txBody>
      </p:sp>
    </p:spTree>
    <p:extLst>
      <p:ext uri="{BB962C8B-B14F-4D97-AF65-F5344CB8AC3E}">
        <p14:creationId xmlns:p14="http://schemas.microsoft.com/office/powerpoint/2010/main" val="241518396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7343419" y="720089"/>
            <a:ext cx="1628288" cy="6120767"/>
          </a:xfrm>
        </p:spPr>
        <p:txBody>
          <a:bodyPr vert="eaVert"/>
          <a:lstStyle/>
          <a:p>
            <a:r>
              <a:rPr lang="es-ES" noProof="0"/>
              <a:t>Haga clic para modificar el estilo de título del patrón</a:t>
            </a:r>
          </a:p>
        </p:txBody>
      </p:sp>
      <p:sp>
        <p:nvSpPr>
          <p:cNvPr id="3" name="Marcador de posición de texto vertical 2"/>
          <p:cNvSpPr>
            <a:spLocks noGrp="1"/>
          </p:cNvSpPr>
          <p:nvPr>
            <p:ph type="body" orient="vert" idx="1"/>
          </p:nvPr>
        </p:nvSpPr>
        <p:spPr>
          <a:xfrm>
            <a:off x="926950" y="720089"/>
            <a:ext cx="6292703" cy="6120767"/>
          </a:xfrm>
        </p:spPr>
        <p:txBody>
          <a:bodyPr vert="eaVert" rtlCol="0"/>
          <a:lstStyle/>
          <a:p>
            <a:pPr lvl="0"/>
            <a:r>
              <a:rPr lang="es-ES" noProof="0"/>
              <a:t>Haga clic para modificar los estilos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4" name="Marcador de fecha 3">
            <a:extLst>
              <a:ext uri="{FF2B5EF4-FFF2-40B4-BE49-F238E27FC236}">
                <a16:creationId xmlns:a16="http://schemas.microsoft.com/office/drawing/2014/main" id="{EDDDCA65-1825-4651-A8E6-0DE16F1CF15E}"/>
              </a:ext>
            </a:extLst>
          </p:cNvPr>
          <p:cNvSpPr>
            <a:spLocks noGrp="1"/>
          </p:cNvSpPr>
          <p:nvPr>
            <p:ph type="dt" sz="half" idx="10"/>
          </p:nvPr>
        </p:nvSpPr>
        <p:spPr/>
        <p:txBody>
          <a:bodyPr/>
          <a:lstStyle>
            <a:lvl1pPr>
              <a:defRPr/>
            </a:lvl1pPr>
          </a:lstStyle>
          <a:p>
            <a:pPr>
              <a:defRPr/>
            </a:pPr>
            <a:fld id="{F1D1672C-29A5-4DD9-A53B-3DA6688699C1}" type="datetime1">
              <a:rPr lang="es-ES"/>
              <a:pPr>
                <a:defRPr/>
              </a:pPr>
              <a:t>10/03/2026</a:t>
            </a:fld>
            <a:endParaRPr lang="es-ES"/>
          </a:p>
        </p:txBody>
      </p:sp>
      <p:sp>
        <p:nvSpPr>
          <p:cNvPr id="5" name="Marcador de posición de pie de página 4">
            <a:extLst>
              <a:ext uri="{FF2B5EF4-FFF2-40B4-BE49-F238E27FC236}">
                <a16:creationId xmlns:a16="http://schemas.microsoft.com/office/drawing/2014/main" id="{0AC4541D-0262-497D-91D1-C892A51279F7}"/>
              </a:ext>
            </a:extLst>
          </p:cNvPr>
          <p:cNvSpPr>
            <a:spLocks noGrp="1"/>
          </p:cNvSpPr>
          <p:nvPr>
            <p:ph type="ftr" sz="quarter" idx="11"/>
          </p:nvPr>
        </p:nvSpPr>
        <p:spPr/>
        <p:txBody>
          <a:bodyPr/>
          <a:lstStyle>
            <a:lvl1pPr>
              <a:defRPr/>
            </a:lvl1pPr>
          </a:lstStyle>
          <a:p>
            <a:pPr>
              <a:defRPr/>
            </a:pPr>
            <a:r>
              <a:rPr lang="es-ES"/>
              <a:t>dfsasdfasd</a:t>
            </a:r>
          </a:p>
        </p:txBody>
      </p:sp>
      <p:sp>
        <p:nvSpPr>
          <p:cNvPr id="6" name="Marcador de posición de número de diapositiva 5">
            <a:extLst>
              <a:ext uri="{FF2B5EF4-FFF2-40B4-BE49-F238E27FC236}">
                <a16:creationId xmlns:a16="http://schemas.microsoft.com/office/drawing/2014/main" id="{9F74C999-9926-413E-9D7D-60D1566C4F24}"/>
              </a:ext>
            </a:extLst>
          </p:cNvPr>
          <p:cNvSpPr>
            <a:spLocks noGrp="1"/>
          </p:cNvSpPr>
          <p:nvPr>
            <p:ph type="sldNum" sz="quarter" idx="12"/>
          </p:nvPr>
        </p:nvSpPr>
        <p:spPr/>
        <p:txBody>
          <a:bodyPr/>
          <a:lstStyle>
            <a:lvl1pPr>
              <a:defRPr/>
            </a:lvl1pPr>
          </a:lstStyle>
          <a:p>
            <a:fld id="{9A920B22-53DB-4F04-B559-E93ABEEB7C6E}" type="slidenum">
              <a:rPr lang="es-ES" altLang="es-ES"/>
              <a:pPr/>
              <a:t>‹Nº›</a:t>
            </a:fld>
            <a:endParaRPr lang="es-ES" altLang="es-ES"/>
          </a:p>
        </p:txBody>
      </p:sp>
    </p:spTree>
    <p:extLst>
      <p:ext uri="{BB962C8B-B14F-4D97-AF65-F5344CB8AC3E}">
        <p14:creationId xmlns:p14="http://schemas.microsoft.com/office/powerpoint/2010/main" val="310556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19" Type="http://schemas.openxmlformats.org/officeDocument/2006/relationships/image" Target="../media/image3.png"/><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theme" Target="../theme/theme3.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image" Target="../media/image6.png"/><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10" Type="http://schemas.openxmlformats.org/officeDocument/2006/relationships/slideLayout" Target="../slideLayouts/slideLayout39.xml"/><Relationship Id="rId19" Type="http://schemas.openxmlformats.org/officeDocument/2006/relationships/image" Target="../media/image5.png"/><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21 Marcador de título"/>
          <p:cNvSpPr>
            <a:spLocks noGrp="1"/>
          </p:cNvSpPr>
          <p:nvPr>
            <p:ph type="title"/>
          </p:nvPr>
        </p:nvSpPr>
        <p:spPr>
          <a:xfrm>
            <a:off x="495062" y="180023"/>
            <a:ext cx="8911114" cy="1170146"/>
          </a:xfrm>
          <a:prstGeom prst="rect">
            <a:avLst/>
          </a:prstGeom>
        </p:spPr>
        <p:txBody>
          <a:bodyPr vert="horz" lIns="102870" tIns="51435" rIns="102870" bIns="51435" anchor="b" anchorCtr="0">
            <a:normAutofit/>
          </a:bodyPr>
          <a:lstStyle/>
          <a:p>
            <a:r>
              <a:rPr kumimoji="0" lang="es-ES"/>
              <a:t>Haga clic para modificar el estilo de título del patrón</a:t>
            </a:r>
            <a:endParaRPr kumimoji="0" lang="en-US"/>
          </a:p>
        </p:txBody>
      </p:sp>
      <p:sp>
        <p:nvSpPr>
          <p:cNvPr id="13" name="12 Marcador de texto"/>
          <p:cNvSpPr>
            <a:spLocks noGrp="1"/>
          </p:cNvSpPr>
          <p:nvPr>
            <p:ph type="body" idx="1"/>
          </p:nvPr>
        </p:nvSpPr>
        <p:spPr>
          <a:xfrm>
            <a:off x="495062" y="1440180"/>
            <a:ext cx="8911114" cy="5800325"/>
          </a:xfrm>
          <a:prstGeom prst="rect">
            <a:avLst/>
          </a:prstGeom>
        </p:spPr>
        <p:txBody>
          <a:bodyPr vert="horz" lIns="102870" tIns="51435" rIns="102870" bIns="51435">
            <a:normAutofit/>
          </a:bodyPr>
          <a:lstStyle/>
          <a:p>
            <a:pPr lvl="0" eaLnBrk="1" latinLnBrk="0" hangingPunct="1"/>
            <a:r>
              <a:rPr kumimoji="0" lang="es-ES"/>
              <a:t>Haga clic para modificar el estilo de texto del patrón</a:t>
            </a:r>
          </a:p>
          <a:p>
            <a:pPr lvl="1" eaLnBrk="1" latinLnBrk="0" hangingPunct="1"/>
            <a:r>
              <a:rPr kumimoji="0" lang="es-ES"/>
              <a:t>Segundo nivel</a:t>
            </a:r>
          </a:p>
          <a:p>
            <a:pPr lvl="2" eaLnBrk="1" latinLnBrk="0" hangingPunct="1"/>
            <a:r>
              <a:rPr kumimoji="0" lang="es-ES"/>
              <a:t>Tercer nivel</a:t>
            </a:r>
          </a:p>
          <a:p>
            <a:pPr lvl="3" eaLnBrk="1" latinLnBrk="0" hangingPunct="1"/>
            <a:r>
              <a:rPr kumimoji="0" lang="es-ES"/>
              <a:t>Cuarto nivel</a:t>
            </a:r>
          </a:p>
          <a:p>
            <a:pPr lvl="4" eaLnBrk="1" latinLnBrk="0" hangingPunct="1"/>
            <a:r>
              <a:rPr kumimoji="0" lang="es-ES"/>
              <a:t>Quinto nivel</a:t>
            </a:r>
            <a:endParaRPr kumimoji="0" lang="en-US"/>
          </a:p>
        </p:txBody>
      </p:sp>
      <p:sp>
        <p:nvSpPr>
          <p:cNvPr id="14" name="13 Marcador de fecha"/>
          <p:cNvSpPr>
            <a:spLocks noGrp="1"/>
          </p:cNvSpPr>
          <p:nvPr>
            <p:ph type="dt" sz="half" idx="2"/>
          </p:nvPr>
        </p:nvSpPr>
        <p:spPr>
          <a:xfrm>
            <a:off x="6930867" y="7508439"/>
            <a:ext cx="2478610" cy="432054"/>
          </a:xfrm>
          <a:prstGeom prst="rect">
            <a:avLst/>
          </a:prstGeom>
        </p:spPr>
        <p:txBody>
          <a:bodyPr vert="horz" lIns="102870" tIns="51435" rIns="102870" bIns="51435"/>
          <a:lstStyle>
            <a:lvl1pPr algn="l" eaLnBrk="1" latinLnBrk="0" hangingPunct="1">
              <a:defRPr kumimoji="0" sz="1600">
                <a:solidFill>
                  <a:schemeClr val="tx2"/>
                </a:solidFill>
              </a:defRPr>
            </a:lvl1pPr>
          </a:lstStyle>
          <a:p>
            <a:pPr>
              <a:defRPr/>
            </a:pPr>
            <a:endParaRPr lang="es-ES"/>
          </a:p>
        </p:txBody>
      </p:sp>
      <p:sp>
        <p:nvSpPr>
          <p:cNvPr id="3" name="2 Marcador de pie de página"/>
          <p:cNvSpPr>
            <a:spLocks noGrp="1"/>
          </p:cNvSpPr>
          <p:nvPr>
            <p:ph type="ftr" sz="quarter" idx="3"/>
          </p:nvPr>
        </p:nvSpPr>
        <p:spPr>
          <a:xfrm>
            <a:off x="3138692" y="7508439"/>
            <a:ext cx="3795475" cy="432054"/>
          </a:xfrm>
          <a:prstGeom prst="rect">
            <a:avLst/>
          </a:prstGeom>
        </p:spPr>
        <p:txBody>
          <a:bodyPr vert="horz" lIns="102870" tIns="51435" rIns="102870" bIns="51435"/>
          <a:lstStyle>
            <a:lvl1pPr algn="r" eaLnBrk="1" latinLnBrk="0" hangingPunct="1">
              <a:defRPr kumimoji="0" sz="1600">
                <a:solidFill>
                  <a:schemeClr val="tx2"/>
                </a:solidFill>
              </a:defRPr>
            </a:lvl1pPr>
          </a:lstStyle>
          <a:p>
            <a:pPr algn="r" eaLnBrk="1" latinLnBrk="0" hangingPunct="1"/>
            <a:endParaRPr kumimoji="0" lang="en-US" sz="1600" dirty="0">
              <a:solidFill>
                <a:schemeClr val="tx2"/>
              </a:solidFill>
            </a:endParaRPr>
          </a:p>
        </p:txBody>
      </p:sp>
      <p:sp>
        <p:nvSpPr>
          <p:cNvPr id="28" name="27 Conector recto"/>
          <p:cNvSpPr>
            <a:spLocks noChangeShapeType="1"/>
          </p:cNvSpPr>
          <p:nvPr/>
        </p:nvSpPr>
        <p:spPr bwMode="auto">
          <a:xfrm>
            <a:off x="495062" y="7504688"/>
            <a:ext cx="8911114" cy="0"/>
          </a:xfrm>
          <a:prstGeom prst="line">
            <a:avLst/>
          </a:prstGeom>
          <a:noFill/>
          <a:ln w="9525" cap="flat" cmpd="sng" algn="ctr">
            <a:solidFill>
              <a:schemeClr val="accent2"/>
            </a:solidFill>
            <a:prstDash val="dash"/>
            <a:round/>
            <a:headEnd type="none" w="med" len="med"/>
            <a:tailEnd type="none" w="med" len="med"/>
          </a:ln>
          <a:effectLst/>
        </p:spPr>
        <p:txBody>
          <a:bodyPr vert="horz" wrap="square" lIns="102870" tIns="51435" rIns="102870" bIns="51435" anchor="t" compatLnSpc="1"/>
          <a:lstStyle/>
          <a:p>
            <a:endParaRPr kumimoji="0" lang="en-US"/>
          </a:p>
        </p:txBody>
      </p:sp>
      <p:sp>
        <p:nvSpPr>
          <p:cNvPr id="29" name="28 Conector recto"/>
          <p:cNvSpPr>
            <a:spLocks noChangeShapeType="1"/>
          </p:cNvSpPr>
          <p:nvPr/>
        </p:nvSpPr>
        <p:spPr bwMode="auto">
          <a:xfrm>
            <a:off x="495062" y="1350169"/>
            <a:ext cx="8911114" cy="0"/>
          </a:xfrm>
          <a:prstGeom prst="line">
            <a:avLst/>
          </a:prstGeom>
          <a:noFill/>
          <a:ln w="9525" cap="flat" cmpd="sng" algn="ctr">
            <a:solidFill>
              <a:schemeClr val="accent2"/>
            </a:solidFill>
            <a:prstDash val="dash"/>
            <a:round/>
            <a:headEnd type="none" w="med" len="med"/>
            <a:tailEnd type="none" w="med" len="med"/>
          </a:ln>
          <a:effectLst/>
        </p:spPr>
        <p:txBody>
          <a:bodyPr vert="horz" wrap="square" lIns="102870" tIns="51435" rIns="102870" bIns="51435" anchor="t" compatLnSpc="1"/>
          <a:lstStyle/>
          <a:p>
            <a:endParaRPr kumimoji="0" lang="en-US"/>
          </a:p>
        </p:txBody>
      </p:sp>
      <p:sp>
        <p:nvSpPr>
          <p:cNvPr id="10" name="9 Triángulo isósceles"/>
          <p:cNvSpPr>
            <a:spLocks noChangeAspect="1"/>
          </p:cNvSpPr>
          <p:nvPr/>
        </p:nvSpPr>
        <p:spPr>
          <a:xfrm rot="5400000">
            <a:off x="444414" y="7645627"/>
            <a:ext cx="225440" cy="130278"/>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2870" tIns="51435" rIns="102870" bIns="51435"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algn="l" rtl="0" eaLnBrk="1" latinLnBrk="0" hangingPunct="1">
        <a:spcBef>
          <a:spcPct val="0"/>
        </a:spcBef>
        <a:buNone/>
        <a:defRPr kumimoji="0" sz="3600" kern="1200">
          <a:solidFill>
            <a:schemeClr val="tx2"/>
          </a:solidFill>
          <a:latin typeface="+mj-lt"/>
          <a:ea typeface="+mj-ea"/>
          <a:cs typeface="+mj-cs"/>
        </a:defRPr>
      </a:lvl1pPr>
    </p:titleStyle>
    <p:bodyStyle>
      <a:lvl1pPr marL="308610" indent="-308610" algn="l" rtl="0" eaLnBrk="1" latinLnBrk="0" hangingPunct="1">
        <a:spcBef>
          <a:spcPts val="675"/>
        </a:spcBef>
        <a:buClr>
          <a:schemeClr val="accent1"/>
        </a:buClr>
        <a:buSzPct val="76000"/>
        <a:buFont typeface="Wingdings 3"/>
        <a:buChar char=""/>
        <a:defRPr kumimoji="0" sz="2900" kern="1200">
          <a:solidFill>
            <a:schemeClr val="tx1"/>
          </a:solidFill>
          <a:latin typeface="+mn-lt"/>
          <a:ea typeface="+mn-ea"/>
          <a:cs typeface="+mn-cs"/>
        </a:defRPr>
      </a:lvl1pPr>
      <a:lvl2pPr marL="617220" indent="-308610" algn="l" rtl="0" eaLnBrk="1" latinLnBrk="0" hangingPunct="1">
        <a:spcBef>
          <a:spcPts val="563"/>
        </a:spcBef>
        <a:buClr>
          <a:schemeClr val="accent2"/>
        </a:buClr>
        <a:buSzPct val="76000"/>
        <a:buFont typeface="Wingdings 3"/>
        <a:buChar char=""/>
        <a:defRPr kumimoji="0" sz="2600" kern="1200">
          <a:solidFill>
            <a:schemeClr val="tx2"/>
          </a:solidFill>
          <a:latin typeface="+mn-lt"/>
          <a:ea typeface="+mn-ea"/>
          <a:cs typeface="+mn-cs"/>
        </a:defRPr>
      </a:lvl2pPr>
      <a:lvl3pPr marL="925830" indent="-257175" algn="l" rtl="0" eaLnBrk="1" latinLnBrk="0" hangingPunct="1">
        <a:spcBef>
          <a:spcPts val="563"/>
        </a:spcBef>
        <a:buClr>
          <a:schemeClr val="bg1">
            <a:shade val="50000"/>
          </a:schemeClr>
        </a:buClr>
        <a:buSzPct val="76000"/>
        <a:buFont typeface="Wingdings 3"/>
        <a:buChar char=""/>
        <a:defRPr kumimoji="0" sz="2300" kern="1200">
          <a:solidFill>
            <a:schemeClr val="tx1"/>
          </a:solidFill>
          <a:latin typeface="+mn-lt"/>
          <a:ea typeface="+mn-ea"/>
          <a:cs typeface="+mn-cs"/>
        </a:defRPr>
      </a:lvl3pPr>
      <a:lvl4pPr marL="1234440" indent="-257175" algn="l" rtl="0" eaLnBrk="1" latinLnBrk="0" hangingPunct="1">
        <a:spcBef>
          <a:spcPts val="450"/>
        </a:spcBef>
        <a:buClr>
          <a:schemeClr val="accent2">
            <a:shade val="75000"/>
          </a:schemeClr>
        </a:buClr>
        <a:buSzPct val="70000"/>
        <a:buFont typeface="Wingdings"/>
        <a:buChar char=""/>
        <a:defRPr kumimoji="0" sz="2000" kern="1200">
          <a:solidFill>
            <a:schemeClr val="tx1"/>
          </a:solidFill>
          <a:latin typeface="+mn-lt"/>
          <a:ea typeface="+mn-ea"/>
          <a:cs typeface="+mn-cs"/>
        </a:defRPr>
      </a:lvl4pPr>
      <a:lvl5pPr marL="1543050" indent="-257175" algn="l" rtl="0" eaLnBrk="1" latinLnBrk="0" hangingPunct="1">
        <a:spcBef>
          <a:spcPts val="338"/>
        </a:spcBef>
        <a:buClr>
          <a:schemeClr val="accent2"/>
        </a:buClr>
        <a:buSzPct val="70000"/>
        <a:buFont typeface="Wingdings"/>
        <a:buChar char=""/>
        <a:defRPr kumimoji="0" sz="1800" kern="1200">
          <a:solidFill>
            <a:schemeClr val="tx1"/>
          </a:solidFill>
          <a:latin typeface="+mn-lt"/>
          <a:ea typeface="+mn-ea"/>
          <a:cs typeface="+mn-cs"/>
        </a:defRPr>
      </a:lvl5pPr>
      <a:lvl6pPr marL="1851660" indent="-205740" algn="l" rtl="0" eaLnBrk="1" latinLnBrk="0" hangingPunct="1">
        <a:spcBef>
          <a:spcPts val="338"/>
        </a:spcBef>
        <a:buClr>
          <a:srgbClr val="9FB8CD">
            <a:shade val="75000"/>
          </a:srgbClr>
        </a:buClr>
        <a:buSzPct val="75000"/>
        <a:buFont typeface="Wingdings 3"/>
        <a:buChar char=""/>
        <a:defRPr kumimoji="0" lang="en-US" sz="1800" kern="1200" smtClean="0">
          <a:solidFill>
            <a:schemeClr val="tx1"/>
          </a:solidFill>
          <a:latin typeface="+mn-lt"/>
          <a:ea typeface="+mn-ea"/>
          <a:cs typeface="+mn-cs"/>
        </a:defRPr>
      </a:lvl6pPr>
      <a:lvl7pPr marL="2057400" indent="-205740" algn="l" rtl="0" eaLnBrk="1" latinLnBrk="0" hangingPunct="1">
        <a:spcBef>
          <a:spcPts val="338"/>
        </a:spcBef>
        <a:buClr>
          <a:srgbClr val="727CA3">
            <a:shade val="75000"/>
          </a:srgbClr>
        </a:buClr>
        <a:buSzPct val="75000"/>
        <a:buFont typeface="Wingdings 3"/>
        <a:buChar char=""/>
        <a:defRPr kumimoji="0" lang="en-US" sz="1600" kern="1200" smtClean="0">
          <a:solidFill>
            <a:schemeClr val="tx1"/>
          </a:solidFill>
          <a:latin typeface="+mn-lt"/>
          <a:ea typeface="+mn-ea"/>
          <a:cs typeface="+mn-cs"/>
        </a:defRPr>
      </a:lvl7pPr>
      <a:lvl8pPr marL="2263140" indent="-205740" algn="l" rtl="0" eaLnBrk="1" latinLnBrk="0" hangingPunct="1">
        <a:spcBef>
          <a:spcPts val="338"/>
        </a:spcBef>
        <a:buClr>
          <a:prstClr val="white">
            <a:shade val="50000"/>
          </a:prstClr>
        </a:buClr>
        <a:buSzPct val="75000"/>
        <a:buFont typeface="Wingdings 3"/>
        <a:buChar char=""/>
        <a:defRPr kumimoji="0" lang="en-US" sz="1600" kern="1200" smtClean="0">
          <a:solidFill>
            <a:schemeClr val="tx1"/>
          </a:solidFill>
          <a:latin typeface="+mn-lt"/>
          <a:ea typeface="+mn-ea"/>
          <a:cs typeface="+mn-cs"/>
        </a:defRPr>
      </a:lvl8pPr>
      <a:lvl9pPr marL="2468880" indent="-205740" algn="l" rtl="0" eaLnBrk="1" latinLnBrk="0" hangingPunct="1">
        <a:spcBef>
          <a:spcPts val="338"/>
        </a:spcBef>
        <a:buClr>
          <a:srgbClr val="9FB8CD"/>
        </a:buClr>
        <a:buSzPct val="75000"/>
        <a:buFont typeface="Wingdings 3"/>
        <a:buChar char=""/>
        <a:defRPr kumimoji="0" lang="en-US" sz="14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514350" algn="l" rtl="0" eaLnBrk="1" latinLnBrk="0" hangingPunct="1">
        <a:defRPr kumimoji="0" kern="1200">
          <a:solidFill>
            <a:schemeClr val="tx1"/>
          </a:solidFill>
          <a:latin typeface="+mn-lt"/>
          <a:ea typeface="+mn-ea"/>
          <a:cs typeface="+mn-cs"/>
        </a:defRPr>
      </a:lvl2pPr>
      <a:lvl3pPr marL="1028700" algn="l" rtl="0" eaLnBrk="1" latinLnBrk="0" hangingPunct="1">
        <a:defRPr kumimoji="0" kern="1200">
          <a:solidFill>
            <a:schemeClr val="tx1"/>
          </a:solidFill>
          <a:latin typeface="+mn-lt"/>
          <a:ea typeface="+mn-ea"/>
          <a:cs typeface="+mn-cs"/>
        </a:defRPr>
      </a:lvl3pPr>
      <a:lvl4pPr marL="1543050" algn="l" rtl="0" eaLnBrk="1" latinLnBrk="0" hangingPunct="1">
        <a:defRPr kumimoji="0" kern="1200">
          <a:solidFill>
            <a:schemeClr val="tx1"/>
          </a:solidFill>
          <a:latin typeface="+mn-lt"/>
          <a:ea typeface="+mn-ea"/>
          <a:cs typeface="+mn-cs"/>
        </a:defRPr>
      </a:lvl4pPr>
      <a:lvl5pPr marL="2057400" algn="l" rtl="0" eaLnBrk="1" latinLnBrk="0" hangingPunct="1">
        <a:defRPr kumimoji="0" kern="1200">
          <a:solidFill>
            <a:schemeClr val="tx1"/>
          </a:solidFill>
          <a:latin typeface="+mn-lt"/>
          <a:ea typeface="+mn-ea"/>
          <a:cs typeface="+mn-cs"/>
        </a:defRPr>
      </a:lvl5pPr>
      <a:lvl6pPr marL="2571750" algn="l" rtl="0" eaLnBrk="1" latinLnBrk="0" hangingPunct="1">
        <a:defRPr kumimoji="0" kern="1200">
          <a:solidFill>
            <a:schemeClr val="tx1"/>
          </a:solidFill>
          <a:latin typeface="+mn-lt"/>
          <a:ea typeface="+mn-ea"/>
          <a:cs typeface="+mn-cs"/>
        </a:defRPr>
      </a:lvl6pPr>
      <a:lvl7pPr marL="3086100" algn="l" rtl="0" eaLnBrk="1" latinLnBrk="0" hangingPunct="1">
        <a:defRPr kumimoji="0" kern="1200">
          <a:solidFill>
            <a:schemeClr val="tx1"/>
          </a:solidFill>
          <a:latin typeface="+mn-lt"/>
          <a:ea typeface="+mn-ea"/>
          <a:cs typeface="+mn-cs"/>
        </a:defRPr>
      </a:lvl7pPr>
      <a:lvl8pPr marL="3600450" algn="l" rtl="0" eaLnBrk="1" latinLnBrk="0" hangingPunct="1">
        <a:defRPr kumimoji="0" kern="1200">
          <a:solidFill>
            <a:schemeClr val="tx1"/>
          </a:solidFill>
          <a:latin typeface="+mn-lt"/>
          <a:ea typeface="+mn-ea"/>
          <a:cs typeface="+mn-cs"/>
        </a:defRPr>
      </a:lvl8pPr>
      <a:lvl9pPr marL="41148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6000">
              <a:schemeClr val="accent1">
                <a:lumMod val="5000"/>
                <a:lumOff val="95000"/>
              </a:schemeClr>
            </a:gs>
            <a:gs pos="74000">
              <a:schemeClr val="tx2"/>
            </a:gs>
            <a:gs pos="83000">
              <a:schemeClr val="tx2"/>
            </a:gs>
            <a:gs pos="100000">
              <a:schemeClr val="tx2"/>
            </a:gs>
          </a:gsLst>
          <a:lin ang="5400000" scaled="1"/>
          <a:tileRect/>
        </a:gradFill>
        <a:effectLst/>
      </p:bgPr>
    </p:bg>
    <p:spTree>
      <p:nvGrpSpPr>
        <p:cNvPr id="1" name=""/>
        <p:cNvGrpSpPr/>
        <p:nvPr/>
      </p:nvGrpSpPr>
      <p:grpSpPr>
        <a:xfrm>
          <a:off x="0" y="0"/>
          <a:ext cx="0" cy="0"/>
          <a:chOff x="0" y="0"/>
          <a:chExt cx="0" cy="0"/>
        </a:xfrm>
      </p:grpSpPr>
      <p:pic>
        <p:nvPicPr>
          <p:cNvPr id="7" name="Imagen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 y="-1"/>
            <a:ext cx="9901240" cy="8101014"/>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upo 7"/>
          <p:cNvGrpSpPr/>
          <p:nvPr/>
        </p:nvGrpSpPr>
        <p:grpSpPr>
          <a:xfrm>
            <a:off x="-11603" y="1"/>
            <a:ext cx="9789076" cy="8101014"/>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upo 8"/>
            <p:cNvGrpSpPr/>
            <p:nvPr/>
          </p:nvGrpSpPr>
          <p:grpSpPr>
            <a:xfrm>
              <a:off x="-14288" y="0"/>
              <a:ext cx="1220788" cy="6858001"/>
              <a:chOff x="-14288" y="0"/>
              <a:chExt cx="1220788" cy="6858001"/>
            </a:xfrm>
            <a:grpFill/>
          </p:grpSpPr>
          <p:sp>
            <p:nvSpPr>
              <p:cNvPr id="21" name="Rectángulo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orma libre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orma libre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orma libre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orma libre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orma libre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orma libre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orma libre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orma libre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orma libre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orma libre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ínea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orma libre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orma libre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orma libre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orma libre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ángulo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orma libre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orma libre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orma libre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orma libre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orma libre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orma libre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orma libre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orma libre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orma libre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orma libre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upo 9"/>
            <p:cNvGrpSpPr/>
            <p:nvPr/>
          </p:nvGrpSpPr>
          <p:grpSpPr>
            <a:xfrm>
              <a:off x="11364912" y="0"/>
              <a:ext cx="674688" cy="6848476"/>
              <a:chOff x="11364912" y="0"/>
              <a:chExt cx="674688" cy="6848476"/>
            </a:xfrm>
            <a:grpFill/>
          </p:grpSpPr>
          <p:sp>
            <p:nvSpPr>
              <p:cNvPr id="11" name="Forma libre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orma libre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orma libre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orma libre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orma libre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orma libre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orma libre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orma libre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orma libre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ángulo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Marcador de posición de título 1"/>
          <p:cNvSpPr>
            <a:spLocks noGrp="1"/>
          </p:cNvSpPr>
          <p:nvPr>
            <p:ph type="title"/>
          </p:nvPr>
        </p:nvSpPr>
        <p:spPr>
          <a:xfrm>
            <a:off x="926952" y="730624"/>
            <a:ext cx="8044754" cy="1746561"/>
          </a:xfrm>
          <a:prstGeom prst="rect">
            <a:avLst/>
          </a:prstGeom>
        </p:spPr>
        <p:txBody>
          <a:bodyPr vert="horz" lIns="91440" tIns="45720" rIns="91440" bIns="45720" rtlCol="0" anchor="ctr">
            <a:normAutofit/>
          </a:bodyPr>
          <a:lstStyle/>
          <a:p>
            <a:pPr rtl="0"/>
            <a:endParaRPr lang="es-ES" noProof="0" dirty="0"/>
          </a:p>
        </p:txBody>
      </p:sp>
      <p:sp>
        <p:nvSpPr>
          <p:cNvPr id="3" name="Marcador de posición de texto 2"/>
          <p:cNvSpPr>
            <a:spLocks noGrp="1"/>
          </p:cNvSpPr>
          <p:nvPr>
            <p:ph type="body" idx="1"/>
          </p:nvPr>
        </p:nvSpPr>
        <p:spPr>
          <a:xfrm>
            <a:off x="926952" y="2657207"/>
            <a:ext cx="8044755" cy="4183650"/>
          </a:xfrm>
          <a:prstGeom prst="rect">
            <a:avLst/>
          </a:prstGeom>
        </p:spPr>
        <p:txBody>
          <a:bodyPr vert="horz" lIns="91440" tIns="45720" rIns="91440" bIns="45720" rtlCol="0">
            <a:normAutofit/>
          </a:bodyPr>
          <a:lstStyle/>
          <a:p>
            <a:pPr lvl="0" rtl="0"/>
            <a:r>
              <a:rPr lang="es-ES" noProof="0" dirty="0"/>
              <a:t>Editar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 name="Marcador de fecha 3"/>
          <p:cNvSpPr>
            <a:spLocks noGrp="1"/>
          </p:cNvSpPr>
          <p:nvPr>
            <p:ph type="dt" sz="half" idx="2"/>
          </p:nvPr>
        </p:nvSpPr>
        <p:spPr>
          <a:xfrm>
            <a:off x="6055836" y="6949621"/>
            <a:ext cx="2227779" cy="431304"/>
          </a:xfrm>
          <a:prstGeom prst="rect">
            <a:avLst/>
          </a:prstGeom>
        </p:spPr>
        <p:txBody>
          <a:bodyPr vert="horz" lIns="91440" tIns="45720" rIns="91440" bIns="45720" rtlCol="0" anchor="ctr"/>
          <a:lstStyle>
            <a:lvl1pPr algn="r">
              <a:defRPr sz="853">
                <a:solidFill>
                  <a:schemeClr val="tx1">
                    <a:tint val="75000"/>
                  </a:schemeClr>
                </a:solidFill>
              </a:defRPr>
            </a:lvl1pPr>
          </a:lstStyle>
          <a:p>
            <a:pPr rtl="0"/>
            <a:fld id="{E4845194-127D-3E4E-89F6-6B0F73DFD4A3}" type="datetime1">
              <a:rPr lang="es-ES" noProof="0" smtClean="0"/>
              <a:t>10/03/2026</a:t>
            </a:fld>
            <a:endParaRPr lang="es-ES" noProof="0"/>
          </a:p>
        </p:txBody>
      </p:sp>
      <p:sp>
        <p:nvSpPr>
          <p:cNvPr id="5" name="Marcador de posición de pie de página 4"/>
          <p:cNvSpPr>
            <a:spLocks noGrp="1"/>
          </p:cNvSpPr>
          <p:nvPr>
            <p:ph type="ftr" sz="quarter" idx="3"/>
          </p:nvPr>
        </p:nvSpPr>
        <p:spPr>
          <a:xfrm>
            <a:off x="926951" y="6949620"/>
            <a:ext cx="5067002" cy="431304"/>
          </a:xfrm>
          <a:prstGeom prst="rect">
            <a:avLst/>
          </a:prstGeom>
        </p:spPr>
        <p:txBody>
          <a:bodyPr vert="horz" lIns="91440" tIns="45720" rIns="91440" bIns="45720" rtlCol="0" anchor="ctr"/>
          <a:lstStyle>
            <a:lvl1pPr algn="l">
              <a:defRPr sz="853" cap="all" baseline="0">
                <a:solidFill>
                  <a:schemeClr val="tx1">
                    <a:tint val="75000"/>
                  </a:schemeClr>
                </a:solidFill>
              </a:defRPr>
            </a:lvl1pPr>
          </a:lstStyle>
          <a:p>
            <a:pPr rtl="0"/>
            <a:endParaRPr lang="es-ES" noProof="0"/>
          </a:p>
        </p:txBody>
      </p:sp>
      <p:sp>
        <p:nvSpPr>
          <p:cNvPr id="6" name="Marcador de posición de número de diapositiva 5"/>
          <p:cNvSpPr>
            <a:spLocks noGrp="1"/>
          </p:cNvSpPr>
          <p:nvPr>
            <p:ph type="sldNum" sz="quarter" idx="4"/>
          </p:nvPr>
        </p:nvSpPr>
        <p:spPr>
          <a:xfrm>
            <a:off x="8345497" y="6949618"/>
            <a:ext cx="626209" cy="431304"/>
          </a:xfrm>
          <a:prstGeom prst="rect">
            <a:avLst/>
          </a:prstGeom>
        </p:spPr>
        <p:txBody>
          <a:bodyPr vert="horz" lIns="91440" tIns="45720" rIns="91440" bIns="45720" rtlCol="0" anchor="ctr"/>
          <a:lstStyle>
            <a:lvl1pPr algn="r">
              <a:defRPr sz="853">
                <a:solidFill>
                  <a:schemeClr val="tx1">
                    <a:tint val="75000"/>
                  </a:schemeClr>
                </a:solidFill>
              </a:defRPr>
            </a:lvl1pPr>
          </a:lstStyle>
          <a:p>
            <a:pPr rtl="0"/>
            <a:fld id="{6D22F896-40B5-4ADD-8801-0D06FADFA095}" type="slidenum">
              <a:rPr lang="es-ES" noProof="0" smtClean="0"/>
              <a:pPr rtl="0"/>
              <a:t>‹Nº›</a:t>
            </a:fld>
            <a:endParaRPr lang="es-ES" noProof="0"/>
          </a:p>
        </p:txBody>
      </p:sp>
    </p:spTree>
    <p:extLst>
      <p:ext uri="{BB962C8B-B14F-4D97-AF65-F5344CB8AC3E}">
        <p14:creationId xmlns:p14="http://schemas.microsoft.com/office/powerpoint/2010/main" val="3993530493"/>
      </p:ext>
    </p:extLst>
  </p:cSld>
  <p:clrMap bg1="dk1" tx1="lt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Lst>
  <p:hf hdr="0" ftr="0" dt="0"/>
  <p:txStyles>
    <p:titleStyle>
      <a:lvl1pPr algn="l" defTabSz="742584" rtl="0" eaLnBrk="1" latinLnBrk="0" hangingPunct="1">
        <a:lnSpc>
          <a:spcPct val="90000"/>
        </a:lnSpc>
        <a:spcBef>
          <a:spcPct val="0"/>
        </a:spcBef>
        <a:buNone/>
        <a:defRPr sz="2924" kern="1200" cap="all" baseline="0">
          <a:solidFill>
            <a:schemeClr val="tx1"/>
          </a:solidFill>
          <a:latin typeface="+mj-lt"/>
          <a:ea typeface="+mj-ea"/>
          <a:cs typeface="+mj-cs"/>
        </a:defRPr>
      </a:lvl1pPr>
    </p:titleStyle>
    <p:bodyStyle>
      <a:lvl1pPr marL="185646" indent="-185646" algn="l" defTabSz="742584" rtl="0" eaLnBrk="1" latinLnBrk="0" hangingPunct="1">
        <a:lnSpc>
          <a:spcPct val="120000"/>
        </a:lnSpc>
        <a:spcBef>
          <a:spcPts val="812"/>
        </a:spcBef>
        <a:buSzPct val="125000"/>
        <a:buFont typeface="Arial" panose="020B0604020202020204" pitchFamily="34" charset="0"/>
        <a:buChar char="•"/>
        <a:defRPr sz="1949" kern="1200">
          <a:solidFill>
            <a:schemeClr val="tx1"/>
          </a:solidFill>
          <a:latin typeface="+mn-lt"/>
          <a:ea typeface="+mn-ea"/>
          <a:cs typeface="+mn-cs"/>
        </a:defRPr>
      </a:lvl1pPr>
      <a:lvl2pPr marL="556938" indent="-185646" algn="l" defTabSz="742584" rtl="0" eaLnBrk="1" latinLnBrk="0" hangingPunct="1">
        <a:lnSpc>
          <a:spcPct val="120000"/>
        </a:lnSpc>
        <a:spcBef>
          <a:spcPts val="406"/>
        </a:spcBef>
        <a:buSzPct val="125000"/>
        <a:buFont typeface="Arial" panose="020B0604020202020204" pitchFamily="34" charset="0"/>
        <a:buChar char="•"/>
        <a:defRPr sz="1624" kern="1200">
          <a:solidFill>
            <a:schemeClr val="tx1"/>
          </a:solidFill>
          <a:latin typeface="+mn-lt"/>
          <a:ea typeface="+mn-ea"/>
          <a:cs typeface="+mn-cs"/>
        </a:defRPr>
      </a:lvl2pPr>
      <a:lvl3pPr marL="928230" indent="-185646" algn="l" defTabSz="742584" rtl="0" eaLnBrk="1" latinLnBrk="0" hangingPunct="1">
        <a:lnSpc>
          <a:spcPct val="120000"/>
        </a:lnSpc>
        <a:spcBef>
          <a:spcPts val="406"/>
        </a:spcBef>
        <a:buSzPct val="125000"/>
        <a:buFont typeface="Arial" panose="020B0604020202020204" pitchFamily="34" charset="0"/>
        <a:buChar char="•"/>
        <a:defRPr sz="1462" kern="1200">
          <a:solidFill>
            <a:schemeClr val="tx1"/>
          </a:solidFill>
          <a:latin typeface="+mn-lt"/>
          <a:ea typeface="+mn-ea"/>
          <a:cs typeface="+mn-cs"/>
        </a:defRPr>
      </a:lvl3pPr>
      <a:lvl4pPr marL="1299522" indent="-185646" algn="l" defTabSz="742584" rtl="0" eaLnBrk="1" latinLnBrk="0" hangingPunct="1">
        <a:lnSpc>
          <a:spcPct val="120000"/>
        </a:lnSpc>
        <a:spcBef>
          <a:spcPts val="406"/>
        </a:spcBef>
        <a:buSzPct val="125000"/>
        <a:buFont typeface="Arial" panose="020B0604020202020204" pitchFamily="34" charset="0"/>
        <a:buChar char="•"/>
        <a:defRPr sz="1299" kern="1200">
          <a:solidFill>
            <a:schemeClr val="tx1"/>
          </a:solidFill>
          <a:latin typeface="+mn-lt"/>
          <a:ea typeface="+mn-ea"/>
          <a:cs typeface="+mn-cs"/>
        </a:defRPr>
      </a:lvl4pPr>
      <a:lvl5pPr marL="1670815" indent="-185646" algn="l" defTabSz="742584" rtl="0" eaLnBrk="1" latinLnBrk="0" hangingPunct="1">
        <a:lnSpc>
          <a:spcPct val="120000"/>
        </a:lnSpc>
        <a:spcBef>
          <a:spcPts val="406"/>
        </a:spcBef>
        <a:buSzPct val="125000"/>
        <a:buFont typeface="Arial" panose="020B0604020202020204" pitchFamily="34" charset="0"/>
        <a:buChar char="•"/>
        <a:defRPr sz="1299" kern="1200">
          <a:solidFill>
            <a:schemeClr val="tx1"/>
          </a:solidFill>
          <a:latin typeface="+mn-lt"/>
          <a:ea typeface="+mn-ea"/>
          <a:cs typeface="+mn-cs"/>
        </a:defRPr>
      </a:lvl5pPr>
      <a:lvl6pPr marL="2042107" indent="-185646" algn="l" defTabSz="742584" rtl="0" eaLnBrk="1" latinLnBrk="0" hangingPunct="1">
        <a:lnSpc>
          <a:spcPct val="120000"/>
        </a:lnSpc>
        <a:spcBef>
          <a:spcPts val="406"/>
        </a:spcBef>
        <a:buSzPct val="125000"/>
        <a:buFont typeface="Arial" panose="020B0604020202020204" pitchFamily="34" charset="0"/>
        <a:buChar char="•"/>
        <a:defRPr sz="1137" kern="1200">
          <a:solidFill>
            <a:schemeClr val="tx1"/>
          </a:solidFill>
          <a:latin typeface="+mn-lt"/>
          <a:ea typeface="+mn-ea"/>
          <a:cs typeface="+mn-cs"/>
        </a:defRPr>
      </a:lvl6pPr>
      <a:lvl7pPr marL="2413399" indent="-185646" algn="l" defTabSz="742584" rtl="0" eaLnBrk="1" latinLnBrk="0" hangingPunct="1">
        <a:lnSpc>
          <a:spcPct val="120000"/>
        </a:lnSpc>
        <a:spcBef>
          <a:spcPts val="406"/>
        </a:spcBef>
        <a:buSzPct val="125000"/>
        <a:buFont typeface="Arial" panose="020B0604020202020204" pitchFamily="34" charset="0"/>
        <a:buChar char="•"/>
        <a:defRPr sz="1137" kern="1200">
          <a:solidFill>
            <a:schemeClr val="tx1"/>
          </a:solidFill>
          <a:latin typeface="+mn-lt"/>
          <a:ea typeface="+mn-ea"/>
          <a:cs typeface="+mn-cs"/>
        </a:defRPr>
      </a:lvl7pPr>
      <a:lvl8pPr marL="2784691" indent="-185646" algn="l" defTabSz="742584" rtl="0" eaLnBrk="1" latinLnBrk="0" hangingPunct="1">
        <a:lnSpc>
          <a:spcPct val="120000"/>
        </a:lnSpc>
        <a:spcBef>
          <a:spcPts val="406"/>
        </a:spcBef>
        <a:buSzPct val="125000"/>
        <a:buFont typeface="Arial" panose="020B0604020202020204" pitchFamily="34" charset="0"/>
        <a:buChar char="•"/>
        <a:defRPr sz="1137" kern="1200">
          <a:solidFill>
            <a:schemeClr val="tx1"/>
          </a:solidFill>
          <a:latin typeface="+mn-lt"/>
          <a:ea typeface="+mn-ea"/>
          <a:cs typeface="+mn-cs"/>
        </a:defRPr>
      </a:lvl8pPr>
      <a:lvl9pPr marL="3155983" indent="-185646" algn="l" defTabSz="742584" rtl="0" eaLnBrk="1" latinLnBrk="0" hangingPunct="1">
        <a:lnSpc>
          <a:spcPct val="120000"/>
        </a:lnSpc>
        <a:spcBef>
          <a:spcPts val="406"/>
        </a:spcBef>
        <a:buSzPct val="125000"/>
        <a:buFont typeface="Arial" panose="020B0604020202020204" pitchFamily="34" charset="0"/>
        <a:buChar char="•"/>
        <a:defRPr sz="1137" kern="1200">
          <a:solidFill>
            <a:schemeClr val="tx1"/>
          </a:solidFill>
          <a:latin typeface="+mn-lt"/>
          <a:ea typeface="+mn-ea"/>
          <a:cs typeface="+mn-cs"/>
        </a:defRPr>
      </a:lvl9pPr>
    </p:bodyStyle>
    <p:otherStyle>
      <a:defPPr>
        <a:defRPr lang="en-US"/>
      </a:defPPr>
      <a:lvl1pPr marL="0" algn="l" defTabSz="742584" rtl="0" eaLnBrk="1" latinLnBrk="0" hangingPunct="1">
        <a:defRPr sz="1462" kern="1200">
          <a:solidFill>
            <a:schemeClr val="tx1"/>
          </a:solidFill>
          <a:latin typeface="+mn-lt"/>
          <a:ea typeface="+mn-ea"/>
          <a:cs typeface="+mn-cs"/>
        </a:defRPr>
      </a:lvl1pPr>
      <a:lvl2pPr marL="371292" algn="l" defTabSz="742584" rtl="0" eaLnBrk="1" latinLnBrk="0" hangingPunct="1">
        <a:defRPr sz="1462" kern="1200">
          <a:solidFill>
            <a:schemeClr val="tx1"/>
          </a:solidFill>
          <a:latin typeface="+mn-lt"/>
          <a:ea typeface="+mn-ea"/>
          <a:cs typeface="+mn-cs"/>
        </a:defRPr>
      </a:lvl2pPr>
      <a:lvl3pPr marL="742584" algn="l" defTabSz="742584" rtl="0" eaLnBrk="1" latinLnBrk="0" hangingPunct="1">
        <a:defRPr sz="1462" kern="1200">
          <a:solidFill>
            <a:schemeClr val="tx1"/>
          </a:solidFill>
          <a:latin typeface="+mn-lt"/>
          <a:ea typeface="+mn-ea"/>
          <a:cs typeface="+mn-cs"/>
        </a:defRPr>
      </a:lvl3pPr>
      <a:lvl4pPr marL="1113876" algn="l" defTabSz="742584" rtl="0" eaLnBrk="1" latinLnBrk="0" hangingPunct="1">
        <a:defRPr sz="1462" kern="1200">
          <a:solidFill>
            <a:schemeClr val="tx1"/>
          </a:solidFill>
          <a:latin typeface="+mn-lt"/>
          <a:ea typeface="+mn-ea"/>
          <a:cs typeface="+mn-cs"/>
        </a:defRPr>
      </a:lvl4pPr>
      <a:lvl5pPr marL="1485168" algn="l" defTabSz="742584" rtl="0" eaLnBrk="1" latinLnBrk="0" hangingPunct="1">
        <a:defRPr sz="1462" kern="1200">
          <a:solidFill>
            <a:schemeClr val="tx1"/>
          </a:solidFill>
          <a:latin typeface="+mn-lt"/>
          <a:ea typeface="+mn-ea"/>
          <a:cs typeface="+mn-cs"/>
        </a:defRPr>
      </a:lvl5pPr>
      <a:lvl6pPr marL="1856461" algn="l" defTabSz="742584" rtl="0" eaLnBrk="1" latinLnBrk="0" hangingPunct="1">
        <a:defRPr sz="1462" kern="1200">
          <a:solidFill>
            <a:schemeClr val="tx1"/>
          </a:solidFill>
          <a:latin typeface="+mn-lt"/>
          <a:ea typeface="+mn-ea"/>
          <a:cs typeface="+mn-cs"/>
        </a:defRPr>
      </a:lvl6pPr>
      <a:lvl7pPr marL="2227753" algn="l" defTabSz="742584" rtl="0" eaLnBrk="1" latinLnBrk="0" hangingPunct="1">
        <a:defRPr sz="1462" kern="1200">
          <a:solidFill>
            <a:schemeClr val="tx1"/>
          </a:solidFill>
          <a:latin typeface="+mn-lt"/>
          <a:ea typeface="+mn-ea"/>
          <a:cs typeface="+mn-cs"/>
        </a:defRPr>
      </a:lvl7pPr>
      <a:lvl8pPr marL="2599045" algn="l" defTabSz="742584" rtl="0" eaLnBrk="1" latinLnBrk="0" hangingPunct="1">
        <a:defRPr sz="1462" kern="1200">
          <a:solidFill>
            <a:schemeClr val="tx1"/>
          </a:solidFill>
          <a:latin typeface="+mn-lt"/>
          <a:ea typeface="+mn-ea"/>
          <a:cs typeface="+mn-cs"/>
        </a:defRPr>
      </a:lvl8pPr>
      <a:lvl9pPr marL="2970337" algn="l" defTabSz="742584" rtl="0" eaLnBrk="1" latinLnBrk="0" hangingPunct="1">
        <a:defRPr sz="1462"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F4FBFE"/>
            </a:gs>
            <a:gs pos="6000">
              <a:srgbClr val="F4FBFE"/>
            </a:gs>
            <a:gs pos="74001">
              <a:srgbClr val="E6E6E6"/>
            </a:gs>
            <a:gs pos="83000">
              <a:srgbClr val="E6E6E6"/>
            </a:gs>
            <a:gs pos="100000">
              <a:schemeClr val="tx2"/>
            </a:gs>
          </a:gsLst>
          <a:lin ang="5400000" scaled="1"/>
        </a:gradFill>
        <a:effectLst/>
      </p:bgPr>
    </p:bg>
    <p:spTree>
      <p:nvGrpSpPr>
        <p:cNvPr id="1" name=""/>
        <p:cNvGrpSpPr/>
        <p:nvPr/>
      </p:nvGrpSpPr>
      <p:grpSpPr>
        <a:xfrm>
          <a:off x="0" y="0"/>
          <a:ext cx="0" cy="0"/>
          <a:chOff x="0" y="0"/>
          <a:chExt cx="0" cy="0"/>
        </a:xfrm>
      </p:grpSpPr>
      <p:pic>
        <p:nvPicPr>
          <p:cNvPr id="7" name="Imagen 2" descr="\\DROBO-FS\QuickDrops\JB\PPTX NG\Droplets\LightingOverlay.png">
            <a:extLst>
              <a:ext uri="{FF2B5EF4-FFF2-40B4-BE49-F238E27FC236}">
                <a16:creationId xmlns:a16="http://schemas.microsoft.com/office/drawing/2014/main" id="{764294C3-DBB8-47B3-8775-0F96F09F9A3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0" y="0"/>
            <a:ext cx="9911552" cy="8101013"/>
          </a:xfrm>
          <a:prstGeom prst="rect">
            <a:avLst/>
          </a:prstGeom>
          <a:noFill/>
          <a:extLst>
            <a:ext uri="{909E8E84-426E-40DD-AFC4-6F175D3DCCD1}">
              <a14:hiddenFill xmlns:a14="http://schemas.microsoft.com/office/drawing/2010/main">
                <a:solidFill>
                  <a:srgbClr val="FFFFFF"/>
                </a:solidFill>
              </a14:hiddenFill>
            </a:ext>
          </a:extLst>
        </p:spPr>
      </p:pic>
      <p:pic>
        <p:nvPicPr>
          <p:cNvPr id="8" name="Grupo 7">
            <a:extLst>
              <a:ext uri="{FF2B5EF4-FFF2-40B4-BE49-F238E27FC236}">
                <a16:creationId xmlns:a16="http://schemas.microsoft.com/office/drawing/2014/main" id="{306C1E8B-31F5-4C9E-B462-84FECD74455A}"/>
              </a:ext>
            </a:extLst>
          </p:cNvPr>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314" y="0"/>
            <a:ext cx="9798100" cy="8101013"/>
          </a:xfrm>
          <a:prstGeom prst="rect">
            <a:avLst/>
          </a:prstGeom>
          <a:noFill/>
          <a:extLst>
            <a:ext uri="{909E8E84-426E-40DD-AFC4-6F175D3DCCD1}">
              <a14:hiddenFill xmlns:a14="http://schemas.microsoft.com/office/drawing/2010/main">
                <a:solidFill>
                  <a:srgbClr val="FFFFFF"/>
                </a:solidFill>
              </a14:hiddenFill>
            </a:ext>
          </a:extLst>
        </p:spPr>
      </p:pic>
      <p:sp>
        <p:nvSpPr>
          <p:cNvPr id="2" name="Marcador de posición de título 1">
            <a:extLst>
              <a:ext uri="{FF2B5EF4-FFF2-40B4-BE49-F238E27FC236}">
                <a16:creationId xmlns:a16="http://schemas.microsoft.com/office/drawing/2014/main" id="{851C77F7-85E7-4B04-8275-CB3D5171C30C}"/>
              </a:ext>
            </a:extLst>
          </p:cNvPr>
          <p:cNvSpPr>
            <a:spLocks noGrp="1"/>
          </p:cNvSpPr>
          <p:nvPr>
            <p:ph type="title"/>
          </p:nvPr>
        </p:nvSpPr>
        <p:spPr>
          <a:xfrm>
            <a:off x="926952" y="731342"/>
            <a:ext cx="8044756" cy="1745844"/>
          </a:xfrm>
          <a:prstGeom prst="rect">
            <a:avLst/>
          </a:prstGeom>
        </p:spPr>
        <p:txBody>
          <a:bodyPr vert="horz" lIns="91440" tIns="45720" rIns="91440" bIns="45720" rtlCol="0" anchor="ctr">
            <a:normAutofit/>
          </a:bodyPr>
          <a:lstStyle/>
          <a:p>
            <a:endParaRPr lang="es-ES" noProof="0" dirty="0"/>
          </a:p>
        </p:txBody>
      </p:sp>
      <p:sp>
        <p:nvSpPr>
          <p:cNvPr id="1029" name="Marcador de posición de texto 2">
            <a:extLst>
              <a:ext uri="{FF2B5EF4-FFF2-40B4-BE49-F238E27FC236}">
                <a16:creationId xmlns:a16="http://schemas.microsoft.com/office/drawing/2014/main" id="{1F987237-ACB9-4B4F-9EE5-DE78441E1AF8}"/>
              </a:ext>
            </a:extLst>
          </p:cNvPr>
          <p:cNvSpPr>
            <a:spLocks noGrp="1" noChangeArrowheads="1"/>
          </p:cNvSpPr>
          <p:nvPr>
            <p:ph type="body" idx="1"/>
          </p:nvPr>
        </p:nvSpPr>
        <p:spPr bwMode="auto">
          <a:xfrm>
            <a:off x="926952" y="2657208"/>
            <a:ext cx="8044756" cy="4183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s-ES"/>
              <a:t>Editar estilos de texto del patrón</a:t>
            </a:r>
          </a:p>
          <a:p>
            <a:pPr lvl="1"/>
            <a:r>
              <a:rPr lang="es-ES" altLang="es-ES"/>
              <a:t>Segundo nivel</a:t>
            </a:r>
          </a:p>
          <a:p>
            <a:pPr lvl="2"/>
            <a:r>
              <a:rPr lang="es-ES" altLang="es-ES"/>
              <a:t>Tercer nivel</a:t>
            </a:r>
          </a:p>
          <a:p>
            <a:pPr lvl="3"/>
            <a:r>
              <a:rPr lang="es-ES" altLang="es-ES"/>
              <a:t>Cuarto nivel</a:t>
            </a:r>
          </a:p>
          <a:p>
            <a:pPr lvl="4"/>
            <a:r>
              <a:rPr lang="es-ES" altLang="es-ES"/>
              <a:t>Quinto nivel</a:t>
            </a:r>
          </a:p>
        </p:txBody>
      </p:sp>
      <p:sp>
        <p:nvSpPr>
          <p:cNvPr id="4" name="Marcador de fecha 3">
            <a:extLst>
              <a:ext uri="{FF2B5EF4-FFF2-40B4-BE49-F238E27FC236}">
                <a16:creationId xmlns:a16="http://schemas.microsoft.com/office/drawing/2014/main" id="{03BBB416-BDBF-404A-81D3-CBA858860991}"/>
              </a:ext>
            </a:extLst>
          </p:cNvPr>
          <p:cNvSpPr>
            <a:spLocks noGrp="1"/>
          </p:cNvSpPr>
          <p:nvPr>
            <p:ph type="dt" sz="half" idx="2"/>
          </p:nvPr>
        </p:nvSpPr>
        <p:spPr>
          <a:xfrm>
            <a:off x="6055484" y="6949620"/>
            <a:ext cx="2227779" cy="431304"/>
          </a:xfrm>
          <a:prstGeom prst="rect">
            <a:avLst/>
          </a:prstGeom>
        </p:spPr>
        <p:txBody>
          <a:bodyPr vert="horz" lIns="91440" tIns="45720" rIns="91440" bIns="45720" rtlCol="0" anchor="ctr"/>
          <a:lstStyle>
            <a:lvl1pPr algn="r" eaLnBrk="1" fontAlgn="auto" hangingPunct="1">
              <a:spcBef>
                <a:spcPts val="0"/>
              </a:spcBef>
              <a:spcAft>
                <a:spcPts val="0"/>
              </a:spcAft>
              <a:defRPr sz="853" smtClean="0">
                <a:solidFill>
                  <a:schemeClr val="tx1">
                    <a:tint val="75000"/>
                  </a:schemeClr>
                </a:solidFill>
                <a:latin typeface="+mn-lt"/>
              </a:defRPr>
            </a:lvl1pPr>
          </a:lstStyle>
          <a:p>
            <a:pPr>
              <a:defRPr/>
            </a:pPr>
            <a:fld id="{ABC68E97-70E0-4EF5-BEA0-CDB055FBDEC0}" type="datetime1">
              <a:rPr lang="es-ES"/>
              <a:pPr>
                <a:defRPr/>
              </a:pPr>
              <a:t>10/03/2026</a:t>
            </a:fld>
            <a:endParaRPr lang="es-ES"/>
          </a:p>
        </p:txBody>
      </p:sp>
      <p:sp>
        <p:nvSpPr>
          <p:cNvPr id="5" name="Marcador de posición de pie de página 4">
            <a:extLst>
              <a:ext uri="{FF2B5EF4-FFF2-40B4-BE49-F238E27FC236}">
                <a16:creationId xmlns:a16="http://schemas.microsoft.com/office/drawing/2014/main" id="{B906EC81-3801-417B-A853-F14F73CD6C72}"/>
              </a:ext>
            </a:extLst>
          </p:cNvPr>
          <p:cNvSpPr>
            <a:spLocks noGrp="1"/>
          </p:cNvSpPr>
          <p:nvPr>
            <p:ph type="ftr" sz="quarter" idx="3"/>
          </p:nvPr>
        </p:nvSpPr>
        <p:spPr>
          <a:xfrm>
            <a:off x="926953" y="6949620"/>
            <a:ext cx="5066649" cy="431304"/>
          </a:xfrm>
          <a:prstGeom prst="rect">
            <a:avLst/>
          </a:prstGeom>
        </p:spPr>
        <p:txBody>
          <a:bodyPr vert="horz" lIns="91440" tIns="45720" rIns="91440" bIns="45720" rtlCol="0" anchor="ctr"/>
          <a:lstStyle>
            <a:lvl1pPr algn="l" eaLnBrk="1" fontAlgn="auto" hangingPunct="1">
              <a:spcBef>
                <a:spcPts val="0"/>
              </a:spcBef>
              <a:spcAft>
                <a:spcPts val="0"/>
              </a:spcAft>
              <a:defRPr sz="853" cap="all" baseline="0">
                <a:solidFill>
                  <a:schemeClr val="tx1">
                    <a:tint val="75000"/>
                  </a:schemeClr>
                </a:solidFill>
                <a:latin typeface="+mn-lt"/>
              </a:defRPr>
            </a:lvl1pPr>
          </a:lstStyle>
          <a:p>
            <a:pPr>
              <a:defRPr/>
            </a:pPr>
            <a:r>
              <a:rPr lang="es-ES"/>
              <a:t>dfsasdfasd</a:t>
            </a:r>
          </a:p>
        </p:txBody>
      </p:sp>
      <p:sp>
        <p:nvSpPr>
          <p:cNvPr id="6" name="Marcador de posición de número de diapositiva 5">
            <a:extLst>
              <a:ext uri="{FF2B5EF4-FFF2-40B4-BE49-F238E27FC236}">
                <a16:creationId xmlns:a16="http://schemas.microsoft.com/office/drawing/2014/main" id="{F7FCFB96-31D9-4ADC-9E04-4B546EDA509F}"/>
              </a:ext>
            </a:extLst>
          </p:cNvPr>
          <p:cNvSpPr>
            <a:spLocks noGrp="1"/>
          </p:cNvSpPr>
          <p:nvPr>
            <p:ph type="sldNum" sz="quarter" idx="4"/>
          </p:nvPr>
        </p:nvSpPr>
        <p:spPr>
          <a:xfrm>
            <a:off x="8345146" y="6949620"/>
            <a:ext cx="626563" cy="431304"/>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812">
                <a:solidFill>
                  <a:srgbClr val="F1F1F1"/>
                </a:solidFill>
              </a:defRPr>
            </a:lvl1pPr>
          </a:lstStyle>
          <a:p>
            <a:fld id="{ACC82BB1-65DB-491F-8DA3-D48441B9C935}" type="slidenum">
              <a:rPr lang="es-ES" altLang="es-ES"/>
              <a:pPr/>
              <a:t>‹Nº›</a:t>
            </a:fld>
            <a:endParaRPr lang="es-ES" altLang="es-ES"/>
          </a:p>
        </p:txBody>
      </p:sp>
    </p:spTree>
    <p:extLst>
      <p:ext uri="{BB962C8B-B14F-4D97-AF65-F5344CB8AC3E}">
        <p14:creationId xmlns:p14="http://schemas.microsoft.com/office/powerpoint/2010/main" val="1585737707"/>
      </p:ext>
    </p:extLst>
  </p:cSld>
  <p:clrMap bg1="dk1" tx1="lt1" bg2="dk2" tx2="lt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Lst>
  <p:hf hdr="0" ftr="0" dt="0"/>
  <p:txStyles>
    <p:titleStyle>
      <a:lvl1pPr algn="l" rtl="0" fontAlgn="base">
        <a:lnSpc>
          <a:spcPct val="90000"/>
        </a:lnSpc>
        <a:spcBef>
          <a:spcPct val="0"/>
        </a:spcBef>
        <a:spcAft>
          <a:spcPct val="0"/>
        </a:spcAft>
        <a:defRPr sz="2924" kern="1200" cap="all">
          <a:solidFill>
            <a:schemeClr val="tx1"/>
          </a:solidFill>
          <a:latin typeface="+mj-lt"/>
          <a:ea typeface="+mj-ea"/>
          <a:cs typeface="+mj-cs"/>
        </a:defRPr>
      </a:lvl1pPr>
      <a:lvl2pPr algn="l" rtl="0" fontAlgn="base">
        <a:lnSpc>
          <a:spcPct val="90000"/>
        </a:lnSpc>
        <a:spcBef>
          <a:spcPct val="0"/>
        </a:spcBef>
        <a:spcAft>
          <a:spcPct val="0"/>
        </a:spcAft>
        <a:defRPr sz="2924">
          <a:solidFill>
            <a:schemeClr val="tx1"/>
          </a:solidFill>
          <a:latin typeface="Tw Cen MT" panose="020B0602020104020603" pitchFamily="34" charset="0"/>
        </a:defRPr>
      </a:lvl2pPr>
      <a:lvl3pPr algn="l" rtl="0" fontAlgn="base">
        <a:lnSpc>
          <a:spcPct val="90000"/>
        </a:lnSpc>
        <a:spcBef>
          <a:spcPct val="0"/>
        </a:spcBef>
        <a:spcAft>
          <a:spcPct val="0"/>
        </a:spcAft>
        <a:defRPr sz="2924">
          <a:solidFill>
            <a:schemeClr val="tx1"/>
          </a:solidFill>
          <a:latin typeface="Tw Cen MT" panose="020B0602020104020603" pitchFamily="34" charset="0"/>
        </a:defRPr>
      </a:lvl3pPr>
      <a:lvl4pPr algn="l" rtl="0" fontAlgn="base">
        <a:lnSpc>
          <a:spcPct val="90000"/>
        </a:lnSpc>
        <a:spcBef>
          <a:spcPct val="0"/>
        </a:spcBef>
        <a:spcAft>
          <a:spcPct val="0"/>
        </a:spcAft>
        <a:defRPr sz="2924">
          <a:solidFill>
            <a:schemeClr val="tx1"/>
          </a:solidFill>
          <a:latin typeface="Tw Cen MT" panose="020B0602020104020603" pitchFamily="34" charset="0"/>
        </a:defRPr>
      </a:lvl4pPr>
      <a:lvl5pPr algn="l" rtl="0" fontAlgn="base">
        <a:lnSpc>
          <a:spcPct val="90000"/>
        </a:lnSpc>
        <a:spcBef>
          <a:spcPct val="0"/>
        </a:spcBef>
        <a:spcAft>
          <a:spcPct val="0"/>
        </a:spcAft>
        <a:defRPr sz="2924">
          <a:solidFill>
            <a:schemeClr val="tx1"/>
          </a:solidFill>
          <a:latin typeface="Tw Cen MT" panose="020B0602020104020603" pitchFamily="34" charset="0"/>
        </a:defRPr>
      </a:lvl5pPr>
      <a:lvl6pPr marL="371292" algn="l" rtl="0" fontAlgn="base">
        <a:lnSpc>
          <a:spcPct val="90000"/>
        </a:lnSpc>
        <a:spcBef>
          <a:spcPct val="0"/>
        </a:spcBef>
        <a:spcAft>
          <a:spcPct val="0"/>
        </a:spcAft>
        <a:defRPr sz="2924">
          <a:solidFill>
            <a:schemeClr val="tx1"/>
          </a:solidFill>
          <a:latin typeface="Tw Cen MT" panose="020B0602020104020603" pitchFamily="34" charset="0"/>
        </a:defRPr>
      </a:lvl6pPr>
      <a:lvl7pPr marL="742584" algn="l" rtl="0" fontAlgn="base">
        <a:lnSpc>
          <a:spcPct val="90000"/>
        </a:lnSpc>
        <a:spcBef>
          <a:spcPct val="0"/>
        </a:spcBef>
        <a:spcAft>
          <a:spcPct val="0"/>
        </a:spcAft>
        <a:defRPr sz="2924">
          <a:solidFill>
            <a:schemeClr val="tx1"/>
          </a:solidFill>
          <a:latin typeface="Tw Cen MT" panose="020B0602020104020603" pitchFamily="34" charset="0"/>
        </a:defRPr>
      </a:lvl7pPr>
      <a:lvl8pPr marL="1113876" algn="l" rtl="0" fontAlgn="base">
        <a:lnSpc>
          <a:spcPct val="90000"/>
        </a:lnSpc>
        <a:spcBef>
          <a:spcPct val="0"/>
        </a:spcBef>
        <a:spcAft>
          <a:spcPct val="0"/>
        </a:spcAft>
        <a:defRPr sz="2924">
          <a:solidFill>
            <a:schemeClr val="tx1"/>
          </a:solidFill>
          <a:latin typeface="Tw Cen MT" panose="020B0602020104020603" pitchFamily="34" charset="0"/>
        </a:defRPr>
      </a:lvl8pPr>
      <a:lvl9pPr marL="1485168" algn="l" rtl="0" fontAlgn="base">
        <a:lnSpc>
          <a:spcPct val="90000"/>
        </a:lnSpc>
        <a:spcBef>
          <a:spcPct val="0"/>
        </a:spcBef>
        <a:spcAft>
          <a:spcPct val="0"/>
        </a:spcAft>
        <a:defRPr sz="2924">
          <a:solidFill>
            <a:schemeClr val="tx1"/>
          </a:solidFill>
          <a:latin typeface="Tw Cen MT" panose="020B0602020104020603" pitchFamily="34" charset="0"/>
        </a:defRPr>
      </a:lvl9pPr>
    </p:titleStyle>
    <p:bodyStyle>
      <a:lvl1pPr marL="185646" indent="-185646" algn="l" rtl="0" fontAlgn="base">
        <a:lnSpc>
          <a:spcPct val="120000"/>
        </a:lnSpc>
        <a:spcBef>
          <a:spcPts val="812"/>
        </a:spcBef>
        <a:spcAft>
          <a:spcPct val="0"/>
        </a:spcAft>
        <a:buSzPct val="125000"/>
        <a:buFont typeface="Arial" panose="020B0604020202020204" pitchFamily="34" charset="0"/>
        <a:buChar char="•"/>
        <a:defRPr sz="1949" kern="1200">
          <a:solidFill>
            <a:schemeClr val="tx1"/>
          </a:solidFill>
          <a:latin typeface="+mn-lt"/>
          <a:ea typeface="+mn-ea"/>
          <a:cs typeface="+mn-cs"/>
        </a:defRPr>
      </a:lvl1pPr>
      <a:lvl2pPr marL="556938" indent="-185646" algn="l" rtl="0" fontAlgn="base">
        <a:lnSpc>
          <a:spcPct val="120000"/>
        </a:lnSpc>
        <a:spcBef>
          <a:spcPts val="406"/>
        </a:spcBef>
        <a:spcAft>
          <a:spcPct val="0"/>
        </a:spcAft>
        <a:buSzPct val="125000"/>
        <a:buFont typeface="Arial" panose="020B0604020202020204" pitchFamily="34" charset="0"/>
        <a:buChar char="•"/>
        <a:defRPr sz="1624" kern="1200">
          <a:solidFill>
            <a:schemeClr val="tx1"/>
          </a:solidFill>
          <a:latin typeface="+mn-lt"/>
          <a:ea typeface="+mn-ea"/>
          <a:cs typeface="+mn-cs"/>
        </a:defRPr>
      </a:lvl2pPr>
      <a:lvl3pPr marL="928230" indent="-185646" algn="l" rtl="0" fontAlgn="base">
        <a:lnSpc>
          <a:spcPct val="120000"/>
        </a:lnSpc>
        <a:spcBef>
          <a:spcPts val="406"/>
        </a:spcBef>
        <a:spcAft>
          <a:spcPct val="0"/>
        </a:spcAft>
        <a:buSzPct val="125000"/>
        <a:buFont typeface="Arial" panose="020B0604020202020204" pitchFamily="34" charset="0"/>
        <a:buChar char="•"/>
        <a:defRPr kern="1200">
          <a:solidFill>
            <a:schemeClr val="tx1"/>
          </a:solidFill>
          <a:latin typeface="+mn-lt"/>
          <a:ea typeface="+mn-ea"/>
          <a:cs typeface="+mn-cs"/>
        </a:defRPr>
      </a:lvl3pPr>
      <a:lvl4pPr marL="1299522" indent="-185646" algn="l" rtl="0" fontAlgn="base">
        <a:lnSpc>
          <a:spcPct val="120000"/>
        </a:lnSpc>
        <a:spcBef>
          <a:spcPts val="406"/>
        </a:spcBef>
        <a:spcAft>
          <a:spcPct val="0"/>
        </a:spcAft>
        <a:buSzPct val="125000"/>
        <a:buFont typeface="Arial" panose="020B0604020202020204" pitchFamily="34" charset="0"/>
        <a:buChar char="•"/>
        <a:defRPr sz="1299" kern="1200">
          <a:solidFill>
            <a:schemeClr val="tx1"/>
          </a:solidFill>
          <a:latin typeface="+mn-lt"/>
          <a:ea typeface="+mn-ea"/>
          <a:cs typeface="+mn-cs"/>
        </a:defRPr>
      </a:lvl4pPr>
      <a:lvl5pPr marL="1670815" indent="-185646" algn="l" rtl="0" fontAlgn="base">
        <a:lnSpc>
          <a:spcPct val="120000"/>
        </a:lnSpc>
        <a:spcBef>
          <a:spcPts val="406"/>
        </a:spcBef>
        <a:spcAft>
          <a:spcPct val="0"/>
        </a:spcAft>
        <a:buSzPct val="125000"/>
        <a:buFont typeface="Arial" panose="020B0604020202020204" pitchFamily="34" charset="0"/>
        <a:buChar char="•"/>
        <a:defRPr sz="1299" kern="1200">
          <a:solidFill>
            <a:schemeClr val="tx1"/>
          </a:solidFill>
          <a:latin typeface="+mn-lt"/>
          <a:ea typeface="+mn-ea"/>
          <a:cs typeface="+mn-cs"/>
        </a:defRPr>
      </a:lvl5pPr>
      <a:lvl6pPr marL="2042107" indent="-185646" algn="l" defTabSz="742584" rtl="0" eaLnBrk="1" latinLnBrk="0" hangingPunct="1">
        <a:lnSpc>
          <a:spcPct val="120000"/>
        </a:lnSpc>
        <a:spcBef>
          <a:spcPts val="406"/>
        </a:spcBef>
        <a:buSzPct val="125000"/>
        <a:buFont typeface="Arial" panose="020B0604020202020204" pitchFamily="34" charset="0"/>
        <a:buChar char="•"/>
        <a:defRPr sz="1137" kern="1200">
          <a:solidFill>
            <a:schemeClr val="tx1"/>
          </a:solidFill>
          <a:latin typeface="+mn-lt"/>
          <a:ea typeface="+mn-ea"/>
          <a:cs typeface="+mn-cs"/>
        </a:defRPr>
      </a:lvl6pPr>
      <a:lvl7pPr marL="2413399" indent="-185646" algn="l" defTabSz="742584" rtl="0" eaLnBrk="1" latinLnBrk="0" hangingPunct="1">
        <a:lnSpc>
          <a:spcPct val="120000"/>
        </a:lnSpc>
        <a:spcBef>
          <a:spcPts val="406"/>
        </a:spcBef>
        <a:buSzPct val="125000"/>
        <a:buFont typeface="Arial" panose="020B0604020202020204" pitchFamily="34" charset="0"/>
        <a:buChar char="•"/>
        <a:defRPr sz="1137" kern="1200">
          <a:solidFill>
            <a:schemeClr val="tx1"/>
          </a:solidFill>
          <a:latin typeface="+mn-lt"/>
          <a:ea typeface="+mn-ea"/>
          <a:cs typeface="+mn-cs"/>
        </a:defRPr>
      </a:lvl7pPr>
      <a:lvl8pPr marL="2784691" indent="-185646" algn="l" defTabSz="742584" rtl="0" eaLnBrk="1" latinLnBrk="0" hangingPunct="1">
        <a:lnSpc>
          <a:spcPct val="120000"/>
        </a:lnSpc>
        <a:spcBef>
          <a:spcPts val="406"/>
        </a:spcBef>
        <a:buSzPct val="125000"/>
        <a:buFont typeface="Arial" panose="020B0604020202020204" pitchFamily="34" charset="0"/>
        <a:buChar char="•"/>
        <a:defRPr sz="1137" kern="1200">
          <a:solidFill>
            <a:schemeClr val="tx1"/>
          </a:solidFill>
          <a:latin typeface="+mn-lt"/>
          <a:ea typeface="+mn-ea"/>
          <a:cs typeface="+mn-cs"/>
        </a:defRPr>
      </a:lvl8pPr>
      <a:lvl9pPr marL="3155983" indent="-185646" algn="l" defTabSz="742584" rtl="0" eaLnBrk="1" latinLnBrk="0" hangingPunct="1">
        <a:lnSpc>
          <a:spcPct val="120000"/>
        </a:lnSpc>
        <a:spcBef>
          <a:spcPts val="406"/>
        </a:spcBef>
        <a:buSzPct val="125000"/>
        <a:buFont typeface="Arial" panose="020B0604020202020204" pitchFamily="34" charset="0"/>
        <a:buChar char="•"/>
        <a:defRPr sz="1137" kern="1200">
          <a:solidFill>
            <a:schemeClr val="tx1"/>
          </a:solidFill>
          <a:latin typeface="+mn-lt"/>
          <a:ea typeface="+mn-ea"/>
          <a:cs typeface="+mn-cs"/>
        </a:defRPr>
      </a:lvl9pPr>
    </p:bodyStyle>
    <p:otherStyle>
      <a:defPPr>
        <a:defRPr lang="en-US"/>
      </a:defPPr>
      <a:lvl1pPr marL="0" algn="l" defTabSz="742584" rtl="0" eaLnBrk="1" latinLnBrk="0" hangingPunct="1">
        <a:defRPr sz="1462" kern="1200">
          <a:solidFill>
            <a:schemeClr val="tx1"/>
          </a:solidFill>
          <a:latin typeface="+mn-lt"/>
          <a:ea typeface="+mn-ea"/>
          <a:cs typeface="+mn-cs"/>
        </a:defRPr>
      </a:lvl1pPr>
      <a:lvl2pPr marL="371292" algn="l" defTabSz="742584" rtl="0" eaLnBrk="1" latinLnBrk="0" hangingPunct="1">
        <a:defRPr sz="1462" kern="1200">
          <a:solidFill>
            <a:schemeClr val="tx1"/>
          </a:solidFill>
          <a:latin typeface="+mn-lt"/>
          <a:ea typeface="+mn-ea"/>
          <a:cs typeface="+mn-cs"/>
        </a:defRPr>
      </a:lvl2pPr>
      <a:lvl3pPr marL="742584" algn="l" defTabSz="742584" rtl="0" eaLnBrk="1" latinLnBrk="0" hangingPunct="1">
        <a:defRPr sz="1462" kern="1200">
          <a:solidFill>
            <a:schemeClr val="tx1"/>
          </a:solidFill>
          <a:latin typeface="+mn-lt"/>
          <a:ea typeface="+mn-ea"/>
          <a:cs typeface="+mn-cs"/>
        </a:defRPr>
      </a:lvl3pPr>
      <a:lvl4pPr marL="1113876" algn="l" defTabSz="742584" rtl="0" eaLnBrk="1" latinLnBrk="0" hangingPunct="1">
        <a:defRPr sz="1462" kern="1200">
          <a:solidFill>
            <a:schemeClr val="tx1"/>
          </a:solidFill>
          <a:latin typeface="+mn-lt"/>
          <a:ea typeface="+mn-ea"/>
          <a:cs typeface="+mn-cs"/>
        </a:defRPr>
      </a:lvl4pPr>
      <a:lvl5pPr marL="1485168" algn="l" defTabSz="742584" rtl="0" eaLnBrk="1" latinLnBrk="0" hangingPunct="1">
        <a:defRPr sz="1462" kern="1200">
          <a:solidFill>
            <a:schemeClr val="tx1"/>
          </a:solidFill>
          <a:latin typeface="+mn-lt"/>
          <a:ea typeface="+mn-ea"/>
          <a:cs typeface="+mn-cs"/>
        </a:defRPr>
      </a:lvl5pPr>
      <a:lvl6pPr marL="1856461" algn="l" defTabSz="742584" rtl="0" eaLnBrk="1" latinLnBrk="0" hangingPunct="1">
        <a:defRPr sz="1462" kern="1200">
          <a:solidFill>
            <a:schemeClr val="tx1"/>
          </a:solidFill>
          <a:latin typeface="+mn-lt"/>
          <a:ea typeface="+mn-ea"/>
          <a:cs typeface="+mn-cs"/>
        </a:defRPr>
      </a:lvl6pPr>
      <a:lvl7pPr marL="2227753" algn="l" defTabSz="742584" rtl="0" eaLnBrk="1" latinLnBrk="0" hangingPunct="1">
        <a:defRPr sz="1462" kern="1200">
          <a:solidFill>
            <a:schemeClr val="tx1"/>
          </a:solidFill>
          <a:latin typeface="+mn-lt"/>
          <a:ea typeface="+mn-ea"/>
          <a:cs typeface="+mn-cs"/>
        </a:defRPr>
      </a:lvl7pPr>
      <a:lvl8pPr marL="2599045" algn="l" defTabSz="742584" rtl="0" eaLnBrk="1" latinLnBrk="0" hangingPunct="1">
        <a:defRPr sz="1462" kern="1200">
          <a:solidFill>
            <a:schemeClr val="tx1"/>
          </a:solidFill>
          <a:latin typeface="+mn-lt"/>
          <a:ea typeface="+mn-ea"/>
          <a:cs typeface="+mn-cs"/>
        </a:defRPr>
      </a:lvl8pPr>
      <a:lvl9pPr marL="2970337" algn="l" defTabSz="742584" rtl="0" eaLnBrk="1" latinLnBrk="0" hangingPunct="1">
        <a:defRPr sz="14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www.muppetcentral.com/frames/sesame/ernie.jpg"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4.xml.rels><?xml version="1.0" encoding="UTF-8" standalone="yes"?>
<Relationships xmlns="http://schemas.openxmlformats.org/package/2006/relationships"><Relationship Id="rId3" Type="http://schemas.openxmlformats.org/officeDocument/2006/relationships/hyperlink" Target="http://www.muppetcentral.com/frames/sesame/ernie.jpg"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6.xml"/><Relationship Id="rId1" Type="http://schemas.openxmlformats.org/officeDocument/2006/relationships/tags" Target="../tags/tag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6.xml"/><Relationship Id="rId1" Type="http://schemas.openxmlformats.org/officeDocument/2006/relationships/tags" Target="../tags/tag4.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6.xml"/><Relationship Id="rId1" Type="http://schemas.openxmlformats.org/officeDocument/2006/relationships/tags" Target="../tags/tag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image" Target="../media/image17.emf"/><Relationship Id="rId4" Type="http://schemas.openxmlformats.org/officeDocument/2006/relationships/oleObject" Target="../embeddings/oleObject1.bin"/></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126083" y="4482554"/>
            <a:ext cx="8416925" cy="1350963"/>
          </a:xfrm>
        </p:spPr>
        <p:txBody>
          <a:bodyPr/>
          <a:lstStyle/>
          <a:p>
            <a:pPr eaLnBrk="1" hangingPunct="1"/>
            <a:r>
              <a:rPr lang="es-ES_tradnl" dirty="0"/>
              <a:t>Tema  2</a:t>
            </a:r>
            <a:endParaRPr lang="es-ES" dirty="0"/>
          </a:p>
        </p:txBody>
      </p:sp>
      <p:sp>
        <p:nvSpPr>
          <p:cNvPr id="11267" name="Rectangle 3"/>
          <p:cNvSpPr>
            <a:spLocks noGrp="1" noChangeArrowheads="1"/>
          </p:cNvSpPr>
          <p:nvPr>
            <p:ph type="subTitle" idx="1"/>
          </p:nvPr>
        </p:nvSpPr>
        <p:spPr>
          <a:xfrm>
            <a:off x="1350219" y="6066730"/>
            <a:ext cx="6931025" cy="992188"/>
          </a:xfrm>
        </p:spPr>
        <p:txBody>
          <a:bodyPr/>
          <a:lstStyle/>
          <a:p>
            <a:pPr eaLnBrk="1" hangingPunct="1"/>
            <a:r>
              <a:rPr lang="es-ES_tradnl" b="1" dirty="0"/>
              <a:t>Representación de la Información</a:t>
            </a:r>
            <a:endParaRPr lang="es-ES"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pPr eaLnBrk="1" hangingPunct="1"/>
            <a:r>
              <a:rPr lang="es-ES_tradnl" dirty="0"/>
              <a:t>Contenido</a:t>
            </a:r>
            <a:endParaRPr lang="es-ES" dirty="0"/>
          </a:p>
        </p:txBody>
      </p:sp>
      <p:sp>
        <p:nvSpPr>
          <p:cNvPr id="12292" name="Rectangle 3"/>
          <p:cNvSpPr>
            <a:spLocks noGrp="1" noChangeArrowheads="1"/>
          </p:cNvSpPr>
          <p:nvPr>
            <p:ph sz="quarter" idx="1"/>
          </p:nvPr>
        </p:nvSpPr>
        <p:spPr>
          <a:xfrm>
            <a:off x="2328863" y="2187575"/>
            <a:ext cx="5726112" cy="4860925"/>
          </a:xfrm>
        </p:spPr>
        <p:txBody>
          <a:bodyPr/>
          <a:lstStyle/>
          <a:p>
            <a:pPr marL="590550" indent="-590550" eaLnBrk="1" hangingPunct="1">
              <a:lnSpc>
                <a:spcPct val="80000"/>
              </a:lnSpc>
              <a:buFontTx/>
              <a:buAutoNum type="arabicPeriod"/>
            </a:pPr>
            <a:r>
              <a:rPr lang="es-ES_tradnl" sz="2400"/>
              <a:t>Introducción</a:t>
            </a:r>
          </a:p>
          <a:p>
            <a:pPr marL="590550" indent="-590550" eaLnBrk="1" hangingPunct="1">
              <a:lnSpc>
                <a:spcPct val="80000"/>
              </a:lnSpc>
              <a:buFontTx/>
              <a:buAutoNum type="arabicPeriod"/>
            </a:pPr>
            <a:r>
              <a:rPr lang="es-ES_tradnl" sz="2400"/>
              <a:t>Clasificación</a:t>
            </a:r>
          </a:p>
          <a:p>
            <a:pPr marL="590550" indent="-590550" eaLnBrk="1" hangingPunct="1">
              <a:lnSpc>
                <a:spcPct val="80000"/>
              </a:lnSpc>
              <a:buFontTx/>
              <a:buAutoNum type="arabicPeriod"/>
            </a:pPr>
            <a:r>
              <a:rPr lang="es-ES_tradnl" sz="2400"/>
              <a:t>Datos numéricos</a:t>
            </a:r>
          </a:p>
          <a:p>
            <a:pPr marL="996950" lvl="1" indent="-495300" eaLnBrk="1" hangingPunct="1">
              <a:lnSpc>
                <a:spcPct val="80000"/>
              </a:lnSpc>
              <a:buFontTx/>
              <a:buAutoNum type="arabicPeriod"/>
            </a:pPr>
            <a:r>
              <a:rPr lang="es-ES_tradnl" sz="2000"/>
              <a:t>Naturales</a:t>
            </a:r>
          </a:p>
          <a:p>
            <a:pPr marL="996950" lvl="1" indent="-495300" eaLnBrk="1" hangingPunct="1">
              <a:lnSpc>
                <a:spcPct val="80000"/>
              </a:lnSpc>
              <a:buFontTx/>
              <a:buAutoNum type="arabicPeriod"/>
            </a:pPr>
            <a:r>
              <a:rPr lang="es-ES_tradnl" sz="2000"/>
              <a:t>Corrección de errores</a:t>
            </a:r>
          </a:p>
          <a:p>
            <a:pPr marL="996950" lvl="1" indent="-495300" eaLnBrk="1" hangingPunct="1">
              <a:lnSpc>
                <a:spcPct val="80000"/>
              </a:lnSpc>
              <a:buFontTx/>
              <a:buAutoNum type="arabicPeriod"/>
            </a:pPr>
            <a:r>
              <a:rPr lang="es-ES_tradnl" sz="2000"/>
              <a:t>Enteros</a:t>
            </a:r>
          </a:p>
          <a:p>
            <a:pPr marL="996950" lvl="1" indent="-495300" eaLnBrk="1" hangingPunct="1">
              <a:lnSpc>
                <a:spcPct val="80000"/>
              </a:lnSpc>
              <a:buFontTx/>
              <a:buAutoNum type="arabicPeriod"/>
            </a:pPr>
            <a:r>
              <a:rPr lang="es-ES_tradnl" sz="2000"/>
              <a:t>Flotantes</a:t>
            </a:r>
          </a:p>
          <a:p>
            <a:pPr marL="590550" indent="-590550" eaLnBrk="1" hangingPunct="1">
              <a:lnSpc>
                <a:spcPct val="80000"/>
              </a:lnSpc>
              <a:buFontTx/>
              <a:buAutoNum type="arabicPeriod"/>
            </a:pPr>
            <a:r>
              <a:rPr lang="es-ES_tradnl" sz="2400"/>
              <a:t>Datos Alfanuméricos</a:t>
            </a:r>
          </a:p>
          <a:p>
            <a:pPr marL="590550" indent="-590550" eaLnBrk="1" hangingPunct="1">
              <a:lnSpc>
                <a:spcPct val="80000"/>
              </a:lnSpc>
              <a:buFontTx/>
              <a:buAutoNum type="arabicPeriod"/>
            </a:pPr>
            <a:r>
              <a:rPr lang="es-ES_tradnl" sz="2400"/>
              <a:t>Instrucciones y direcciones</a:t>
            </a:r>
          </a:p>
          <a:p>
            <a:pPr marL="996950" lvl="1" indent="-495300" eaLnBrk="1" hangingPunct="1">
              <a:lnSpc>
                <a:spcPct val="80000"/>
              </a:lnSpc>
              <a:buFontTx/>
              <a:buAutoNum type="arabicPeriod"/>
            </a:pPr>
            <a:r>
              <a:rPr lang="es-ES_tradnl" sz="2000"/>
              <a:t>Modos de direccionamiento</a:t>
            </a:r>
          </a:p>
          <a:p>
            <a:pPr marL="996950" lvl="1" indent="-495300" eaLnBrk="1" hangingPunct="1">
              <a:lnSpc>
                <a:spcPct val="80000"/>
              </a:lnSpc>
              <a:buFontTx/>
              <a:buAutoNum type="arabicPeriod"/>
            </a:pPr>
            <a:r>
              <a:rPr lang="es-ES_tradnl" sz="2000"/>
              <a:t>Formato de instrucciones</a:t>
            </a:r>
          </a:p>
          <a:p>
            <a:pPr marL="996950" lvl="1" indent="-495300" eaLnBrk="1" hangingPunct="1">
              <a:lnSpc>
                <a:spcPct val="80000"/>
              </a:lnSpc>
              <a:buFontTx/>
              <a:buAutoNum type="arabicPeriod"/>
            </a:pPr>
            <a:r>
              <a:rPr lang="es-ES_tradnl" sz="2000"/>
              <a:t>Juego de instrucciones</a:t>
            </a:r>
            <a:endParaRPr lang="es-ES"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630139" y="-27739"/>
            <a:ext cx="9032205" cy="1053909"/>
          </a:xfrm>
        </p:spPr>
        <p:txBody>
          <a:bodyPr/>
          <a:lstStyle/>
          <a:p>
            <a:pPr eaLnBrk="1" hangingPunct="1"/>
            <a:r>
              <a:rPr lang="es-ES_tradnl" dirty="0"/>
              <a:t>2. 1 Representación de la Información</a:t>
            </a:r>
            <a:endParaRPr lang="es-ES" dirty="0"/>
          </a:p>
        </p:txBody>
      </p:sp>
      <p:sp>
        <p:nvSpPr>
          <p:cNvPr id="13316" name="Rectangle 3"/>
          <p:cNvSpPr>
            <a:spLocks noGrp="1" noChangeArrowheads="1"/>
          </p:cNvSpPr>
          <p:nvPr>
            <p:ph sz="quarter" idx="1"/>
          </p:nvPr>
        </p:nvSpPr>
        <p:spPr>
          <a:xfrm>
            <a:off x="742950" y="1800225"/>
            <a:ext cx="8415338" cy="4860925"/>
          </a:xfrm>
        </p:spPr>
        <p:txBody>
          <a:bodyPr>
            <a:normAutofit/>
          </a:bodyPr>
          <a:lstStyle/>
          <a:p>
            <a:pPr eaLnBrk="1" hangingPunct="1"/>
            <a:r>
              <a:rPr lang="es-ES_tradnl" dirty="0"/>
              <a:t>¿Qué es información?</a:t>
            </a:r>
          </a:p>
          <a:p>
            <a:pPr lvl="1" eaLnBrk="1" hangingPunct="1"/>
            <a:r>
              <a:rPr lang="es-ES_tradnl" dirty="0"/>
              <a:t>Instrucciones: Lo que hay que hacer</a:t>
            </a:r>
          </a:p>
          <a:p>
            <a:pPr lvl="1" eaLnBrk="1" hangingPunct="1"/>
            <a:r>
              <a:rPr lang="es-ES_tradnl" dirty="0"/>
              <a:t>Datos	(sobre los que actúan las instrucciones)</a:t>
            </a:r>
          </a:p>
          <a:p>
            <a:pPr eaLnBrk="1" hangingPunct="1"/>
            <a:r>
              <a:rPr lang="es-ES_tradnl" dirty="0"/>
              <a:t>Representación: </a:t>
            </a:r>
            <a:r>
              <a:rPr lang="es-ES_tradnl" sz="2600" dirty="0"/>
              <a:t>Traducción a un lenguaje específico</a:t>
            </a:r>
          </a:p>
          <a:p>
            <a:pPr lvl="1" eaLnBrk="1" hangingPunct="1"/>
            <a:r>
              <a:rPr lang="es-ES_tradnl" sz="2200" dirty="0"/>
              <a:t>...que la máquina pueda “entender” y “manipular”. </a:t>
            </a:r>
          </a:p>
          <a:p>
            <a:pPr lvl="1" eaLnBrk="1" hangingPunct="1">
              <a:buFontTx/>
              <a:buNone/>
            </a:pPr>
            <a:r>
              <a:rPr lang="es-ES_tradnl" sz="2200" dirty="0"/>
              <a:t>(</a:t>
            </a:r>
            <a:r>
              <a:rPr lang="es-ES_tradnl" sz="1800" dirty="0"/>
              <a:t>Se utilizará este símbolo        para indicar la operación de representar</a:t>
            </a:r>
            <a:r>
              <a:rPr lang="es-ES_tradnl" sz="2200" dirty="0"/>
              <a:t>)</a:t>
            </a:r>
          </a:p>
          <a:p>
            <a:pPr eaLnBrk="1" hangingPunct="1"/>
            <a:r>
              <a:rPr lang="es-ES_tradnl" dirty="0"/>
              <a:t>¿Cómo se representan instrucciones y datos?</a:t>
            </a:r>
          </a:p>
          <a:p>
            <a:pPr lvl="1" eaLnBrk="1" hangingPunct="1"/>
            <a:r>
              <a:rPr lang="es-ES_tradnl" dirty="0"/>
              <a:t>Utiliza un “lenguaje” con sólo dos “letras”: 0 , 1</a:t>
            </a:r>
          </a:p>
          <a:p>
            <a:pPr lvl="1" eaLnBrk="1" hangingPunct="1"/>
            <a:r>
              <a:rPr lang="es-ES_tradnl" dirty="0"/>
              <a:t>(cada “letra” está asociada a un potencial eléctrico)</a:t>
            </a:r>
          </a:p>
          <a:p>
            <a:pPr lvl="1" eaLnBrk="1" hangingPunct="1"/>
            <a:r>
              <a:rPr lang="es-ES_tradnl" dirty="0"/>
              <a:t>Las palabras son cadenas binarias:  00001010101</a:t>
            </a:r>
          </a:p>
          <a:p>
            <a:pPr lvl="1" eaLnBrk="1" hangingPunct="1"/>
            <a:endParaRPr lang="es-ES_tradnl" dirty="0"/>
          </a:p>
          <a:p>
            <a:pPr lvl="1" eaLnBrk="1" hangingPunct="1"/>
            <a:endParaRPr lang="es-ES" dirty="0"/>
          </a:p>
        </p:txBody>
      </p:sp>
      <p:sp>
        <p:nvSpPr>
          <p:cNvPr id="13317" name="AutoShape 4"/>
          <p:cNvSpPr>
            <a:spLocks noChangeArrowheads="1"/>
          </p:cNvSpPr>
          <p:nvPr/>
        </p:nvSpPr>
        <p:spPr bwMode="auto">
          <a:xfrm>
            <a:off x="3518694" y="4247356"/>
            <a:ext cx="414337" cy="325438"/>
          </a:xfrm>
          <a:prstGeom prst="lightningBolt">
            <a:avLst/>
          </a:prstGeom>
          <a:solidFill>
            <a:schemeClr val="accent1"/>
          </a:solidFill>
          <a:ln w="9525">
            <a:solidFill>
              <a:schemeClr val="tx1"/>
            </a:solidFill>
            <a:miter lim="800000"/>
            <a:headEnd/>
            <a:tailEnd/>
          </a:ln>
        </p:spPr>
        <p:txBody>
          <a:bodyPr wrap="none" anchor="ctr"/>
          <a:lstStyle/>
          <a:p>
            <a:endParaRPr lang="es-E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pPr eaLnBrk="1" hangingPunct="1"/>
            <a:r>
              <a:rPr lang="es-ES_tradnl"/>
              <a:t>¿Qué tipos de instrucciones?</a:t>
            </a:r>
            <a:endParaRPr lang="es-ES"/>
          </a:p>
        </p:txBody>
      </p:sp>
      <p:sp>
        <p:nvSpPr>
          <p:cNvPr id="14340" name="Rectangle 3"/>
          <p:cNvSpPr>
            <a:spLocks noGrp="1" noChangeArrowheads="1"/>
          </p:cNvSpPr>
          <p:nvPr>
            <p:ph sz="quarter" idx="1"/>
          </p:nvPr>
        </p:nvSpPr>
        <p:spPr>
          <a:xfrm>
            <a:off x="742950" y="2339975"/>
            <a:ext cx="9158288" cy="4860925"/>
          </a:xfrm>
        </p:spPr>
        <p:txBody>
          <a:bodyPr/>
          <a:lstStyle/>
          <a:p>
            <a:pPr eaLnBrk="1" hangingPunct="1"/>
            <a:r>
              <a:rPr lang="es-ES_tradnl"/>
              <a:t>Muy simples.  Ejemplo:</a:t>
            </a:r>
          </a:p>
          <a:p>
            <a:pPr lvl="1" eaLnBrk="1" hangingPunct="1"/>
            <a:r>
              <a:rPr lang="es-ES_tradnl"/>
              <a:t>Almacenar ciertos </a:t>
            </a:r>
            <a:r>
              <a:rPr lang="es-ES_tradnl" i="1"/>
              <a:t>datos</a:t>
            </a:r>
            <a:r>
              <a:rPr lang="es-ES_tradnl"/>
              <a:t> en registros</a:t>
            </a:r>
          </a:p>
          <a:p>
            <a:pPr lvl="1" eaLnBrk="1" hangingPunct="1"/>
            <a:r>
              <a:rPr lang="es-ES_tradnl"/>
              <a:t>Almacenar ciertos </a:t>
            </a:r>
            <a:r>
              <a:rPr lang="es-ES_tradnl" i="1"/>
              <a:t>datos</a:t>
            </a:r>
            <a:r>
              <a:rPr lang="es-ES_tradnl"/>
              <a:t> en alguna posición de memoria</a:t>
            </a:r>
          </a:p>
          <a:p>
            <a:pPr lvl="1" eaLnBrk="1" hangingPunct="1"/>
            <a:r>
              <a:rPr lang="es-ES_tradnl"/>
              <a:t>Realizar una operación elemental con los </a:t>
            </a:r>
            <a:r>
              <a:rPr lang="es-ES_tradnl" i="1"/>
              <a:t>datos</a:t>
            </a:r>
            <a:r>
              <a:rPr lang="es-ES_tradnl"/>
              <a:t> y guardar el resultado en algún sitio (memoria o registro)</a:t>
            </a:r>
          </a:p>
          <a:p>
            <a:pPr lvl="2" eaLnBrk="1" hangingPunct="1"/>
            <a:r>
              <a:rPr lang="es-ES_tradnl"/>
              <a:t>sumas, restas, and, or</a:t>
            </a:r>
          </a:p>
          <a:p>
            <a:pPr lvl="2" eaLnBrk="1" hangingPunct="1"/>
            <a:r>
              <a:rPr lang="es-ES_tradnl"/>
              <a:t>opuesto, inverso, not, etc...</a:t>
            </a:r>
          </a:p>
          <a:p>
            <a:pPr eaLnBrk="1" hangingPunct="1"/>
            <a:r>
              <a:rPr lang="es-ES_tradnl"/>
              <a:t>Se representan en binario:    </a:t>
            </a:r>
            <a:r>
              <a:rPr lang="es-ES_tradnl" sz="2000"/>
              <a:t>NOT Reg3            </a:t>
            </a:r>
            <a:r>
              <a:rPr lang="es-ES_tradnl" sz="2200"/>
              <a:t>01001 00011</a:t>
            </a:r>
            <a:r>
              <a:rPr lang="es-ES_tradnl"/>
              <a:t> </a:t>
            </a:r>
            <a:endParaRPr lang="es-ES"/>
          </a:p>
        </p:txBody>
      </p:sp>
      <p:sp>
        <p:nvSpPr>
          <p:cNvPr id="14341" name="AutoShape 4"/>
          <p:cNvSpPr>
            <a:spLocks noChangeArrowheads="1"/>
          </p:cNvSpPr>
          <p:nvPr/>
        </p:nvSpPr>
        <p:spPr bwMode="auto">
          <a:xfrm>
            <a:off x="6735990" y="5778500"/>
            <a:ext cx="495300" cy="179388"/>
          </a:xfrm>
          <a:prstGeom prst="lightningBolt">
            <a:avLst/>
          </a:prstGeom>
          <a:solidFill>
            <a:schemeClr val="accent1"/>
          </a:solidFill>
          <a:ln w="9525">
            <a:solidFill>
              <a:schemeClr val="tx1"/>
            </a:solidFill>
            <a:miter lim="800000"/>
            <a:headEnd/>
            <a:tailEnd/>
          </a:ln>
        </p:spPr>
        <p:txBody>
          <a:bodyPr wrap="none" anchor="ctr"/>
          <a:lstStyle/>
          <a:p>
            <a:endParaRPr lang="es-E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774155" y="306090"/>
            <a:ext cx="8415338" cy="953839"/>
          </a:xfrm>
        </p:spPr>
        <p:txBody>
          <a:bodyPr/>
          <a:lstStyle/>
          <a:p>
            <a:pPr eaLnBrk="1" hangingPunct="1"/>
            <a:r>
              <a:rPr lang="es-ES_tradnl" dirty="0"/>
              <a:t>¿Qué tipo de datos?</a:t>
            </a:r>
            <a:endParaRPr lang="es-ES" dirty="0"/>
          </a:p>
        </p:txBody>
      </p:sp>
      <p:sp>
        <p:nvSpPr>
          <p:cNvPr id="15364" name="Rectangle 3"/>
          <p:cNvSpPr>
            <a:spLocks noGrp="1" noChangeArrowheads="1"/>
          </p:cNvSpPr>
          <p:nvPr>
            <p:ph sz="quarter" idx="1"/>
          </p:nvPr>
        </p:nvSpPr>
        <p:spPr>
          <a:xfrm>
            <a:off x="330200" y="1889125"/>
            <a:ext cx="9240838" cy="4862513"/>
          </a:xfrm>
        </p:spPr>
        <p:txBody>
          <a:bodyPr>
            <a:normAutofit/>
          </a:bodyPr>
          <a:lstStyle/>
          <a:p>
            <a:pPr eaLnBrk="1" hangingPunct="1"/>
            <a:r>
              <a:rPr lang="es-ES_tradnl" dirty="0"/>
              <a:t>Letras del alfabeto y otros símbolos</a:t>
            </a:r>
          </a:p>
          <a:p>
            <a:pPr lvl="1" eaLnBrk="1" hangingPunct="1"/>
            <a:r>
              <a:rPr lang="es-ES_tradnl" dirty="0"/>
              <a:t>“alfanuméricos”: a, B, ñ, ), ?, +, 3, $, ~, </a:t>
            </a:r>
            <a:r>
              <a:rPr lang="es-ES_tradnl" dirty="0">
                <a:sym typeface="Symbol" pitchFamily="18" charset="2"/>
              </a:rPr>
              <a:t>, </a:t>
            </a:r>
          </a:p>
          <a:p>
            <a:pPr lvl="1" eaLnBrk="1" hangingPunct="1"/>
            <a:r>
              <a:rPr lang="es-ES_tradnl" dirty="0">
                <a:sym typeface="Symbol" pitchFamily="18" charset="2"/>
              </a:rPr>
              <a:t>Cadenas de alfanuméricos:  “pepe”, “</a:t>
            </a:r>
            <a:r>
              <a:rPr lang="es-ES_tradnl" dirty="0" err="1">
                <a:sym typeface="Symbol" pitchFamily="18" charset="2"/>
              </a:rPr>
              <a:t>xDD</a:t>
            </a:r>
            <a:r>
              <a:rPr lang="es-ES_tradnl" dirty="0">
                <a:sym typeface="Symbol" pitchFamily="18" charset="2"/>
              </a:rPr>
              <a:t>”</a:t>
            </a:r>
            <a:endParaRPr lang="es-ES_tradnl" dirty="0"/>
          </a:p>
          <a:p>
            <a:pPr eaLnBrk="1" hangingPunct="1"/>
            <a:r>
              <a:rPr lang="es-ES_tradnl" dirty="0"/>
              <a:t>Números</a:t>
            </a:r>
          </a:p>
          <a:p>
            <a:pPr lvl="1" eaLnBrk="1" hangingPunct="1"/>
            <a:r>
              <a:rPr lang="es-ES_tradnl" dirty="0"/>
              <a:t>Naturales: 1, 25</a:t>
            </a:r>
          </a:p>
          <a:p>
            <a:pPr lvl="1" eaLnBrk="1" hangingPunct="1"/>
            <a:r>
              <a:rPr lang="es-ES_tradnl" dirty="0"/>
              <a:t>Enteros: -12, +48</a:t>
            </a:r>
          </a:p>
          <a:p>
            <a:pPr lvl="1" eaLnBrk="1" hangingPunct="1"/>
            <a:r>
              <a:rPr lang="es-ES_tradnl" dirty="0"/>
              <a:t>Racionales y reales </a:t>
            </a:r>
          </a:p>
          <a:p>
            <a:pPr lvl="2" eaLnBrk="1" hangingPunct="1">
              <a:buFontTx/>
              <a:buNone/>
            </a:pPr>
            <a:r>
              <a:rPr lang="es-ES_tradnl" dirty="0"/>
              <a:t>Algunos no son representables:  </a:t>
            </a:r>
            <a:r>
              <a:rPr lang="es-ES_tradnl" dirty="0">
                <a:sym typeface="Symbol" pitchFamily="18" charset="2"/>
              </a:rPr>
              <a:t></a:t>
            </a:r>
            <a:endParaRPr lang="es-ES_tradnl" dirty="0"/>
          </a:p>
          <a:p>
            <a:pPr lvl="2" eaLnBrk="1" hangingPunct="1">
              <a:buFontTx/>
              <a:buNone/>
            </a:pPr>
            <a:endParaRPr lang="es-ES_tradnl" dirty="0"/>
          </a:p>
          <a:p>
            <a:pPr lvl="2" eaLnBrk="1" hangingPunct="1">
              <a:buFontTx/>
              <a:buNone/>
            </a:pPr>
            <a:r>
              <a:rPr lang="es-ES_tradnl" sz="3100" dirty="0"/>
              <a:t>			</a:t>
            </a:r>
            <a:r>
              <a:rPr lang="es-ES_tradnl" sz="2000" dirty="0">
                <a:solidFill>
                  <a:schemeClr val="folHlink"/>
                </a:solidFill>
              </a:rPr>
              <a:t>11.0010010101000101010100100101010101010100100.....</a:t>
            </a:r>
          </a:p>
          <a:p>
            <a:pPr eaLnBrk="1" hangingPunct="1"/>
            <a:endParaRPr lang="es-ES" sz="3900" dirty="0">
              <a:solidFill>
                <a:schemeClr val="folHlink"/>
              </a:solidFill>
            </a:endParaRPr>
          </a:p>
        </p:txBody>
      </p:sp>
      <p:sp>
        <p:nvSpPr>
          <p:cNvPr id="15365" name="Text Box 5"/>
          <p:cNvSpPr txBox="1">
            <a:spLocks noChangeArrowheads="1"/>
          </p:cNvSpPr>
          <p:nvPr/>
        </p:nvSpPr>
        <p:spPr bwMode="auto">
          <a:xfrm>
            <a:off x="6270625" y="4140200"/>
            <a:ext cx="1649413" cy="1689100"/>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sz="2600">
                <a:solidFill>
                  <a:schemeClr val="folHlink"/>
                </a:solidFill>
              </a:rPr>
              <a:t>01010000 01000101 01010000 01000101</a:t>
            </a:r>
            <a:endParaRPr lang="es-ES" sz="2600">
              <a:solidFill>
                <a:schemeClr val="folHlink"/>
              </a:solidFill>
            </a:endParaRPr>
          </a:p>
        </p:txBody>
      </p:sp>
      <p:sp>
        <p:nvSpPr>
          <p:cNvPr id="15366" name="AutoShape 6"/>
          <p:cNvSpPr>
            <a:spLocks noChangeArrowheads="1"/>
          </p:cNvSpPr>
          <p:nvPr/>
        </p:nvSpPr>
        <p:spPr bwMode="auto">
          <a:xfrm flipV="1">
            <a:off x="3798888" y="4410075"/>
            <a:ext cx="495300" cy="361950"/>
          </a:xfrm>
          <a:prstGeom prst="lightningBolt">
            <a:avLst/>
          </a:prstGeom>
          <a:solidFill>
            <a:schemeClr val="accent1"/>
          </a:solidFill>
          <a:ln w="9525">
            <a:solidFill>
              <a:schemeClr val="tx1"/>
            </a:solidFill>
            <a:miter lim="800000"/>
            <a:headEnd/>
            <a:tailEnd/>
          </a:ln>
        </p:spPr>
        <p:txBody>
          <a:bodyPr wrap="none" anchor="ctr"/>
          <a:lstStyle/>
          <a:p>
            <a:endParaRPr lang="es-ES"/>
          </a:p>
        </p:txBody>
      </p:sp>
      <p:sp>
        <p:nvSpPr>
          <p:cNvPr id="15367" name="Text Box 7"/>
          <p:cNvSpPr txBox="1">
            <a:spLocks noChangeArrowheads="1"/>
          </p:cNvSpPr>
          <p:nvPr/>
        </p:nvSpPr>
        <p:spPr bwMode="auto">
          <a:xfrm>
            <a:off x="8086725" y="3511550"/>
            <a:ext cx="1651000" cy="498475"/>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sz="2600">
                <a:solidFill>
                  <a:schemeClr val="folHlink"/>
                </a:solidFill>
              </a:rPr>
              <a:t>00001101</a:t>
            </a:r>
            <a:endParaRPr lang="es-ES" sz="2600">
              <a:solidFill>
                <a:schemeClr val="folHlink"/>
              </a:solidFill>
            </a:endParaRPr>
          </a:p>
        </p:txBody>
      </p:sp>
      <p:sp>
        <p:nvSpPr>
          <p:cNvPr id="15368" name="AutoShape 8"/>
          <p:cNvSpPr>
            <a:spLocks noChangeArrowheads="1"/>
          </p:cNvSpPr>
          <p:nvPr/>
        </p:nvSpPr>
        <p:spPr bwMode="auto">
          <a:xfrm>
            <a:off x="4784725" y="5731205"/>
            <a:ext cx="412750" cy="539750"/>
          </a:xfrm>
          <a:prstGeom prst="lightningBolt">
            <a:avLst/>
          </a:prstGeom>
          <a:solidFill>
            <a:schemeClr val="accent1"/>
          </a:solidFill>
          <a:ln w="9525">
            <a:solidFill>
              <a:schemeClr val="tx1"/>
            </a:solidFill>
            <a:miter lim="800000"/>
            <a:headEnd/>
            <a:tailEnd/>
          </a:ln>
        </p:spPr>
        <p:txBody>
          <a:bodyPr wrap="none" anchor="ctr"/>
          <a:lstStyle/>
          <a:p>
            <a:endParaRPr lang="es-ES"/>
          </a:p>
        </p:txBody>
      </p:sp>
      <p:sp>
        <p:nvSpPr>
          <p:cNvPr id="15369" name="Text Box 9"/>
          <p:cNvSpPr txBox="1">
            <a:spLocks noChangeArrowheads="1"/>
          </p:cNvSpPr>
          <p:nvPr/>
        </p:nvSpPr>
        <p:spPr bwMode="auto">
          <a:xfrm>
            <a:off x="3960813" y="3870325"/>
            <a:ext cx="1649412" cy="498475"/>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sz="2600">
                <a:solidFill>
                  <a:schemeClr val="folHlink"/>
                </a:solidFill>
              </a:rPr>
              <a:t>00110000</a:t>
            </a:r>
            <a:endParaRPr lang="es-ES" sz="2600">
              <a:solidFill>
                <a:schemeClr val="folHlink"/>
              </a:solidFill>
            </a:endParaRPr>
          </a:p>
        </p:txBody>
      </p:sp>
      <p:sp>
        <p:nvSpPr>
          <p:cNvPr id="15370" name="AutoShape 10"/>
          <p:cNvSpPr>
            <a:spLocks noChangeArrowheads="1"/>
          </p:cNvSpPr>
          <p:nvPr/>
        </p:nvSpPr>
        <p:spPr bwMode="auto">
          <a:xfrm>
            <a:off x="7089775" y="2997200"/>
            <a:ext cx="966788" cy="568325"/>
          </a:xfrm>
          <a:prstGeom prst="lightningBolt">
            <a:avLst/>
          </a:prstGeom>
          <a:solidFill>
            <a:schemeClr val="accent1"/>
          </a:solidFill>
          <a:ln w="9525">
            <a:solidFill>
              <a:schemeClr val="tx1"/>
            </a:solidFill>
            <a:miter lim="800000"/>
            <a:headEnd/>
            <a:tailEnd/>
          </a:ln>
        </p:spPr>
        <p:txBody>
          <a:bodyPr wrap="none" anchor="ctr"/>
          <a:lstStyle/>
          <a:p>
            <a:endParaRPr lang="es-ES"/>
          </a:p>
        </p:txBody>
      </p:sp>
      <p:sp>
        <p:nvSpPr>
          <p:cNvPr id="15371" name="AutoShape 11"/>
          <p:cNvSpPr>
            <a:spLocks noChangeArrowheads="1"/>
          </p:cNvSpPr>
          <p:nvPr/>
        </p:nvSpPr>
        <p:spPr bwMode="auto">
          <a:xfrm>
            <a:off x="5640388" y="3644900"/>
            <a:ext cx="620712" cy="649288"/>
          </a:xfrm>
          <a:prstGeom prst="lightningBolt">
            <a:avLst/>
          </a:prstGeom>
          <a:solidFill>
            <a:schemeClr val="accent1"/>
          </a:solidFill>
          <a:ln w="9525">
            <a:solidFill>
              <a:schemeClr val="tx1"/>
            </a:solidFill>
            <a:miter lim="800000"/>
            <a:headEnd/>
            <a:tailEnd/>
          </a:ln>
        </p:spPr>
        <p:txBody>
          <a:bodyPr wrap="none" anchor="ctr"/>
          <a:lstStyle/>
          <a:p>
            <a:endParaRPr lang="es-E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pPr eaLnBrk="1" hangingPunct="1"/>
            <a:r>
              <a:rPr lang="es-ES_tradnl"/>
              <a:t>Dos tipos de problemas</a:t>
            </a:r>
            <a:endParaRPr lang="es-ES"/>
          </a:p>
        </p:txBody>
      </p:sp>
      <p:sp>
        <p:nvSpPr>
          <p:cNvPr id="16388" name="Rectangle 3"/>
          <p:cNvSpPr>
            <a:spLocks noGrp="1" noChangeArrowheads="1"/>
          </p:cNvSpPr>
          <p:nvPr>
            <p:ph sz="quarter" idx="1"/>
          </p:nvPr>
        </p:nvSpPr>
        <p:spPr>
          <a:xfrm>
            <a:off x="742950" y="2160588"/>
            <a:ext cx="8415338" cy="4859337"/>
          </a:xfrm>
        </p:spPr>
        <p:txBody>
          <a:bodyPr/>
          <a:lstStyle/>
          <a:p>
            <a:pPr eaLnBrk="1" hangingPunct="1"/>
            <a:r>
              <a:rPr lang="es-ES_tradnl" dirty="0"/>
              <a:t>Problemas directos: ¿Cómo representamos X?</a:t>
            </a:r>
          </a:p>
          <a:p>
            <a:pPr eaLnBrk="1" hangingPunct="1"/>
            <a:endParaRPr lang="es-ES_tradnl" dirty="0"/>
          </a:p>
          <a:p>
            <a:pPr eaLnBrk="1" hangingPunct="1"/>
            <a:endParaRPr lang="es-ES_tradnl" dirty="0"/>
          </a:p>
          <a:p>
            <a:pPr eaLnBrk="1" hangingPunct="1"/>
            <a:endParaRPr lang="es-ES_tradnl" dirty="0"/>
          </a:p>
          <a:p>
            <a:pPr eaLnBrk="1" hangingPunct="1"/>
            <a:r>
              <a:rPr lang="es-ES_tradnl" dirty="0"/>
              <a:t>Problemas inversos ¿Qué representa </a:t>
            </a:r>
            <a:r>
              <a:rPr lang="es-ES_tradnl" dirty="0">
                <a:latin typeface="Arial" panose="020B0604020202020204" pitchFamily="34" charset="0"/>
                <a:cs typeface="Arial" panose="020B0604020202020204" pitchFamily="34" charset="0"/>
              </a:rPr>
              <a:t>0010100</a:t>
            </a:r>
            <a:r>
              <a:rPr lang="es-ES_tradnl" dirty="0"/>
              <a:t>?</a:t>
            </a:r>
          </a:p>
          <a:p>
            <a:pPr eaLnBrk="1" hangingPunct="1"/>
            <a:endParaRPr lang="es-ES_tradnl" dirty="0"/>
          </a:p>
        </p:txBody>
      </p:sp>
      <p:sp>
        <p:nvSpPr>
          <p:cNvPr id="16389" name="Text Box 4"/>
          <p:cNvSpPr txBox="1">
            <a:spLocks noChangeArrowheads="1"/>
          </p:cNvSpPr>
          <p:nvPr/>
        </p:nvSpPr>
        <p:spPr bwMode="auto">
          <a:xfrm>
            <a:off x="2640013" y="3151188"/>
            <a:ext cx="3135312" cy="498475"/>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sz="2600"/>
              <a:t>X            00100100</a:t>
            </a:r>
            <a:endParaRPr lang="es-ES" sz="2600"/>
          </a:p>
        </p:txBody>
      </p:sp>
      <p:sp>
        <p:nvSpPr>
          <p:cNvPr id="16390" name="AutoShape 5"/>
          <p:cNvSpPr>
            <a:spLocks noChangeArrowheads="1"/>
          </p:cNvSpPr>
          <p:nvPr/>
        </p:nvSpPr>
        <p:spPr bwMode="auto">
          <a:xfrm rot="-3194353">
            <a:off x="3237707" y="3213894"/>
            <a:ext cx="538162" cy="412750"/>
          </a:xfrm>
          <a:prstGeom prst="lightningBolt">
            <a:avLst/>
          </a:prstGeom>
          <a:solidFill>
            <a:schemeClr val="accent1"/>
          </a:solidFill>
          <a:ln w="9525">
            <a:solidFill>
              <a:schemeClr val="tx1"/>
            </a:solidFill>
            <a:miter lim="800000"/>
            <a:headEnd/>
            <a:tailEnd/>
          </a:ln>
        </p:spPr>
        <p:txBody>
          <a:bodyPr wrap="none" anchor="ctr"/>
          <a:lstStyle/>
          <a:p>
            <a:endParaRPr lang="es-ES"/>
          </a:p>
        </p:txBody>
      </p:sp>
      <p:sp>
        <p:nvSpPr>
          <p:cNvPr id="16391" name="Text Box 6"/>
          <p:cNvSpPr txBox="1">
            <a:spLocks noChangeArrowheads="1"/>
          </p:cNvSpPr>
          <p:nvPr/>
        </p:nvSpPr>
        <p:spPr bwMode="auto">
          <a:xfrm>
            <a:off x="2311400" y="5400675"/>
            <a:ext cx="3133725" cy="498475"/>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sz="2600"/>
              <a:t>00100100                X</a:t>
            </a:r>
            <a:endParaRPr lang="es-ES" sz="2600"/>
          </a:p>
        </p:txBody>
      </p:sp>
      <p:sp>
        <p:nvSpPr>
          <p:cNvPr id="16392" name="AutoShape 7"/>
          <p:cNvSpPr>
            <a:spLocks noChangeArrowheads="1"/>
          </p:cNvSpPr>
          <p:nvPr/>
        </p:nvSpPr>
        <p:spPr bwMode="auto">
          <a:xfrm rot="-3194353" flipH="1" flipV="1">
            <a:off x="4136231" y="5396707"/>
            <a:ext cx="373063" cy="558800"/>
          </a:xfrm>
          <a:prstGeom prst="lightningBolt">
            <a:avLst/>
          </a:prstGeom>
          <a:solidFill>
            <a:schemeClr val="accent1"/>
          </a:solidFill>
          <a:ln w="9525">
            <a:solidFill>
              <a:schemeClr val="tx1"/>
            </a:solidFill>
            <a:miter lim="800000"/>
            <a:headEnd/>
            <a:tailEnd/>
          </a:ln>
        </p:spPr>
        <p:txBody>
          <a:bodyPr wrap="none" anchor="ctr"/>
          <a:lstStyle/>
          <a:p>
            <a:endParaRPr lang="es-ES"/>
          </a:p>
        </p:txBody>
      </p:sp>
      <p:sp>
        <p:nvSpPr>
          <p:cNvPr id="16393" name="Line 8"/>
          <p:cNvSpPr>
            <a:spLocks noChangeShapeType="1"/>
          </p:cNvSpPr>
          <p:nvPr/>
        </p:nvSpPr>
        <p:spPr bwMode="auto">
          <a:xfrm>
            <a:off x="990600" y="1889125"/>
            <a:ext cx="7920038" cy="0"/>
          </a:xfrm>
          <a:prstGeom prst="line">
            <a:avLst/>
          </a:prstGeom>
          <a:noFill/>
          <a:ln w="9525">
            <a:solidFill>
              <a:schemeClr val="tx1"/>
            </a:solidFill>
            <a:round/>
            <a:headEnd/>
            <a:tailEnd/>
          </a:ln>
        </p:spPr>
        <p:txBody>
          <a:bodyPr/>
          <a:lstStyle/>
          <a:p>
            <a:endParaRPr lang="es-E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pPr eaLnBrk="1" hangingPunct="1"/>
            <a:r>
              <a:rPr lang="es-ES_tradnl"/>
              <a:t>Inconvenientes:</a:t>
            </a:r>
            <a:endParaRPr lang="es-ES"/>
          </a:p>
        </p:txBody>
      </p:sp>
      <p:sp>
        <p:nvSpPr>
          <p:cNvPr id="17412" name="Rectangle 3"/>
          <p:cNvSpPr>
            <a:spLocks noGrp="1" noChangeArrowheads="1"/>
          </p:cNvSpPr>
          <p:nvPr>
            <p:ph sz="quarter" idx="1"/>
          </p:nvPr>
        </p:nvSpPr>
        <p:spPr/>
        <p:txBody>
          <a:bodyPr/>
          <a:lstStyle/>
          <a:p>
            <a:pPr eaLnBrk="1" hangingPunct="1"/>
            <a:r>
              <a:rPr lang="es-ES_tradnl" dirty="0"/>
              <a:t>Símbolos iguales para instrucciones y datos</a:t>
            </a:r>
          </a:p>
          <a:p>
            <a:pPr eaLnBrk="1" hangingPunct="1"/>
            <a:r>
              <a:rPr lang="es-ES_tradnl" dirty="0">
                <a:latin typeface="Arial" panose="020B0604020202020204" pitchFamily="34" charset="0"/>
                <a:cs typeface="Arial" panose="020B0604020202020204" pitchFamily="34" charset="0"/>
              </a:rPr>
              <a:t>0010100101             </a:t>
            </a:r>
            <a:r>
              <a:rPr lang="es-ES_tradnl" sz="3900" dirty="0">
                <a:latin typeface="Arial" panose="020B0604020202020204" pitchFamily="34" charset="0"/>
                <a:cs typeface="Arial" panose="020B0604020202020204" pitchFamily="34" charset="0"/>
              </a:rPr>
              <a:t>?</a:t>
            </a:r>
            <a:r>
              <a:rPr lang="es-ES_tradnl" dirty="0">
                <a:latin typeface="Arial" panose="020B0604020202020204" pitchFamily="34" charset="0"/>
                <a:cs typeface="Arial" panose="020B0604020202020204" pitchFamily="34" charset="0"/>
              </a:rPr>
              <a:t> </a:t>
            </a:r>
          </a:p>
          <a:p>
            <a:pPr eaLnBrk="1" hangingPunct="1"/>
            <a:r>
              <a:rPr lang="es-ES_tradnl" dirty="0"/>
              <a:t>El “contexto” es siempre necesario:</a:t>
            </a:r>
          </a:p>
          <a:p>
            <a:pPr lvl="1" eaLnBrk="1" hangingPunct="1"/>
            <a:r>
              <a:rPr lang="es-ES_tradnl" dirty="0"/>
              <a:t>donde debe haber instrucciones, habrá instrucciones</a:t>
            </a:r>
          </a:p>
          <a:p>
            <a:pPr lvl="1" eaLnBrk="1" hangingPunct="1"/>
            <a:r>
              <a:rPr lang="es-ES_tradnl" dirty="0"/>
              <a:t>donde se espera un dato de cierto tipo, allí debe estar</a:t>
            </a:r>
          </a:p>
          <a:p>
            <a:pPr lvl="1" eaLnBrk="1" hangingPunct="1"/>
            <a:r>
              <a:rPr lang="es-ES_tradnl" dirty="0"/>
              <a:t>en caso contrario:</a:t>
            </a:r>
          </a:p>
          <a:p>
            <a:pPr lvl="2" eaLnBrk="1" hangingPunct="1">
              <a:buFontTx/>
              <a:buNone/>
            </a:pPr>
            <a:r>
              <a:rPr lang="es-ES_tradnl" dirty="0"/>
              <a:t>“El programa ha efectuado una operación no valida”</a:t>
            </a:r>
            <a:endParaRPr lang="es-ES" dirty="0"/>
          </a:p>
        </p:txBody>
      </p:sp>
      <p:sp>
        <p:nvSpPr>
          <p:cNvPr id="17413" name="AutoShape 4"/>
          <p:cNvSpPr>
            <a:spLocks noChangeArrowheads="1"/>
          </p:cNvSpPr>
          <p:nvPr/>
        </p:nvSpPr>
        <p:spPr bwMode="auto">
          <a:xfrm rot="7273926">
            <a:off x="3079943" y="2059288"/>
            <a:ext cx="720725" cy="577850"/>
          </a:xfrm>
          <a:prstGeom prst="lightningBolt">
            <a:avLst/>
          </a:prstGeom>
          <a:solidFill>
            <a:schemeClr val="accent1"/>
          </a:solidFill>
          <a:ln w="9525">
            <a:solidFill>
              <a:schemeClr val="tx1"/>
            </a:solidFill>
            <a:miter lim="800000"/>
            <a:headEnd/>
            <a:tailEnd/>
          </a:ln>
        </p:spPr>
        <p:txBody>
          <a:bodyPr wrap="none" anchor="ctr"/>
          <a:lstStyle/>
          <a:p>
            <a:endParaRPr lang="es-E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pPr eaLnBrk="1" hangingPunct="1"/>
            <a:r>
              <a:rPr lang="es-ES_tradnl"/>
              <a:t>Ejemplo de problema inverso</a:t>
            </a:r>
            <a:endParaRPr lang="es-ES"/>
          </a:p>
        </p:txBody>
      </p:sp>
      <p:sp>
        <p:nvSpPr>
          <p:cNvPr id="18436" name="Rectangle 3"/>
          <p:cNvSpPr>
            <a:spLocks noGrp="1" noChangeArrowheads="1"/>
          </p:cNvSpPr>
          <p:nvPr>
            <p:ph sz="quarter" idx="1"/>
          </p:nvPr>
        </p:nvSpPr>
        <p:spPr/>
        <p:txBody>
          <a:bodyPr/>
          <a:lstStyle/>
          <a:p>
            <a:pPr eaLnBrk="1" hangingPunct="1"/>
            <a:r>
              <a:rPr lang="es-ES_tradnl" dirty="0"/>
              <a:t>¿Qué representa </a:t>
            </a:r>
            <a:r>
              <a:rPr lang="es-ES_tradnl" dirty="0">
                <a:latin typeface="Arial" panose="020B0604020202020204" pitchFamily="34" charset="0"/>
                <a:cs typeface="Arial" panose="020B0604020202020204" pitchFamily="34" charset="0"/>
              </a:rPr>
              <a:t>01000101</a:t>
            </a:r>
            <a:r>
              <a:rPr lang="es-ES_tradnl" dirty="0"/>
              <a:t>?</a:t>
            </a:r>
          </a:p>
          <a:p>
            <a:pPr lvl="1" eaLnBrk="1" hangingPunct="1"/>
            <a:r>
              <a:rPr lang="es-ES_tradnl" dirty="0"/>
              <a:t>No hay respuesta valida</a:t>
            </a:r>
          </a:p>
          <a:p>
            <a:pPr lvl="1" eaLnBrk="1" hangingPunct="1"/>
            <a:endParaRPr lang="es-ES_tradnl" dirty="0"/>
          </a:p>
          <a:p>
            <a:pPr eaLnBrk="1" hangingPunct="1"/>
            <a:r>
              <a:rPr lang="es-ES_tradnl" dirty="0"/>
              <a:t>¿Qué representa </a:t>
            </a:r>
            <a:r>
              <a:rPr lang="es-ES_tradnl" dirty="0">
                <a:latin typeface="Arial" panose="020B0604020202020204" pitchFamily="34" charset="0"/>
                <a:cs typeface="Arial" panose="020B0604020202020204" pitchFamily="34" charset="0"/>
              </a:rPr>
              <a:t>01000101</a:t>
            </a:r>
            <a:r>
              <a:rPr lang="es-ES_tradnl" dirty="0"/>
              <a:t>...</a:t>
            </a:r>
          </a:p>
          <a:p>
            <a:pPr lvl="1" eaLnBrk="1" hangingPunct="1">
              <a:buFontTx/>
              <a:buNone/>
            </a:pPr>
            <a:r>
              <a:rPr lang="es-ES_tradnl" dirty="0"/>
              <a:t>... si identifica un símbolo alfabético utilizando el formato de representación “ASCII”</a:t>
            </a:r>
          </a:p>
          <a:p>
            <a:pPr lvl="1" eaLnBrk="1" hangingPunct="1">
              <a:buFontTx/>
              <a:buNone/>
            </a:pPr>
            <a:br>
              <a:rPr lang="es-ES_tradnl" dirty="0"/>
            </a:br>
            <a:r>
              <a:rPr lang="es-ES_tradnl" dirty="0">
                <a:latin typeface="Arial" panose="020B0604020202020204" pitchFamily="34" charset="0"/>
                <a:cs typeface="Arial" panose="020B0604020202020204" pitchFamily="34" charset="0"/>
              </a:rPr>
              <a:t>01000101</a:t>
            </a:r>
            <a:r>
              <a:rPr lang="es-ES_tradnl" dirty="0"/>
              <a:t> : “E”</a:t>
            </a:r>
            <a:endParaRPr lang="es-E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742950" y="0"/>
            <a:ext cx="8415338" cy="1350963"/>
          </a:xfrm>
        </p:spPr>
        <p:txBody>
          <a:bodyPr/>
          <a:lstStyle/>
          <a:p>
            <a:pPr eaLnBrk="1" hangingPunct="1"/>
            <a:r>
              <a:rPr lang="es-ES_tradnl"/>
              <a:t>2.2 Clasificación de la información</a:t>
            </a:r>
            <a:endParaRPr lang="es-ES"/>
          </a:p>
        </p:txBody>
      </p:sp>
      <p:sp>
        <p:nvSpPr>
          <p:cNvPr id="19460" name="Rectangle 3"/>
          <p:cNvSpPr>
            <a:spLocks noGrp="1" noChangeArrowheads="1"/>
          </p:cNvSpPr>
          <p:nvPr>
            <p:ph sz="quarter" idx="1"/>
          </p:nvPr>
        </p:nvSpPr>
        <p:spPr>
          <a:xfrm>
            <a:off x="846163" y="1890266"/>
            <a:ext cx="8415338" cy="4860925"/>
          </a:xfrm>
        </p:spPr>
        <p:txBody>
          <a:bodyPr>
            <a:normAutofit fontScale="92500" lnSpcReduction="20000"/>
          </a:bodyPr>
          <a:lstStyle/>
          <a:p>
            <a:pPr eaLnBrk="1" hangingPunct="1">
              <a:lnSpc>
                <a:spcPct val="90000"/>
              </a:lnSpc>
            </a:pPr>
            <a:r>
              <a:rPr lang="es-ES_tradnl" sz="3000" dirty="0"/>
              <a:t>Datos</a:t>
            </a:r>
          </a:p>
          <a:p>
            <a:pPr lvl="1" eaLnBrk="1" hangingPunct="1">
              <a:lnSpc>
                <a:spcPct val="90000"/>
              </a:lnSpc>
            </a:pPr>
            <a:r>
              <a:rPr lang="es-ES_tradnl" dirty="0"/>
              <a:t>Numéricos</a:t>
            </a:r>
          </a:p>
          <a:p>
            <a:pPr lvl="2" eaLnBrk="1" hangingPunct="1">
              <a:lnSpc>
                <a:spcPct val="90000"/>
              </a:lnSpc>
            </a:pPr>
            <a:r>
              <a:rPr lang="es-ES_tradnl" sz="2400" dirty="0"/>
              <a:t>Naturales (sin signo)</a:t>
            </a:r>
          </a:p>
          <a:p>
            <a:pPr lvl="3" eaLnBrk="1" hangingPunct="1">
              <a:lnSpc>
                <a:spcPct val="90000"/>
              </a:lnSpc>
            </a:pPr>
            <a:r>
              <a:rPr lang="es-ES_tradnl" dirty="0"/>
              <a:t>No posicionales</a:t>
            </a:r>
          </a:p>
          <a:p>
            <a:pPr lvl="3" eaLnBrk="1" hangingPunct="1">
              <a:lnSpc>
                <a:spcPct val="90000"/>
              </a:lnSpc>
            </a:pPr>
            <a:r>
              <a:rPr lang="es-ES_tradnl" dirty="0"/>
              <a:t>Posicionales</a:t>
            </a:r>
          </a:p>
          <a:p>
            <a:pPr lvl="2" eaLnBrk="1" hangingPunct="1">
              <a:lnSpc>
                <a:spcPct val="90000"/>
              </a:lnSpc>
            </a:pPr>
            <a:r>
              <a:rPr lang="es-ES_tradnl" sz="2400" dirty="0"/>
              <a:t>Enteros (con signo)</a:t>
            </a:r>
          </a:p>
          <a:p>
            <a:pPr lvl="3" eaLnBrk="1" hangingPunct="1">
              <a:lnSpc>
                <a:spcPct val="90000"/>
              </a:lnSpc>
            </a:pPr>
            <a:r>
              <a:rPr lang="es-ES_tradnl" dirty="0"/>
              <a:t>Signo-Magnitud</a:t>
            </a:r>
          </a:p>
          <a:p>
            <a:pPr lvl="3" eaLnBrk="1" hangingPunct="1">
              <a:lnSpc>
                <a:spcPct val="90000"/>
              </a:lnSpc>
            </a:pPr>
            <a:r>
              <a:rPr lang="es-ES_tradnl" dirty="0"/>
              <a:t>Negativos en complemento a 1, a 2</a:t>
            </a:r>
          </a:p>
          <a:p>
            <a:pPr lvl="3" eaLnBrk="1" hangingPunct="1">
              <a:lnSpc>
                <a:spcPct val="90000"/>
              </a:lnSpc>
            </a:pPr>
            <a:r>
              <a:rPr lang="es-ES_tradnl" dirty="0"/>
              <a:t>En exceso</a:t>
            </a:r>
          </a:p>
          <a:p>
            <a:pPr lvl="2" eaLnBrk="1" hangingPunct="1">
              <a:lnSpc>
                <a:spcPct val="90000"/>
              </a:lnSpc>
            </a:pPr>
            <a:r>
              <a:rPr lang="es-ES_tradnl" sz="2400" dirty="0"/>
              <a:t>Punto flotante (subconjunto de los reales) IEEE-754</a:t>
            </a:r>
          </a:p>
          <a:p>
            <a:pPr lvl="1" eaLnBrk="1" hangingPunct="1">
              <a:lnSpc>
                <a:spcPct val="90000"/>
              </a:lnSpc>
            </a:pPr>
            <a:r>
              <a:rPr lang="es-ES_tradnl" dirty="0"/>
              <a:t>Alfanuméricos</a:t>
            </a:r>
          </a:p>
          <a:p>
            <a:pPr lvl="3" eaLnBrk="1" hangingPunct="1">
              <a:lnSpc>
                <a:spcPct val="90000"/>
              </a:lnSpc>
            </a:pPr>
            <a:r>
              <a:rPr lang="es-ES_tradnl" dirty="0"/>
              <a:t>ASCII</a:t>
            </a:r>
          </a:p>
          <a:p>
            <a:pPr lvl="3" eaLnBrk="1" hangingPunct="1">
              <a:lnSpc>
                <a:spcPct val="90000"/>
              </a:lnSpc>
            </a:pPr>
            <a:r>
              <a:rPr lang="es-ES_tradnl" dirty="0"/>
              <a:t>Unicode</a:t>
            </a:r>
          </a:p>
          <a:p>
            <a:pPr lvl="3" eaLnBrk="1" hangingPunct="1">
              <a:lnSpc>
                <a:spcPct val="90000"/>
              </a:lnSpc>
            </a:pPr>
            <a:endParaRPr lang="es-ES_tradnl" dirty="0"/>
          </a:p>
          <a:p>
            <a:pPr eaLnBrk="1" hangingPunct="1">
              <a:lnSpc>
                <a:spcPct val="90000"/>
              </a:lnSpc>
            </a:pPr>
            <a:r>
              <a:rPr lang="es-ES_tradnl" sz="3000" dirty="0"/>
              <a:t>Instrucciones</a:t>
            </a:r>
          </a:p>
          <a:p>
            <a:pPr lvl="1" eaLnBrk="1" hangingPunct="1">
              <a:lnSpc>
                <a:spcPct val="90000"/>
              </a:lnSpc>
            </a:pPr>
            <a:endParaRPr lang="es-E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ctrTitle"/>
          </p:nvPr>
        </p:nvSpPr>
        <p:spPr>
          <a:xfrm>
            <a:off x="558131" y="4410546"/>
            <a:ext cx="8415338" cy="1350962"/>
          </a:xfrm>
        </p:spPr>
        <p:txBody>
          <a:bodyPr/>
          <a:lstStyle/>
          <a:p>
            <a:pPr eaLnBrk="1" hangingPunct="1"/>
            <a:r>
              <a:rPr lang="es-ES_tradnl" dirty="0"/>
              <a:t>2.3 Representación de datos numéricos</a:t>
            </a:r>
            <a:endParaRPr lang="es-E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pPr eaLnBrk="1" hangingPunct="1"/>
            <a:r>
              <a:rPr lang="es-ES_tradnl"/>
              <a:t>Números Naturales</a:t>
            </a:r>
            <a:endParaRPr lang="es-ES"/>
          </a:p>
        </p:txBody>
      </p:sp>
      <p:sp>
        <p:nvSpPr>
          <p:cNvPr id="21508" name="Rectangle 3"/>
          <p:cNvSpPr>
            <a:spLocks noGrp="1" noChangeArrowheads="1"/>
          </p:cNvSpPr>
          <p:nvPr>
            <p:ph sz="quarter" idx="1"/>
          </p:nvPr>
        </p:nvSpPr>
        <p:spPr/>
        <p:txBody>
          <a:bodyPr/>
          <a:lstStyle/>
          <a:p>
            <a:pPr marL="584200" indent="-584200" eaLnBrk="1" hangingPunct="1"/>
            <a:r>
              <a:rPr lang="es-ES_tradnl"/>
              <a:t>Arbitrarios:</a:t>
            </a:r>
          </a:p>
          <a:p>
            <a:pPr marL="1001713" lvl="1" indent="-500063" eaLnBrk="1" hangingPunct="1"/>
            <a:r>
              <a:rPr lang="es-ES_tradnl"/>
              <a:t>Ejemplo: </a:t>
            </a:r>
          </a:p>
          <a:p>
            <a:pPr marL="1878013" lvl="3" indent="-374650" eaLnBrk="1" hangingPunct="1">
              <a:buFontTx/>
              <a:buNone/>
            </a:pPr>
            <a:r>
              <a:rPr lang="es-ES_tradnl"/>
              <a:t>1        010001</a:t>
            </a:r>
          </a:p>
          <a:p>
            <a:pPr marL="1878013" lvl="3" indent="-374650" eaLnBrk="1" hangingPunct="1">
              <a:buFontTx/>
              <a:buNone/>
            </a:pPr>
            <a:r>
              <a:rPr lang="es-ES_tradnl"/>
              <a:t>2        001010</a:t>
            </a:r>
          </a:p>
          <a:p>
            <a:pPr marL="1878013" lvl="3" indent="-374650" eaLnBrk="1" hangingPunct="1">
              <a:buFontTx/>
              <a:buNone/>
            </a:pPr>
            <a:r>
              <a:rPr lang="es-ES_tradnl"/>
              <a:t>3        100101</a:t>
            </a:r>
          </a:p>
          <a:p>
            <a:pPr marL="584200" indent="-584200" eaLnBrk="1" hangingPunct="1"/>
            <a:r>
              <a:rPr lang="es-ES_tradnl"/>
              <a:t>No arbitrarios</a:t>
            </a:r>
          </a:p>
          <a:p>
            <a:pPr marL="1878013" lvl="3" indent="-374650" eaLnBrk="1" hangingPunct="1">
              <a:buFontTx/>
              <a:buNone/>
            </a:pPr>
            <a:r>
              <a:rPr lang="es-ES_tradnl"/>
              <a:t>Responden a una ciertas reglas</a:t>
            </a:r>
          </a:p>
          <a:p>
            <a:pPr marL="1878013" lvl="3" indent="-374650" eaLnBrk="1" hangingPunct="1">
              <a:buFontTx/>
              <a:buNone/>
            </a:pPr>
            <a:r>
              <a:rPr lang="es-ES_tradnl"/>
              <a:t>1        000001</a:t>
            </a:r>
          </a:p>
          <a:p>
            <a:pPr marL="1878013" lvl="3" indent="-374650" eaLnBrk="1" hangingPunct="1">
              <a:buFontTx/>
              <a:buNone/>
            </a:pPr>
            <a:r>
              <a:rPr lang="es-ES_tradnl"/>
              <a:t>2        000010</a:t>
            </a:r>
          </a:p>
          <a:p>
            <a:pPr marL="1878013" lvl="3" indent="-374650" eaLnBrk="1" hangingPunct="1">
              <a:buFontTx/>
              <a:buNone/>
            </a:pPr>
            <a:r>
              <a:rPr lang="es-ES_tradnl"/>
              <a:t>3        000100</a:t>
            </a:r>
          </a:p>
          <a:p>
            <a:pPr marL="2379663" lvl="4" indent="-376238" eaLnBrk="1" hangingPunct="1">
              <a:buFontTx/>
              <a:buNone/>
            </a:pPr>
            <a:endParaRPr lang="es-ES"/>
          </a:p>
        </p:txBody>
      </p:sp>
      <p:sp>
        <p:nvSpPr>
          <p:cNvPr id="21509" name="AutoShape 4"/>
          <p:cNvSpPr>
            <a:spLocks noChangeArrowheads="1"/>
          </p:cNvSpPr>
          <p:nvPr/>
        </p:nvSpPr>
        <p:spPr bwMode="auto">
          <a:xfrm>
            <a:off x="2391682" y="2546350"/>
            <a:ext cx="330200" cy="269875"/>
          </a:xfrm>
          <a:prstGeom prst="lightningBolt">
            <a:avLst/>
          </a:prstGeom>
          <a:solidFill>
            <a:schemeClr val="accent1"/>
          </a:solidFill>
          <a:ln w="9525">
            <a:solidFill>
              <a:schemeClr val="tx1"/>
            </a:solidFill>
            <a:miter lim="800000"/>
            <a:headEnd/>
            <a:tailEnd/>
          </a:ln>
        </p:spPr>
        <p:txBody>
          <a:bodyPr wrap="none" lIns="100191" tIns="50095" rIns="100191" bIns="50095" anchor="ctr"/>
          <a:lstStyle/>
          <a:p>
            <a:pPr defTabSz="1001713"/>
            <a:r>
              <a:rPr lang="es-ES_tradnl" sz="2600"/>
              <a:t>   </a:t>
            </a:r>
            <a:endParaRPr lang="es-ES" sz="2600"/>
          </a:p>
        </p:txBody>
      </p:sp>
      <p:sp>
        <p:nvSpPr>
          <p:cNvPr id="21510" name="AutoShape 5"/>
          <p:cNvSpPr>
            <a:spLocks noChangeArrowheads="1"/>
          </p:cNvSpPr>
          <p:nvPr/>
        </p:nvSpPr>
        <p:spPr bwMode="auto">
          <a:xfrm>
            <a:off x="2391682" y="3265488"/>
            <a:ext cx="330200" cy="269875"/>
          </a:xfrm>
          <a:prstGeom prst="lightningBolt">
            <a:avLst/>
          </a:prstGeom>
          <a:solidFill>
            <a:schemeClr val="accent1"/>
          </a:solidFill>
          <a:ln w="9525">
            <a:solidFill>
              <a:schemeClr val="tx1"/>
            </a:solidFill>
            <a:miter lim="800000"/>
            <a:headEnd/>
            <a:tailEnd/>
          </a:ln>
        </p:spPr>
        <p:txBody>
          <a:bodyPr wrap="none" lIns="100191" tIns="50095" rIns="100191" bIns="50095" anchor="ctr"/>
          <a:lstStyle/>
          <a:p>
            <a:pPr defTabSz="1001713"/>
            <a:r>
              <a:rPr lang="es-ES_tradnl" sz="2600"/>
              <a:t>   </a:t>
            </a:r>
            <a:endParaRPr lang="es-ES" sz="2600"/>
          </a:p>
        </p:txBody>
      </p:sp>
      <p:sp>
        <p:nvSpPr>
          <p:cNvPr id="21511" name="AutoShape 6"/>
          <p:cNvSpPr>
            <a:spLocks noChangeArrowheads="1"/>
          </p:cNvSpPr>
          <p:nvPr/>
        </p:nvSpPr>
        <p:spPr bwMode="auto">
          <a:xfrm>
            <a:off x="2391682" y="2905125"/>
            <a:ext cx="330200" cy="269875"/>
          </a:xfrm>
          <a:prstGeom prst="lightningBolt">
            <a:avLst/>
          </a:prstGeom>
          <a:solidFill>
            <a:schemeClr val="accent1"/>
          </a:solidFill>
          <a:ln w="9525">
            <a:solidFill>
              <a:schemeClr val="tx1"/>
            </a:solidFill>
            <a:miter lim="800000"/>
            <a:headEnd/>
            <a:tailEnd/>
          </a:ln>
        </p:spPr>
        <p:txBody>
          <a:bodyPr wrap="none" lIns="100191" tIns="50095" rIns="100191" bIns="50095" anchor="ctr"/>
          <a:lstStyle/>
          <a:p>
            <a:pPr defTabSz="1001713"/>
            <a:r>
              <a:rPr lang="es-ES_tradnl" sz="2600"/>
              <a:t>   </a:t>
            </a:r>
            <a:endParaRPr lang="es-ES" sz="2600"/>
          </a:p>
        </p:txBody>
      </p:sp>
      <p:sp>
        <p:nvSpPr>
          <p:cNvPr id="21512" name="AutoShape 7"/>
          <p:cNvSpPr>
            <a:spLocks noChangeArrowheads="1"/>
          </p:cNvSpPr>
          <p:nvPr/>
        </p:nvSpPr>
        <p:spPr bwMode="auto">
          <a:xfrm>
            <a:off x="2318657" y="4498976"/>
            <a:ext cx="330200" cy="269875"/>
          </a:xfrm>
          <a:prstGeom prst="lightningBolt">
            <a:avLst/>
          </a:prstGeom>
          <a:solidFill>
            <a:schemeClr val="accent1"/>
          </a:solidFill>
          <a:ln w="9525">
            <a:solidFill>
              <a:schemeClr val="tx1"/>
            </a:solidFill>
            <a:miter lim="800000"/>
            <a:headEnd/>
            <a:tailEnd/>
          </a:ln>
        </p:spPr>
        <p:txBody>
          <a:bodyPr wrap="none" lIns="100191" tIns="50095" rIns="100191" bIns="50095" anchor="ctr"/>
          <a:lstStyle/>
          <a:p>
            <a:pPr defTabSz="1001713"/>
            <a:r>
              <a:rPr lang="es-ES_tradnl" sz="2600"/>
              <a:t>   </a:t>
            </a:r>
            <a:endParaRPr lang="es-ES" sz="2600"/>
          </a:p>
        </p:txBody>
      </p:sp>
      <p:sp>
        <p:nvSpPr>
          <p:cNvPr id="21513" name="AutoShape 8"/>
          <p:cNvSpPr>
            <a:spLocks noChangeArrowheads="1"/>
          </p:cNvSpPr>
          <p:nvPr/>
        </p:nvSpPr>
        <p:spPr bwMode="auto">
          <a:xfrm>
            <a:off x="2318657" y="4860926"/>
            <a:ext cx="330200" cy="269875"/>
          </a:xfrm>
          <a:prstGeom prst="lightningBolt">
            <a:avLst/>
          </a:prstGeom>
          <a:solidFill>
            <a:schemeClr val="accent1"/>
          </a:solidFill>
          <a:ln w="9525">
            <a:solidFill>
              <a:schemeClr val="tx1"/>
            </a:solidFill>
            <a:miter lim="800000"/>
            <a:headEnd/>
            <a:tailEnd/>
          </a:ln>
        </p:spPr>
        <p:txBody>
          <a:bodyPr wrap="none" lIns="100191" tIns="50095" rIns="100191" bIns="50095" anchor="ctr"/>
          <a:lstStyle/>
          <a:p>
            <a:pPr defTabSz="1001713"/>
            <a:r>
              <a:rPr lang="es-ES_tradnl" sz="2600"/>
              <a:t>   </a:t>
            </a:r>
            <a:endParaRPr lang="es-ES" sz="2600"/>
          </a:p>
        </p:txBody>
      </p:sp>
      <p:sp>
        <p:nvSpPr>
          <p:cNvPr id="21514" name="AutoShape 9"/>
          <p:cNvSpPr>
            <a:spLocks noChangeArrowheads="1"/>
          </p:cNvSpPr>
          <p:nvPr/>
        </p:nvSpPr>
        <p:spPr bwMode="auto">
          <a:xfrm>
            <a:off x="2318657" y="5219701"/>
            <a:ext cx="330200" cy="271462"/>
          </a:xfrm>
          <a:prstGeom prst="lightningBolt">
            <a:avLst/>
          </a:prstGeom>
          <a:solidFill>
            <a:schemeClr val="accent1"/>
          </a:solidFill>
          <a:ln w="9525">
            <a:solidFill>
              <a:schemeClr val="tx1"/>
            </a:solidFill>
            <a:miter lim="800000"/>
            <a:headEnd/>
            <a:tailEnd/>
          </a:ln>
        </p:spPr>
        <p:txBody>
          <a:bodyPr wrap="none" lIns="100191" tIns="50095" rIns="100191" bIns="50095" anchor="ctr"/>
          <a:lstStyle/>
          <a:p>
            <a:pPr defTabSz="1001713"/>
            <a:r>
              <a:rPr lang="es-ES_tradnl" sz="2600"/>
              <a:t>   </a:t>
            </a:r>
            <a:endParaRPr lang="es-ES" sz="2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hangingPunct="1"/>
            <a:r>
              <a:rPr lang="es-ES_tradnl"/>
              <a:t>Naturales</a:t>
            </a:r>
            <a:endParaRPr lang="es-ES"/>
          </a:p>
        </p:txBody>
      </p:sp>
      <p:sp>
        <p:nvSpPr>
          <p:cNvPr id="22532" name="Rectangle 3"/>
          <p:cNvSpPr>
            <a:spLocks noGrp="1" noChangeArrowheads="1"/>
          </p:cNvSpPr>
          <p:nvPr>
            <p:ph sz="quarter" idx="1"/>
          </p:nvPr>
        </p:nvSpPr>
        <p:spPr>
          <a:xfrm>
            <a:off x="412750" y="2339975"/>
            <a:ext cx="9158288" cy="4860925"/>
          </a:xfrm>
        </p:spPr>
        <p:txBody>
          <a:bodyPr/>
          <a:lstStyle/>
          <a:p>
            <a:pPr eaLnBrk="1" hangingPunct="1"/>
            <a:r>
              <a:rPr lang="es-ES_tradnl" dirty="0"/>
              <a:t>Posicionales</a:t>
            </a:r>
          </a:p>
          <a:p>
            <a:pPr lvl="1" eaLnBrk="1" hangingPunct="1"/>
            <a:r>
              <a:rPr lang="es-ES_tradnl" dirty="0"/>
              <a:t>El valor de un dígito (0 o 1) depende de la posición:</a:t>
            </a:r>
          </a:p>
          <a:p>
            <a:pPr lvl="4" eaLnBrk="1" hangingPunct="1">
              <a:buFontTx/>
              <a:buNone/>
            </a:pPr>
            <a:r>
              <a:rPr lang="es-ES_tradnl" dirty="0">
                <a:solidFill>
                  <a:schemeClr val="accent2"/>
                </a:solidFill>
              </a:rPr>
              <a:t>        a</a:t>
            </a:r>
            <a:r>
              <a:rPr lang="es-ES_tradnl" dirty="0"/>
              <a:t> </a:t>
            </a:r>
            <a:r>
              <a:rPr lang="es-ES_tradnl" dirty="0">
                <a:solidFill>
                  <a:schemeClr val="accent1"/>
                </a:solidFill>
              </a:rPr>
              <a:t>b</a:t>
            </a:r>
          </a:p>
          <a:p>
            <a:pPr lvl="2" eaLnBrk="1" hangingPunct="1"/>
            <a:r>
              <a:rPr lang="es-ES_tradnl" dirty="0">
                <a:latin typeface="Arial" panose="020B0604020202020204" pitchFamily="34" charset="0"/>
                <a:cs typeface="Arial" panose="020B0604020202020204" pitchFamily="34" charset="0"/>
              </a:rPr>
              <a:t>0 	</a:t>
            </a:r>
            <a:r>
              <a:rPr lang="es-ES_tradnl" dirty="0">
                <a:solidFill>
                  <a:schemeClr val="accent2"/>
                </a:solidFill>
                <a:latin typeface="Arial" panose="020B0604020202020204" pitchFamily="34" charset="0"/>
                <a:cs typeface="Arial" panose="020B0604020202020204" pitchFamily="34" charset="0"/>
              </a:rPr>
              <a:t>0</a:t>
            </a:r>
            <a:r>
              <a:rPr lang="es-ES_tradnl" dirty="0">
                <a:solidFill>
                  <a:schemeClr val="accent1"/>
                </a:solidFill>
                <a:latin typeface="Arial" panose="020B0604020202020204" pitchFamily="34" charset="0"/>
                <a:cs typeface="Arial" panose="020B0604020202020204" pitchFamily="34" charset="0"/>
              </a:rPr>
              <a:t>0</a:t>
            </a:r>
          </a:p>
          <a:p>
            <a:pPr lvl="2" eaLnBrk="1" hangingPunct="1"/>
            <a:r>
              <a:rPr lang="es-ES_tradnl" dirty="0">
                <a:latin typeface="Arial" panose="020B0604020202020204" pitchFamily="34" charset="0"/>
                <a:cs typeface="Arial" panose="020B0604020202020204" pitchFamily="34" charset="0"/>
              </a:rPr>
              <a:t>1	</a:t>
            </a:r>
            <a:r>
              <a:rPr lang="es-ES_tradnl" dirty="0">
                <a:solidFill>
                  <a:schemeClr val="accent2"/>
                </a:solidFill>
                <a:latin typeface="Arial" panose="020B0604020202020204" pitchFamily="34" charset="0"/>
                <a:cs typeface="Arial" panose="020B0604020202020204" pitchFamily="34" charset="0"/>
              </a:rPr>
              <a:t>0</a:t>
            </a:r>
            <a:r>
              <a:rPr lang="es-ES_tradnl" dirty="0">
                <a:solidFill>
                  <a:schemeClr val="accent1"/>
                </a:solidFill>
                <a:latin typeface="Arial" panose="020B0604020202020204" pitchFamily="34" charset="0"/>
                <a:cs typeface="Arial" panose="020B0604020202020204" pitchFamily="34" charset="0"/>
              </a:rPr>
              <a:t>1</a:t>
            </a:r>
          </a:p>
          <a:p>
            <a:pPr lvl="2" eaLnBrk="1" hangingPunct="1"/>
            <a:r>
              <a:rPr lang="es-ES_tradnl" dirty="0">
                <a:latin typeface="Arial" panose="020B0604020202020204" pitchFamily="34" charset="0"/>
                <a:cs typeface="Arial" panose="020B0604020202020204" pitchFamily="34" charset="0"/>
              </a:rPr>
              <a:t>2	</a:t>
            </a:r>
            <a:r>
              <a:rPr lang="es-ES_tradnl" dirty="0">
                <a:solidFill>
                  <a:schemeClr val="accent2"/>
                </a:solidFill>
                <a:latin typeface="Arial" panose="020B0604020202020204" pitchFamily="34" charset="0"/>
                <a:cs typeface="Arial" panose="020B0604020202020204" pitchFamily="34" charset="0"/>
              </a:rPr>
              <a:t>1</a:t>
            </a:r>
            <a:r>
              <a:rPr lang="es-ES_tradnl" dirty="0">
                <a:solidFill>
                  <a:schemeClr val="accent1"/>
                </a:solidFill>
                <a:latin typeface="Arial" panose="020B0604020202020204" pitchFamily="34" charset="0"/>
                <a:cs typeface="Arial" panose="020B0604020202020204" pitchFamily="34" charset="0"/>
              </a:rPr>
              <a:t>0</a:t>
            </a:r>
          </a:p>
          <a:p>
            <a:pPr lvl="2" eaLnBrk="1" hangingPunct="1"/>
            <a:r>
              <a:rPr lang="es-ES_tradnl" dirty="0">
                <a:latin typeface="Arial" panose="020B0604020202020204" pitchFamily="34" charset="0"/>
                <a:cs typeface="Arial" panose="020B0604020202020204" pitchFamily="34" charset="0"/>
              </a:rPr>
              <a:t>3	</a:t>
            </a:r>
            <a:r>
              <a:rPr lang="es-ES_tradnl" dirty="0">
                <a:solidFill>
                  <a:schemeClr val="accent2"/>
                </a:solidFill>
                <a:latin typeface="Arial" panose="020B0604020202020204" pitchFamily="34" charset="0"/>
                <a:cs typeface="Arial" panose="020B0604020202020204" pitchFamily="34" charset="0"/>
              </a:rPr>
              <a:t>1</a:t>
            </a:r>
            <a:r>
              <a:rPr lang="es-ES_tradnl" dirty="0">
                <a:solidFill>
                  <a:schemeClr val="accent1"/>
                </a:solidFill>
                <a:latin typeface="Arial" panose="020B0604020202020204" pitchFamily="34" charset="0"/>
                <a:cs typeface="Arial" panose="020B0604020202020204" pitchFamily="34" charset="0"/>
              </a:rPr>
              <a:t>1</a:t>
            </a:r>
            <a:r>
              <a:rPr lang="es-ES_tradnl" dirty="0">
                <a:latin typeface="Arial" panose="020B0604020202020204" pitchFamily="34" charset="0"/>
                <a:cs typeface="Arial" panose="020B0604020202020204" pitchFamily="34" charset="0"/>
              </a:rPr>
              <a:t>   </a:t>
            </a:r>
          </a:p>
          <a:p>
            <a:pPr lvl="1" eaLnBrk="1" hangingPunct="1">
              <a:buFontTx/>
              <a:buNone/>
            </a:pPr>
            <a:r>
              <a:rPr lang="es-ES_tradnl" dirty="0"/>
              <a:t>( el dígito </a:t>
            </a:r>
            <a:r>
              <a:rPr lang="es-ES_tradnl" dirty="0">
                <a:solidFill>
                  <a:schemeClr val="accent2"/>
                </a:solidFill>
              </a:rPr>
              <a:t>a</a:t>
            </a:r>
            <a:r>
              <a:rPr lang="es-ES_tradnl" dirty="0"/>
              <a:t> tiene peso </a:t>
            </a:r>
            <a:r>
              <a:rPr lang="es-ES_tradnl" dirty="0">
                <a:solidFill>
                  <a:schemeClr val="accent2"/>
                </a:solidFill>
              </a:rPr>
              <a:t>2</a:t>
            </a:r>
            <a:r>
              <a:rPr lang="es-ES_tradnl" dirty="0"/>
              <a:t>, el dígito </a:t>
            </a:r>
            <a:r>
              <a:rPr lang="es-ES_tradnl" dirty="0">
                <a:solidFill>
                  <a:schemeClr val="accent1"/>
                </a:solidFill>
              </a:rPr>
              <a:t>b</a:t>
            </a:r>
            <a:r>
              <a:rPr lang="es-ES_tradnl" dirty="0"/>
              <a:t>, peso </a:t>
            </a:r>
            <a:r>
              <a:rPr lang="es-ES_tradnl" dirty="0">
                <a:solidFill>
                  <a:schemeClr val="accent1"/>
                </a:solidFill>
              </a:rPr>
              <a:t>1</a:t>
            </a:r>
            <a:r>
              <a:rPr lang="es-ES_tradnl" dirty="0"/>
              <a:t>)</a:t>
            </a:r>
          </a:p>
          <a:p>
            <a:pPr eaLnBrk="1" hangingPunct="1"/>
            <a:endParaRPr lang="es-ES_tradnl" dirty="0"/>
          </a:p>
          <a:p>
            <a:pPr eaLnBrk="1" hangingPunct="1"/>
            <a:r>
              <a:rPr lang="es-ES_tradnl" dirty="0"/>
              <a:t>Similar a la numeración </a:t>
            </a:r>
            <a:r>
              <a:rPr lang="es-ES_tradnl" i="1" dirty="0" err="1"/>
              <a:t>indoarábiga</a:t>
            </a:r>
            <a:r>
              <a:rPr lang="es-ES_tradnl" dirty="0"/>
              <a:t>: binario natural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742950" y="360363"/>
            <a:ext cx="8415338" cy="809823"/>
          </a:xfrm>
        </p:spPr>
        <p:txBody>
          <a:bodyPr/>
          <a:lstStyle/>
          <a:p>
            <a:pPr eaLnBrk="1" hangingPunct="1"/>
            <a:r>
              <a:rPr lang="es-ES_tradnl" dirty="0"/>
              <a:t>Cuenta en binario</a:t>
            </a:r>
            <a:endParaRPr lang="es-ES" dirty="0"/>
          </a:p>
        </p:txBody>
      </p:sp>
      <p:sp>
        <p:nvSpPr>
          <p:cNvPr id="23556" name="Rectangle 3"/>
          <p:cNvSpPr>
            <a:spLocks noGrp="1" noChangeArrowheads="1"/>
          </p:cNvSpPr>
          <p:nvPr>
            <p:ph sz="quarter" idx="1"/>
          </p:nvPr>
        </p:nvSpPr>
        <p:spPr>
          <a:xfrm>
            <a:off x="2805113" y="1711325"/>
            <a:ext cx="4208462" cy="4859338"/>
          </a:xfrm>
        </p:spPr>
        <p:txBody>
          <a:bodyPr/>
          <a:lstStyle/>
          <a:p>
            <a:pPr eaLnBrk="1" hangingPunct="1"/>
            <a:r>
              <a:rPr lang="es-ES_tradnl">
                <a:latin typeface="Courier New" pitchFamily="49" charset="0"/>
              </a:rPr>
              <a:t>   0</a:t>
            </a:r>
          </a:p>
          <a:p>
            <a:pPr eaLnBrk="1" hangingPunct="1"/>
            <a:r>
              <a:rPr lang="es-ES_tradnl">
                <a:latin typeface="Courier New" pitchFamily="49" charset="0"/>
              </a:rPr>
              <a:t>   1 </a:t>
            </a:r>
          </a:p>
          <a:p>
            <a:pPr eaLnBrk="1" hangingPunct="1"/>
            <a:r>
              <a:rPr lang="es-ES_tradnl">
                <a:latin typeface="Courier New" pitchFamily="49" charset="0"/>
              </a:rPr>
              <a:t>  10</a:t>
            </a:r>
          </a:p>
          <a:p>
            <a:pPr eaLnBrk="1" hangingPunct="1"/>
            <a:r>
              <a:rPr lang="es-ES_tradnl">
                <a:latin typeface="Courier New" pitchFamily="49" charset="0"/>
              </a:rPr>
              <a:t>  11</a:t>
            </a:r>
          </a:p>
          <a:p>
            <a:pPr eaLnBrk="1" hangingPunct="1"/>
            <a:r>
              <a:rPr lang="es-ES_tradnl">
                <a:latin typeface="Courier New" pitchFamily="49" charset="0"/>
              </a:rPr>
              <a:t> 100</a:t>
            </a:r>
          </a:p>
          <a:p>
            <a:pPr eaLnBrk="1" hangingPunct="1"/>
            <a:r>
              <a:rPr lang="es-ES_tradnl">
                <a:latin typeface="Courier New" pitchFamily="49" charset="0"/>
              </a:rPr>
              <a:t> 101</a:t>
            </a:r>
          </a:p>
          <a:p>
            <a:pPr eaLnBrk="1" hangingPunct="1"/>
            <a:r>
              <a:rPr lang="es-ES_tradnl">
                <a:latin typeface="Courier New" pitchFamily="49" charset="0"/>
              </a:rPr>
              <a:t> 110</a:t>
            </a:r>
          </a:p>
          <a:p>
            <a:pPr eaLnBrk="1" hangingPunct="1"/>
            <a:r>
              <a:rPr lang="es-ES_tradnl">
                <a:latin typeface="Courier New" pitchFamily="49" charset="0"/>
              </a:rPr>
              <a:t> 111</a:t>
            </a:r>
          </a:p>
          <a:p>
            <a:pPr eaLnBrk="1" hangingPunct="1"/>
            <a:r>
              <a:rPr lang="es-ES_tradnl">
                <a:latin typeface="Courier New" pitchFamily="49" charset="0"/>
              </a:rPr>
              <a:t>1000</a:t>
            </a:r>
            <a:endParaRPr lang="es-ES">
              <a:latin typeface="Courier New" pitchFamily="49" charset="0"/>
            </a:endParaRPr>
          </a:p>
        </p:txBody>
      </p:sp>
      <p:pic>
        <p:nvPicPr>
          <p:cNvPr id="23558" name="Picture 6" descr="ernie">
            <a:hlinkClick r:id="rId3"/>
          </p:cNvPr>
          <p:cNvPicPr>
            <a:picLocks noChangeAspect="1" noChangeArrowheads="1"/>
          </p:cNvPicPr>
          <p:nvPr/>
        </p:nvPicPr>
        <p:blipFill>
          <a:blip r:embed="rId4" cstate="print"/>
          <a:srcRect/>
          <a:stretch>
            <a:fillRect/>
          </a:stretch>
        </p:blipFill>
        <p:spPr bwMode="auto">
          <a:xfrm>
            <a:off x="7343775" y="450850"/>
            <a:ext cx="742950" cy="1077913"/>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742950" y="360363"/>
            <a:ext cx="8415338" cy="881831"/>
          </a:xfrm>
        </p:spPr>
        <p:txBody>
          <a:bodyPr/>
          <a:lstStyle/>
          <a:p>
            <a:pPr eaLnBrk="1" hangingPunct="1"/>
            <a:r>
              <a:rPr lang="es-ES_tradnl" dirty="0"/>
              <a:t>Cuenta en binario</a:t>
            </a:r>
            <a:endParaRPr lang="es-ES" dirty="0"/>
          </a:p>
        </p:txBody>
      </p:sp>
      <p:sp>
        <p:nvSpPr>
          <p:cNvPr id="24580" name="Rectangle 3"/>
          <p:cNvSpPr>
            <a:spLocks noGrp="1" noChangeArrowheads="1"/>
          </p:cNvSpPr>
          <p:nvPr>
            <p:ph sz="quarter" idx="1"/>
          </p:nvPr>
        </p:nvSpPr>
        <p:spPr>
          <a:xfrm>
            <a:off x="2805113" y="1711325"/>
            <a:ext cx="4208462" cy="4859338"/>
          </a:xfrm>
        </p:spPr>
        <p:txBody>
          <a:bodyPr/>
          <a:lstStyle/>
          <a:p>
            <a:pPr eaLnBrk="1" hangingPunct="1"/>
            <a:r>
              <a:rPr lang="es-ES_tradnl">
                <a:latin typeface="Courier New" pitchFamily="49" charset="0"/>
              </a:rPr>
              <a:t>0000</a:t>
            </a:r>
          </a:p>
          <a:p>
            <a:pPr eaLnBrk="1" hangingPunct="1"/>
            <a:r>
              <a:rPr lang="es-ES_tradnl">
                <a:latin typeface="Courier New" pitchFamily="49" charset="0"/>
              </a:rPr>
              <a:t>0001 </a:t>
            </a:r>
          </a:p>
          <a:p>
            <a:pPr eaLnBrk="1" hangingPunct="1"/>
            <a:r>
              <a:rPr lang="es-ES_tradnl">
                <a:latin typeface="Courier New" pitchFamily="49" charset="0"/>
              </a:rPr>
              <a:t>0010</a:t>
            </a:r>
          </a:p>
          <a:p>
            <a:pPr eaLnBrk="1" hangingPunct="1"/>
            <a:r>
              <a:rPr lang="es-ES_tradnl">
                <a:latin typeface="Courier New" pitchFamily="49" charset="0"/>
              </a:rPr>
              <a:t>0011</a:t>
            </a:r>
          </a:p>
          <a:p>
            <a:pPr eaLnBrk="1" hangingPunct="1"/>
            <a:r>
              <a:rPr lang="es-ES_tradnl">
                <a:latin typeface="Courier New" pitchFamily="49" charset="0"/>
              </a:rPr>
              <a:t>0100</a:t>
            </a:r>
          </a:p>
          <a:p>
            <a:pPr eaLnBrk="1" hangingPunct="1"/>
            <a:r>
              <a:rPr lang="es-ES_tradnl">
                <a:latin typeface="Courier New" pitchFamily="49" charset="0"/>
              </a:rPr>
              <a:t>0101</a:t>
            </a:r>
          </a:p>
          <a:p>
            <a:pPr eaLnBrk="1" hangingPunct="1"/>
            <a:r>
              <a:rPr lang="es-ES_tradnl">
                <a:latin typeface="Courier New" pitchFamily="49" charset="0"/>
              </a:rPr>
              <a:t>0110</a:t>
            </a:r>
          </a:p>
          <a:p>
            <a:pPr eaLnBrk="1" hangingPunct="1"/>
            <a:r>
              <a:rPr lang="es-ES_tradnl">
                <a:latin typeface="Courier New" pitchFamily="49" charset="0"/>
              </a:rPr>
              <a:t>0111</a:t>
            </a:r>
          </a:p>
          <a:p>
            <a:pPr eaLnBrk="1" hangingPunct="1"/>
            <a:r>
              <a:rPr lang="es-ES_tradnl">
                <a:latin typeface="Courier New" pitchFamily="49" charset="0"/>
              </a:rPr>
              <a:t>1000</a:t>
            </a:r>
            <a:endParaRPr lang="es-ES">
              <a:latin typeface="Courier New" pitchFamily="49" charset="0"/>
            </a:endParaRPr>
          </a:p>
        </p:txBody>
      </p:sp>
      <p:pic>
        <p:nvPicPr>
          <p:cNvPr id="24582" name="Picture 5" descr="ernie">
            <a:hlinkClick r:id="rId3"/>
          </p:cNvPr>
          <p:cNvPicPr>
            <a:picLocks noChangeAspect="1" noChangeArrowheads="1"/>
          </p:cNvPicPr>
          <p:nvPr/>
        </p:nvPicPr>
        <p:blipFill>
          <a:blip r:embed="rId4" cstate="print"/>
          <a:srcRect/>
          <a:stretch>
            <a:fillRect/>
          </a:stretch>
        </p:blipFill>
        <p:spPr bwMode="auto">
          <a:xfrm>
            <a:off x="7343775" y="450850"/>
            <a:ext cx="742950" cy="1077913"/>
          </a:xfrm>
          <a:prstGeom prst="rect">
            <a:avLst/>
          </a:prstGeom>
          <a:noFill/>
          <a:ln w="9525">
            <a:noFill/>
            <a:miter lim="800000"/>
            <a:headEnd/>
            <a:tailEnd/>
          </a:ln>
        </p:spPr>
      </p:pic>
      <p:sp>
        <p:nvSpPr>
          <p:cNvPr id="2" name="CuadroTexto 1">
            <a:extLst>
              <a:ext uri="{FF2B5EF4-FFF2-40B4-BE49-F238E27FC236}">
                <a16:creationId xmlns:a16="http://schemas.microsoft.com/office/drawing/2014/main" id="{42F181AF-5EF5-42D5-80BD-0B06BE8379C5}"/>
              </a:ext>
            </a:extLst>
          </p:cNvPr>
          <p:cNvSpPr txBox="1"/>
          <p:nvPr/>
        </p:nvSpPr>
        <p:spPr>
          <a:xfrm>
            <a:off x="5002463" y="3894772"/>
            <a:ext cx="3345789" cy="492443"/>
          </a:xfrm>
          <a:prstGeom prst="rect">
            <a:avLst/>
          </a:prstGeom>
          <a:noFill/>
        </p:spPr>
        <p:txBody>
          <a:bodyPr wrap="none" rtlCol="0">
            <a:spAutoFit/>
          </a:bodyPr>
          <a:lstStyle/>
          <a:p>
            <a:r>
              <a:rPr lang="es-ES" dirty="0"/>
              <a:t>Ojo!!! </a:t>
            </a:r>
          </a:p>
          <a:p>
            <a:r>
              <a:rPr lang="es-ES" dirty="0"/>
              <a:t>La longitud de la secuencia es muy importante!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pPr eaLnBrk="1" hangingPunct="1"/>
            <a:r>
              <a:rPr lang="es-ES_tradnl"/>
              <a:t>Binario Natural</a:t>
            </a:r>
            <a:endParaRPr lang="es-ES"/>
          </a:p>
        </p:txBody>
      </p:sp>
      <p:sp>
        <p:nvSpPr>
          <p:cNvPr id="25604" name="Rectangle 3"/>
          <p:cNvSpPr>
            <a:spLocks noGrp="1" noChangeArrowheads="1"/>
          </p:cNvSpPr>
          <p:nvPr>
            <p:ph sz="quarter" idx="1"/>
          </p:nvPr>
        </p:nvSpPr>
        <p:spPr/>
        <p:txBody>
          <a:bodyPr/>
          <a:lstStyle/>
          <a:p>
            <a:pPr eaLnBrk="1" hangingPunct="1"/>
            <a:r>
              <a:rPr lang="es-ES_tradnl" dirty="0"/>
              <a:t>El peso de cada dígito depende de su valor  d    (0, 1) y su posición </a:t>
            </a:r>
            <a:r>
              <a:rPr lang="es-ES_tradnl" i="1" dirty="0"/>
              <a:t>i</a:t>
            </a:r>
          </a:p>
          <a:p>
            <a:pPr lvl="3" eaLnBrk="1" hangingPunct="1">
              <a:buFontTx/>
              <a:buNone/>
            </a:pPr>
            <a:r>
              <a:rPr lang="es-ES_tradnl" sz="3100" dirty="0">
                <a:latin typeface="Arial" panose="020B0604020202020204" pitchFamily="34" charset="0"/>
                <a:cs typeface="Arial" panose="020B0604020202020204" pitchFamily="34" charset="0"/>
              </a:rPr>
              <a:t>dígito       0 1 0 1 0 1</a:t>
            </a:r>
          </a:p>
          <a:p>
            <a:pPr lvl="3" eaLnBrk="1" hangingPunct="1">
              <a:buFontTx/>
              <a:buNone/>
            </a:pPr>
            <a:r>
              <a:rPr lang="es-ES_tradnl" sz="3100" dirty="0">
                <a:latin typeface="Arial" panose="020B0604020202020204" pitchFamily="34" charset="0"/>
                <a:cs typeface="Arial" panose="020B0604020202020204" pitchFamily="34" charset="0"/>
              </a:rPr>
              <a:t>posición   </a:t>
            </a:r>
            <a:r>
              <a:rPr lang="es-ES_tradnl" sz="3100" i="1" dirty="0">
                <a:latin typeface="Arial" panose="020B0604020202020204" pitchFamily="34" charset="0"/>
                <a:cs typeface="Arial" panose="020B0604020202020204" pitchFamily="34" charset="0"/>
              </a:rPr>
              <a:t>5 4 3 2 1 0</a:t>
            </a:r>
          </a:p>
          <a:p>
            <a:pPr eaLnBrk="1" hangingPunct="1"/>
            <a:endParaRPr lang="es-ES_tradnl" dirty="0"/>
          </a:p>
          <a:p>
            <a:pPr eaLnBrk="1" hangingPunct="1"/>
            <a:r>
              <a:rPr lang="es-ES_tradnl" dirty="0"/>
              <a:t>El peso de cada dígito es     d</a:t>
            </a:r>
            <a:r>
              <a:rPr lang="es-ES_tradnl" baseline="-25000" dirty="0"/>
              <a:t>i</a:t>
            </a:r>
            <a:r>
              <a:rPr lang="es-ES_tradnl" dirty="0"/>
              <a:t> · </a:t>
            </a:r>
            <a:r>
              <a:rPr lang="es-ES_tradnl" dirty="0">
                <a:solidFill>
                  <a:schemeClr val="folHlink"/>
                </a:solidFill>
              </a:rPr>
              <a:t>2</a:t>
            </a:r>
            <a:r>
              <a:rPr lang="es-ES_tradnl" baseline="30000" dirty="0">
                <a:solidFill>
                  <a:schemeClr val="folHlink"/>
                </a:solidFill>
              </a:rPr>
              <a:t>i</a:t>
            </a:r>
          </a:p>
          <a:p>
            <a:pPr eaLnBrk="1" hangingPunct="1"/>
            <a:endParaRPr lang="es-ES_tradnl" baseline="30000" dirty="0"/>
          </a:p>
          <a:p>
            <a:pPr eaLnBrk="1" hangingPunct="1"/>
            <a:r>
              <a:rPr lang="es-ES_tradnl" dirty="0"/>
              <a:t>El número es </a:t>
            </a:r>
            <a:r>
              <a:rPr lang="es-ES_tradnl" dirty="0">
                <a:latin typeface="Arial" panose="020B0604020202020204" pitchFamily="34" charset="0"/>
                <a:cs typeface="Arial" panose="020B0604020202020204" pitchFamily="34" charset="0"/>
              </a:rPr>
              <a:t>0·</a:t>
            </a:r>
            <a:r>
              <a:rPr lang="es-ES_tradnl" dirty="0">
                <a:solidFill>
                  <a:schemeClr val="folHlink"/>
                </a:solidFill>
                <a:latin typeface="Arial" panose="020B0604020202020204" pitchFamily="34" charset="0"/>
                <a:cs typeface="Arial" panose="020B0604020202020204" pitchFamily="34" charset="0"/>
              </a:rPr>
              <a:t>32</a:t>
            </a:r>
            <a:r>
              <a:rPr lang="es-ES_tradnl" dirty="0">
                <a:latin typeface="Arial" panose="020B0604020202020204" pitchFamily="34" charset="0"/>
                <a:cs typeface="Arial" panose="020B0604020202020204" pitchFamily="34" charset="0"/>
              </a:rPr>
              <a:t>+1·</a:t>
            </a:r>
            <a:r>
              <a:rPr lang="es-ES_tradnl" dirty="0">
                <a:solidFill>
                  <a:schemeClr val="folHlink"/>
                </a:solidFill>
                <a:latin typeface="Arial" panose="020B0604020202020204" pitchFamily="34" charset="0"/>
                <a:cs typeface="Arial" panose="020B0604020202020204" pitchFamily="34" charset="0"/>
              </a:rPr>
              <a:t>16</a:t>
            </a:r>
            <a:r>
              <a:rPr lang="es-ES_tradnl" dirty="0">
                <a:latin typeface="Arial" panose="020B0604020202020204" pitchFamily="34" charset="0"/>
                <a:cs typeface="Arial" panose="020B0604020202020204" pitchFamily="34" charset="0"/>
              </a:rPr>
              <a:t>+0·</a:t>
            </a:r>
            <a:r>
              <a:rPr lang="es-ES_tradnl" dirty="0">
                <a:solidFill>
                  <a:schemeClr val="folHlink"/>
                </a:solidFill>
                <a:latin typeface="Arial" panose="020B0604020202020204" pitchFamily="34" charset="0"/>
                <a:cs typeface="Arial" panose="020B0604020202020204" pitchFamily="34" charset="0"/>
              </a:rPr>
              <a:t>8</a:t>
            </a:r>
            <a:r>
              <a:rPr lang="es-ES_tradnl" dirty="0">
                <a:latin typeface="Arial" panose="020B0604020202020204" pitchFamily="34" charset="0"/>
                <a:cs typeface="Arial" panose="020B0604020202020204" pitchFamily="34" charset="0"/>
              </a:rPr>
              <a:t>+1·</a:t>
            </a:r>
            <a:r>
              <a:rPr lang="es-ES_tradnl" dirty="0">
                <a:solidFill>
                  <a:schemeClr val="folHlink"/>
                </a:solidFill>
                <a:latin typeface="Arial" panose="020B0604020202020204" pitchFamily="34" charset="0"/>
                <a:cs typeface="Arial" panose="020B0604020202020204" pitchFamily="34" charset="0"/>
              </a:rPr>
              <a:t>4</a:t>
            </a:r>
            <a:r>
              <a:rPr lang="es-ES_tradnl" dirty="0">
                <a:latin typeface="Arial" panose="020B0604020202020204" pitchFamily="34" charset="0"/>
                <a:cs typeface="Arial" panose="020B0604020202020204" pitchFamily="34" charset="0"/>
              </a:rPr>
              <a:t>+0·</a:t>
            </a:r>
            <a:r>
              <a:rPr lang="es-ES_tradnl" dirty="0">
                <a:solidFill>
                  <a:schemeClr val="folHlink"/>
                </a:solidFill>
                <a:latin typeface="Arial" panose="020B0604020202020204" pitchFamily="34" charset="0"/>
                <a:cs typeface="Arial" panose="020B0604020202020204" pitchFamily="34" charset="0"/>
              </a:rPr>
              <a:t>2</a:t>
            </a:r>
            <a:r>
              <a:rPr lang="es-ES_tradnl" dirty="0">
                <a:latin typeface="Arial" panose="020B0604020202020204" pitchFamily="34" charset="0"/>
                <a:cs typeface="Arial" panose="020B0604020202020204" pitchFamily="34" charset="0"/>
              </a:rPr>
              <a:t>+1·</a:t>
            </a:r>
            <a:r>
              <a:rPr lang="es-ES_tradnl" dirty="0">
                <a:solidFill>
                  <a:schemeClr val="folHlink"/>
                </a:solidFill>
                <a:latin typeface="Arial" panose="020B0604020202020204" pitchFamily="34" charset="0"/>
                <a:cs typeface="Arial" panose="020B0604020202020204" pitchFamily="34" charset="0"/>
              </a:rPr>
              <a:t>1</a:t>
            </a:r>
            <a:r>
              <a:rPr lang="es-ES_tradnl" dirty="0">
                <a:latin typeface="Arial" panose="020B0604020202020204" pitchFamily="34" charset="0"/>
                <a:cs typeface="Arial" panose="020B0604020202020204" pitchFamily="34" charset="0"/>
              </a:rPr>
              <a:t> = 21</a:t>
            </a:r>
            <a:endParaRPr lang="es-ES" dirty="0">
              <a:latin typeface="Arial" panose="020B0604020202020204" pitchFamily="34"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p:cNvSpPr>
            <a:spLocks noGrp="1" noChangeArrowheads="1"/>
          </p:cNvSpPr>
          <p:nvPr>
            <p:ph type="title"/>
          </p:nvPr>
        </p:nvSpPr>
        <p:spPr>
          <a:xfrm>
            <a:off x="742949" y="180975"/>
            <a:ext cx="9032205" cy="1133227"/>
          </a:xfrm>
        </p:spPr>
        <p:txBody>
          <a:bodyPr/>
          <a:lstStyle/>
          <a:p>
            <a:pPr eaLnBrk="1" hangingPunct="1"/>
            <a:r>
              <a:rPr lang="es-ES_tradnl" dirty="0"/>
              <a:t>Binario natural. Solución de problemas</a:t>
            </a:r>
            <a:endParaRPr lang="es-ES" dirty="0"/>
          </a:p>
        </p:txBody>
      </p:sp>
      <p:sp>
        <p:nvSpPr>
          <p:cNvPr id="26629" name="Rectangle 3"/>
          <p:cNvSpPr>
            <a:spLocks noGrp="1" noChangeArrowheads="1"/>
          </p:cNvSpPr>
          <p:nvPr>
            <p:ph sz="quarter" idx="1"/>
          </p:nvPr>
        </p:nvSpPr>
        <p:spPr>
          <a:xfrm>
            <a:off x="742950" y="1530350"/>
            <a:ext cx="9158288" cy="5310188"/>
          </a:xfrm>
        </p:spPr>
        <p:txBody>
          <a:bodyPr/>
          <a:lstStyle/>
          <a:p>
            <a:pPr eaLnBrk="1" hangingPunct="1"/>
            <a:r>
              <a:rPr lang="es-ES_tradnl" dirty="0"/>
              <a:t>Imprescindible especificar el número de dígitos en el problema directo</a:t>
            </a:r>
          </a:p>
          <a:p>
            <a:pPr eaLnBrk="1" hangingPunct="1"/>
            <a:r>
              <a:rPr lang="es-ES_tradnl" dirty="0"/>
              <a:t>Completar con ceros a la izquierda</a:t>
            </a:r>
          </a:p>
          <a:p>
            <a:pPr eaLnBrk="1" hangingPunct="1"/>
            <a:r>
              <a:rPr lang="es-ES_tradnl" dirty="0"/>
              <a:t>Para el problema inverso: </a:t>
            </a:r>
            <a:r>
              <a:rPr lang="es-ES_tradnl" dirty="0">
                <a:sym typeface="Symbol" pitchFamily="18" charset="2"/>
              </a:rPr>
              <a:t> (</a:t>
            </a:r>
            <a:r>
              <a:rPr lang="es-ES_tradnl" dirty="0"/>
              <a:t>d</a:t>
            </a:r>
            <a:r>
              <a:rPr lang="es-ES_tradnl" baseline="-25000" dirty="0"/>
              <a:t>i</a:t>
            </a:r>
            <a:r>
              <a:rPr lang="es-ES_tradnl" dirty="0"/>
              <a:t> · </a:t>
            </a:r>
            <a:r>
              <a:rPr lang="es-ES_tradnl" dirty="0">
                <a:solidFill>
                  <a:schemeClr val="folHlink"/>
                </a:solidFill>
              </a:rPr>
              <a:t>2</a:t>
            </a:r>
            <a:r>
              <a:rPr lang="es-ES_tradnl" baseline="30000" dirty="0">
                <a:solidFill>
                  <a:schemeClr val="folHlink"/>
                </a:solidFill>
              </a:rPr>
              <a:t>i</a:t>
            </a:r>
            <a:r>
              <a:rPr lang="es-ES_tradnl" dirty="0">
                <a:sym typeface="Symbol" pitchFamily="18" charset="2"/>
              </a:rPr>
              <a:t>)</a:t>
            </a:r>
          </a:p>
          <a:p>
            <a:pPr eaLnBrk="1" hangingPunct="1"/>
            <a:r>
              <a:rPr lang="es-ES_tradnl" dirty="0"/>
              <a:t>Problema directo:  	</a:t>
            </a:r>
            <a:r>
              <a:rPr lang="es-ES_tradnl" sz="2200" dirty="0"/>
              <a:t>23: 2 = 11, resto 1</a:t>
            </a:r>
          </a:p>
          <a:p>
            <a:pPr eaLnBrk="1" hangingPunct="1">
              <a:buFontTx/>
              <a:buNone/>
            </a:pPr>
            <a:r>
              <a:rPr lang="es-ES_tradnl" sz="2200" dirty="0"/>
              <a:t>					11: 2 = 5,   resto 1</a:t>
            </a:r>
          </a:p>
          <a:p>
            <a:pPr eaLnBrk="1" hangingPunct="1">
              <a:buFontTx/>
              <a:buNone/>
            </a:pPr>
            <a:r>
              <a:rPr lang="es-ES_tradnl" sz="2200" dirty="0"/>
              <a:t>					5  : 2 = 2,   resto 1</a:t>
            </a:r>
          </a:p>
          <a:p>
            <a:pPr eaLnBrk="1" hangingPunct="1">
              <a:buFontTx/>
              <a:buNone/>
            </a:pPr>
            <a:r>
              <a:rPr lang="es-ES_tradnl" sz="2200" dirty="0"/>
              <a:t>					2  : 2 = 1,   resto 0</a:t>
            </a:r>
          </a:p>
          <a:p>
            <a:pPr eaLnBrk="1" hangingPunct="1">
              <a:buFontTx/>
              <a:buNone/>
            </a:pPr>
            <a:r>
              <a:rPr lang="es-ES_tradnl" sz="2200" dirty="0"/>
              <a:t>					1  : 2 = 0,   resto 1</a:t>
            </a:r>
          </a:p>
          <a:p>
            <a:pPr eaLnBrk="1" hangingPunct="1">
              <a:buFontTx/>
              <a:buNone/>
            </a:pPr>
            <a:r>
              <a:rPr lang="es-ES_tradnl" sz="2200" dirty="0"/>
              <a:t>			se repite	0  : 2 = 0,   resto 0    cuanto sea necesario</a:t>
            </a:r>
          </a:p>
          <a:p>
            <a:pPr eaLnBrk="1" hangingPunct="1">
              <a:buFontTx/>
              <a:buNone/>
            </a:pPr>
            <a:r>
              <a:rPr lang="es-ES_tradnl" sz="2200" dirty="0"/>
              <a:t>solución: </a:t>
            </a:r>
            <a:r>
              <a:rPr lang="es-ES_tradnl" sz="2200" dirty="0">
                <a:latin typeface="Arial" panose="020B0604020202020204" pitchFamily="34" charset="0"/>
                <a:cs typeface="Arial" panose="020B0604020202020204" pitchFamily="34" charset="0"/>
              </a:rPr>
              <a:t>00010111</a:t>
            </a:r>
          </a:p>
          <a:p>
            <a:pPr eaLnBrk="1" hangingPunct="1"/>
            <a:endParaRPr lang="es-ES_tradnl" sz="2200" dirty="0"/>
          </a:p>
          <a:p>
            <a:pPr eaLnBrk="1" hangingPunct="1"/>
            <a:endParaRPr lang="es-ES" dirty="0"/>
          </a:p>
        </p:txBody>
      </p:sp>
      <p:sp>
        <p:nvSpPr>
          <p:cNvPr id="26627" name="Oval 4"/>
          <p:cNvSpPr>
            <a:spLocks noChangeArrowheads="1"/>
          </p:cNvSpPr>
          <p:nvPr/>
        </p:nvSpPr>
        <p:spPr bwMode="auto">
          <a:xfrm>
            <a:off x="6244431" y="3546450"/>
            <a:ext cx="576263" cy="2690812"/>
          </a:xfrm>
          <a:prstGeom prst="ellipse">
            <a:avLst/>
          </a:prstGeom>
          <a:noFill/>
          <a:ln w="9525">
            <a:solidFill>
              <a:schemeClr val="tx1"/>
            </a:solidFill>
            <a:round/>
            <a:headEnd/>
            <a:tailEnd/>
          </a:ln>
        </p:spPr>
        <p:txBody>
          <a:bodyPr wrap="none" anchor="ctr"/>
          <a:lstStyle/>
          <a:p>
            <a:endParaRPr lang="es-E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a:xfrm>
            <a:off x="342107" y="360363"/>
            <a:ext cx="9559131" cy="953839"/>
          </a:xfrm>
        </p:spPr>
        <p:txBody>
          <a:bodyPr/>
          <a:lstStyle/>
          <a:p>
            <a:pPr eaLnBrk="1" hangingPunct="1"/>
            <a:r>
              <a:rPr lang="es-ES_tradnl" dirty="0"/>
              <a:t>Binario Natural. Trucos imprescindibles</a:t>
            </a:r>
            <a:endParaRPr lang="es-ES" dirty="0"/>
          </a:p>
        </p:txBody>
      </p:sp>
      <p:sp>
        <p:nvSpPr>
          <p:cNvPr id="27652" name="Rectangle 3"/>
          <p:cNvSpPr>
            <a:spLocks noGrp="1" noChangeArrowheads="1"/>
          </p:cNvSpPr>
          <p:nvPr>
            <p:ph sz="quarter" idx="1"/>
          </p:nvPr>
        </p:nvSpPr>
        <p:spPr>
          <a:xfrm>
            <a:off x="742950" y="1800225"/>
            <a:ext cx="8664575" cy="5311775"/>
          </a:xfrm>
        </p:spPr>
        <p:txBody>
          <a:bodyPr>
            <a:normAutofit lnSpcReduction="10000"/>
          </a:bodyPr>
          <a:lstStyle/>
          <a:p>
            <a:pPr eaLnBrk="1" hangingPunct="1"/>
            <a:r>
              <a:rPr lang="es-ES_tradnl" sz="2200" dirty="0">
                <a:latin typeface="Arial" panose="020B0604020202020204" pitchFamily="34" charset="0"/>
                <a:cs typeface="Arial" panose="020B0604020202020204" pitchFamily="34" charset="0"/>
              </a:rPr>
              <a:t>Los ceros a la izquierda no cuentan:  001100 equivale a 1100</a:t>
            </a:r>
          </a:p>
          <a:p>
            <a:pPr eaLnBrk="1" hangingPunct="1"/>
            <a:r>
              <a:rPr lang="es-ES_tradnl" sz="2200" dirty="0">
                <a:latin typeface="Arial" panose="020B0604020202020204" pitchFamily="34" charset="0"/>
                <a:cs typeface="Arial" panose="020B0604020202020204" pitchFamily="34" charset="0"/>
              </a:rPr>
              <a:t>Cualquier número en la forma  100000 es una potencia de 2</a:t>
            </a:r>
          </a:p>
          <a:p>
            <a:pPr lvl="1" eaLnBrk="1" hangingPunct="1"/>
            <a:r>
              <a:rPr lang="es-ES_tradnl" sz="2000" dirty="0">
                <a:latin typeface="Arial" panose="020B0604020202020204" pitchFamily="34" charset="0"/>
                <a:cs typeface="Arial" panose="020B0604020202020204" pitchFamily="34" charset="0"/>
              </a:rPr>
              <a:t>en base 10 sería una potencia de 10 (evidente, ¿no?)</a:t>
            </a:r>
          </a:p>
          <a:p>
            <a:pPr eaLnBrk="1" hangingPunct="1"/>
            <a:r>
              <a:rPr lang="es-ES_tradnl" sz="2200" dirty="0">
                <a:latin typeface="Arial" panose="020B0604020202020204" pitchFamily="34" charset="0"/>
                <a:cs typeface="Arial" panose="020B0604020202020204" pitchFamily="34" charset="0"/>
              </a:rPr>
              <a:t>Cualquier número en la forma 111111 es una potencia de 2, menos 1</a:t>
            </a:r>
          </a:p>
          <a:p>
            <a:pPr lvl="1" eaLnBrk="1" hangingPunct="1"/>
            <a:r>
              <a:rPr lang="es-ES_tradnl" sz="2000" dirty="0">
                <a:latin typeface="Arial" panose="020B0604020202020204" pitchFamily="34" charset="0"/>
                <a:cs typeface="Arial" panose="020B0604020202020204" pitchFamily="34" charset="0"/>
              </a:rPr>
              <a:t>en base 10, ¿existe una norma equivalente?</a:t>
            </a:r>
          </a:p>
          <a:p>
            <a:pPr eaLnBrk="1" hangingPunct="1"/>
            <a:r>
              <a:rPr lang="es-ES_tradnl" sz="2200" dirty="0">
                <a:latin typeface="Arial" panose="020B0604020202020204" pitchFamily="34" charset="0"/>
                <a:cs typeface="Arial" panose="020B0604020202020204" pitchFamily="34" charset="0"/>
              </a:rPr>
              <a:t>Del 0 al 15 deben memorizarse (0000 a 1111)</a:t>
            </a:r>
          </a:p>
          <a:p>
            <a:pPr eaLnBrk="1" hangingPunct="1"/>
            <a:r>
              <a:rPr lang="es-ES_tradnl" sz="2200" dirty="0">
                <a:latin typeface="Arial" panose="020B0604020202020204" pitchFamily="34" charset="0"/>
                <a:cs typeface="Arial" panose="020B0604020202020204" pitchFamily="34" charset="0"/>
              </a:rPr>
              <a:t>1K= 1024 = 2</a:t>
            </a:r>
            <a:r>
              <a:rPr lang="es-ES_tradnl" sz="2200" baseline="30000" dirty="0">
                <a:latin typeface="Arial" panose="020B0604020202020204" pitchFamily="34" charset="0"/>
                <a:cs typeface="Arial" panose="020B0604020202020204" pitchFamily="34" charset="0"/>
              </a:rPr>
              <a:t>10</a:t>
            </a:r>
            <a:r>
              <a:rPr lang="es-ES_tradnl" sz="2200" dirty="0">
                <a:latin typeface="Arial" panose="020B0604020202020204" pitchFamily="34" charset="0"/>
                <a:cs typeface="Arial" panose="020B0604020202020204" pitchFamily="34" charset="0"/>
              </a:rPr>
              <a:t> =10000000000 (1 seguido de 10 ceros)</a:t>
            </a:r>
          </a:p>
          <a:p>
            <a:pPr eaLnBrk="1" hangingPunct="1"/>
            <a:r>
              <a:rPr lang="es-ES_tradnl" sz="2200" dirty="0">
                <a:latin typeface="Arial" panose="020B0604020202020204" pitchFamily="34" charset="0"/>
                <a:cs typeface="Arial" panose="020B0604020202020204" pitchFamily="34" charset="0"/>
              </a:rPr>
              <a:t>1Mega= 1048576 = 2</a:t>
            </a:r>
            <a:r>
              <a:rPr lang="es-ES_tradnl" sz="2200" baseline="30000" dirty="0">
                <a:latin typeface="Arial" panose="020B0604020202020204" pitchFamily="34" charset="0"/>
                <a:cs typeface="Arial" panose="020B0604020202020204" pitchFamily="34" charset="0"/>
              </a:rPr>
              <a:t>20</a:t>
            </a:r>
            <a:r>
              <a:rPr lang="es-ES_tradnl" sz="2200" dirty="0">
                <a:latin typeface="Arial" panose="020B0604020202020204" pitchFamily="34" charset="0"/>
                <a:cs typeface="Arial" panose="020B0604020202020204" pitchFamily="34" charset="0"/>
              </a:rPr>
              <a:t> =100000000000000000000 (20 ceros)</a:t>
            </a:r>
          </a:p>
          <a:p>
            <a:pPr eaLnBrk="1" hangingPunct="1"/>
            <a:r>
              <a:rPr lang="es-ES_tradnl" sz="2200" dirty="0">
                <a:latin typeface="Arial" panose="020B0604020202020204" pitchFamily="34" charset="0"/>
                <a:cs typeface="Arial" panose="020B0604020202020204" pitchFamily="34" charset="0"/>
              </a:rPr>
              <a:t>1Giga= 1024 = 2</a:t>
            </a:r>
            <a:r>
              <a:rPr lang="es-ES_tradnl" sz="2200" baseline="30000" dirty="0">
                <a:latin typeface="Arial" panose="020B0604020202020204" pitchFamily="34" charset="0"/>
                <a:cs typeface="Arial" panose="020B0604020202020204" pitchFamily="34" charset="0"/>
              </a:rPr>
              <a:t>30</a:t>
            </a:r>
            <a:r>
              <a:rPr lang="es-ES_tradnl" sz="2200" dirty="0">
                <a:latin typeface="Arial" panose="020B0604020202020204" pitchFamily="34" charset="0"/>
                <a:cs typeface="Arial" panose="020B0604020202020204" pitchFamily="34" charset="0"/>
              </a:rPr>
              <a:t> =10000000000000000....000000 (30 ceros)</a:t>
            </a:r>
          </a:p>
          <a:p>
            <a:pPr eaLnBrk="1" hangingPunct="1"/>
            <a:r>
              <a:rPr lang="es-ES_tradnl" sz="2200" dirty="0">
                <a:latin typeface="Arial" panose="020B0604020202020204" pitchFamily="34" charset="0"/>
                <a:cs typeface="Arial" panose="020B0604020202020204" pitchFamily="34" charset="0"/>
              </a:rPr>
              <a:t>Todos los impares terminan en 1, y en cero los pares</a:t>
            </a:r>
          </a:p>
          <a:p>
            <a:pPr eaLnBrk="1" hangingPunct="1"/>
            <a:r>
              <a:rPr lang="es-ES_tradnl" sz="2200" dirty="0">
                <a:latin typeface="Arial" panose="020B0604020202020204" pitchFamily="34" charset="0"/>
                <a:cs typeface="Arial" panose="020B0604020202020204" pitchFamily="34" charset="0"/>
              </a:rPr>
              <a:t>Si A=00010101 termina en 01, entonces A módulo 4 es 1 (01)</a:t>
            </a:r>
          </a:p>
          <a:p>
            <a:pPr eaLnBrk="1" hangingPunct="1"/>
            <a:r>
              <a:rPr lang="es-ES_tradnl" sz="2200" dirty="0">
                <a:latin typeface="Arial" panose="020B0604020202020204" pitchFamily="34" charset="0"/>
                <a:cs typeface="Arial" panose="020B0604020202020204" pitchFamily="34" charset="0"/>
              </a:rPr>
              <a:t>Si A=00010101 termina en 101, entonces A módulo 8 es 5 (101)</a:t>
            </a:r>
            <a:endParaRPr lang="es-ES" sz="2200" dirty="0">
              <a:latin typeface="Arial" panose="020B0604020202020204" pitchFamily="34" charset="0"/>
              <a:cs typeface="Arial" panose="020B0604020202020204" pitchFamily="34" charset="0"/>
            </a:endParaRPr>
          </a:p>
          <a:p>
            <a:pPr eaLnBrk="1" hangingPunct="1"/>
            <a:endParaRPr lang="es-E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pPr eaLnBrk="1" hangingPunct="1"/>
            <a:r>
              <a:rPr lang="es-ES_tradnl"/>
              <a:t>Problema</a:t>
            </a:r>
            <a:endParaRPr lang="es-ES"/>
          </a:p>
        </p:txBody>
      </p:sp>
      <p:sp>
        <p:nvSpPr>
          <p:cNvPr id="28676" name="Rectangle 3"/>
          <p:cNvSpPr>
            <a:spLocks noGrp="1" noChangeArrowheads="1"/>
          </p:cNvSpPr>
          <p:nvPr>
            <p:ph sz="quarter" idx="1"/>
          </p:nvPr>
        </p:nvSpPr>
        <p:spPr>
          <a:xfrm>
            <a:off x="330200" y="1889125"/>
            <a:ext cx="8828088" cy="4862513"/>
          </a:xfrm>
        </p:spPr>
        <p:txBody>
          <a:bodyPr>
            <a:normAutofit/>
          </a:bodyPr>
          <a:lstStyle/>
          <a:p>
            <a:pPr eaLnBrk="1" hangingPunct="1"/>
            <a:r>
              <a:rPr lang="es-ES_tradnl"/>
              <a:t>En un torneo de tenis, por el sistema de eliminatorias, participan 1024 jugadores.  ¿Cuántos partidos hay que programar, incluida la final?</a:t>
            </a:r>
          </a:p>
          <a:p>
            <a:pPr eaLnBrk="1" hangingPunct="1"/>
            <a:endParaRPr lang="es-ES_tradnl"/>
          </a:p>
          <a:p>
            <a:pPr eaLnBrk="1" hangingPunct="1">
              <a:buFontTx/>
              <a:buNone/>
            </a:pPr>
            <a:r>
              <a:rPr lang="es-ES_tradnl"/>
              <a:t>Solución:</a:t>
            </a:r>
          </a:p>
          <a:p>
            <a:pPr eaLnBrk="1" hangingPunct="1"/>
            <a:r>
              <a:rPr lang="es-ES_tradnl"/>
              <a:t>512 partidos en primera ronda + 256 partidos en segunda ronda + 128 en tercera ronda + 64 partidos en la cuarta + 32 partidos + 16 + 8 de partidos de octavos + 4 cuartos de final + 2 semifinales + final</a:t>
            </a:r>
            <a:endParaRPr lang="es-E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pPr eaLnBrk="1" hangingPunct="1"/>
            <a:r>
              <a:rPr lang="es-ES_tradnl"/>
              <a:t>Otra solución</a:t>
            </a:r>
            <a:endParaRPr lang="es-ES"/>
          </a:p>
        </p:txBody>
      </p:sp>
      <p:sp>
        <p:nvSpPr>
          <p:cNvPr id="29700" name="Rectangle 3"/>
          <p:cNvSpPr>
            <a:spLocks noGrp="1" noChangeArrowheads="1"/>
          </p:cNvSpPr>
          <p:nvPr>
            <p:ph sz="quarter" idx="1"/>
          </p:nvPr>
        </p:nvSpPr>
        <p:spPr/>
        <p:txBody>
          <a:bodyPr/>
          <a:lstStyle/>
          <a:p>
            <a:pPr eaLnBrk="1" hangingPunct="1"/>
            <a:r>
              <a:rPr lang="es-ES_tradnl"/>
              <a:t>Si en cada partido se elimina un jugador, y tras la final, hay 1023 eliminados y un solo ganador:</a:t>
            </a:r>
          </a:p>
          <a:p>
            <a:pPr eaLnBrk="1" hangingPunct="1"/>
            <a:endParaRPr lang="es-ES_tradnl"/>
          </a:p>
          <a:p>
            <a:pPr lvl="3" eaLnBrk="1" hangingPunct="1">
              <a:buFontTx/>
              <a:buNone/>
            </a:pPr>
            <a:r>
              <a:rPr lang="es-ES_tradnl" sz="3100"/>
              <a:t>1023 partidos jugados</a:t>
            </a:r>
            <a:endParaRPr lang="es-ES" sz="3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pPr eaLnBrk="1" hangingPunct="1"/>
            <a:r>
              <a:rPr lang="es-ES_tradnl"/>
              <a:t>Binarios naturales. Regla</a:t>
            </a:r>
            <a:endParaRPr lang="es-ES"/>
          </a:p>
        </p:txBody>
      </p:sp>
      <p:sp>
        <p:nvSpPr>
          <p:cNvPr id="30724" name="Rectangle 3"/>
          <p:cNvSpPr>
            <a:spLocks noGrp="1" noChangeArrowheads="1"/>
          </p:cNvSpPr>
          <p:nvPr>
            <p:ph sz="quarter" idx="1"/>
          </p:nvPr>
        </p:nvSpPr>
        <p:spPr/>
        <p:txBody>
          <a:bodyPr/>
          <a:lstStyle/>
          <a:p>
            <a:pPr eaLnBrk="1" hangingPunct="1">
              <a:buFontTx/>
              <a:buNone/>
            </a:pPr>
            <a:r>
              <a:rPr lang="es-ES_tradnl"/>
              <a:t>2</a:t>
            </a:r>
            <a:r>
              <a:rPr lang="es-ES_tradnl" baseline="30000"/>
              <a:t>n</a:t>
            </a:r>
            <a:r>
              <a:rPr lang="es-ES_tradnl"/>
              <a:t> – 1 = 2</a:t>
            </a:r>
            <a:r>
              <a:rPr lang="es-ES_tradnl" baseline="30000"/>
              <a:t>n-1</a:t>
            </a:r>
            <a:r>
              <a:rPr lang="es-ES_tradnl"/>
              <a:t> + 2</a:t>
            </a:r>
            <a:r>
              <a:rPr lang="es-ES_tradnl" baseline="30000"/>
              <a:t>n-2</a:t>
            </a:r>
            <a:r>
              <a:rPr lang="es-ES_tradnl"/>
              <a:t> + 2</a:t>
            </a:r>
            <a:r>
              <a:rPr lang="es-ES_tradnl" baseline="30000"/>
              <a:t>n-3</a:t>
            </a:r>
            <a:r>
              <a:rPr lang="es-ES_tradnl"/>
              <a:t> + ... + 4 +2 + 1</a:t>
            </a:r>
          </a:p>
          <a:p>
            <a:pPr eaLnBrk="1" hangingPunct="1">
              <a:buFontTx/>
              <a:buNone/>
            </a:pPr>
            <a:endParaRPr lang="es-ES_tradnl"/>
          </a:p>
          <a:p>
            <a:pPr eaLnBrk="1" hangingPunct="1">
              <a:buFontTx/>
              <a:buNone/>
            </a:pPr>
            <a:r>
              <a:rPr lang="es-ES_tradnl"/>
              <a:t>Ejemplo: 1+2+4+8 = 15 = (16 – 1)</a:t>
            </a:r>
          </a:p>
          <a:p>
            <a:pPr eaLnBrk="1" hangingPunct="1">
              <a:buFontTx/>
              <a:buNone/>
            </a:pPr>
            <a:endParaRPr lang="es-ES_tradnl"/>
          </a:p>
          <a:p>
            <a:pPr eaLnBrk="1" hangingPunct="1">
              <a:buFontTx/>
              <a:buNone/>
            </a:pPr>
            <a:r>
              <a:rPr lang="es-ES_tradnl"/>
              <a:t>1111 = 10000 - 1</a:t>
            </a:r>
            <a:endParaRPr lang="es-E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normAutofit fontScale="90000"/>
          </a:bodyPr>
          <a:lstStyle/>
          <a:p>
            <a:pPr eaLnBrk="1" hangingPunct="1"/>
            <a:r>
              <a:rPr lang="es-ES_tradnl" dirty="0"/>
              <a:t>Binario natural. Otras </a:t>
            </a:r>
            <a:r>
              <a:rPr lang="es-ES_tradnl"/>
              <a:t>bases potencias de 2</a:t>
            </a:r>
            <a:endParaRPr lang="es-ES" dirty="0"/>
          </a:p>
        </p:txBody>
      </p:sp>
      <p:sp>
        <p:nvSpPr>
          <p:cNvPr id="31748" name="Rectangle 3"/>
          <p:cNvSpPr>
            <a:spLocks noGrp="1" noChangeArrowheads="1"/>
          </p:cNvSpPr>
          <p:nvPr>
            <p:ph sz="quarter" idx="1"/>
          </p:nvPr>
        </p:nvSpPr>
        <p:spPr/>
        <p:txBody>
          <a:bodyPr/>
          <a:lstStyle/>
          <a:p>
            <a:pPr eaLnBrk="1" hangingPunct="1"/>
            <a:r>
              <a:rPr lang="es-ES_tradnl" dirty="0">
                <a:latin typeface="Arial" panose="020B0604020202020204" pitchFamily="34" charset="0"/>
                <a:cs typeface="Arial" panose="020B0604020202020204" pitchFamily="34" charset="0"/>
              </a:rPr>
              <a:t>En otras bases, la cuenta es similar</a:t>
            </a:r>
          </a:p>
          <a:p>
            <a:pPr lvl="1" eaLnBrk="1" hangingPunct="1"/>
            <a:r>
              <a:rPr lang="es-ES_tradnl" dirty="0">
                <a:latin typeface="Arial" panose="020B0604020202020204" pitchFamily="34" charset="0"/>
                <a:cs typeface="Arial" panose="020B0604020202020204" pitchFamily="34" charset="0"/>
              </a:rPr>
              <a:t>base cuatro: 0, 1, 2, 3, 10, 11, 12, 13, 20</a:t>
            </a:r>
          </a:p>
          <a:p>
            <a:pPr lvl="1" eaLnBrk="1" hangingPunct="1"/>
            <a:r>
              <a:rPr lang="es-ES_tradnl" dirty="0">
                <a:latin typeface="Arial" panose="020B0604020202020204" pitchFamily="34" charset="0"/>
                <a:cs typeface="Arial" panose="020B0604020202020204" pitchFamily="34" charset="0"/>
              </a:rPr>
              <a:t>base ocho 0, 1, 2, 3, 4, 5, 6, 7, 10, 11</a:t>
            </a:r>
          </a:p>
          <a:p>
            <a:pPr lvl="1" eaLnBrk="1" hangingPunct="1"/>
            <a:endParaRPr lang="es-ES_tradnl" dirty="0">
              <a:latin typeface="Arial" panose="020B0604020202020204" pitchFamily="34" charset="0"/>
              <a:cs typeface="Arial" panose="020B0604020202020204" pitchFamily="34" charset="0"/>
            </a:endParaRPr>
          </a:p>
          <a:p>
            <a:pPr eaLnBrk="1" hangingPunct="1"/>
            <a:r>
              <a:rPr lang="es-ES_tradnl" dirty="0">
                <a:latin typeface="Arial" panose="020B0604020202020204" pitchFamily="34" charset="0"/>
                <a:cs typeface="Arial" panose="020B0604020202020204" pitchFamily="34" charset="0"/>
              </a:rPr>
              <a:t>Agrupaciones de bits:</a:t>
            </a:r>
          </a:p>
          <a:p>
            <a:pPr lvl="1" eaLnBrk="1" hangingPunct="1"/>
            <a:r>
              <a:rPr lang="es-ES_tradnl" dirty="0">
                <a:latin typeface="Arial" panose="020B0604020202020204" pitchFamily="34" charset="0"/>
                <a:cs typeface="Arial" panose="020B0604020202020204" pitchFamily="34" charset="0"/>
              </a:rPr>
              <a:t>00 00 11 10 en binario natural es 0 0 3 2 en base cuatro</a:t>
            </a:r>
          </a:p>
          <a:p>
            <a:pPr lvl="1" eaLnBrk="1" hangingPunct="1">
              <a:buFontTx/>
              <a:buNone/>
            </a:pPr>
            <a:r>
              <a:rPr lang="es-ES_tradnl" dirty="0">
                <a:latin typeface="Arial" panose="020B0604020202020204" pitchFamily="34" charset="0"/>
                <a:cs typeface="Arial" panose="020B0604020202020204" pitchFamily="34" charset="0"/>
              </a:rPr>
              <a:t>Se agrupan los bits de dos en dos y se convierten los grupos</a:t>
            </a:r>
          </a:p>
          <a:p>
            <a:pPr lvl="1" eaLnBrk="1" hangingPunct="1"/>
            <a:r>
              <a:rPr lang="es-ES_tradnl" dirty="0">
                <a:latin typeface="Arial" panose="020B0604020202020204" pitchFamily="34" charset="0"/>
                <a:cs typeface="Arial" panose="020B0604020202020204" pitchFamily="34" charset="0"/>
              </a:rPr>
              <a:t>00  001 110 es 0 1 6 en base ocho</a:t>
            </a:r>
            <a:endParaRPr lang="es-ES" dirty="0">
              <a:latin typeface="Arial" panose="020B0604020202020204" pitchFamily="34" charset="0"/>
              <a:cs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1364" name="Picture 4" descr="Resultado de imagen de 22 symbol">
            <a:extLst>
              <a:ext uri="{FF2B5EF4-FFF2-40B4-BE49-F238E27FC236}">
                <a16:creationId xmlns:a16="http://schemas.microsoft.com/office/drawing/2014/main" id="{44CC567E-2E47-46AB-AA55-75EFECD59A7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0611" y="6557633"/>
            <a:ext cx="969690" cy="727268"/>
          </a:xfrm>
          <a:prstGeom prst="rect">
            <a:avLst/>
          </a:prstGeom>
          <a:noFill/>
          <a:extLst>
            <a:ext uri="{909E8E84-426E-40DD-AFC4-6F175D3DCCD1}">
              <a14:hiddenFill xmlns:a14="http://schemas.microsoft.com/office/drawing/2010/main">
                <a:solidFill>
                  <a:srgbClr val="FFFFFF"/>
                </a:solidFill>
              </a14:hiddenFill>
            </a:ext>
          </a:extLst>
        </p:spPr>
      </p:pic>
      <p:sp>
        <p:nvSpPr>
          <p:cNvPr id="32771" name="Rectangle 2"/>
          <p:cNvSpPr>
            <a:spLocks noGrp="1" noChangeArrowheads="1"/>
          </p:cNvSpPr>
          <p:nvPr>
            <p:ph type="title"/>
          </p:nvPr>
        </p:nvSpPr>
        <p:spPr/>
        <p:txBody>
          <a:bodyPr/>
          <a:lstStyle/>
          <a:p>
            <a:pPr eaLnBrk="1" hangingPunct="1"/>
            <a:r>
              <a:rPr lang="es-ES_tradnl"/>
              <a:t>Hexadecimal, o base 16</a:t>
            </a:r>
            <a:endParaRPr lang="es-ES"/>
          </a:p>
        </p:txBody>
      </p:sp>
      <p:sp>
        <p:nvSpPr>
          <p:cNvPr id="32772" name="Rectangle 3"/>
          <p:cNvSpPr>
            <a:spLocks noGrp="1" noChangeArrowheads="1"/>
          </p:cNvSpPr>
          <p:nvPr>
            <p:ph sz="quarter" idx="1"/>
          </p:nvPr>
        </p:nvSpPr>
        <p:spPr>
          <a:xfrm>
            <a:off x="495061" y="1440180"/>
            <a:ext cx="9136077" cy="5832729"/>
          </a:xfrm>
        </p:spPr>
        <p:txBody>
          <a:bodyPr>
            <a:normAutofit lnSpcReduction="10000"/>
          </a:bodyPr>
          <a:lstStyle/>
          <a:p>
            <a:pPr eaLnBrk="1" hangingPunct="1"/>
            <a:r>
              <a:rPr lang="es-ES_tradnl" dirty="0">
                <a:latin typeface="Arial" panose="020B0604020202020204" pitchFamily="34" charset="0"/>
                <a:cs typeface="Arial" panose="020B0604020202020204" pitchFamily="34" charset="0"/>
              </a:rPr>
              <a:t>Se necesitan 16 símbolos</a:t>
            </a:r>
          </a:p>
          <a:p>
            <a:pPr eaLnBrk="1" hangingPunct="1"/>
            <a:r>
              <a:rPr lang="es-ES_tradnl" dirty="0">
                <a:latin typeface="Arial" panose="020B0604020202020204" pitchFamily="34" charset="0"/>
                <a:cs typeface="Arial" panose="020B0604020202020204" pitchFamily="34" charset="0"/>
              </a:rPr>
              <a:t>0,1,2,3,4,5,6,7,8,9,A,B,C,D,E,F</a:t>
            </a:r>
          </a:p>
          <a:p>
            <a:pPr eaLnBrk="1" hangingPunct="1"/>
            <a:r>
              <a:rPr lang="es-ES_tradnl" dirty="0">
                <a:latin typeface="Arial" panose="020B0604020202020204" pitchFamily="34" charset="0"/>
                <a:cs typeface="Arial" panose="020B0604020202020204" pitchFamily="34" charset="0"/>
              </a:rPr>
              <a:t>0110 1000 en binario natural es 68 en base 16</a:t>
            </a:r>
          </a:p>
          <a:p>
            <a:pPr eaLnBrk="1" hangingPunct="1"/>
            <a:r>
              <a:rPr lang="es-ES_tradnl" dirty="0">
                <a:latin typeface="Arial" panose="020B0604020202020204" pitchFamily="34" charset="0"/>
                <a:cs typeface="Arial" panose="020B0604020202020204" pitchFamily="34" charset="0"/>
              </a:rPr>
              <a:t>1·</a:t>
            </a:r>
            <a:r>
              <a:rPr lang="es-ES_tradnl" dirty="0">
                <a:solidFill>
                  <a:schemeClr val="bg2"/>
                </a:solidFill>
                <a:latin typeface="Arial" panose="020B0604020202020204" pitchFamily="34" charset="0"/>
                <a:cs typeface="Arial" panose="020B0604020202020204" pitchFamily="34" charset="0"/>
              </a:rPr>
              <a:t>2</a:t>
            </a:r>
            <a:r>
              <a:rPr lang="es-ES_tradnl" baseline="30000" dirty="0">
                <a:solidFill>
                  <a:schemeClr val="bg2"/>
                </a:solidFill>
                <a:latin typeface="Arial" panose="020B0604020202020204" pitchFamily="34" charset="0"/>
                <a:cs typeface="Arial" panose="020B0604020202020204" pitchFamily="34" charset="0"/>
              </a:rPr>
              <a:t>6</a:t>
            </a:r>
            <a:r>
              <a:rPr lang="es-ES_tradnl" dirty="0">
                <a:latin typeface="Arial" panose="020B0604020202020204" pitchFamily="34" charset="0"/>
                <a:cs typeface="Arial" panose="020B0604020202020204" pitchFamily="34" charset="0"/>
              </a:rPr>
              <a:t>+1·</a:t>
            </a:r>
            <a:r>
              <a:rPr lang="es-ES_tradnl" dirty="0">
                <a:solidFill>
                  <a:schemeClr val="bg2"/>
                </a:solidFill>
                <a:latin typeface="Arial" panose="020B0604020202020204" pitchFamily="34" charset="0"/>
                <a:cs typeface="Arial" panose="020B0604020202020204" pitchFamily="34" charset="0"/>
              </a:rPr>
              <a:t>2</a:t>
            </a:r>
            <a:r>
              <a:rPr lang="es-ES_tradnl" baseline="30000" dirty="0">
                <a:solidFill>
                  <a:schemeClr val="bg2"/>
                </a:solidFill>
                <a:latin typeface="Arial" panose="020B0604020202020204" pitchFamily="34" charset="0"/>
                <a:cs typeface="Arial" panose="020B0604020202020204" pitchFamily="34" charset="0"/>
              </a:rPr>
              <a:t>5</a:t>
            </a:r>
            <a:r>
              <a:rPr lang="es-ES_tradnl" dirty="0">
                <a:latin typeface="Arial" panose="020B0604020202020204" pitchFamily="34" charset="0"/>
                <a:cs typeface="Arial" panose="020B0604020202020204" pitchFamily="34" charset="0"/>
              </a:rPr>
              <a:t>+1·</a:t>
            </a:r>
            <a:r>
              <a:rPr lang="es-ES_tradnl" dirty="0">
                <a:solidFill>
                  <a:schemeClr val="bg2"/>
                </a:solidFill>
                <a:latin typeface="Arial" panose="020B0604020202020204" pitchFamily="34" charset="0"/>
                <a:cs typeface="Arial" panose="020B0604020202020204" pitchFamily="34" charset="0"/>
              </a:rPr>
              <a:t>2</a:t>
            </a:r>
            <a:r>
              <a:rPr lang="es-ES_tradnl" baseline="30000" dirty="0">
                <a:solidFill>
                  <a:schemeClr val="bg2"/>
                </a:solidFill>
                <a:latin typeface="Arial" panose="020B0604020202020204" pitchFamily="34" charset="0"/>
                <a:cs typeface="Arial" panose="020B0604020202020204" pitchFamily="34" charset="0"/>
              </a:rPr>
              <a:t>3</a:t>
            </a:r>
            <a:r>
              <a:rPr lang="es-ES_tradnl" dirty="0">
                <a:latin typeface="Arial" panose="020B0604020202020204" pitchFamily="34" charset="0"/>
                <a:cs typeface="Arial" panose="020B0604020202020204" pitchFamily="34" charset="0"/>
              </a:rPr>
              <a:t> 	= (0·</a:t>
            </a:r>
            <a:r>
              <a:rPr lang="es-ES_tradnl" dirty="0">
                <a:solidFill>
                  <a:schemeClr val="bg2"/>
                </a:solidFill>
                <a:latin typeface="Arial" panose="020B0604020202020204" pitchFamily="34" charset="0"/>
                <a:cs typeface="Arial" panose="020B0604020202020204" pitchFamily="34" charset="0"/>
              </a:rPr>
              <a:t>2</a:t>
            </a:r>
            <a:r>
              <a:rPr lang="es-ES_tradnl" baseline="30000" dirty="0">
                <a:solidFill>
                  <a:schemeClr val="bg2"/>
                </a:solidFill>
                <a:latin typeface="Arial" panose="020B0604020202020204" pitchFamily="34" charset="0"/>
                <a:cs typeface="Arial" panose="020B0604020202020204" pitchFamily="34" charset="0"/>
              </a:rPr>
              <a:t>3</a:t>
            </a:r>
            <a:r>
              <a:rPr lang="es-ES_tradnl" dirty="0">
                <a:latin typeface="Arial" panose="020B0604020202020204" pitchFamily="34" charset="0"/>
                <a:cs typeface="Arial" panose="020B0604020202020204" pitchFamily="34" charset="0"/>
              </a:rPr>
              <a:t>+1·</a:t>
            </a:r>
            <a:r>
              <a:rPr lang="es-ES_tradnl" dirty="0">
                <a:solidFill>
                  <a:schemeClr val="bg2"/>
                </a:solidFill>
                <a:latin typeface="Arial" panose="020B0604020202020204" pitchFamily="34" charset="0"/>
                <a:cs typeface="Arial" panose="020B0604020202020204" pitchFamily="34" charset="0"/>
              </a:rPr>
              <a:t>2</a:t>
            </a:r>
            <a:r>
              <a:rPr lang="es-ES_tradnl" baseline="30000" dirty="0">
                <a:solidFill>
                  <a:schemeClr val="bg2"/>
                </a:solidFill>
                <a:latin typeface="Arial" panose="020B0604020202020204" pitchFamily="34" charset="0"/>
                <a:cs typeface="Arial" panose="020B0604020202020204" pitchFamily="34" charset="0"/>
              </a:rPr>
              <a:t>2</a:t>
            </a:r>
            <a:r>
              <a:rPr lang="es-ES_tradnl" dirty="0">
                <a:latin typeface="Arial" panose="020B0604020202020204" pitchFamily="34" charset="0"/>
                <a:cs typeface="Arial" panose="020B0604020202020204" pitchFamily="34" charset="0"/>
              </a:rPr>
              <a:t>+1·</a:t>
            </a:r>
            <a:r>
              <a:rPr lang="es-ES_tradnl" dirty="0">
                <a:solidFill>
                  <a:schemeClr val="bg2"/>
                </a:solidFill>
                <a:latin typeface="Arial" panose="020B0604020202020204" pitchFamily="34" charset="0"/>
                <a:cs typeface="Arial" panose="020B0604020202020204" pitchFamily="34" charset="0"/>
              </a:rPr>
              <a:t>2</a:t>
            </a:r>
            <a:r>
              <a:rPr lang="es-ES_tradnl" baseline="30000" dirty="0">
                <a:solidFill>
                  <a:schemeClr val="bg2"/>
                </a:solidFill>
                <a:latin typeface="Arial" panose="020B0604020202020204" pitchFamily="34" charset="0"/>
                <a:cs typeface="Arial" panose="020B0604020202020204" pitchFamily="34" charset="0"/>
              </a:rPr>
              <a:t>1</a:t>
            </a:r>
            <a:r>
              <a:rPr lang="es-ES_tradnl" dirty="0">
                <a:latin typeface="Arial" panose="020B0604020202020204" pitchFamily="34" charset="0"/>
                <a:cs typeface="Arial" panose="020B0604020202020204" pitchFamily="34" charset="0"/>
              </a:rPr>
              <a:t>+0·</a:t>
            </a:r>
            <a:r>
              <a:rPr lang="es-ES_tradnl" dirty="0">
                <a:solidFill>
                  <a:schemeClr val="bg2"/>
                </a:solidFill>
                <a:latin typeface="Arial" panose="020B0604020202020204" pitchFamily="34" charset="0"/>
                <a:cs typeface="Arial" panose="020B0604020202020204" pitchFamily="34" charset="0"/>
              </a:rPr>
              <a:t>2</a:t>
            </a:r>
            <a:r>
              <a:rPr lang="es-ES_tradnl" baseline="30000" dirty="0">
                <a:solidFill>
                  <a:schemeClr val="bg2"/>
                </a:solidFill>
                <a:latin typeface="Arial" panose="020B0604020202020204" pitchFamily="34" charset="0"/>
                <a:cs typeface="Arial" panose="020B0604020202020204" pitchFamily="34" charset="0"/>
              </a:rPr>
              <a:t>0</a:t>
            </a:r>
            <a:r>
              <a:rPr lang="es-ES_tradnl" dirty="0">
                <a:latin typeface="Arial" panose="020B0604020202020204" pitchFamily="34" charset="0"/>
                <a:cs typeface="Arial" panose="020B0604020202020204" pitchFamily="34" charset="0"/>
              </a:rPr>
              <a:t>)·</a:t>
            </a:r>
            <a:r>
              <a:rPr lang="es-ES_tradnl" dirty="0">
                <a:solidFill>
                  <a:schemeClr val="bg2"/>
                </a:solidFill>
                <a:latin typeface="Arial" panose="020B0604020202020204" pitchFamily="34" charset="0"/>
                <a:cs typeface="Arial" panose="020B0604020202020204" pitchFamily="34" charset="0"/>
              </a:rPr>
              <a:t>2</a:t>
            </a:r>
            <a:r>
              <a:rPr lang="es-ES_tradnl" baseline="30000" dirty="0">
                <a:solidFill>
                  <a:schemeClr val="bg2"/>
                </a:solidFill>
                <a:latin typeface="Arial" panose="020B0604020202020204" pitchFamily="34" charset="0"/>
                <a:cs typeface="Arial" panose="020B0604020202020204" pitchFamily="34" charset="0"/>
              </a:rPr>
              <a:t>4</a:t>
            </a:r>
            <a:r>
              <a:rPr lang="es-ES_tradnl" dirty="0">
                <a:latin typeface="Arial" panose="020B0604020202020204" pitchFamily="34" charset="0"/>
                <a:cs typeface="Arial" panose="020B0604020202020204" pitchFamily="34" charset="0"/>
              </a:rPr>
              <a:t> </a:t>
            </a:r>
          </a:p>
          <a:p>
            <a:pPr eaLnBrk="1" hangingPunct="1">
              <a:buFontTx/>
              <a:buNone/>
            </a:pPr>
            <a:r>
              <a:rPr lang="es-ES_tradnl" dirty="0">
                <a:latin typeface="Arial" panose="020B0604020202020204" pitchFamily="34" charset="0"/>
                <a:cs typeface="Arial" panose="020B0604020202020204" pitchFamily="34" charset="0"/>
              </a:rPr>
              <a:t>				+ (1·</a:t>
            </a:r>
            <a:r>
              <a:rPr lang="es-ES_tradnl" dirty="0">
                <a:solidFill>
                  <a:schemeClr val="bg2"/>
                </a:solidFill>
                <a:latin typeface="Arial" panose="020B0604020202020204" pitchFamily="34" charset="0"/>
                <a:cs typeface="Arial" panose="020B0604020202020204" pitchFamily="34" charset="0"/>
              </a:rPr>
              <a:t>2</a:t>
            </a:r>
            <a:r>
              <a:rPr lang="es-ES_tradnl" baseline="30000" dirty="0">
                <a:solidFill>
                  <a:schemeClr val="bg2"/>
                </a:solidFill>
                <a:latin typeface="Arial" panose="020B0604020202020204" pitchFamily="34" charset="0"/>
                <a:cs typeface="Arial" panose="020B0604020202020204" pitchFamily="34" charset="0"/>
              </a:rPr>
              <a:t>3</a:t>
            </a:r>
            <a:r>
              <a:rPr lang="es-ES_tradnl" dirty="0">
                <a:latin typeface="Arial" panose="020B0604020202020204" pitchFamily="34" charset="0"/>
                <a:cs typeface="Arial" panose="020B0604020202020204" pitchFamily="34" charset="0"/>
              </a:rPr>
              <a:t>+0·</a:t>
            </a:r>
            <a:r>
              <a:rPr lang="es-ES_tradnl" dirty="0">
                <a:solidFill>
                  <a:schemeClr val="bg2"/>
                </a:solidFill>
                <a:latin typeface="Arial" panose="020B0604020202020204" pitchFamily="34" charset="0"/>
                <a:cs typeface="Arial" panose="020B0604020202020204" pitchFamily="34" charset="0"/>
              </a:rPr>
              <a:t>2</a:t>
            </a:r>
            <a:r>
              <a:rPr lang="es-ES_tradnl" baseline="30000" dirty="0">
                <a:solidFill>
                  <a:schemeClr val="bg2"/>
                </a:solidFill>
                <a:latin typeface="Arial" panose="020B0604020202020204" pitchFamily="34" charset="0"/>
                <a:cs typeface="Arial" panose="020B0604020202020204" pitchFamily="34" charset="0"/>
              </a:rPr>
              <a:t>2</a:t>
            </a:r>
            <a:r>
              <a:rPr lang="es-ES_tradnl" dirty="0">
                <a:latin typeface="Arial" panose="020B0604020202020204" pitchFamily="34" charset="0"/>
                <a:cs typeface="Arial" panose="020B0604020202020204" pitchFamily="34" charset="0"/>
              </a:rPr>
              <a:t>+0·</a:t>
            </a:r>
            <a:r>
              <a:rPr lang="es-ES_tradnl" dirty="0">
                <a:solidFill>
                  <a:schemeClr val="bg2"/>
                </a:solidFill>
                <a:latin typeface="Arial" panose="020B0604020202020204" pitchFamily="34" charset="0"/>
                <a:cs typeface="Arial" panose="020B0604020202020204" pitchFamily="34" charset="0"/>
              </a:rPr>
              <a:t>2</a:t>
            </a:r>
            <a:r>
              <a:rPr lang="es-ES_tradnl" baseline="30000" dirty="0">
                <a:solidFill>
                  <a:schemeClr val="bg2"/>
                </a:solidFill>
                <a:latin typeface="Arial" panose="020B0604020202020204" pitchFamily="34" charset="0"/>
                <a:cs typeface="Arial" panose="020B0604020202020204" pitchFamily="34" charset="0"/>
              </a:rPr>
              <a:t>1</a:t>
            </a:r>
            <a:r>
              <a:rPr lang="es-ES_tradnl" dirty="0">
                <a:latin typeface="Arial" panose="020B0604020202020204" pitchFamily="34" charset="0"/>
                <a:cs typeface="Arial" panose="020B0604020202020204" pitchFamily="34" charset="0"/>
              </a:rPr>
              <a:t>+0·</a:t>
            </a:r>
            <a:r>
              <a:rPr lang="es-ES_tradnl" dirty="0">
                <a:solidFill>
                  <a:schemeClr val="bg2"/>
                </a:solidFill>
                <a:latin typeface="Arial" panose="020B0604020202020204" pitchFamily="34" charset="0"/>
                <a:cs typeface="Arial" panose="020B0604020202020204" pitchFamily="34" charset="0"/>
              </a:rPr>
              <a:t>2</a:t>
            </a:r>
            <a:r>
              <a:rPr lang="es-ES_tradnl" baseline="30000" dirty="0">
                <a:solidFill>
                  <a:schemeClr val="bg2"/>
                </a:solidFill>
                <a:latin typeface="Arial" panose="020B0604020202020204" pitchFamily="34" charset="0"/>
                <a:cs typeface="Arial" panose="020B0604020202020204" pitchFamily="34" charset="0"/>
              </a:rPr>
              <a:t>0</a:t>
            </a:r>
            <a:r>
              <a:rPr lang="es-ES_tradnl" dirty="0">
                <a:latin typeface="Arial" panose="020B0604020202020204" pitchFamily="34" charset="0"/>
                <a:cs typeface="Arial" panose="020B0604020202020204" pitchFamily="34" charset="0"/>
              </a:rPr>
              <a:t>)· </a:t>
            </a:r>
            <a:r>
              <a:rPr lang="es-ES_tradnl" dirty="0">
                <a:solidFill>
                  <a:schemeClr val="bg2"/>
                </a:solidFill>
                <a:latin typeface="Arial" panose="020B0604020202020204" pitchFamily="34" charset="0"/>
                <a:cs typeface="Arial" panose="020B0604020202020204" pitchFamily="34" charset="0"/>
              </a:rPr>
              <a:t>2</a:t>
            </a:r>
            <a:r>
              <a:rPr lang="es-ES_tradnl" baseline="30000" dirty="0">
                <a:solidFill>
                  <a:schemeClr val="bg2"/>
                </a:solidFill>
                <a:latin typeface="Arial" panose="020B0604020202020204" pitchFamily="34" charset="0"/>
                <a:cs typeface="Arial" panose="020B0604020202020204" pitchFamily="34" charset="0"/>
              </a:rPr>
              <a:t>0</a:t>
            </a:r>
            <a:r>
              <a:rPr lang="es-ES_tradnl" dirty="0">
                <a:latin typeface="Arial" panose="020B0604020202020204" pitchFamily="34" charset="0"/>
                <a:cs typeface="Arial" panose="020B0604020202020204" pitchFamily="34" charset="0"/>
              </a:rPr>
              <a:t> </a:t>
            </a:r>
          </a:p>
          <a:p>
            <a:pPr eaLnBrk="1" hangingPunct="1">
              <a:buFontTx/>
              <a:buNone/>
            </a:pPr>
            <a:r>
              <a:rPr lang="es-ES_tradnl" dirty="0">
                <a:latin typeface="Arial" panose="020B0604020202020204" pitchFamily="34" charset="0"/>
                <a:cs typeface="Arial" panose="020B0604020202020204" pitchFamily="34" charset="0"/>
              </a:rPr>
              <a:t>				=  6·</a:t>
            </a:r>
            <a:r>
              <a:rPr lang="es-ES_tradnl" dirty="0">
                <a:solidFill>
                  <a:schemeClr val="bg2"/>
                </a:solidFill>
                <a:latin typeface="Arial" panose="020B0604020202020204" pitchFamily="34" charset="0"/>
                <a:cs typeface="Arial" panose="020B0604020202020204" pitchFamily="34" charset="0"/>
              </a:rPr>
              <a:t>16</a:t>
            </a:r>
            <a:r>
              <a:rPr lang="es-ES_tradnl" baseline="30000" dirty="0">
                <a:solidFill>
                  <a:schemeClr val="bg2"/>
                </a:solidFill>
                <a:latin typeface="Arial" panose="020B0604020202020204" pitchFamily="34" charset="0"/>
                <a:cs typeface="Arial" panose="020B0604020202020204" pitchFamily="34" charset="0"/>
              </a:rPr>
              <a:t>1</a:t>
            </a:r>
            <a:r>
              <a:rPr lang="es-ES_tradnl" dirty="0">
                <a:latin typeface="Arial" panose="020B0604020202020204" pitchFamily="34" charset="0"/>
                <a:cs typeface="Arial" panose="020B0604020202020204" pitchFamily="34" charset="0"/>
              </a:rPr>
              <a:t>+8·</a:t>
            </a:r>
            <a:r>
              <a:rPr lang="es-ES_tradnl" dirty="0">
                <a:solidFill>
                  <a:schemeClr val="bg2"/>
                </a:solidFill>
                <a:latin typeface="Arial" panose="020B0604020202020204" pitchFamily="34" charset="0"/>
                <a:cs typeface="Arial" panose="020B0604020202020204" pitchFamily="34" charset="0"/>
              </a:rPr>
              <a:t>16</a:t>
            </a:r>
            <a:r>
              <a:rPr lang="es-ES_tradnl" baseline="30000" dirty="0">
                <a:solidFill>
                  <a:schemeClr val="bg2"/>
                </a:solidFill>
                <a:latin typeface="Arial" panose="020B0604020202020204" pitchFamily="34" charset="0"/>
                <a:cs typeface="Arial" panose="020B0604020202020204" pitchFamily="34" charset="0"/>
              </a:rPr>
              <a:t>0</a:t>
            </a:r>
          </a:p>
          <a:p>
            <a:pPr eaLnBrk="1" hangingPunct="1"/>
            <a:endParaRPr lang="es-ES_tradnl" baseline="30000" dirty="0">
              <a:solidFill>
                <a:schemeClr val="bg2"/>
              </a:solidFill>
              <a:latin typeface="Arial" panose="020B0604020202020204" pitchFamily="34" charset="0"/>
              <a:cs typeface="Arial" panose="020B0604020202020204" pitchFamily="34" charset="0"/>
            </a:endParaRPr>
          </a:p>
          <a:p>
            <a:pPr eaLnBrk="1" hangingPunct="1"/>
            <a:r>
              <a:rPr lang="es-ES_tradnl" dirty="0">
                <a:latin typeface="Arial" panose="020B0604020202020204" pitchFamily="34" charset="0"/>
                <a:cs typeface="Arial" panose="020B0604020202020204" pitchFamily="34" charset="0"/>
              </a:rPr>
              <a:t>Se puede deducir una regla general de agrupación de bits</a:t>
            </a:r>
          </a:p>
          <a:p>
            <a:pPr eaLnBrk="1" hangingPunct="1"/>
            <a:r>
              <a:rPr lang="es-ES_tradnl" dirty="0">
                <a:latin typeface="Arial" panose="020B0604020202020204" pitchFamily="34" charset="0"/>
                <a:cs typeface="Arial" panose="020B0604020202020204" pitchFamily="34" charset="0"/>
              </a:rPr>
              <a:t>E incluso extrapolar a base 100:</a:t>
            </a:r>
          </a:p>
          <a:p>
            <a:pPr eaLnBrk="1" hangingPunct="1"/>
            <a:endParaRPr lang="es-ES_tradnl" dirty="0">
              <a:latin typeface="Arial" panose="020B0604020202020204" pitchFamily="34" charset="0"/>
              <a:cs typeface="Arial" panose="020B0604020202020204" pitchFamily="34" charset="0"/>
            </a:endParaRPr>
          </a:p>
          <a:p>
            <a:pPr marL="0" indent="0" eaLnBrk="1" hangingPunct="1">
              <a:buNone/>
            </a:pPr>
            <a:r>
              <a:rPr lang="es-ES_tradnl" dirty="0">
                <a:latin typeface="Arial" panose="020B0604020202020204" pitchFamily="34" charset="0"/>
                <a:cs typeface="Arial" panose="020B0604020202020204" pitchFamily="34" charset="0"/>
              </a:rPr>
              <a:t>                           </a:t>
            </a:r>
            <a:r>
              <a:rPr lang="es-ES_tradnl" sz="3600" dirty="0">
                <a:latin typeface="Arial" panose="020B0604020202020204" pitchFamily="34" charset="0"/>
                <a:cs typeface="Arial" panose="020B0604020202020204" pitchFamily="34" charset="0"/>
              </a:rPr>
              <a:t>4         =  69042299</a:t>
            </a:r>
            <a:endParaRPr lang="es-ES" dirty="0">
              <a:latin typeface="Arial" panose="020B0604020202020204" pitchFamily="34" charset="0"/>
              <a:cs typeface="Arial" panose="020B0604020202020204" pitchFamily="34" charset="0"/>
            </a:endParaRPr>
          </a:p>
        </p:txBody>
      </p:sp>
      <p:pic>
        <p:nvPicPr>
          <p:cNvPr id="271362" name="Picture 2" descr="Resultado de imagen de 69 symbol">
            <a:extLst>
              <a:ext uri="{FF2B5EF4-FFF2-40B4-BE49-F238E27FC236}">
                <a16:creationId xmlns:a16="http://schemas.microsoft.com/office/drawing/2014/main" id="{8C0DAF3D-BA73-410C-A53A-F14842527F1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90379" y="6785473"/>
            <a:ext cx="428442" cy="335669"/>
          </a:xfrm>
          <a:prstGeom prst="rect">
            <a:avLst/>
          </a:prstGeom>
          <a:noFill/>
          <a:extLst>
            <a:ext uri="{909E8E84-426E-40DD-AFC4-6F175D3DCCD1}">
              <a14:hiddenFill xmlns:a14="http://schemas.microsoft.com/office/drawing/2010/main">
                <a:solidFill>
                  <a:srgbClr val="FFFFFF"/>
                </a:solidFill>
              </a14:hiddenFill>
            </a:ext>
          </a:extLst>
        </p:spPr>
      </p:pic>
      <p:pic>
        <p:nvPicPr>
          <p:cNvPr id="271366" name="Picture 6" descr="Resultado de imagen de 99 symbol">
            <a:extLst>
              <a:ext uri="{FF2B5EF4-FFF2-40B4-BE49-F238E27FC236}">
                <a16:creationId xmlns:a16="http://schemas.microsoft.com/office/drawing/2014/main" id="{2707913E-655F-4D6E-A6FD-236FEF9F52C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54653" y="6811334"/>
            <a:ext cx="265648" cy="2174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2EAEC6-0860-4D17-A167-401DD4311AB9}"/>
              </a:ext>
            </a:extLst>
          </p:cNvPr>
          <p:cNvSpPr>
            <a:spLocks noGrp="1"/>
          </p:cNvSpPr>
          <p:nvPr>
            <p:ph type="title"/>
          </p:nvPr>
        </p:nvSpPr>
        <p:spPr/>
        <p:txBody>
          <a:bodyPr/>
          <a:lstStyle/>
          <a:p>
            <a:r>
              <a:rPr lang="es-ES" dirty="0"/>
              <a:t>Cuatro operaciones para recordar</a:t>
            </a:r>
          </a:p>
        </p:txBody>
      </p:sp>
      <p:sp>
        <p:nvSpPr>
          <p:cNvPr id="3" name="Marcador de contenido 2">
            <a:extLst>
              <a:ext uri="{FF2B5EF4-FFF2-40B4-BE49-F238E27FC236}">
                <a16:creationId xmlns:a16="http://schemas.microsoft.com/office/drawing/2014/main" id="{78F55D27-2ACF-4D56-9DDB-5CDC13490E74}"/>
              </a:ext>
            </a:extLst>
          </p:cNvPr>
          <p:cNvSpPr>
            <a:spLocks noGrp="1"/>
          </p:cNvSpPr>
          <p:nvPr>
            <p:ph sz="quarter" idx="1"/>
          </p:nvPr>
        </p:nvSpPr>
        <p:spPr/>
        <p:txBody>
          <a:bodyPr/>
          <a:lstStyle/>
          <a:p>
            <a:r>
              <a:rPr lang="es-ES" dirty="0">
                <a:latin typeface="Calibri" panose="020F0502020204030204" pitchFamily="34" charset="0"/>
                <a:ea typeface="Calibri" panose="020F0502020204030204" pitchFamily="34" charset="0"/>
                <a:cs typeface="Calibri" panose="020F0502020204030204" pitchFamily="34" charset="0"/>
              </a:rPr>
              <a:t>Exceso a E de N </a:t>
            </a:r>
            <a:r>
              <a:rPr lang="es-ES"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N+E</a:t>
            </a:r>
          </a:p>
          <a:p>
            <a:pPr lvl="1"/>
            <a:r>
              <a:rPr lang="es-ES" i="1"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El exceso a 3 de 8 es 11</a:t>
            </a:r>
          </a:p>
          <a:p>
            <a:r>
              <a:rPr lang="es-ES" dirty="0">
                <a:latin typeface="Calibri" panose="020F0502020204030204" pitchFamily="34" charset="0"/>
                <a:ea typeface="Calibri" panose="020F0502020204030204" pitchFamily="34" charset="0"/>
                <a:cs typeface="Calibri" panose="020F0502020204030204" pitchFamily="34" charset="0"/>
              </a:rPr>
              <a:t>Complemento a C de N </a:t>
            </a:r>
            <a:r>
              <a:rPr lang="es-ES"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a:t>
            </a:r>
            <a:r>
              <a:rPr lang="es-ES" dirty="0">
                <a:latin typeface="Calibri" panose="020F0502020204030204" pitchFamily="34" charset="0"/>
                <a:ea typeface="Calibri" panose="020F0502020204030204" pitchFamily="34" charset="0"/>
                <a:cs typeface="Calibri" panose="020F0502020204030204" pitchFamily="34" charset="0"/>
              </a:rPr>
              <a:t> C-N</a:t>
            </a:r>
          </a:p>
          <a:p>
            <a:pPr lvl="1"/>
            <a:r>
              <a:rPr lang="es-ES" i="1" dirty="0">
                <a:latin typeface="Calibri" panose="020F0502020204030204" pitchFamily="34" charset="0"/>
                <a:ea typeface="Calibri" panose="020F0502020204030204" pitchFamily="34" charset="0"/>
                <a:cs typeface="Calibri" panose="020F0502020204030204" pitchFamily="34" charset="0"/>
              </a:rPr>
              <a:t>El complemento a 1000 de 327 es 673</a:t>
            </a:r>
          </a:p>
          <a:p>
            <a:r>
              <a:rPr lang="es-ES" dirty="0">
                <a:latin typeface="Calibri" panose="020F0502020204030204" pitchFamily="34" charset="0"/>
                <a:ea typeface="Calibri" panose="020F0502020204030204" pitchFamily="34" charset="0"/>
                <a:cs typeface="Calibri" panose="020F0502020204030204" pitchFamily="34" charset="0"/>
              </a:rPr>
              <a:t>Complemento a 1 de N (binario) </a:t>
            </a:r>
            <a:r>
              <a:rPr lang="es-ES"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a:t>
            </a:r>
            <a:endParaRPr lang="es-ES" dirty="0">
              <a:latin typeface="Calibri" panose="020F0502020204030204" pitchFamily="34" charset="0"/>
              <a:ea typeface="Calibri" panose="020F0502020204030204" pitchFamily="34" charset="0"/>
              <a:cs typeface="Calibri" panose="020F0502020204030204" pitchFamily="34" charset="0"/>
            </a:endParaRPr>
          </a:p>
          <a:p>
            <a:pPr lvl="2"/>
            <a:r>
              <a:rPr lang="es-ES" dirty="0">
                <a:latin typeface="Calibri" panose="020F0502020204030204" pitchFamily="34" charset="0"/>
                <a:ea typeface="Calibri" panose="020F0502020204030204" pitchFamily="34" charset="0"/>
                <a:cs typeface="Calibri" panose="020F0502020204030204" pitchFamily="34" charset="0"/>
              </a:rPr>
              <a:t>Cambiar todos los ceros por unos</a:t>
            </a:r>
          </a:p>
          <a:p>
            <a:pPr lvl="2"/>
            <a:r>
              <a:rPr lang="es-ES" dirty="0">
                <a:latin typeface="Calibri" panose="020F0502020204030204" pitchFamily="34" charset="0"/>
                <a:ea typeface="Calibri" panose="020F0502020204030204" pitchFamily="34" charset="0"/>
                <a:cs typeface="Calibri" panose="020F0502020204030204" pitchFamily="34" charset="0"/>
              </a:rPr>
              <a:t>Cambiar todos los unos por ceros</a:t>
            </a:r>
          </a:p>
          <a:p>
            <a:pPr lvl="1"/>
            <a:r>
              <a:rPr lang="es-ES" i="1" dirty="0">
                <a:latin typeface="Calibri" panose="020F0502020204030204" pitchFamily="34" charset="0"/>
                <a:ea typeface="Calibri" panose="020F0502020204030204" pitchFamily="34" charset="0"/>
                <a:cs typeface="Calibri" panose="020F0502020204030204" pitchFamily="34" charset="0"/>
              </a:rPr>
              <a:t>El complemento a 1 de 010001 es 101110</a:t>
            </a:r>
          </a:p>
          <a:p>
            <a:r>
              <a:rPr lang="es-ES" dirty="0">
                <a:latin typeface="Calibri" panose="020F0502020204030204" pitchFamily="34" charset="0"/>
                <a:ea typeface="Calibri" panose="020F0502020204030204" pitchFamily="34" charset="0"/>
                <a:cs typeface="Calibri" panose="020F0502020204030204" pitchFamily="34" charset="0"/>
              </a:rPr>
              <a:t>Paridad de N (binario) </a:t>
            </a:r>
            <a:r>
              <a:rPr lang="es-ES"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a:t>
            </a:r>
          </a:p>
          <a:p>
            <a:pPr lvl="2"/>
            <a:r>
              <a:rPr lang="es-ES"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Si el número de unos es par, 0</a:t>
            </a:r>
          </a:p>
          <a:p>
            <a:pPr lvl="2"/>
            <a:r>
              <a:rPr lang="es-ES"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Si el número de unos es impar, 1</a:t>
            </a:r>
          </a:p>
          <a:p>
            <a:pPr lvl="1"/>
            <a:r>
              <a:rPr lang="es-ES" i="1"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La paridad de 0111001 es 0 (par)</a:t>
            </a:r>
            <a:endParaRPr lang="es-ES" i="1" dirty="0">
              <a:latin typeface="Calibri" panose="020F0502020204030204" pitchFamily="34" charset="0"/>
              <a:ea typeface="Calibri" panose="020F0502020204030204" pitchFamily="34" charset="0"/>
              <a:cs typeface="Calibri" panose="020F0502020204030204" pitchFamily="34" charset="0"/>
            </a:endParaRPr>
          </a:p>
          <a:p>
            <a:pPr lvl="1"/>
            <a:endParaRPr lang="es-E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170395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pPr eaLnBrk="1" hangingPunct="1"/>
            <a:r>
              <a:rPr lang="es-ES_tradnl" dirty="0"/>
              <a:t>Otras representaciones de N</a:t>
            </a:r>
            <a:endParaRPr lang="es-ES" dirty="0"/>
          </a:p>
        </p:txBody>
      </p:sp>
      <p:sp>
        <p:nvSpPr>
          <p:cNvPr id="33796" name="Rectangle 3"/>
          <p:cNvSpPr>
            <a:spLocks noGrp="1" noChangeArrowheads="1"/>
          </p:cNvSpPr>
          <p:nvPr>
            <p:ph sz="quarter" idx="1"/>
          </p:nvPr>
        </p:nvSpPr>
        <p:spPr>
          <a:xfrm>
            <a:off x="412750" y="2339975"/>
            <a:ext cx="9158288" cy="4860925"/>
          </a:xfrm>
        </p:spPr>
        <p:txBody>
          <a:bodyPr/>
          <a:lstStyle/>
          <a:p>
            <a:pPr eaLnBrk="1" hangingPunct="1"/>
            <a:r>
              <a:rPr lang="es-ES_tradnl" dirty="0">
                <a:latin typeface="Arial" panose="020B0604020202020204" pitchFamily="34" charset="0"/>
                <a:cs typeface="Arial" panose="020B0604020202020204" pitchFamily="34" charset="0"/>
              </a:rPr>
              <a:t>Exceso a X (caso particular X=3): N+X en </a:t>
            </a:r>
            <a:r>
              <a:rPr lang="es-ES_tradnl" i="1" dirty="0">
                <a:latin typeface="Arial" panose="020B0604020202020204" pitchFamily="34" charset="0"/>
                <a:cs typeface="Arial" panose="020B0604020202020204" pitchFamily="34" charset="0"/>
              </a:rPr>
              <a:t>binario</a:t>
            </a:r>
          </a:p>
          <a:p>
            <a:pPr eaLnBrk="1" hangingPunct="1"/>
            <a:r>
              <a:rPr lang="es-ES_tradnl" dirty="0">
                <a:latin typeface="Arial" panose="020B0604020202020204" pitchFamily="34" charset="0"/>
                <a:cs typeface="Arial" panose="020B0604020202020204" pitchFamily="34" charset="0"/>
              </a:rPr>
              <a:t>Complemento a X (caso, X=2</a:t>
            </a:r>
            <a:r>
              <a:rPr lang="es-ES_tradnl" baseline="30000" dirty="0">
                <a:latin typeface="Arial" panose="020B0604020202020204" pitchFamily="34" charset="0"/>
                <a:cs typeface="Arial" panose="020B0604020202020204" pitchFamily="34" charset="0"/>
              </a:rPr>
              <a:t>n</a:t>
            </a:r>
            <a:r>
              <a:rPr lang="es-ES_tradnl" dirty="0">
                <a:latin typeface="Arial" panose="020B0604020202020204" pitchFamily="34" charset="0"/>
                <a:cs typeface="Arial" panose="020B0604020202020204" pitchFamily="34" charset="0"/>
              </a:rPr>
              <a:t>-1): X-N en </a:t>
            </a:r>
            <a:r>
              <a:rPr lang="es-ES_tradnl" i="1" dirty="0">
                <a:latin typeface="Arial" panose="020B0604020202020204" pitchFamily="34" charset="0"/>
                <a:cs typeface="Arial" panose="020B0604020202020204" pitchFamily="34" charset="0"/>
              </a:rPr>
              <a:t>binario</a:t>
            </a:r>
          </a:p>
          <a:p>
            <a:pPr eaLnBrk="1" hangingPunct="1"/>
            <a:r>
              <a:rPr lang="es-ES_tradnl" dirty="0">
                <a:latin typeface="Arial" panose="020B0604020202020204" pitchFamily="34" charset="0"/>
                <a:cs typeface="Arial" panose="020B0604020202020204" pitchFamily="34" charset="0"/>
              </a:rPr>
              <a:t>Binario natural con bit de paridad: 1 bit adicional, </a:t>
            </a:r>
            <a:r>
              <a:rPr lang="es-ES_tradnl" dirty="0" err="1">
                <a:latin typeface="Arial" panose="020B0604020202020204" pitchFamily="34" charset="0"/>
                <a:cs typeface="Arial" panose="020B0604020202020204" pitchFamily="34" charset="0"/>
              </a:rPr>
              <a:t>xor</a:t>
            </a:r>
            <a:endParaRPr lang="es-ES_tradnl" dirty="0">
              <a:latin typeface="Arial" panose="020B0604020202020204" pitchFamily="34" charset="0"/>
              <a:cs typeface="Arial" panose="020B0604020202020204" pitchFamily="34" charset="0"/>
            </a:endParaRPr>
          </a:p>
          <a:p>
            <a:pPr eaLnBrk="1" hangingPunct="1"/>
            <a:r>
              <a:rPr lang="es-ES_tradnl" dirty="0">
                <a:solidFill>
                  <a:schemeClr val="bg1">
                    <a:lumMod val="85000"/>
                  </a:schemeClr>
                </a:solidFill>
                <a:latin typeface="Arial" panose="020B0604020202020204" pitchFamily="34" charset="0"/>
                <a:cs typeface="Arial" panose="020B0604020202020204" pitchFamily="34" charset="0"/>
              </a:rPr>
              <a:t>Códigos </a:t>
            </a:r>
            <a:r>
              <a:rPr lang="es-ES_tradnl" dirty="0" err="1">
                <a:solidFill>
                  <a:schemeClr val="bg1">
                    <a:lumMod val="85000"/>
                  </a:schemeClr>
                </a:solidFill>
                <a:latin typeface="Arial" panose="020B0604020202020204" pitchFamily="34" charset="0"/>
                <a:cs typeface="Arial" panose="020B0604020202020204" pitchFamily="34" charset="0"/>
              </a:rPr>
              <a:t>Hamming</a:t>
            </a:r>
            <a:r>
              <a:rPr lang="es-ES_tradnl" dirty="0">
                <a:solidFill>
                  <a:schemeClr val="bg1">
                    <a:lumMod val="85000"/>
                  </a:schemeClr>
                </a:solidFill>
                <a:latin typeface="Arial" panose="020B0604020202020204" pitchFamily="34" charset="0"/>
                <a:cs typeface="Arial" panose="020B0604020202020204" pitchFamily="34" charset="0"/>
              </a:rPr>
              <a:t> (SEC y DEC): más bits.</a:t>
            </a:r>
          </a:p>
          <a:p>
            <a:pPr eaLnBrk="1" hangingPunct="1"/>
            <a:r>
              <a:rPr lang="es-ES_tradnl" dirty="0">
                <a:solidFill>
                  <a:schemeClr val="bg1">
                    <a:lumMod val="85000"/>
                  </a:schemeClr>
                </a:solidFill>
                <a:latin typeface="Arial" panose="020B0604020202020204" pitchFamily="34" charset="0"/>
                <a:cs typeface="Arial" panose="020B0604020202020204" pitchFamily="34" charset="0"/>
              </a:rPr>
              <a:t>BCD: cada digito decimal es convertido a </a:t>
            </a:r>
            <a:r>
              <a:rPr lang="es-ES_tradnl" i="1" dirty="0" err="1">
                <a:solidFill>
                  <a:schemeClr val="bg1">
                    <a:lumMod val="85000"/>
                  </a:schemeClr>
                </a:solidFill>
                <a:latin typeface="Arial" panose="020B0604020202020204" pitchFamily="34" charset="0"/>
                <a:cs typeface="Arial" panose="020B0604020202020204" pitchFamily="34" charset="0"/>
              </a:rPr>
              <a:t>bn</a:t>
            </a:r>
            <a:r>
              <a:rPr lang="es-ES_tradnl" i="1" dirty="0">
                <a:solidFill>
                  <a:schemeClr val="bg1">
                    <a:lumMod val="85000"/>
                  </a:schemeClr>
                </a:solidFill>
                <a:latin typeface="Arial" panose="020B0604020202020204" pitchFamily="34" charset="0"/>
                <a:cs typeface="Arial" panose="020B0604020202020204" pitchFamily="34" charset="0"/>
              </a:rPr>
              <a:t> de 4 bits</a:t>
            </a:r>
          </a:p>
          <a:p>
            <a:pPr eaLnBrk="1" hangingPunct="1"/>
            <a:r>
              <a:rPr lang="es-ES_tradnl" dirty="0">
                <a:solidFill>
                  <a:schemeClr val="bg1">
                    <a:lumMod val="85000"/>
                  </a:schemeClr>
                </a:solidFill>
                <a:latin typeface="Arial" panose="020B0604020202020204" pitchFamily="34" charset="0"/>
                <a:cs typeface="Arial" panose="020B0604020202020204" pitchFamily="34" charset="0"/>
              </a:rPr>
              <a:t>Gray, reflejo:    000 001 011 010 110 111 101 100</a:t>
            </a:r>
          </a:p>
          <a:p>
            <a:pPr eaLnBrk="1" hangingPunct="1"/>
            <a:endParaRPr lang="es-ES_tradnl" dirty="0">
              <a:solidFill>
                <a:schemeClr val="bg1">
                  <a:lumMod val="85000"/>
                </a:schemeClr>
              </a:solidFill>
              <a:latin typeface="Arial" panose="020B0604020202020204" pitchFamily="34" charset="0"/>
              <a:cs typeface="Arial" panose="020B0604020202020204" pitchFamily="34" charset="0"/>
            </a:endParaRPr>
          </a:p>
          <a:p>
            <a:pPr eaLnBrk="1" hangingPunct="1"/>
            <a:r>
              <a:rPr lang="es-ES_tradnl" dirty="0">
                <a:solidFill>
                  <a:schemeClr val="bg1">
                    <a:lumMod val="85000"/>
                  </a:schemeClr>
                </a:solidFill>
                <a:latin typeface="Arial" panose="020B0604020202020204" pitchFamily="34" charset="0"/>
                <a:cs typeface="Arial" panose="020B0604020202020204" pitchFamily="34" charset="0"/>
              </a:rPr>
              <a:t>Problema: ¿Cuáles son posicionales y cuáles no?</a:t>
            </a:r>
          </a:p>
          <a:p>
            <a:pPr eaLnBrk="1" hangingPunct="1"/>
            <a:endParaRPr lang="es-E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a:xfrm>
            <a:off x="823913" y="360363"/>
            <a:ext cx="8416925" cy="809823"/>
          </a:xfrm>
        </p:spPr>
        <p:txBody>
          <a:bodyPr/>
          <a:lstStyle/>
          <a:p>
            <a:pPr eaLnBrk="1" hangingPunct="1"/>
            <a:r>
              <a:rPr lang="es-ES_tradnl" dirty="0"/>
              <a:t>Binario natural con bit de paridad</a:t>
            </a:r>
            <a:endParaRPr lang="es-ES" dirty="0"/>
          </a:p>
        </p:txBody>
      </p:sp>
      <p:sp>
        <p:nvSpPr>
          <p:cNvPr id="34820" name="Rectangle 3"/>
          <p:cNvSpPr>
            <a:spLocks noGrp="1" noChangeArrowheads="1"/>
          </p:cNvSpPr>
          <p:nvPr>
            <p:ph sz="quarter" idx="1"/>
          </p:nvPr>
        </p:nvSpPr>
        <p:spPr>
          <a:xfrm>
            <a:off x="742950" y="1800225"/>
            <a:ext cx="8415338" cy="4860925"/>
          </a:xfrm>
        </p:spPr>
        <p:txBody>
          <a:bodyPr/>
          <a:lstStyle/>
          <a:p>
            <a:pPr eaLnBrk="1" hangingPunct="1"/>
            <a:r>
              <a:rPr lang="es-ES_tradnl" sz="2600" dirty="0">
                <a:latin typeface="Arial" panose="020B0604020202020204" pitchFamily="34" charset="0"/>
                <a:cs typeface="Arial" panose="020B0604020202020204" pitchFamily="34" charset="0"/>
              </a:rPr>
              <a:t>Paridad de una cadena binaria:</a:t>
            </a:r>
          </a:p>
          <a:p>
            <a:pPr eaLnBrk="1" hangingPunct="1">
              <a:buFontTx/>
              <a:buNone/>
            </a:pPr>
            <a:r>
              <a:rPr lang="es-ES_tradnl" sz="2600" dirty="0">
                <a:latin typeface="Arial" panose="020B0604020202020204" pitchFamily="34" charset="0"/>
                <a:cs typeface="Arial" panose="020B0604020202020204" pitchFamily="34" charset="0"/>
              </a:rPr>
              <a:t>	Paridad del número de “unos” contenidos en la cadena. </a:t>
            </a:r>
          </a:p>
          <a:p>
            <a:pPr eaLnBrk="1" hangingPunct="1"/>
            <a:r>
              <a:rPr lang="es-ES_tradnl" sz="2600" dirty="0">
                <a:latin typeface="Arial" panose="020B0604020202020204" pitchFamily="34" charset="0"/>
                <a:cs typeface="Arial" panose="020B0604020202020204" pitchFamily="34" charset="0"/>
              </a:rPr>
              <a:t>Ejemplo: A=100011101 tiene 5 “unos”; 5 es impar, luego A tiene paridad impar</a:t>
            </a:r>
          </a:p>
          <a:p>
            <a:pPr eaLnBrk="1" hangingPunct="1"/>
            <a:endParaRPr lang="es-ES_tradnl" sz="2600" dirty="0">
              <a:latin typeface="Arial" panose="020B0604020202020204" pitchFamily="34" charset="0"/>
              <a:cs typeface="Arial" panose="020B0604020202020204" pitchFamily="34" charset="0"/>
            </a:endParaRPr>
          </a:p>
          <a:p>
            <a:pPr eaLnBrk="1" hangingPunct="1"/>
            <a:r>
              <a:rPr lang="es-ES_tradnl" sz="2600" dirty="0">
                <a:latin typeface="Arial" panose="020B0604020202020204" pitchFamily="34" charset="0"/>
                <a:cs typeface="Arial" panose="020B0604020202020204" pitchFamily="34" charset="0"/>
              </a:rPr>
              <a:t>Bit de paridad: 0 para cadenas pares, 1 para las impares (el bit de paridad de A es 1)</a:t>
            </a:r>
          </a:p>
          <a:p>
            <a:pPr eaLnBrk="1" hangingPunct="1"/>
            <a:r>
              <a:rPr lang="es-ES_tradnl" sz="2600" dirty="0">
                <a:latin typeface="Arial" panose="020B0604020202020204" pitchFamily="34" charset="0"/>
                <a:cs typeface="Arial" panose="020B0604020202020204" pitchFamily="34" charset="0"/>
              </a:rPr>
              <a:t>Ejemplo: Representación de 23 (10111 en </a:t>
            </a:r>
            <a:r>
              <a:rPr lang="es-ES_tradnl" sz="2600" i="1" dirty="0" err="1">
                <a:latin typeface="Arial" panose="020B0604020202020204" pitchFamily="34" charset="0"/>
                <a:cs typeface="Arial" panose="020B0604020202020204" pitchFamily="34" charset="0"/>
              </a:rPr>
              <a:t>bn</a:t>
            </a:r>
            <a:r>
              <a:rPr lang="es-ES_tradnl" sz="2600" dirty="0">
                <a:latin typeface="Arial" panose="020B0604020202020204" pitchFamily="34" charset="0"/>
                <a:cs typeface="Arial" panose="020B0604020202020204" pitchFamily="34" charset="0"/>
              </a:rPr>
              <a:t> ) con bit de paridad a la derecha. Solución: 10111 0</a:t>
            </a:r>
            <a:endParaRPr lang="es-ES" sz="2600" dirty="0">
              <a:latin typeface="Arial" panose="020B0604020202020204" pitchFamily="34" charset="0"/>
              <a:cs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ctrTitle"/>
          </p:nvPr>
        </p:nvSpPr>
        <p:spPr>
          <a:xfrm>
            <a:off x="486123" y="4482554"/>
            <a:ext cx="8415338" cy="1350962"/>
          </a:xfrm>
        </p:spPr>
        <p:txBody>
          <a:bodyPr>
            <a:normAutofit fontScale="90000"/>
          </a:bodyPr>
          <a:lstStyle/>
          <a:p>
            <a:pPr eaLnBrk="1" hangingPunct="1"/>
            <a:r>
              <a:rPr lang="es-ES_tradnl" sz="3100" dirty="0"/>
              <a:t>Representación de datos numéricos enteros</a:t>
            </a:r>
            <a:br>
              <a:rPr lang="es-ES_tradnl" sz="3100" dirty="0"/>
            </a:br>
            <a:r>
              <a:rPr lang="es-ES_tradnl" dirty="0"/>
              <a:t>(números con signo)</a:t>
            </a:r>
            <a:endParaRPr lang="es-E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pPr eaLnBrk="1" hangingPunct="1"/>
            <a:r>
              <a:rPr lang="es-ES_tradnl"/>
              <a:t>Representaciones elementales (1)</a:t>
            </a:r>
            <a:endParaRPr lang="es-ES"/>
          </a:p>
        </p:txBody>
      </p:sp>
      <p:sp>
        <p:nvSpPr>
          <p:cNvPr id="47108" name="Rectangle 3"/>
          <p:cNvSpPr>
            <a:spLocks noGrp="1" noChangeArrowheads="1"/>
          </p:cNvSpPr>
          <p:nvPr>
            <p:ph sz="quarter" idx="1"/>
          </p:nvPr>
        </p:nvSpPr>
        <p:spPr/>
        <p:txBody>
          <a:bodyPr/>
          <a:lstStyle/>
          <a:p>
            <a:pPr eaLnBrk="1" hangingPunct="1"/>
            <a:r>
              <a:rPr lang="es-ES_tradnl" dirty="0">
                <a:latin typeface="Malacitana" panose="00000500000000000000" pitchFamily="50" charset="0"/>
              </a:rPr>
              <a:t>Signo – Magnitud</a:t>
            </a:r>
          </a:p>
          <a:p>
            <a:pPr lvl="1" eaLnBrk="1" hangingPunct="1"/>
            <a:r>
              <a:rPr lang="es-ES_tradnl" dirty="0">
                <a:latin typeface="Malacitana" panose="00000500000000000000" pitchFamily="50" charset="0"/>
              </a:rPr>
              <a:t>1 bit representa el signo (siempre se usa el de la izquierda)</a:t>
            </a:r>
          </a:p>
          <a:p>
            <a:pPr lvl="2" eaLnBrk="1" hangingPunct="1"/>
            <a:r>
              <a:rPr lang="es-ES_tradnl" dirty="0">
                <a:latin typeface="Malacitana" panose="00000500000000000000" pitchFamily="50" charset="0"/>
              </a:rPr>
              <a:t>0 es positivo</a:t>
            </a:r>
          </a:p>
          <a:p>
            <a:pPr lvl="2" eaLnBrk="1" hangingPunct="1"/>
            <a:r>
              <a:rPr lang="es-ES_tradnl" dirty="0">
                <a:latin typeface="Malacitana" panose="00000500000000000000" pitchFamily="50" charset="0"/>
              </a:rPr>
              <a:t>1 es negativo</a:t>
            </a:r>
          </a:p>
          <a:p>
            <a:pPr lvl="1" eaLnBrk="1" hangingPunct="1"/>
            <a:r>
              <a:rPr lang="es-ES_tradnl" dirty="0">
                <a:latin typeface="Malacitana" panose="00000500000000000000" pitchFamily="50" charset="0"/>
              </a:rPr>
              <a:t>n-1 bits representan la magnitud (en binario natural)</a:t>
            </a:r>
          </a:p>
          <a:p>
            <a:pPr lvl="1" eaLnBrk="1" hangingPunct="1"/>
            <a:r>
              <a:rPr lang="es-ES_tradnl" dirty="0">
                <a:latin typeface="Malacitana" panose="00000500000000000000" pitchFamily="50" charset="0"/>
              </a:rPr>
              <a:t>Doble representación para el cero. Ejemplo de 8 bits:</a:t>
            </a:r>
          </a:p>
          <a:p>
            <a:pPr lvl="2" eaLnBrk="1" hangingPunct="1"/>
            <a:r>
              <a:rPr lang="es-ES_tradnl" dirty="0">
                <a:latin typeface="Malacitana" panose="00000500000000000000" pitchFamily="50" charset="0"/>
              </a:rPr>
              <a:t>00000000</a:t>
            </a:r>
          </a:p>
          <a:p>
            <a:pPr lvl="2" eaLnBrk="1" hangingPunct="1"/>
            <a:r>
              <a:rPr lang="es-ES_tradnl" dirty="0">
                <a:latin typeface="Malacitana" panose="00000500000000000000" pitchFamily="50" charset="0"/>
              </a:rPr>
              <a:t>10000000</a:t>
            </a:r>
          </a:p>
          <a:p>
            <a:pPr lvl="2" eaLnBrk="1" hangingPunct="1"/>
            <a:endParaRPr lang="es-ES_tradnl" dirty="0">
              <a:latin typeface="Malacitana" panose="00000500000000000000" pitchFamily="50" charset="0"/>
            </a:endParaRPr>
          </a:p>
          <a:p>
            <a:pPr lvl="2" eaLnBrk="1" hangingPunct="1"/>
            <a:endParaRPr lang="es-ES_tradnl" dirty="0">
              <a:latin typeface="Malacitana" panose="00000500000000000000" pitchFamily="50" charset="0"/>
            </a:endParaRPr>
          </a:p>
          <a:p>
            <a:pPr marL="668655" lvl="2" indent="0" eaLnBrk="1" hangingPunct="1">
              <a:buNone/>
            </a:pPr>
            <a:r>
              <a:rPr lang="es-ES_tradnl" dirty="0">
                <a:latin typeface="Malacitana" panose="00000500000000000000" pitchFamily="50" charset="0"/>
              </a:rPr>
              <a:t>Notación:</a:t>
            </a:r>
          </a:p>
          <a:p>
            <a:pPr marL="668655" lvl="2" indent="0" eaLnBrk="1" hangingPunct="1">
              <a:buNone/>
            </a:pPr>
            <a:r>
              <a:rPr lang="es-ES_tradnl" dirty="0">
                <a:latin typeface="Malacitana" panose="00000500000000000000" pitchFamily="50" charset="0"/>
              </a:rPr>
              <a:t>n </a:t>
            </a:r>
            <a:r>
              <a:rPr lang="es-ES_tradnl" dirty="0">
                <a:latin typeface="Malacitana" panose="00000500000000000000" pitchFamily="50" charset="0"/>
                <a:sym typeface="Wingdings" panose="05000000000000000000" pitchFamily="2" charset="2"/>
              </a:rPr>
              <a:t> es el número de bits, incluyendo siempre el signo</a:t>
            </a:r>
          </a:p>
          <a:p>
            <a:pPr marL="668655" lvl="2" indent="0" eaLnBrk="1" hangingPunct="1">
              <a:buNone/>
            </a:pPr>
            <a:r>
              <a:rPr lang="es-ES_tradnl" dirty="0">
                <a:latin typeface="Malacitana" panose="00000500000000000000" pitchFamily="50" charset="0"/>
                <a:sym typeface="Wingdings" panose="05000000000000000000" pitchFamily="2" charset="2"/>
              </a:rPr>
              <a:t>N es el número que se quiere representar</a:t>
            </a:r>
            <a:endParaRPr lang="es-ES_tradnl" dirty="0">
              <a:latin typeface="Malacitana" panose="00000500000000000000" pitchFamily="50" charset="0"/>
            </a:endParaRPr>
          </a:p>
          <a:p>
            <a:pPr marL="668655" lvl="2" indent="0" eaLnBrk="1" hangingPunct="1">
              <a:buNone/>
            </a:pPr>
            <a:endParaRPr lang="es-ES" dirty="0">
              <a:latin typeface="Malacitana" panose="00000500000000000000" pitchFamily="50"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493713" y="0"/>
            <a:ext cx="9077325" cy="900113"/>
          </a:xfrm>
          <a:noFill/>
        </p:spPr>
        <p:txBody>
          <a:bodyPr/>
          <a:lstStyle/>
          <a:p>
            <a:pPr eaLnBrk="1" hangingPunct="1"/>
            <a:r>
              <a:rPr lang="es-ES_tradnl" dirty="0"/>
              <a:t>Representaciones (n=4)</a:t>
            </a:r>
            <a:endParaRPr lang="es-ES" dirty="0"/>
          </a:p>
        </p:txBody>
      </p:sp>
      <p:graphicFrame>
        <p:nvGraphicFramePr>
          <p:cNvPr id="100358" name="Group 1030"/>
          <p:cNvGraphicFramePr>
            <a:graphicFrameLocks noGrp="1"/>
          </p:cNvGraphicFramePr>
          <p:nvPr/>
        </p:nvGraphicFramePr>
        <p:xfrm>
          <a:off x="660400" y="989013"/>
          <a:ext cx="8580438" cy="6654808"/>
        </p:xfrm>
        <a:graphic>
          <a:graphicData uri="http://schemas.openxmlformats.org/drawingml/2006/table">
            <a:tbl>
              <a:tblPr/>
              <a:tblGrid>
                <a:gridCol w="990600">
                  <a:extLst>
                    <a:ext uri="{9D8B030D-6E8A-4147-A177-3AD203B41FA5}">
                      <a16:colId xmlns:a16="http://schemas.microsoft.com/office/drawing/2014/main" val="20000"/>
                    </a:ext>
                  </a:extLst>
                </a:gridCol>
                <a:gridCol w="1649413">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gridCol w="1484312">
                  <a:extLst>
                    <a:ext uri="{9D8B030D-6E8A-4147-A177-3AD203B41FA5}">
                      <a16:colId xmlns:a16="http://schemas.microsoft.com/office/drawing/2014/main" val="20003"/>
                    </a:ext>
                  </a:extLst>
                </a:gridCol>
                <a:gridCol w="1485900">
                  <a:extLst>
                    <a:ext uri="{9D8B030D-6E8A-4147-A177-3AD203B41FA5}">
                      <a16:colId xmlns:a16="http://schemas.microsoft.com/office/drawing/2014/main" val="20004"/>
                    </a:ext>
                  </a:extLst>
                </a:gridCol>
                <a:gridCol w="1484313">
                  <a:extLst>
                    <a:ext uri="{9D8B030D-6E8A-4147-A177-3AD203B41FA5}">
                      <a16:colId xmlns:a16="http://schemas.microsoft.com/office/drawing/2014/main" val="20005"/>
                    </a:ext>
                  </a:extLst>
                </a:gridCol>
              </a:tblGrid>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base 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signo magnitud</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+7</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+6</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+5</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+4</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+3</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8300">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+2</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s-ES"/>
                    </a:p>
                  </a:txBody>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-2</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-3</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-4</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68300">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-5</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-6</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-7</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-8</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a:lstStyle/>
          <a:p>
            <a:pPr eaLnBrk="1" hangingPunct="1"/>
            <a:r>
              <a:rPr lang="es-ES_tradnl"/>
              <a:t>Representaciones elementales (2)</a:t>
            </a:r>
            <a:endParaRPr lang="es-ES"/>
          </a:p>
        </p:txBody>
      </p:sp>
      <p:sp>
        <p:nvSpPr>
          <p:cNvPr id="49156" name="Rectangle 3"/>
          <p:cNvSpPr>
            <a:spLocks noGrp="1" noChangeArrowheads="1"/>
          </p:cNvSpPr>
          <p:nvPr>
            <p:ph sz="quarter" idx="1"/>
          </p:nvPr>
        </p:nvSpPr>
        <p:spPr>
          <a:xfrm>
            <a:off x="742950" y="2339975"/>
            <a:ext cx="9158288" cy="4860925"/>
          </a:xfrm>
        </p:spPr>
        <p:txBody>
          <a:bodyPr/>
          <a:lstStyle/>
          <a:p>
            <a:pPr marL="584200" indent="-584200" eaLnBrk="1" hangingPunct="1"/>
            <a:r>
              <a:rPr lang="es-ES_tradnl"/>
              <a:t>Representaciones en exceso</a:t>
            </a:r>
          </a:p>
          <a:p>
            <a:pPr marL="1001713" lvl="1" indent="-500063" eaLnBrk="1" hangingPunct="1"/>
            <a:r>
              <a:rPr lang="es-ES_tradnl"/>
              <a:t>Una representación en exceso a X de n bits permite representar números desde –X hasta  2</a:t>
            </a:r>
            <a:r>
              <a:rPr lang="es-ES_tradnl" baseline="30000"/>
              <a:t>n</a:t>
            </a:r>
            <a:r>
              <a:rPr lang="es-ES_tradnl"/>
              <a:t>-X</a:t>
            </a:r>
          </a:p>
          <a:p>
            <a:pPr marL="584200" indent="-584200" eaLnBrk="1" hangingPunct="1"/>
            <a:r>
              <a:rPr lang="es-ES_tradnl"/>
              <a:t>Ejemplo: exceso a 127 con 8 bits</a:t>
            </a:r>
          </a:p>
          <a:p>
            <a:pPr marL="1001713" lvl="1" indent="-500063" eaLnBrk="1" hangingPunct="1">
              <a:buFontTx/>
              <a:buNone/>
            </a:pPr>
            <a:r>
              <a:rPr lang="es-ES_tradnl"/>
              <a:t>-127      00000000  (-127 +127 en </a:t>
            </a:r>
            <a:r>
              <a:rPr lang="es-ES_tradnl" i="1"/>
              <a:t>bn</a:t>
            </a:r>
            <a:r>
              <a:rPr lang="es-ES_tradnl"/>
              <a:t>)</a:t>
            </a:r>
          </a:p>
          <a:p>
            <a:pPr marL="1001713" lvl="1" indent="-500063" eaLnBrk="1" hangingPunct="1">
              <a:buFontTx/>
              <a:buNone/>
            </a:pPr>
            <a:r>
              <a:rPr lang="es-ES_tradnl"/>
              <a:t>   0        01111111  (0 +127 en </a:t>
            </a:r>
            <a:r>
              <a:rPr lang="es-ES_tradnl" i="1"/>
              <a:t>bn</a:t>
            </a:r>
            <a:r>
              <a:rPr lang="es-ES_tradnl"/>
              <a:t>)</a:t>
            </a:r>
          </a:p>
          <a:p>
            <a:pPr marL="1001713" lvl="1" indent="-500063" eaLnBrk="1" hangingPunct="1">
              <a:buFontTx/>
              <a:buAutoNum type="arabicPlain" startAt="128"/>
            </a:pPr>
            <a:r>
              <a:rPr lang="es-ES_tradnl"/>
              <a:t>       11111111  (128 +127 en </a:t>
            </a:r>
            <a:r>
              <a:rPr lang="es-ES_tradnl" i="1"/>
              <a:t>bn</a:t>
            </a:r>
            <a:r>
              <a:rPr lang="es-ES_tradnl"/>
              <a:t>)</a:t>
            </a:r>
          </a:p>
          <a:p>
            <a:pPr marL="584200" indent="-584200" eaLnBrk="1" hangingPunct="1"/>
            <a:r>
              <a:rPr lang="es-ES_tradnl"/>
              <a:t>El bit más significativo indica el signo, pero 1 es +</a:t>
            </a:r>
          </a:p>
          <a:p>
            <a:pPr marL="584200" indent="-584200" eaLnBrk="1" hangingPunct="1"/>
            <a:r>
              <a:rPr lang="es-ES_tradnl"/>
              <a:t>El cero tiene representación única</a:t>
            </a:r>
          </a:p>
          <a:p>
            <a:pPr marL="1001713" lvl="1" indent="-500063" eaLnBrk="1" hangingPunct="1">
              <a:buFontTx/>
              <a:buNone/>
            </a:pPr>
            <a:endParaRPr lang="es-ES"/>
          </a:p>
        </p:txBody>
      </p:sp>
      <p:sp>
        <p:nvSpPr>
          <p:cNvPr id="49157" name="AutoShape 4"/>
          <p:cNvSpPr>
            <a:spLocks noChangeArrowheads="1"/>
          </p:cNvSpPr>
          <p:nvPr/>
        </p:nvSpPr>
        <p:spPr bwMode="auto">
          <a:xfrm>
            <a:off x="1998663" y="4483100"/>
            <a:ext cx="412750" cy="179388"/>
          </a:xfrm>
          <a:prstGeom prst="lightningBolt">
            <a:avLst/>
          </a:prstGeom>
          <a:solidFill>
            <a:schemeClr val="accent1"/>
          </a:solidFill>
          <a:ln w="9525">
            <a:solidFill>
              <a:schemeClr val="tx1"/>
            </a:solidFill>
            <a:miter lim="800000"/>
            <a:headEnd/>
            <a:tailEnd/>
          </a:ln>
        </p:spPr>
        <p:txBody>
          <a:bodyPr wrap="none" anchor="ctr"/>
          <a:lstStyle/>
          <a:p>
            <a:endParaRPr lang="es-ES"/>
          </a:p>
        </p:txBody>
      </p:sp>
      <p:sp>
        <p:nvSpPr>
          <p:cNvPr id="49158" name="AutoShape 5"/>
          <p:cNvSpPr>
            <a:spLocks noChangeArrowheads="1"/>
          </p:cNvSpPr>
          <p:nvPr/>
        </p:nvSpPr>
        <p:spPr bwMode="auto">
          <a:xfrm>
            <a:off x="1998663" y="5021263"/>
            <a:ext cx="412750" cy="180975"/>
          </a:xfrm>
          <a:prstGeom prst="lightningBolt">
            <a:avLst/>
          </a:prstGeom>
          <a:solidFill>
            <a:schemeClr val="accent1"/>
          </a:solidFill>
          <a:ln w="9525">
            <a:solidFill>
              <a:schemeClr val="tx1"/>
            </a:solidFill>
            <a:miter lim="800000"/>
            <a:headEnd/>
            <a:tailEnd/>
          </a:ln>
        </p:spPr>
        <p:txBody>
          <a:bodyPr wrap="none" anchor="ctr"/>
          <a:lstStyle/>
          <a:p>
            <a:endParaRPr lang="es-ES"/>
          </a:p>
        </p:txBody>
      </p:sp>
      <p:sp>
        <p:nvSpPr>
          <p:cNvPr id="49159" name="AutoShape 6"/>
          <p:cNvSpPr>
            <a:spLocks noChangeArrowheads="1"/>
          </p:cNvSpPr>
          <p:nvPr/>
        </p:nvSpPr>
        <p:spPr bwMode="auto">
          <a:xfrm>
            <a:off x="1998663" y="5562600"/>
            <a:ext cx="412750" cy="179388"/>
          </a:xfrm>
          <a:prstGeom prst="lightningBolt">
            <a:avLst/>
          </a:prstGeom>
          <a:solidFill>
            <a:schemeClr val="accent1"/>
          </a:solidFill>
          <a:ln w="9525">
            <a:solidFill>
              <a:schemeClr val="tx1"/>
            </a:solidFill>
            <a:miter lim="800000"/>
            <a:headEnd/>
            <a:tailEnd/>
          </a:ln>
        </p:spPr>
        <p:txBody>
          <a:bodyPr wrap="none" anchor="ctr"/>
          <a:lstStyle/>
          <a:p>
            <a:endParaRPr lang="es-E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493713" y="0"/>
            <a:ext cx="9077325" cy="900113"/>
          </a:xfrm>
          <a:noFill/>
        </p:spPr>
        <p:txBody>
          <a:bodyPr/>
          <a:lstStyle/>
          <a:p>
            <a:pPr eaLnBrk="1" hangingPunct="1"/>
            <a:r>
              <a:rPr lang="es-ES_tradnl"/>
              <a:t>Representaciones</a:t>
            </a:r>
            <a:endParaRPr lang="es-ES"/>
          </a:p>
        </p:txBody>
      </p:sp>
      <p:graphicFrame>
        <p:nvGraphicFramePr>
          <p:cNvPr id="98310" name="Group 1030"/>
          <p:cNvGraphicFramePr>
            <a:graphicFrameLocks noGrp="1"/>
          </p:cNvGraphicFramePr>
          <p:nvPr/>
        </p:nvGraphicFramePr>
        <p:xfrm>
          <a:off x="660400" y="989013"/>
          <a:ext cx="8580438" cy="6654808"/>
        </p:xfrm>
        <a:graphic>
          <a:graphicData uri="http://schemas.openxmlformats.org/drawingml/2006/table">
            <a:tbl>
              <a:tblPr/>
              <a:tblGrid>
                <a:gridCol w="990600">
                  <a:extLst>
                    <a:ext uri="{9D8B030D-6E8A-4147-A177-3AD203B41FA5}">
                      <a16:colId xmlns:a16="http://schemas.microsoft.com/office/drawing/2014/main" val="20000"/>
                    </a:ext>
                  </a:extLst>
                </a:gridCol>
                <a:gridCol w="1649413">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gridCol w="1484312">
                  <a:extLst>
                    <a:ext uri="{9D8B030D-6E8A-4147-A177-3AD203B41FA5}">
                      <a16:colId xmlns:a16="http://schemas.microsoft.com/office/drawing/2014/main" val="20003"/>
                    </a:ext>
                  </a:extLst>
                </a:gridCol>
                <a:gridCol w="1485900">
                  <a:extLst>
                    <a:ext uri="{9D8B030D-6E8A-4147-A177-3AD203B41FA5}">
                      <a16:colId xmlns:a16="http://schemas.microsoft.com/office/drawing/2014/main" val="20004"/>
                    </a:ext>
                  </a:extLst>
                </a:gridCol>
                <a:gridCol w="1484313">
                  <a:extLst>
                    <a:ext uri="{9D8B030D-6E8A-4147-A177-3AD203B41FA5}">
                      <a16:colId xmlns:a16="http://schemas.microsoft.com/office/drawing/2014/main" val="20005"/>
                    </a:ext>
                  </a:extLst>
                </a:gridCol>
              </a:tblGrid>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base 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signo magnitud</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exceso a 8</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exceso a 7</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+7</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1111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1110  </a:t>
                      </a:r>
                      <a:r>
                        <a:rPr kumimoji="0" lang="es-ES_tradnl" sz="1500" b="0" i="0" u="none" strike="noStrike" cap="none" normalizeH="0" baseline="0">
                          <a:ln>
                            <a:noFill/>
                          </a:ln>
                          <a:solidFill>
                            <a:schemeClr val="tx1"/>
                          </a:solidFill>
                          <a:effectLst/>
                          <a:latin typeface="Times New Roman" pitchFamily="18" charset="0"/>
                          <a:sym typeface="Symbol" pitchFamily="18" charset="2"/>
                        </a:rPr>
                        <a:t></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+6</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1110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+5</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+4</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+3</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8300">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+2</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s-ES"/>
                    </a:p>
                  </a:txBody>
                  <a:tcPr/>
                </a:tc>
                <a:tc vMerge="1">
                  <a:txBody>
                    <a:bodyPr/>
                    <a:lstStyle/>
                    <a:p>
                      <a:endParaRPr lang="es-ES"/>
                    </a:p>
                  </a:txBody>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-2</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-3</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-4</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68300">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-5</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-6</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-7</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-8</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a:latin typeface="Malacitana" panose="00000500000000000000" pitchFamily="50" charset="0"/>
              </a:rPr>
              <a:t>Representación </a:t>
            </a:r>
            <a:r>
              <a:rPr lang="es-ES" b="1" i="1" dirty="0">
                <a:latin typeface="Malacitana" panose="00000500000000000000" pitchFamily="50" charset="0"/>
              </a:rPr>
              <a:t>de negativos en complemento a 2</a:t>
            </a:r>
            <a:endParaRPr lang="en-GB" b="1" dirty="0">
              <a:latin typeface="Malacitana" panose="00000500000000000000" pitchFamily="50" charset="0"/>
            </a:endParaRPr>
          </a:p>
        </p:txBody>
      </p:sp>
      <p:sp>
        <p:nvSpPr>
          <p:cNvPr id="3" name="Marcador de contenido 2"/>
          <p:cNvSpPr>
            <a:spLocks noGrp="1"/>
          </p:cNvSpPr>
          <p:nvPr>
            <p:ph sz="quarter" idx="1"/>
          </p:nvPr>
        </p:nvSpPr>
        <p:spPr>
          <a:xfrm>
            <a:off x="270099" y="1890266"/>
            <a:ext cx="9361039" cy="5382643"/>
          </a:xfrm>
        </p:spPr>
        <p:txBody>
          <a:bodyPr>
            <a:normAutofit fontScale="92500" lnSpcReduction="10000"/>
          </a:bodyPr>
          <a:lstStyle/>
          <a:p>
            <a:r>
              <a:rPr lang="es-ES" dirty="0">
                <a:latin typeface="Malacitana" panose="00000500000000000000" pitchFamily="50" charset="0"/>
              </a:rPr>
              <a:t>Es la representación estándar para números enteros</a:t>
            </a:r>
            <a:endParaRPr lang="en-GB" dirty="0">
              <a:latin typeface="Malacitana" panose="00000500000000000000" pitchFamily="50" charset="0"/>
            </a:endParaRPr>
          </a:p>
          <a:p>
            <a:r>
              <a:rPr lang="es-ES" dirty="0">
                <a:latin typeface="Malacitana" panose="00000500000000000000" pitchFamily="50" charset="0"/>
              </a:rPr>
              <a:t>El bit de signo es el más significativo:</a:t>
            </a:r>
          </a:p>
          <a:p>
            <a:pPr lvl="1"/>
            <a:r>
              <a:rPr lang="es-ES" dirty="0">
                <a:solidFill>
                  <a:srgbClr val="FF0000"/>
                </a:solidFill>
                <a:latin typeface="Malacitana" panose="00000500000000000000" pitchFamily="50" charset="0"/>
              </a:rPr>
              <a:t>0</a:t>
            </a:r>
            <a:r>
              <a:rPr lang="es-ES" dirty="0">
                <a:latin typeface="Malacitana" panose="00000500000000000000" pitchFamily="50" charset="0"/>
              </a:rPr>
              <a:t>1010101  </a:t>
            </a:r>
            <a:r>
              <a:rPr lang="es-ES" dirty="0">
                <a:latin typeface="Malacitana" panose="00000500000000000000" pitchFamily="50" charset="0"/>
                <a:sym typeface="Wingdings" panose="05000000000000000000" pitchFamily="2" charset="2"/>
              </a:rPr>
              <a:t> Este número de n=8 bits es positivo</a:t>
            </a:r>
          </a:p>
          <a:p>
            <a:pPr lvl="1"/>
            <a:r>
              <a:rPr lang="es-ES" dirty="0">
                <a:solidFill>
                  <a:srgbClr val="FF0000"/>
                </a:solidFill>
                <a:latin typeface="Malacitana" panose="00000500000000000000" pitchFamily="50" charset="0"/>
                <a:sym typeface="Wingdings" panose="05000000000000000000" pitchFamily="2" charset="2"/>
              </a:rPr>
              <a:t>1</a:t>
            </a:r>
            <a:r>
              <a:rPr lang="es-ES" dirty="0">
                <a:latin typeface="Malacitana" panose="00000500000000000000" pitchFamily="50" charset="0"/>
                <a:sym typeface="Wingdings" panose="05000000000000000000" pitchFamily="2" charset="2"/>
              </a:rPr>
              <a:t>001  Este número de n=4 bits es negativo</a:t>
            </a:r>
          </a:p>
          <a:p>
            <a:r>
              <a:rPr lang="es-ES" dirty="0">
                <a:latin typeface="Malacitana" panose="00000500000000000000" pitchFamily="50" charset="0"/>
                <a:sym typeface="Wingdings" panose="05000000000000000000" pitchFamily="2" charset="2"/>
              </a:rPr>
              <a:t>Si el número es positivo, se representa en binario natural</a:t>
            </a:r>
          </a:p>
          <a:p>
            <a:pPr lvl="1"/>
            <a:r>
              <a:rPr lang="es-ES" dirty="0">
                <a:latin typeface="Malacitana" panose="00000500000000000000" pitchFamily="50" charset="0"/>
                <a:sym typeface="Wingdings" panose="05000000000000000000" pitchFamily="2" charset="2"/>
              </a:rPr>
              <a:t>De 0 a 2</a:t>
            </a:r>
            <a:r>
              <a:rPr lang="es-ES" baseline="30000" dirty="0">
                <a:latin typeface="Malacitana" panose="00000500000000000000" pitchFamily="50" charset="0"/>
                <a:sym typeface="Wingdings" panose="05000000000000000000" pitchFamily="2" charset="2"/>
              </a:rPr>
              <a:t>n</a:t>
            </a:r>
            <a:r>
              <a:rPr lang="es-ES" dirty="0">
                <a:latin typeface="Malacitana" panose="00000500000000000000" pitchFamily="50" charset="0"/>
                <a:sym typeface="Wingdings" panose="05000000000000000000" pitchFamily="2" charset="2"/>
              </a:rPr>
              <a:t>-1</a:t>
            </a:r>
          </a:p>
          <a:p>
            <a:r>
              <a:rPr lang="es-ES" dirty="0">
                <a:latin typeface="Malacitana" panose="00000500000000000000" pitchFamily="50" charset="0"/>
                <a:sym typeface="Wingdings" panose="05000000000000000000" pitchFamily="2" charset="2"/>
              </a:rPr>
              <a:t>Si el número es negativo…</a:t>
            </a:r>
          </a:p>
          <a:p>
            <a:pPr lvl="1"/>
            <a:r>
              <a:rPr lang="es-ES" dirty="0">
                <a:latin typeface="Malacitana" panose="00000500000000000000" pitchFamily="50" charset="0"/>
                <a:sym typeface="Wingdings" panose="05000000000000000000" pitchFamily="2" charset="2"/>
              </a:rPr>
              <a:t>La representación no es muy poco intuitiva</a:t>
            </a:r>
          </a:p>
          <a:p>
            <a:pPr lvl="1"/>
            <a:r>
              <a:rPr lang="es-ES" dirty="0">
                <a:latin typeface="Malacitana" panose="00000500000000000000" pitchFamily="50" charset="0"/>
                <a:sym typeface="Wingdings" panose="05000000000000000000" pitchFamily="2" charset="2"/>
              </a:rPr>
              <a:t>Los negativos se representan en complemento a 2</a:t>
            </a:r>
            <a:r>
              <a:rPr lang="es-ES" baseline="30000" dirty="0">
                <a:latin typeface="Malacitana" panose="00000500000000000000" pitchFamily="50" charset="0"/>
                <a:sym typeface="Wingdings" panose="05000000000000000000" pitchFamily="2" charset="2"/>
              </a:rPr>
              <a:t>n</a:t>
            </a:r>
            <a:r>
              <a:rPr lang="es-ES" dirty="0">
                <a:latin typeface="Malacitana" panose="00000500000000000000" pitchFamily="50" charset="0"/>
                <a:sym typeface="Wingdings" panose="05000000000000000000" pitchFamily="2" charset="2"/>
              </a:rPr>
              <a:t> del valor absoluto:</a:t>
            </a:r>
          </a:p>
          <a:p>
            <a:pPr lvl="5"/>
            <a:r>
              <a:rPr lang="es-ES" i="1" dirty="0" err="1">
                <a:latin typeface="Malacitana" panose="00000500000000000000" pitchFamily="50" charset="0"/>
                <a:sym typeface="Wingdings" panose="05000000000000000000" pitchFamily="2" charset="2"/>
              </a:rPr>
              <a:t>BinarioNatural</a:t>
            </a:r>
            <a:r>
              <a:rPr lang="es-ES" dirty="0">
                <a:latin typeface="Malacitana" panose="00000500000000000000" pitchFamily="50" charset="0"/>
                <a:sym typeface="Wingdings" panose="05000000000000000000" pitchFamily="2" charset="2"/>
              </a:rPr>
              <a:t>(2</a:t>
            </a:r>
            <a:r>
              <a:rPr lang="es-ES" baseline="30000" dirty="0">
                <a:latin typeface="Malacitana" panose="00000500000000000000" pitchFamily="50" charset="0"/>
                <a:sym typeface="Wingdings" panose="05000000000000000000" pitchFamily="2" charset="2"/>
              </a:rPr>
              <a:t>n</a:t>
            </a:r>
            <a:r>
              <a:rPr lang="es-ES" dirty="0">
                <a:latin typeface="Malacitana" panose="00000500000000000000" pitchFamily="50" charset="0"/>
                <a:sym typeface="Wingdings" panose="05000000000000000000" pitchFamily="2" charset="2"/>
              </a:rPr>
              <a:t> – </a:t>
            </a:r>
            <a:r>
              <a:rPr lang="es-ES" i="1" dirty="0" err="1">
                <a:latin typeface="Malacitana" panose="00000500000000000000" pitchFamily="50" charset="0"/>
                <a:sym typeface="Wingdings" panose="05000000000000000000" pitchFamily="2" charset="2"/>
              </a:rPr>
              <a:t>abs</a:t>
            </a:r>
            <a:r>
              <a:rPr lang="es-ES" dirty="0">
                <a:latin typeface="Malacitana" panose="00000500000000000000" pitchFamily="50" charset="0"/>
                <a:sym typeface="Wingdings" panose="05000000000000000000" pitchFamily="2" charset="2"/>
              </a:rPr>
              <a:t>(N))	</a:t>
            </a:r>
          </a:p>
          <a:p>
            <a:pPr lvl="1"/>
            <a:endParaRPr lang="es-ES" dirty="0">
              <a:latin typeface="Malacitana" panose="00000500000000000000" pitchFamily="50" charset="0"/>
              <a:sym typeface="Wingdings" panose="05000000000000000000" pitchFamily="2" charset="2"/>
            </a:endParaRPr>
          </a:p>
          <a:p>
            <a:r>
              <a:rPr lang="es-ES" dirty="0">
                <a:latin typeface="Malacitana" panose="00000500000000000000" pitchFamily="50" charset="0"/>
                <a:sym typeface="Wingdings" panose="05000000000000000000" pitchFamily="2" charset="2"/>
              </a:rPr>
              <a:t>La denominación auténtica es </a:t>
            </a:r>
            <a:r>
              <a:rPr lang="es-ES" i="1" dirty="0">
                <a:solidFill>
                  <a:srgbClr val="00B050"/>
                </a:solidFill>
                <a:latin typeface="Malacitana" panose="00000500000000000000" pitchFamily="50" charset="0"/>
                <a:sym typeface="Wingdings" panose="05000000000000000000" pitchFamily="2" charset="2"/>
              </a:rPr>
              <a:t>Negativos en complemento a 2</a:t>
            </a:r>
            <a:r>
              <a:rPr lang="es-ES" i="1" baseline="30000" dirty="0">
                <a:solidFill>
                  <a:srgbClr val="00B050"/>
                </a:solidFill>
                <a:latin typeface="Malacitana" panose="00000500000000000000" pitchFamily="50" charset="0"/>
                <a:sym typeface="Wingdings" panose="05000000000000000000" pitchFamily="2" charset="2"/>
              </a:rPr>
              <a:t>n</a:t>
            </a:r>
            <a:endParaRPr lang="es-ES" i="1" dirty="0">
              <a:solidFill>
                <a:srgbClr val="00B050"/>
              </a:solidFill>
              <a:latin typeface="Malacitana" panose="00000500000000000000" pitchFamily="50" charset="0"/>
              <a:sym typeface="Wingdings" panose="05000000000000000000" pitchFamily="2" charset="2"/>
            </a:endParaRPr>
          </a:p>
        </p:txBody>
      </p:sp>
    </p:spTree>
    <p:extLst>
      <p:ext uri="{BB962C8B-B14F-4D97-AF65-F5344CB8AC3E}">
        <p14:creationId xmlns:p14="http://schemas.microsoft.com/office/powerpoint/2010/main" val="19336930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493713" y="0"/>
            <a:ext cx="9077325" cy="900113"/>
          </a:xfrm>
          <a:noFill/>
        </p:spPr>
        <p:txBody>
          <a:bodyPr/>
          <a:lstStyle/>
          <a:p>
            <a:pPr eaLnBrk="1" hangingPunct="1"/>
            <a:r>
              <a:rPr lang="es-ES_tradnl"/>
              <a:t>Representaciones</a:t>
            </a:r>
            <a:endParaRPr lang="es-ES"/>
          </a:p>
        </p:txBody>
      </p:sp>
      <p:graphicFrame>
        <p:nvGraphicFramePr>
          <p:cNvPr id="40079" name="Group 143"/>
          <p:cNvGraphicFramePr>
            <a:graphicFrameLocks noGrp="1"/>
          </p:cNvGraphicFramePr>
          <p:nvPr>
            <p:extLst>
              <p:ext uri="{D42A27DB-BD31-4B8C-83A1-F6EECF244321}">
                <p14:modId xmlns:p14="http://schemas.microsoft.com/office/powerpoint/2010/main" val="2975505521"/>
              </p:ext>
            </p:extLst>
          </p:nvPr>
        </p:nvGraphicFramePr>
        <p:xfrm>
          <a:off x="660400" y="989013"/>
          <a:ext cx="8580438" cy="6654808"/>
        </p:xfrm>
        <a:graphic>
          <a:graphicData uri="http://schemas.openxmlformats.org/drawingml/2006/table">
            <a:tbl>
              <a:tblPr/>
              <a:tblGrid>
                <a:gridCol w="990600">
                  <a:extLst>
                    <a:ext uri="{9D8B030D-6E8A-4147-A177-3AD203B41FA5}">
                      <a16:colId xmlns:a16="http://schemas.microsoft.com/office/drawing/2014/main" val="20000"/>
                    </a:ext>
                  </a:extLst>
                </a:gridCol>
                <a:gridCol w="1649413">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gridCol w="1484312">
                  <a:extLst>
                    <a:ext uri="{9D8B030D-6E8A-4147-A177-3AD203B41FA5}">
                      <a16:colId xmlns:a16="http://schemas.microsoft.com/office/drawing/2014/main" val="20003"/>
                    </a:ext>
                  </a:extLst>
                </a:gridCol>
                <a:gridCol w="1485900">
                  <a:extLst>
                    <a:ext uri="{9D8B030D-6E8A-4147-A177-3AD203B41FA5}">
                      <a16:colId xmlns:a16="http://schemas.microsoft.com/office/drawing/2014/main" val="20004"/>
                    </a:ext>
                  </a:extLst>
                </a:gridCol>
                <a:gridCol w="1484313">
                  <a:extLst>
                    <a:ext uri="{9D8B030D-6E8A-4147-A177-3AD203B41FA5}">
                      <a16:colId xmlns:a16="http://schemas.microsoft.com/office/drawing/2014/main" val="20005"/>
                    </a:ext>
                  </a:extLst>
                </a:gridCol>
              </a:tblGrid>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base 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signo magnitud</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exceso a 8</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exceso a 7</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negativos C–2</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+7</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1111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1110  </a:t>
                      </a:r>
                      <a:r>
                        <a:rPr kumimoji="0" lang="es-ES_tradnl" sz="1500" b="0" i="0" u="none" strike="noStrike" cap="none" normalizeH="0" baseline="0">
                          <a:ln>
                            <a:noFill/>
                          </a:ln>
                          <a:solidFill>
                            <a:schemeClr val="tx1"/>
                          </a:solidFill>
                          <a:effectLst/>
                          <a:latin typeface="Times New Roman" pitchFamily="18" charset="0"/>
                          <a:sym typeface="Symbol" pitchFamily="18" charset="2"/>
                        </a:rPr>
                        <a:t></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dirty="0">
                          <a:ln>
                            <a:noFill/>
                          </a:ln>
                          <a:solidFill>
                            <a:srgbClr val="00B050"/>
                          </a:solidFill>
                          <a:effectLst/>
                          <a:latin typeface="Times New Roman" pitchFamily="18" charset="0"/>
                        </a:rPr>
                        <a:t>0 111</a:t>
                      </a:r>
                      <a:endParaRPr kumimoji="0" lang="es-ES" sz="1500" b="0" i="0" u="none" strike="noStrike" cap="none" normalizeH="0" baseline="0" dirty="0">
                        <a:ln>
                          <a:noFill/>
                        </a:ln>
                        <a:solidFill>
                          <a:srgbClr val="00B050"/>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+6</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1110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dirty="0">
                          <a:ln>
                            <a:noFill/>
                          </a:ln>
                          <a:solidFill>
                            <a:srgbClr val="00B050"/>
                          </a:solidFill>
                          <a:effectLst/>
                          <a:latin typeface="Times New Roman" pitchFamily="18" charset="0"/>
                        </a:rPr>
                        <a:t>0 110</a:t>
                      </a:r>
                      <a:endParaRPr kumimoji="0" lang="es-ES" sz="1500" b="0" i="0" u="none" strike="noStrike" cap="none" normalizeH="0" baseline="0" dirty="0">
                        <a:ln>
                          <a:noFill/>
                        </a:ln>
                        <a:solidFill>
                          <a:srgbClr val="00B050"/>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+5</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dirty="0">
                          <a:ln>
                            <a:noFill/>
                          </a:ln>
                          <a:solidFill>
                            <a:srgbClr val="00B050"/>
                          </a:solidFill>
                          <a:effectLst/>
                          <a:latin typeface="Times New Roman" pitchFamily="18" charset="0"/>
                        </a:rPr>
                        <a:t>0 101</a:t>
                      </a:r>
                      <a:endParaRPr kumimoji="0" lang="es-ES" sz="1500" b="0" i="0" u="none" strike="noStrike" cap="none" normalizeH="0" baseline="0" dirty="0">
                        <a:ln>
                          <a:noFill/>
                        </a:ln>
                        <a:solidFill>
                          <a:srgbClr val="00B050"/>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+4</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dirty="0">
                          <a:ln>
                            <a:noFill/>
                          </a:ln>
                          <a:solidFill>
                            <a:srgbClr val="00B050"/>
                          </a:solidFill>
                          <a:effectLst/>
                          <a:latin typeface="Times New Roman" pitchFamily="18" charset="0"/>
                        </a:rPr>
                        <a:t>0 100</a:t>
                      </a:r>
                      <a:endParaRPr kumimoji="0" lang="es-ES" sz="1500" b="0" i="0" u="none" strike="noStrike" cap="none" normalizeH="0" baseline="0" dirty="0">
                        <a:ln>
                          <a:noFill/>
                        </a:ln>
                        <a:solidFill>
                          <a:srgbClr val="00B050"/>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+3</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dirty="0">
                          <a:ln>
                            <a:noFill/>
                          </a:ln>
                          <a:solidFill>
                            <a:srgbClr val="00B050"/>
                          </a:solidFill>
                          <a:effectLst/>
                          <a:latin typeface="Times New Roman" pitchFamily="18" charset="0"/>
                        </a:rPr>
                        <a:t>0 011</a:t>
                      </a:r>
                      <a:endParaRPr kumimoji="0" lang="es-ES" sz="1500" b="0" i="0" u="none" strike="noStrike" cap="none" normalizeH="0" baseline="0" dirty="0">
                        <a:ln>
                          <a:noFill/>
                        </a:ln>
                        <a:solidFill>
                          <a:srgbClr val="00B050"/>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8300">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+2</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dirty="0">
                          <a:ln>
                            <a:noFill/>
                          </a:ln>
                          <a:solidFill>
                            <a:srgbClr val="00B050"/>
                          </a:solidFill>
                          <a:effectLst/>
                          <a:latin typeface="Times New Roman" pitchFamily="18" charset="0"/>
                        </a:rPr>
                        <a:t>0 010</a:t>
                      </a:r>
                      <a:endParaRPr kumimoji="0" lang="es-ES" sz="1500" b="0" i="0" u="none" strike="noStrike" cap="none" normalizeH="0" baseline="0" dirty="0">
                        <a:ln>
                          <a:noFill/>
                        </a:ln>
                        <a:solidFill>
                          <a:srgbClr val="00B050"/>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dirty="0">
                          <a:ln>
                            <a:noFill/>
                          </a:ln>
                          <a:solidFill>
                            <a:srgbClr val="00B050"/>
                          </a:solidFill>
                          <a:effectLst/>
                          <a:latin typeface="Times New Roman" pitchFamily="18" charset="0"/>
                        </a:rPr>
                        <a:t>0 001</a:t>
                      </a:r>
                      <a:endParaRPr kumimoji="0" lang="es-ES" sz="1500" b="0" i="0" u="none" strike="noStrike" cap="none" normalizeH="0" baseline="0" dirty="0">
                        <a:ln>
                          <a:noFill/>
                        </a:ln>
                        <a:solidFill>
                          <a:srgbClr val="00B050"/>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dirty="0">
                          <a:ln>
                            <a:noFill/>
                          </a:ln>
                          <a:solidFill>
                            <a:srgbClr val="00B050"/>
                          </a:solidFill>
                          <a:effectLst/>
                          <a:latin typeface="Times New Roman" pitchFamily="18" charset="0"/>
                        </a:rPr>
                        <a:t>0 000</a:t>
                      </a:r>
                      <a:endParaRPr kumimoji="0" lang="es-ES" sz="1500" b="0" i="0" u="none" strike="noStrike" cap="none" normalizeH="0" baseline="0" dirty="0">
                        <a:ln>
                          <a:noFill/>
                        </a:ln>
                        <a:solidFill>
                          <a:srgbClr val="00B050"/>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s-ES"/>
                    </a:p>
                  </a:txBody>
                  <a:tcPr/>
                </a:tc>
                <a:tc vMerge="1">
                  <a:txBody>
                    <a:bodyPr/>
                    <a:lstStyle/>
                    <a:p>
                      <a:endParaRPr lang="es-ES"/>
                    </a:p>
                  </a:txBody>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s-ES"/>
                    </a:p>
                  </a:txBody>
                  <a:tcPr/>
                </a:tc>
                <a:extLst>
                  <a:ext uri="{0D108BD9-81ED-4DB2-BD59-A6C34878D82A}">
                    <a16:rowId xmlns:a16="http://schemas.microsoft.com/office/drawing/2014/main" val="10009"/>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1"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-2</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-3</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-4</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68300">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-5</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-6</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-7</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-8</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dirty="0">
                          <a:ln>
                            <a:noFill/>
                          </a:ln>
                          <a:solidFill>
                            <a:schemeClr val="tx1"/>
                          </a:solidFill>
                          <a:effectLst/>
                          <a:latin typeface="Times New Roman" pitchFamily="18" charset="0"/>
                        </a:rPr>
                        <a:t>1 000</a:t>
                      </a: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
        <p:nvSpPr>
          <p:cNvPr id="2" name="CuadroTexto 1"/>
          <p:cNvSpPr txBox="1"/>
          <p:nvPr/>
        </p:nvSpPr>
        <p:spPr>
          <a:xfrm>
            <a:off x="5670699" y="6570786"/>
            <a:ext cx="1776448" cy="292388"/>
          </a:xfrm>
          <a:prstGeom prst="rect">
            <a:avLst/>
          </a:prstGeom>
          <a:noFill/>
        </p:spPr>
        <p:txBody>
          <a:bodyPr wrap="none" rtlCol="0">
            <a:spAutoFit/>
          </a:bodyPr>
          <a:lstStyle/>
          <a:p>
            <a:r>
              <a:rPr lang="es-ES" dirty="0"/>
              <a:t>Complemento a 16 de 6</a:t>
            </a:r>
            <a:endParaRPr lang="en-GB" dirty="0"/>
          </a:p>
        </p:txBody>
      </p:sp>
      <p:sp>
        <p:nvSpPr>
          <p:cNvPr id="5" name="CuadroTexto 4"/>
          <p:cNvSpPr txBox="1"/>
          <p:nvPr/>
        </p:nvSpPr>
        <p:spPr>
          <a:xfrm>
            <a:off x="5670699" y="7290866"/>
            <a:ext cx="1776448" cy="292388"/>
          </a:xfrm>
          <a:prstGeom prst="rect">
            <a:avLst/>
          </a:prstGeom>
          <a:noFill/>
        </p:spPr>
        <p:txBody>
          <a:bodyPr wrap="none" rtlCol="0">
            <a:spAutoFit/>
          </a:bodyPr>
          <a:lstStyle/>
          <a:p>
            <a:r>
              <a:rPr lang="es-ES" dirty="0"/>
              <a:t>Complemento a 16 de 8</a:t>
            </a:r>
            <a:endParaRPr lang="en-GB" dirty="0"/>
          </a:p>
        </p:txBody>
      </p:sp>
      <p:sp>
        <p:nvSpPr>
          <p:cNvPr id="6" name="CuadroTexto 5"/>
          <p:cNvSpPr txBox="1"/>
          <p:nvPr/>
        </p:nvSpPr>
        <p:spPr>
          <a:xfrm>
            <a:off x="5670699" y="5058618"/>
            <a:ext cx="1776448" cy="292388"/>
          </a:xfrm>
          <a:prstGeom prst="rect">
            <a:avLst/>
          </a:prstGeom>
          <a:noFill/>
        </p:spPr>
        <p:txBody>
          <a:bodyPr wrap="none" rtlCol="0">
            <a:spAutoFit/>
          </a:bodyPr>
          <a:lstStyle/>
          <a:p>
            <a:r>
              <a:rPr lang="es-ES" dirty="0"/>
              <a:t>Complemento a 16 de 2</a:t>
            </a:r>
            <a:endParaRPr lang="en-GB" dirty="0"/>
          </a:p>
        </p:txBody>
      </p:sp>
      <p:cxnSp>
        <p:nvCxnSpPr>
          <p:cNvPr id="4" name="Conector recto de flecha 3"/>
          <p:cNvCxnSpPr/>
          <p:nvPr/>
        </p:nvCxnSpPr>
        <p:spPr>
          <a:xfrm>
            <a:off x="7447147" y="5204812"/>
            <a:ext cx="3117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ector recto de flecha 8"/>
          <p:cNvCxnSpPr/>
          <p:nvPr/>
        </p:nvCxnSpPr>
        <p:spPr>
          <a:xfrm>
            <a:off x="7447147" y="6716980"/>
            <a:ext cx="3117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p:cNvCxnSpPr/>
          <p:nvPr/>
        </p:nvCxnSpPr>
        <p:spPr>
          <a:xfrm>
            <a:off x="7443655" y="7437060"/>
            <a:ext cx="3117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Negativos en complemento a 2</a:t>
            </a:r>
            <a:endParaRPr lang="en-GB" dirty="0"/>
          </a:p>
        </p:txBody>
      </p:sp>
      <p:sp>
        <p:nvSpPr>
          <p:cNvPr id="3" name="Marcador de contenido 2"/>
          <p:cNvSpPr>
            <a:spLocks noGrp="1"/>
          </p:cNvSpPr>
          <p:nvPr>
            <p:ph sz="quarter" idx="1"/>
          </p:nvPr>
        </p:nvSpPr>
        <p:spPr>
          <a:xfrm>
            <a:off x="495062" y="1440180"/>
            <a:ext cx="8415997" cy="3258398"/>
          </a:xfrm>
        </p:spPr>
        <p:txBody>
          <a:bodyPr>
            <a:normAutofit/>
          </a:bodyPr>
          <a:lstStyle/>
          <a:p>
            <a:r>
              <a:rPr lang="es-ES" sz="2400" dirty="0">
                <a:latin typeface="Malacitana" panose="00000500000000000000" pitchFamily="50" charset="0"/>
              </a:rPr>
              <a:t>¿Porqué un formato tan poco intuitivo?</a:t>
            </a:r>
          </a:p>
          <a:p>
            <a:endParaRPr lang="es-ES" sz="2400" dirty="0">
              <a:latin typeface="Malacitana" panose="00000500000000000000" pitchFamily="50" charset="0"/>
            </a:endParaRPr>
          </a:p>
          <a:p>
            <a:r>
              <a:rPr lang="es-ES" sz="2400" b="1" dirty="0">
                <a:latin typeface="Malacitana" panose="00000500000000000000" pitchFamily="50" charset="0"/>
              </a:rPr>
              <a:t>Motivo nº 1: aritmética mucho más sencilla</a:t>
            </a:r>
            <a:r>
              <a:rPr lang="es-ES" sz="2400" dirty="0">
                <a:latin typeface="Malacitana" panose="00000500000000000000" pitchFamily="50" charset="0"/>
              </a:rPr>
              <a:t>.</a:t>
            </a:r>
          </a:p>
          <a:p>
            <a:endParaRPr lang="es-ES" sz="2400" dirty="0">
              <a:latin typeface="Malacitana" panose="00000500000000000000" pitchFamily="50" charset="0"/>
            </a:endParaRPr>
          </a:p>
          <a:p>
            <a:pPr marL="0" indent="0">
              <a:buNone/>
            </a:pPr>
            <a:r>
              <a:rPr lang="es-ES" sz="2400" dirty="0">
                <a:latin typeface="Malacitana" panose="00000500000000000000" pitchFamily="50" charset="0"/>
              </a:rPr>
              <a:t>Veamos ejemplos equivalentes en base 10, con n=2, y negativos en complemento a 100 (y utilizo colores en lugar de signos)</a:t>
            </a:r>
          </a:p>
          <a:p>
            <a:pPr marL="0" indent="0">
              <a:buNone/>
            </a:pPr>
            <a:endParaRPr lang="es-ES" sz="2400" dirty="0">
              <a:latin typeface="Malacitana" panose="00000500000000000000" pitchFamily="50" charset="0"/>
            </a:endParaRPr>
          </a:p>
          <a:p>
            <a:pPr marL="0" indent="0">
              <a:buNone/>
            </a:pPr>
            <a:endParaRPr lang="es-ES" sz="2400" dirty="0">
              <a:latin typeface="Malacitana" panose="00000500000000000000" pitchFamily="50" charset="0"/>
            </a:endParaRPr>
          </a:p>
        </p:txBody>
      </p:sp>
      <p:sp>
        <p:nvSpPr>
          <p:cNvPr id="4" name="CuadroTexto 3"/>
          <p:cNvSpPr txBox="1"/>
          <p:nvPr/>
        </p:nvSpPr>
        <p:spPr>
          <a:xfrm>
            <a:off x="774154" y="4482554"/>
            <a:ext cx="8632021" cy="2893100"/>
          </a:xfrm>
          <a:prstGeom prst="rect">
            <a:avLst/>
          </a:prstGeom>
          <a:noFill/>
        </p:spPr>
        <p:txBody>
          <a:bodyPr wrap="square" rtlCol="0">
            <a:spAutoFit/>
          </a:bodyPr>
          <a:lstStyle/>
          <a:p>
            <a:pPr marL="0" indent="0" algn="l">
              <a:buNone/>
            </a:pPr>
            <a:r>
              <a:rPr lang="es-ES" sz="2000" dirty="0">
                <a:latin typeface="Malacitana" panose="00000500000000000000" pitchFamily="50" charset="0"/>
              </a:rPr>
              <a:t>Tengo 23 euros, y como es positivo lo represento 		</a:t>
            </a:r>
            <a:r>
              <a:rPr lang="es-ES" sz="2000" dirty="0">
                <a:solidFill>
                  <a:srgbClr val="00B050"/>
                </a:solidFill>
                <a:latin typeface="Malacitana" panose="00000500000000000000" pitchFamily="50" charset="0"/>
              </a:rPr>
              <a:t>23 euros</a:t>
            </a:r>
          </a:p>
          <a:p>
            <a:pPr marL="0" indent="0" algn="l">
              <a:buNone/>
            </a:pPr>
            <a:r>
              <a:rPr lang="es-ES" sz="2000" dirty="0">
                <a:latin typeface="Malacitana" panose="00000500000000000000" pitchFamily="50" charset="0"/>
              </a:rPr>
              <a:t>Gasto 12 euros en mascarillas. </a:t>
            </a:r>
          </a:p>
          <a:p>
            <a:pPr marL="0" indent="0" algn="l">
              <a:buNone/>
            </a:pPr>
            <a:r>
              <a:rPr lang="es-ES" sz="2000" dirty="0">
                <a:latin typeface="Malacitana" panose="00000500000000000000" pitchFamily="50" charset="0"/>
              </a:rPr>
              <a:t>Lo represento en complemento a 100:                		</a:t>
            </a:r>
            <a:r>
              <a:rPr lang="es-ES" sz="2000" dirty="0">
                <a:solidFill>
                  <a:srgbClr val="FF0000"/>
                </a:solidFill>
                <a:latin typeface="Malacitana" panose="00000500000000000000" pitchFamily="50" charset="0"/>
              </a:rPr>
              <a:t>88 euros</a:t>
            </a:r>
          </a:p>
          <a:p>
            <a:pPr marL="0" indent="0" algn="l">
              <a:buNone/>
            </a:pPr>
            <a:endParaRPr lang="es-ES" sz="2000" dirty="0">
              <a:solidFill>
                <a:srgbClr val="FF0000"/>
              </a:solidFill>
              <a:latin typeface="Malacitana" panose="00000500000000000000" pitchFamily="50" charset="0"/>
            </a:endParaRPr>
          </a:p>
          <a:p>
            <a:pPr marL="0" indent="0" algn="l">
              <a:buNone/>
            </a:pPr>
            <a:r>
              <a:rPr lang="es-ES" sz="2000" dirty="0">
                <a:latin typeface="Malacitana" panose="00000500000000000000" pitchFamily="50" charset="0"/>
              </a:rPr>
              <a:t>¿Cuánto suman las dos cantidades?     			</a:t>
            </a:r>
            <a:r>
              <a:rPr lang="es-ES" sz="2800" dirty="0">
                <a:solidFill>
                  <a:srgbClr val="00B050"/>
                </a:solidFill>
                <a:latin typeface="Malacitana" panose="00000500000000000000" pitchFamily="50" charset="0"/>
              </a:rPr>
              <a:t>23</a:t>
            </a:r>
          </a:p>
          <a:p>
            <a:pPr marL="0" indent="0" algn="l">
              <a:buNone/>
            </a:pPr>
            <a:r>
              <a:rPr lang="es-ES" sz="2800" dirty="0">
                <a:latin typeface="Malacitana" panose="00000500000000000000" pitchFamily="50" charset="0"/>
              </a:rPr>
              <a:t>						       +</a:t>
            </a:r>
            <a:r>
              <a:rPr lang="es-ES" sz="2800" dirty="0">
                <a:solidFill>
                  <a:srgbClr val="FF0000"/>
                </a:solidFill>
                <a:latin typeface="Malacitana" panose="00000500000000000000" pitchFamily="50" charset="0"/>
              </a:rPr>
              <a:t>88</a:t>
            </a:r>
            <a:r>
              <a:rPr lang="es-ES" sz="2800" dirty="0">
                <a:latin typeface="Malacitana" panose="00000500000000000000" pitchFamily="50" charset="0"/>
              </a:rPr>
              <a:t> </a:t>
            </a:r>
          </a:p>
          <a:p>
            <a:pPr marL="0" indent="0" algn="l">
              <a:buNone/>
            </a:pPr>
            <a:r>
              <a:rPr lang="es-ES" sz="2800" dirty="0">
                <a:solidFill>
                  <a:schemeClr val="bg1">
                    <a:lumMod val="75000"/>
                  </a:schemeClr>
                </a:solidFill>
                <a:latin typeface="Malacitana" panose="00000500000000000000" pitchFamily="50" charset="0"/>
              </a:rPr>
              <a:t>						        1</a:t>
            </a:r>
            <a:r>
              <a:rPr lang="es-ES" sz="2800" dirty="0">
                <a:solidFill>
                  <a:srgbClr val="00B050"/>
                </a:solidFill>
                <a:latin typeface="Malacitana" panose="00000500000000000000" pitchFamily="50" charset="0"/>
              </a:rPr>
              <a:t>11</a:t>
            </a:r>
            <a:r>
              <a:rPr lang="es-ES" sz="2800" dirty="0">
                <a:latin typeface="Malacitana" panose="00000500000000000000" pitchFamily="50" charset="0"/>
              </a:rPr>
              <a:t> </a:t>
            </a:r>
            <a:r>
              <a:rPr lang="es-ES" sz="2400" dirty="0">
                <a:latin typeface="Malacitana" panose="00000500000000000000" pitchFamily="50" charset="0"/>
              </a:rPr>
              <a:t>(n es 2)</a:t>
            </a:r>
            <a:endParaRPr lang="es-ES" sz="2800" dirty="0">
              <a:latin typeface="Malacitana" panose="00000500000000000000" pitchFamily="50" charset="0"/>
            </a:endParaRPr>
          </a:p>
          <a:p>
            <a:pPr algn="l"/>
            <a:endParaRPr lang="en-GB" sz="1800" dirty="0"/>
          </a:p>
        </p:txBody>
      </p:sp>
    </p:spTree>
    <p:extLst>
      <p:ext uri="{BB962C8B-B14F-4D97-AF65-F5344CB8AC3E}">
        <p14:creationId xmlns:p14="http://schemas.microsoft.com/office/powerpoint/2010/main" val="30723820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Negativos en complemento a 2</a:t>
            </a:r>
            <a:endParaRPr lang="en-GB" dirty="0"/>
          </a:p>
        </p:txBody>
      </p:sp>
      <p:sp>
        <p:nvSpPr>
          <p:cNvPr id="3" name="Marcador de contenido 2"/>
          <p:cNvSpPr>
            <a:spLocks noGrp="1"/>
          </p:cNvSpPr>
          <p:nvPr>
            <p:ph sz="quarter" idx="1"/>
          </p:nvPr>
        </p:nvSpPr>
        <p:spPr>
          <a:xfrm>
            <a:off x="495062" y="1440180"/>
            <a:ext cx="8415997" cy="3258398"/>
          </a:xfrm>
        </p:spPr>
        <p:txBody>
          <a:bodyPr>
            <a:normAutofit/>
          </a:bodyPr>
          <a:lstStyle/>
          <a:p>
            <a:r>
              <a:rPr lang="es-ES" sz="2400" dirty="0">
                <a:latin typeface="Malacitana" panose="00000500000000000000" pitchFamily="50" charset="0"/>
              </a:rPr>
              <a:t>¿Porqué un formato tan poco intuitivo?</a:t>
            </a:r>
          </a:p>
          <a:p>
            <a:endParaRPr lang="es-ES" sz="2400" dirty="0">
              <a:latin typeface="Malacitana" panose="00000500000000000000" pitchFamily="50" charset="0"/>
            </a:endParaRPr>
          </a:p>
          <a:p>
            <a:r>
              <a:rPr lang="es-ES" sz="2400" b="1" dirty="0">
                <a:latin typeface="Malacitana" panose="00000500000000000000" pitchFamily="50" charset="0"/>
              </a:rPr>
              <a:t>Motivo nº 1: aritmética mucho más sencilla</a:t>
            </a:r>
            <a:r>
              <a:rPr lang="es-ES" sz="2400" dirty="0">
                <a:latin typeface="Malacitana" panose="00000500000000000000" pitchFamily="50" charset="0"/>
              </a:rPr>
              <a:t>.</a:t>
            </a:r>
          </a:p>
          <a:p>
            <a:endParaRPr lang="es-ES" sz="2400" dirty="0">
              <a:latin typeface="Malacitana" panose="00000500000000000000" pitchFamily="50" charset="0"/>
            </a:endParaRPr>
          </a:p>
          <a:p>
            <a:pPr marL="0" indent="0">
              <a:buNone/>
            </a:pPr>
            <a:r>
              <a:rPr lang="es-ES" sz="2400" dirty="0">
                <a:latin typeface="Malacitana" panose="00000500000000000000" pitchFamily="50" charset="0"/>
              </a:rPr>
              <a:t>Veamos ejemplos equivalentes en base 10, con n=2, y negativos en complemento a 100 (y utilizo colores en lugar de signos)</a:t>
            </a:r>
          </a:p>
          <a:p>
            <a:pPr marL="0" indent="0">
              <a:buNone/>
            </a:pPr>
            <a:endParaRPr lang="es-ES" sz="2400" dirty="0">
              <a:latin typeface="Malacitana" panose="00000500000000000000" pitchFamily="50" charset="0"/>
            </a:endParaRPr>
          </a:p>
          <a:p>
            <a:pPr marL="0" indent="0">
              <a:buNone/>
            </a:pPr>
            <a:endParaRPr lang="es-ES" sz="2400" dirty="0">
              <a:latin typeface="Malacitana" panose="00000500000000000000" pitchFamily="50" charset="0"/>
            </a:endParaRPr>
          </a:p>
        </p:txBody>
      </p:sp>
      <p:sp>
        <p:nvSpPr>
          <p:cNvPr id="4" name="CuadroTexto 3"/>
          <p:cNvSpPr txBox="1"/>
          <p:nvPr/>
        </p:nvSpPr>
        <p:spPr>
          <a:xfrm>
            <a:off x="780346" y="4482554"/>
            <a:ext cx="8922801" cy="2893100"/>
          </a:xfrm>
          <a:prstGeom prst="rect">
            <a:avLst/>
          </a:prstGeom>
          <a:noFill/>
        </p:spPr>
        <p:txBody>
          <a:bodyPr wrap="square" rtlCol="0">
            <a:spAutoFit/>
          </a:bodyPr>
          <a:lstStyle/>
          <a:p>
            <a:pPr marL="0" indent="0" algn="l">
              <a:buNone/>
            </a:pPr>
            <a:r>
              <a:rPr lang="es-ES" sz="2000" dirty="0">
                <a:latin typeface="Malacitana" panose="00000500000000000000" pitchFamily="50" charset="0"/>
              </a:rPr>
              <a:t>Debo 44 euros, y como es negativo lo represento 		</a:t>
            </a:r>
            <a:r>
              <a:rPr lang="es-ES" sz="2000" dirty="0">
                <a:solidFill>
                  <a:srgbClr val="FF0000"/>
                </a:solidFill>
                <a:latin typeface="Malacitana" panose="00000500000000000000" pitchFamily="50" charset="0"/>
              </a:rPr>
              <a:t>56 euros</a:t>
            </a:r>
          </a:p>
          <a:p>
            <a:pPr marL="0" indent="0" algn="l">
              <a:buNone/>
            </a:pPr>
            <a:r>
              <a:rPr lang="es-ES" sz="2000" dirty="0">
                <a:latin typeface="Malacitana" panose="00000500000000000000" pitchFamily="50" charset="0"/>
              </a:rPr>
              <a:t>.</a:t>
            </a:r>
          </a:p>
          <a:p>
            <a:pPr marL="0" indent="0" algn="l">
              <a:buNone/>
            </a:pPr>
            <a:r>
              <a:rPr lang="es-ES" sz="2000" dirty="0">
                <a:latin typeface="Malacitana" panose="00000500000000000000" pitchFamily="50" charset="0"/>
              </a:rPr>
              <a:t>Me tocan 16 euros en la primitiva				</a:t>
            </a:r>
            <a:r>
              <a:rPr lang="es-ES" sz="2000" dirty="0">
                <a:solidFill>
                  <a:srgbClr val="00B050"/>
                </a:solidFill>
                <a:latin typeface="Malacitana" panose="00000500000000000000" pitchFamily="50" charset="0"/>
              </a:rPr>
              <a:t>16 euros</a:t>
            </a:r>
          </a:p>
          <a:p>
            <a:pPr marL="0" indent="0" algn="l">
              <a:buNone/>
            </a:pPr>
            <a:endParaRPr lang="es-ES" sz="2000" dirty="0">
              <a:solidFill>
                <a:srgbClr val="FF0000"/>
              </a:solidFill>
              <a:latin typeface="Malacitana" panose="00000500000000000000" pitchFamily="50" charset="0"/>
            </a:endParaRPr>
          </a:p>
          <a:p>
            <a:pPr marL="0" indent="0" algn="l">
              <a:buNone/>
            </a:pPr>
            <a:r>
              <a:rPr lang="es-ES" sz="2000" dirty="0">
                <a:latin typeface="Malacitana" panose="00000500000000000000" pitchFamily="50" charset="0"/>
              </a:rPr>
              <a:t>¿Cuánto suman las dos cantidades?     			</a:t>
            </a:r>
            <a:r>
              <a:rPr lang="es-ES" sz="2800" dirty="0">
                <a:solidFill>
                  <a:srgbClr val="FF0000"/>
                </a:solidFill>
                <a:latin typeface="Malacitana" panose="00000500000000000000" pitchFamily="50" charset="0"/>
              </a:rPr>
              <a:t>56</a:t>
            </a:r>
          </a:p>
          <a:p>
            <a:pPr marL="0" indent="0" algn="l">
              <a:buNone/>
            </a:pPr>
            <a:r>
              <a:rPr lang="es-ES" sz="2800" dirty="0">
                <a:latin typeface="Malacitana" panose="00000500000000000000" pitchFamily="50" charset="0"/>
              </a:rPr>
              <a:t>						       +</a:t>
            </a:r>
            <a:r>
              <a:rPr lang="es-ES" sz="2800" dirty="0">
                <a:solidFill>
                  <a:srgbClr val="00B050"/>
                </a:solidFill>
                <a:latin typeface="Malacitana" panose="00000500000000000000" pitchFamily="50" charset="0"/>
              </a:rPr>
              <a:t>16</a:t>
            </a:r>
            <a:r>
              <a:rPr lang="es-ES" sz="2800" dirty="0">
                <a:latin typeface="Malacitana" panose="00000500000000000000" pitchFamily="50" charset="0"/>
              </a:rPr>
              <a:t> </a:t>
            </a:r>
          </a:p>
          <a:p>
            <a:pPr marL="0" indent="0" algn="l">
              <a:buNone/>
            </a:pPr>
            <a:r>
              <a:rPr lang="es-ES" sz="2800" dirty="0">
                <a:solidFill>
                  <a:schemeClr val="bg1">
                    <a:lumMod val="75000"/>
                  </a:schemeClr>
                </a:solidFill>
                <a:latin typeface="Malacitana" panose="00000500000000000000" pitchFamily="50" charset="0"/>
              </a:rPr>
              <a:t>						         </a:t>
            </a:r>
            <a:r>
              <a:rPr lang="es-ES" sz="2800" dirty="0">
                <a:solidFill>
                  <a:srgbClr val="FF0000"/>
                </a:solidFill>
                <a:latin typeface="Malacitana" panose="00000500000000000000" pitchFamily="50" charset="0"/>
              </a:rPr>
              <a:t>72 </a:t>
            </a:r>
            <a:r>
              <a:rPr lang="es-ES" sz="1800" dirty="0">
                <a:latin typeface="Malacitana" panose="00000500000000000000" pitchFamily="50" charset="0"/>
              </a:rPr>
              <a:t>(Mi deuda es 28)</a:t>
            </a:r>
          </a:p>
          <a:p>
            <a:pPr algn="l"/>
            <a:endParaRPr lang="en-GB" sz="1800" dirty="0"/>
          </a:p>
        </p:txBody>
      </p:sp>
    </p:spTree>
    <p:extLst>
      <p:ext uri="{BB962C8B-B14F-4D97-AF65-F5344CB8AC3E}">
        <p14:creationId xmlns:p14="http://schemas.microsoft.com/office/powerpoint/2010/main" val="24602614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Negativos en complemento a 2</a:t>
            </a:r>
            <a:endParaRPr lang="en-GB" dirty="0"/>
          </a:p>
        </p:txBody>
      </p:sp>
      <p:sp>
        <p:nvSpPr>
          <p:cNvPr id="3" name="Marcador de contenido 2"/>
          <p:cNvSpPr>
            <a:spLocks noGrp="1"/>
          </p:cNvSpPr>
          <p:nvPr>
            <p:ph sz="quarter" idx="1"/>
          </p:nvPr>
        </p:nvSpPr>
        <p:spPr>
          <a:xfrm>
            <a:off x="495062" y="1440180"/>
            <a:ext cx="8415997" cy="3258398"/>
          </a:xfrm>
        </p:spPr>
        <p:txBody>
          <a:bodyPr>
            <a:normAutofit/>
          </a:bodyPr>
          <a:lstStyle/>
          <a:p>
            <a:r>
              <a:rPr lang="es-ES" sz="2400" dirty="0">
                <a:latin typeface="Malacitana" panose="00000500000000000000" pitchFamily="50" charset="0"/>
              </a:rPr>
              <a:t>¿Porqué un formato tan poco intuitivo?</a:t>
            </a:r>
          </a:p>
          <a:p>
            <a:endParaRPr lang="es-ES" sz="2400" dirty="0">
              <a:latin typeface="Malacitana" panose="00000500000000000000" pitchFamily="50" charset="0"/>
            </a:endParaRPr>
          </a:p>
          <a:p>
            <a:r>
              <a:rPr lang="es-ES" sz="2400" b="1" dirty="0">
                <a:latin typeface="Malacitana" panose="00000500000000000000" pitchFamily="50" charset="0"/>
              </a:rPr>
              <a:t>Motivo nº 1: aritmética mucho más sencilla</a:t>
            </a:r>
            <a:r>
              <a:rPr lang="es-ES" sz="2400" dirty="0">
                <a:latin typeface="Malacitana" panose="00000500000000000000" pitchFamily="50" charset="0"/>
              </a:rPr>
              <a:t>.</a:t>
            </a:r>
          </a:p>
          <a:p>
            <a:endParaRPr lang="es-ES" sz="2400" dirty="0">
              <a:latin typeface="Malacitana" panose="00000500000000000000" pitchFamily="50" charset="0"/>
            </a:endParaRPr>
          </a:p>
          <a:p>
            <a:pPr marL="0" indent="0">
              <a:buNone/>
            </a:pPr>
            <a:r>
              <a:rPr lang="es-ES" sz="2400" dirty="0">
                <a:latin typeface="Malacitana" panose="00000500000000000000" pitchFamily="50" charset="0"/>
              </a:rPr>
              <a:t>Veamos ejemplos equivalentes en base 10, con n=2, y negativos en complemento a 100 (y utilizo colores en lugar de signos)</a:t>
            </a:r>
          </a:p>
          <a:p>
            <a:pPr marL="0" indent="0">
              <a:buNone/>
            </a:pPr>
            <a:endParaRPr lang="es-ES" sz="2400" dirty="0">
              <a:latin typeface="Malacitana" panose="00000500000000000000" pitchFamily="50" charset="0"/>
            </a:endParaRPr>
          </a:p>
          <a:p>
            <a:pPr marL="0" indent="0">
              <a:buNone/>
            </a:pPr>
            <a:endParaRPr lang="es-ES" sz="2400" dirty="0">
              <a:latin typeface="Malacitana" panose="00000500000000000000" pitchFamily="50" charset="0"/>
            </a:endParaRPr>
          </a:p>
        </p:txBody>
      </p:sp>
      <p:sp>
        <p:nvSpPr>
          <p:cNvPr id="4" name="CuadroTexto 3"/>
          <p:cNvSpPr txBox="1"/>
          <p:nvPr/>
        </p:nvSpPr>
        <p:spPr>
          <a:xfrm>
            <a:off x="780346" y="4482554"/>
            <a:ext cx="8922801" cy="2893100"/>
          </a:xfrm>
          <a:prstGeom prst="rect">
            <a:avLst/>
          </a:prstGeom>
          <a:noFill/>
        </p:spPr>
        <p:txBody>
          <a:bodyPr wrap="square" rtlCol="0">
            <a:spAutoFit/>
          </a:bodyPr>
          <a:lstStyle/>
          <a:p>
            <a:pPr marL="0" indent="0" algn="l">
              <a:buNone/>
            </a:pPr>
            <a:r>
              <a:rPr lang="es-ES" sz="2000" dirty="0">
                <a:latin typeface="Malacitana" panose="00000500000000000000" pitchFamily="50" charset="0"/>
              </a:rPr>
              <a:t>Debo 44 euros, y como es negativo lo represento 		</a:t>
            </a:r>
            <a:r>
              <a:rPr lang="es-ES" sz="2000" dirty="0">
                <a:solidFill>
                  <a:srgbClr val="FF0000"/>
                </a:solidFill>
                <a:latin typeface="Malacitana" panose="00000500000000000000" pitchFamily="50" charset="0"/>
              </a:rPr>
              <a:t>56 euros</a:t>
            </a:r>
          </a:p>
          <a:p>
            <a:pPr marL="0" indent="0" algn="l">
              <a:buNone/>
            </a:pPr>
            <a:r>
              <a:rPr lang="es-ES" sz="2000" dirty="0">
                <a:latin typeface="Malacitana" panose="00000500000000000000" pitchFamily="50" charset="0"/>
              </a:rPr>
              <a:t>.</a:t>
            </a:r>
          </a:p>
          <a:p>
            <a:pPr marL="0" indent="0" algn="l">
              <a:buNone/>
            </a:pPr>
            <a:r>
              <a:rPr lang="es-ES" sz="2000" dirty="0">
                <a:latin typeface="Malacitana" panose="00000500000000000000" pitchFamily="50" charset="0"/>
              </a:rPr>
              <a:t>Ahora me llega otra factura de 23 euros			</a:t>
            </a:r>
            <a:r>
              <a:rPr lang="es-ES" sz="2000" dirty="0">
                <a:solidFill>
                  <a:srgbClr val="FF0000"/>
                </a:solidFill>
                <a:latin typeface="Malacitana" panose="00000500000000000000" pitchFamily="50" charset="0"/>
              </a:rPr>
              <a:t>77 euros</a:t>
            </a:r>
          </a:p>
          <a:p>
            <a:pPr marL="0" indent="0" algn="l">
              <a:buNone/>
            </a:pPr>
            <a:endParaRPr lang="es-ES" sz="2000" dirty="0">
              <a:solidFill>
                <a:srgbClr val="FF0000"/>
              </a:solidFill>
              <a:latin typeface="Malacitana" panose="00000500000000000000" pitchFamily="50" charset="0"/>
            </a:endParaRPr>
          </a:p>
          <a:p>
            <a:pPr marL="0" indent="0" algn="l">
              <a:buNone/>
            </a:pPr>
            <a:r>
              <a:rPr lang="es-ES" sz="2000" dirty="0">
                <a:latin typeface="Malacitana" panose="00000500000000000000" pitchFamily="50" charset="0"/>
              </a:rPr>
              <a:t>¿Cuánto suman las dos cantidades?     			</a:t>
            </a:r>
            <a:r>
              <a:rPr lang="es-ES" sz="2800" dirty="0">
                <a:solidFill>
                  <a:srgbClr val="FF0000"/>
                </a:solidFill>
                <a:latin typeface="Malacitana" panose="00000500000000000000" pitchFamily="50" charset="0"/>
              </a:rPr>
              <a:t>56</a:t>
            </a:r>
          </a:p>
          <a:p>
            <a:pPr marL="0" indent="0" algn="l">
              <a:buNone/>
            </a:pPr>
            <a:r>
              <a:rPr lang="es-ES" sz="2800" dirty="0">
                <a:latin typeface="Malacitana" panose="00000500000000000000" pitchFamily="50" charset="0"/>
              </a:rPr>
              <a:t>						       </a:t>
            </a:r>
            <a:r>
              <a:rPr lang="es-ES" sz="2800" dirty="0">
                <a:solidFill>
                  <a:srgbClr val="FF0000"/>
                </a:solidFill>
                <a:latin typeface="Malacitana" panose="00000500000000000000" pitchFamily="50" charset="0"/>
              </a:rPr>
              <a:t>+77 </a:t>
            </a:r>
          </a:p>
          <a:p>
            <a:pPr marL="0" indent="0" algn="l">
              <a:buNone/>
            </a:pPr>
            <a:r>
              <a:rPr lang="es-ES" sz="2800" dirty="0">
                <a:solidFill>
                  <a:schemeClr val="bg1">
                    <a:lumMod val="75000"/>
                  </a:schemeClr>
                </a:solidFill>
                <a:latin typeface="Malacitana" panose="00000500000000000000" pitchFamily="50" charset="0"/>
              </a:rPr>
              <a:t>						       1</a:t>
            </a:r>
            <a:r>
              <a:rPr lang="es-ES" sz="2800" dirty="0">
                <a:solidFill>
                  <a:srgbClr val="FF0000"/>
                </a:solidFill>
                <a:latin typeface="Malacitana" panose="00000500000000000000" pitchFamily="50" charset="0"/>
              </a:rPr>
              <a:t>33 </a:t>
            </a:r>
            <a:r>
              <a:rPr lang="es-ES" sz="1800" dirty="0">
                <a:latin typeface="Malacitana" panose="00000500000000000000" pitchFamily="50" charset="0"/>
              </a:rPr>
              <a:t>(Mi deuda es 67)</a:t>
            </a:r>
          </a:p>
          <a:p>
            <a:pPr algn="l"/>
            <a:endParaRPr lang="en-GB" sz="1800" dirty="0"/>
          </a:p>
        </p:txBody>
      </p:sp>
    </p:spTree>
    <p:extLst>
      <p:ext uri="{BB962C8B-B14F-4D97-AF65-F5344CB8AC3E}">
        <p14:creationId xmlns:p14="http://schemas.microsoft.com/office/powerpoint/2010/main" val="24005645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Negativos en complemento a 2</a:t>
            </a:r>
            <a:endParaRPr lang="en-GB" dirty="0"/>
          </a:p>
        </p:txBody>
      </p:sp>
      <p:sp>
        <p:nvSpPr>
          <p:cNvPr id="3" name="Marcador de contenido 2"/>
          <p:cNvSpPr>
            <a:spLocks noGrp="1"/>
          </p:cNvSpPr>
          <p:nvPr>
            <p:ph sz="quarter" idx="1"/>
          </p:nvPr>
        </p:nvSpPr>
        <p:spPr>
          <a:xfrm>
            <a:off x="495062" y="1440180"/>
            <a:ext cx="8415997" cy="3258398"/>
          </a:xfrm>
        </p:spPr>
        <p:txBody>
          <a:bodyPr>
            <a:normAutofit/>
          </a:bodyPr>
          <a:lstStyle/>
          <a:p>
            <a:r>
              <a:rPr lang="es-ES" sz="2400" dirty="0">
                <a:latin typeface="Malacitana" panose="00000500000000000000" pitchFamily="50" charset="0"/>
              </a:rPr>
              <a:t>¿Porqué un formato tan poco intuitivo?</a:t>
            </a:r>
          </a:p>
          <a:p>
            <a:endParaRPr lang="es-ES" sz="2400" dirty="0">
              <a:latin typeface="Malacitana" panose="00000500000000000000" pitchFamily="50" charset="0"/>
            </a:endParaRPr>
          </a:p>
          <a:p>
            <a:r>
              <a:rPr lang="es-ES" sz="2400" b="1" dirty="0">
                <a:latin typeface="Malacitana" panose="00000500000000000000" pitchFamily="50" charset="0"/>
              </a:rPr>
              <a:t>Motivo nº 2: ¡Es muy fácil calcular el complemento!</a:t>
            </a:r>
            <a:r>
              <a:rPr lang="es-ES" sz="2400" dirty="0">
                <a:latin typeface="Malacitana" panose="00000500000000000000" pitchFamily="50" charset="0"/>
              </a:rPr>
              <a:t>.</a:t>
            </a:r>
          </a:p>
          <a:p>
            <a:endParaRPr lang="es-ES" sz="2400" dirty="0">
              <a:latin typeface="Malacitana" panose="00000500000000000000" pitchFamily="50" charset="0"/>
            </a:endParaRPr>
          </a:p>
          <a:p>
            <a:pPr marL="0" indent="0">
              <a:buNone/>
            </a:pPr>
            <a:r>
              <a:rPr lang="es-ES" sz="2400" dirty="0">
                <a:latin typeface="Malacitana" panose="00000500000000000000" pitchFamily="50" charset="0"/>
              </a:rPr>
              <a:t>Veamos ejemplos equivalentes en base 10, con n=2, y negativos en complemento a 100</a:t>
            </a:r>
          </a:p>
          <a:p>
            <a:pPr marL="0" indent="0">
              <a:buNone/>
            </a:pPr>
            <a:endParaRPr lang="es-ES" sz="2400" dirty="0">
              <a:latin typeface="Malacitana" panose="00000500000000000000" pitchFamily="50" charset="0"/>
            </a:endParaRPr>
          </a:p>
        </p:txBody>
      </p:sp>
      <p:sp>
        <p:nvSpPr>
          <p:cNvPr id="4" name="CuadroTexto 3"/>
          <p:cNvSpPr txBox="1"/>
          <p:nvPr/>
        </p:nvSpPr>
        <p:spPr>
          <a:xfrm>
            <a:off x="780346" y="4482554"/>
            <a:ext cx="8922801" cy="4062651"/>
          </a:xfrm>
          <a:prstGeom prst="rect">
            <a:avLst/>
          </a:prstGeom>
          <a:noFill/>
        </p:spPr>
        <p:txBody>
          <a:bodyPr wrap="square" rtlCol="0">
            <a:spAutoFit/>
          </a:bodyPr>
          <a:lstStyle/>
          <a:p>
            <a:pPr algn="l"/>
            <a:r>
              <a:rPr lang="es-ES" sz="1800" b="1" dirty="0"/>
              <a:t>Pregunta: </a:t>
            </a:r>
            <a:r>
              <a:rPr lang="es-ES" sz="1800" dirty="0"/>
              <a:t>¿Cuál es el complemento a 10000 del número </a:t>
            </a:r>
            <a:r>
              <a:rPr lang="es-ES" sz="1800" b="1" dirty="0">
                <a:solidFill>
                  <a:srgbClr val="7030A0"/>
                </a:solidFill>
              </a:rPr>
              <a:t>1327</a:t>
            </a:r>
            <a:r>
              <a:rPr lang="es-ES" sz="1800" dirty="0"/>
              <a:t>?</a:t>
            </a:r>
          </a:p>
          <a:p>
            <a:pPr algn="l"/>
            <a:endParaRPr lang="es-ES" sz="1800" dirty="0"/>
          </a:p>
          <a:p>
            <a:pPr algn="l"/>
            <a:r>
              <a:rPr lang="es-ES" sz="1800" b="1" dirty="0"/>
              <a:t>Respuesta rápida: </a:t>
            </a:r>
            <a:r>
              <a:rPr lang="es-ES" sz="1800" dirty="0"/>
              <a:t>Uno más el complemento a </a:t>
            </a:r>
            <a:r>
              <a:rPr lang="es-ES" sz="1800" dirty="0">
                <a:solidFill>
                  <a:schemeClr val="accent4">
                    <a:lumMod val="50000"/>
                  </a:schemeClr>
                </a:solidFill>
              </a:rPr>
              <a:t>9999</a:t>
            </a:r>
            <a:r>
              <a:rPr lang="es-ES" sz="1800" dirty="0"/>
              <a:t> del número </a:t>
            </a:r>
            <a:r>
              <a:rPr lang="es-ES" sz="1800" b="1" dirty="0">
                <a:solidFill>
                  <a:srgbClr val="7030A0"/>
                </a:solidFill>
              </a:rPr>
              <a:t>1327</a:t>
            </a:r>
          </a:p>
          <a:p>
            <a:pPr algn="l"/>
            <a:endParaRPr lang="es-ES" sz="1800" dirty="0"/>
          </a:p>
          <a:p>
            <a:pPr algn="l"/>
            <a:r>
              <a:rPr lang="es-ES" sz="1800" dirty="0"/>
              <a:t>Vaya, pues me he quedado igual </a:t>
            </a:r>
          </a:p>
          <a:p>
            <a:pPr algn="l"/>
            <a:endParaRPr lang="es-ES" sz="1800" dirty="0"/>
          </a:p>
          <a:p>
            <a:pPr algn="l"/>
            <a:r>
              <a:rPr lang="es-ES" sz="1800" dirty="0"/>
              <a:t>No te creas:  El complemento a 9999 es el complemento a 9 de cada dígito separado:</a:t>
            </a:r>
          </a:p>
          <a:p>
            <a:pPr algn="l"/>
            <a:r>
              <a:rPr lang="es-ES" sz="1800" dirty="0"/>
              <a:t> </a:t>
            </a:r>
            <a:r>
              <a:rPr lang="es-ES" sz="1800" dirty="0">
                <a:solidFill>
                  <a:schemeClr val="accent4">
                    <a:lumMod val="50000"/>
                  </a:schemeClr>
                </a:solidFill>
              </a:rPr>
              <a:t>9</a:t>
            </a:r>
            <a:r>
              <a:rPr lang="es-ES" sz="1800" dirty="0"/>
              <a:t> – </a:t>
            </a:r>
            <a:r>
              <a:rPr lang="es-ES" sz="1800" dirty="0">
                <a:solidFill>
                  <a:srgbClr val="7030A0"/>
                </a:solidFill>
              </a:rPr>
              <a:t>1</a:t>
            </a:r>
            <a:r>
              <a:rPr lang="es-ES" sz="1800" dirty="0"/>
              <a:t> = </a:t>
            </a:r>
            <a:r>
              <a:rPr lang="es-ES" sz="1800" dirty="0">
                <a:solidFill>
                  <a:srgbClr val="00B050"/>
                </a:solidFill>
              </a:rPr>
              <a:t>8</a:t>
            </a:r>
            <a:r>
              <a:rPr lang="es-ES" sz="1800" dirty="0"/>
              <a:t> </a:t>
            </a:r>
          </a:p>
          <a:p>
            <a:pPr algn="l"/>
            <a:r>
              <a:rPr lang="es-ES" sz="1800" dirty="0"/>
              <a:t> </a:t>
            </a:r>
            <a:r>
              <a:rPr lang="es-ES" sz="1800" dirty="0">
                <a:solidFill>
                  <a:schemeClr val="accent4">
                    <a:lumMod val="50000"/>
                  </a:schemeClr>
                </a:solidFill>
              </a:rPr>
              <a:t>9</a:t>
            </a:r>
            <a:r>
              <a:rPr lang="es-ES" sz="1800" dirty="0"/>
              <a:t> – </a:t>
            </a:r>
            <a:r>
              <a:rPr lang="es-ES" sz="1800" dirty="0">
                <a:solidFill>
                  <a:srgbClr val="7030A0"/>
                </a:solidFill>
              </a:rPr>
              <a:t>3</a:t>
            </a:r>
            <a:r>
              <a:rPr lang="es-ES" sz="1800" dirty="0"/>
              <a:t> = </a:t>
            </a:r>
            <a:r>
              <a:rPr lang="es-ES" sz="1800" dirty="0">
                <a:solidFill>
                  <a:srgbClr val="00B050"/>
                </a:solidFill>
              </a:rPr>
              <a:t>6</a:t>
            </a:r>
            <a:r>
              <a:rPr lang="es-ES" sz="1800" dirty="0"/>
              <a:t> </a:t>
            </a:r>
          </a:p>
          <a:p>
            <a:pPr algn="l"/>
            <a:r>
              <a:rPr lang="es-ES" sz="1800" dirty="0"/>
              <a:t> </a:t>
            </a:r>
            <a:r>
              <a:rPr lang="es-ES" sz="1800" dirty="0">
                <a:solidFill>
                  <a:schemeClr val="accent4">
                    <a:lumMod val="50000"/>
                  </a:schemeClr>
                </a:solidFill>
              </a:rPr>
              <a:t>9</a:t>
            </a:r>
            <a:r>
              <a:rPr lang="es-ES" sz="1800" dirty="0"/>
              <a:t> – </a:t>
            </a:r>
            <a:r>
              <a:rPr lang="es-ES" sz="1800" dirty="0">
                <a:solidFill>
                  <a:srgbClr val="7030A0"/>
                </a:solidFill>
              </a:rPr>
              <a:t>2</a:t>
            </a:r>
            <a:r>
              <a:rPr lang="es-ES" sz="1800" dirty="0"/>
              <a:t> = </a:t>
            </a:r>
            <a:r>
              <a:rPr lang="es-ES" sz="1800" dirty="0">
                <a:solidFill>
                  <a:srgbClr val="00B050"/>
                </a:solidFill>
              </a:rPr>
              <a:t>7</a:t>
            </a:r>
            <a:r>
              <a:rPr lang="es-ES" sz="1800" dirty="0"/>
              <a:t> </a:t>
            </a:r>
          </a:p>
          <a:p>
            <a:pPr algn="l"/>
            <a:r>
              <a:rPr lang="es-ES" sz="1800" dirty="0"/>
              <a:t> </a:t>
            </a:r>
            <a:r>
              <a:rPr lang="es-ES" sz="1800" dirty="0">
                <a:solidFill>
                  <a:schemeClr val="accent4">
                    <a:lumMod val="50000"/>
                  </a:schemeClr>
                </a:solidFill>
              </a:rPr>
              <a:t>9</a:t>
            </a:r>
            <a:r>
              <a:rPr lang="es-ES" sz="1800" dirty="0"/>
              <a:t> – </a:t>
            </a:r>
            <a:r>
              <a:rPr lang="es-ES" sz="1800" dirty="0">
                <a:solidFill>
                  <a:srgbClr val="7030A0"/>
                </a:solidFill>
              </a:rPr>
              <a:t>7</a:t>
            </a:r>
            <a:r>
              <a:rPr lang="es-ES" sz="1800" dirty="0"/>
              <a:t> = </a:t>
            </a:r>
            <a:r>
              <a:rPr lang="es-ES" sz="1800" dirty="0">
                <a:solidFill>
                  <a:srgbClr val="00B050"/>
                </a:solidFill>
              </a:rPr>
              <a:t>2</a:t>
            </a:r>
            <a:r>
              <a:rPr lang="es-ES" sz="1800" dirty="0"/>
              <a:t>                                             </a:t>
            </a:r>
            <a:r>
              <a:rPr lang="es-ES" sz="2400" dirty="0"/>
              <a:t>Respuesta final:  8673</a:t>
            </a:r>
          </a:p>
          <a:p>
            <a:pPr algn="l"/>
            <a:r>
              <a:rPr lang="es-ES" sz="1800" dirty="0"/>
              <a:t> </a:t>
            </a:r>
          </a:p>
          <a:p>
            <a:pPr algn="l"/>
            <a:endParaRPr lang="es-ES" sz="1800" dirty="0"/>
          </a:p>
          <a:p>
            <a:pPr algn="l"/>
            <a:endParaRPr lang="en-GB" sz="1800" dirty="0"/>
          </a:p>
        </p:txBody>
      </p:sp>
      <p:pic>
        <p:nvPicPr>
          <p:cNvPr id="5" name="Imagen 4"/>
          <p:cNvPicPr>
            <a:picLocks noChangeAspect="1"/>
          </p:cNvPicPr>
          <p:nvPr/>
        </p:nvPicPr>
        <p:blipFill>
          <a:blip r:embed="rId2"/>
          <a:stretch>
            <a:fillRect/>
          </a:stretch>
        </p:blipFill>
        <p:spPr>
          <a:xfrm>
            <a:off x="3942507" y="5562674"/>
            <a:ext cx="409510" cy="409510"/>
          </a:xfrm>
          <a:prstGeom prst="rect">
            <a:avLst/>
          </a:prstGeom>
        </p:spPr>
      </p:pic>
    </p:spTree>
    <p:extLst>
      <p:ext uri="{BB962C8B-B14F-4D97-AF65-F5344CB8AC3E}">
        <p14:creationId xmlns:p14="http://schemas.microsoft.com/office/powerpoint/2010/main" val="7378192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493713" y="0"/>
            <a:ext cx="9077325" cy="900113"/>
          </a:xfrm>
          <a:noFill/>
        </p:spPr>
        <p:txBody>
          <a:bodyPr/>
          <a:lstStyle/>
          <a:p>
            <a:pPr eaLnBrk="1" hangingPunct="1"/>
            <a:r>
              <a:rPr lang="es-ES_tradnl"/>
              <a:t>Representaciones</a:t>
            </a:r>
            <a:endParaRPr lang="es-ES"/>
          </a:p>
        </p:txBody>
      </p:sp>
      <p:graphicFrame>
        <p:nvGraphicFramePr>
          <p:cNvPr id="40079" name="Group 143"/>
          <p:cNvGraphicFramePr>
            <a:graphicFrameLocks noGrp="1"/>
          </p:cNvGraphicFramePr>
          <p:nvPr>
            <p:extLst>
              <p:ext uri="{D42A27DB-BD31-4B8C-83A1-F6EECF244321}">
                <p14:modId xmlns:p14="http://schemas.microsoft.com/office/powerpoint/2010/main" val="2975505521"/>
              </p:ext>
            </p:extLst>
          </p:nvPr>
        </p:nvGraphicFramePr>
        <p:xfrm>
          <a:off x="660400" y="989013"/>
          <a:ext cx="8580438" cy="6654808"/>
        </p:xfrm>
        <a:graphic>
          <a:graphicData uri="http://schemas.openxmlformats.org/drawingml/2006/table">
            <a:tbl>
              <a:tblPr/>
              <a:tblGrid>
                <a:gridCol w="990600">
                  <a:extLst>
                    <a:ext uri="{9D8B030D-6E8A-4147-A177-3AD203B41FA5}">
                      <a16:colId xmlns:a16="http://schemas.microsoft.com/office/drawing/2014/main" val="20000"/>
                    </a:ext>
                  </a:extLst>
                </a:gridCol>
                <a:gridCol w="1649413">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gridCol w="1484312">
                  <a:extLst>
                    <a:ext uri="{9D8B030D-6E8A-4147-A177-3AD203B41FA5}">
                      <a16:colId xmlns:a16="http://schemas.microsoft.com/office/drawing/2014/main" val="20003"/>
                    </a:ext>
                  </a:extLst>
                </a:gridCol>
                <a:gridCol w="1485900">
                  <a:extLst>
                    <a:ext uri="{9D8B030D-6E8A-4147-A177-3AD203B41FA5}">
                      <a16:colId xmlns:a16="http://schemas.microsoft.com/office/drawing/2014/main" val="20004"/>
                    </a:ext>
                  </a:extLst>
                </a:gridCol>
                <a:gridCol w="1484313">
                  <a:extLst>
                    <a:ext uri="{9D8B030D-6E8A-4147-A177-3AD203B41FA5}">
                      <a16:colId xmlns:a16="http://schemas.microsoft.com/office/drawing/2014/main" val="20005"/>
                    </a:ext>
                  </a:extLst>
                </a:gridCol>
              </a:tblGrid>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base 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signo magnitud</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exceso a 8</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exceso a 7</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negativos C–2</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+7</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1111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1110  </a:t>
                      </a:r>
                      <a:r>
                        <a:rPr kumimoji="0" lang="es-ES_tradnl" sz="1500" b="0" i="0" u="none" strike="noStrike" cap="none" normalizeH="0" baseline="0">
                          <a:ln>
                            <a:noFill/>
                          </a:ln>
                          <a:solidFill>
                            <a:schemeClr val="tx1"/>
                          </a:solidFill>
                          <a:effectLst/>
                          <a:latin typeface="Times New Roman" pitchFamily="18" charset="0"/>
                          <a:sym typeface="Symbol" pitchFamily="18" charset="2"/>
                        </a:rPr>
                        <a:t></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dirty="0">
                          <a:ln>
                            <a:noFill/>
                          </a:ln>
                          <a:solidFill>
                            <a:srgbClr val="00B050"/>
                          </a:solidFill>
                          <a:effectLst/>
                          <a:latin typeface="Times New Roman" pitchFamily="18" charset="0"/>
                        </a:rPr>
                        <a:t>0 111</a:t>
                      </a:r>
                      <a:endParaRPr kumimoji="0" lang="es-ES" sz="1500" b="0" i="0" u="none" strike="noStrike" cap="none" normalizeH="0" baseline="0" dirty="0">
                        <a:ln>
                          <a:noFill/>
                        </a:ln>
                        <a:solidFill>
                          <a:srgbClr val="00B050"/>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+6</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1110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dirty="0">
                          <a:ln>
                            <a:noFill/>
                          </a:ln>
                          <a:solidFill>
                            <a:srgbClr val="00B050"/>
                          </a:solidFill>
                          <a:effectLst/>
                          <a:latin typeface="Times New Roman" pitchFamily="18" charset="0"/>
                        </a:rPr>
                        <a:t>0 110</a:t>
                      </a:r>
                      <a:endParaRPr kumimoji="0" lang="es-ES" sz="1500" b="0" i="0" u="none" strike="noStrike" cap="none" normalizeH="0" baseline="0" dirty="0">
                        <a:ln>
                          <a:noFill/>
                        </a:ln>
                        <a:solidFill>
                          <a:srgbClr val="00B050"/>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+5</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dirty="0">
                          <a:ln>
                            <a:noFill/>
                          </a:ln>
                          <a:solidFill>
                            <a:srgbClr val="00B050"/>
                          </a:solidFill>
                          <a:effectLst/>
                          <a:latin typeface="Times New Roman" pitchFamily="18" charset="0"/>
                        </a:rPr>
                        <a:t>0 101</a:t>
                      </a:r>
                      <a:endParaRPr kumimoji="0" lang="es-ES" sz="1500" b="0" i="0" u="none" strike="noStrike" cap="none" normalizeH="0" baseline="0" dirty="0">
                        <a:ln>
                          <a:noFill/>
                        </a:ln>
                        <a:solidFill>
                          <a:srgbClr val="00B050"/>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+4</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dirty="0">
                          <a:ln>
                            <a:noFill/>
                          </a:ln>
                          <a:solidFill>
                            <a:srgbClr val="00B050"/>
                          </a:solidFill>
                          <a:effectLst/>
                          <a:latin typeface="Times New Roman" pitchFamily="18" charset="0"/>
                        </a:rPr>
                        <a:t>0 100</a:t>
                      </a:r>
                      <a:endParaRPr kumimoji="0" lang="es-ES" sz="1500" b="0" i="0" u="none" strike="noStrike" cap="none" normalizeH="0" baseline="0" dirty="0">
                        <a:ln>
                          <a:noFill/>
                        </a:ln>
                        <a:solidFill>
                          <a:srgbClr val="00B050"/>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+3</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dirty="0">
                          <a:ln>
                            <a:noFill/>
                          </a:ln>
                          <a:solidFill>
                            <a:srgbClr val="00B050"/>
                          </a:solidFill>
                          <a:effectLst/>
                          <a:latin typeface="Times New Roman" pitchFamily="18" charset="0"/>
                        </a:rPr>
                        <a:t>0 011</a:t>
                      </a:r>
                      <a:endParaRPr kumimoji="0" lang="es-ES" sz="1500" b="0" i="0" u="none" strike="noStrike" cap="none" normalizeH="0" baseline="0" dirty="0">
                        <a:ln>
                          <a:noFill/>
                        </a:ln>
                        <a:solidFill>
                          <a:srgbClr val="00B050"/>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8300">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+2</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dirty="0">
                          <a:ln>
                            <a:noFill/>
                          </a:ln>
                          <a:solidFill>
                            <a:srgbClr val="00B050"/>
                          </a:solidFill>
                          <a:effectLst/>
                          <a:latin typeface="Times New Roman" pitchFamily="18" charset="0"/>
                        </a:rPr>
                        <a:t>0 010</a:t>
                      </a:r>
                      <a:endParaRPr kumimoji="0" lang="es-ES" sz="1500" b="0" i="0" u="none" strike="noStrike" cap="none" normalizeH="0" baseline="0" dirty="0">
                        <a:ln>
                          <a:noFill/>
                        </a:ln>
                        <a:solidFill>
                          <a:srgbClr val="00B050"/>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dirty="0">
                          <a:ln>
                            <a:noFill/>
                          </a:ln>
                          <a:solidFill>
                            <a:srgbClr val="00B050"/>
                          </a:solidFill>
                          <a:effectLst/>
                          <a:latin typeface="Times New Roman" pitchFamily="18" charset="0"/>
                        </a:rPr>
                        <a:t>0 001</a:t>
                      </a:r>
                      <a:endParaRPr kumimoji="0" lang="es-ES" sz="1500" b="0" i="0" u="none" strike="noStrike" cap="none" normalizeH="0" baseline="0" dirty="0">
                        <a:ln>
                          <a:noFill/>
                        </a:ln>
                        <a:solidFill>
                          <a:srgbClr val="00B050"/>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dirty="0">
                          <a:ln>
                            <a:noFill/>
                          </a:ln>
                          <a:solidFill>
                            <a:srgbClr val="00B050"/>
                          </a:solidFill>
                          <a:effectLst/>
                          <a:latin typeface="Times New Roman" pitchFamily="18" charset="0"/>
                        </a:rPr>
                        <a:t>0 000</a:t>
                      </a:r>
                      <a:endParaRPr kumimoji="0" lang="es-ES" sz="1500" b="0" i="0" u="none" strike="noStrike" cap="none" normalizeH="0" baseline="0" dirty="0">
                        <a:ln>
                          <a:noFill/>
                        </a:ln>
                        <a:solidFill>
                          <a:srgbClr val="00B050"/>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s-ES"/>
                    </a:p>
                  </a:txBody>
                  <a:tcPr/>
                </a:tc>
                <a:tc vMerge="1">
                  <a:txBody>
                    <a:bodyPr/>
                    <a:lstStyle/>
                    <a:p>
                      <a:endParaRPr lang="es-ES"/>
                    </a:p>
                  </a:txBody>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s-ES"/>
                    </a:p>
                  </a:txBody>
                  <a:tcPr/>
                </a:tc>
                <a:extLst>
                  <a:ext uri="{0D108BD9-81ED-4DB2-BD59-A6C34878D82A}">
                    <a16:rowId xmlns:a16="http://schemas.microsoft.com/office/drawing/2014/main" val="10009"/>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1"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-2</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-3</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-4</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68300">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-5</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-6</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-7</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-8</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dirty="0">
                          <a:ln>
                            <a:noFill/>
                          </a:ln>
                          <a:solidFill>
                            <a:schemeClr val="tx1"/>
                          </a:solidFill>
                          <a:effectLst/>
                          <a:latin typeface="Times New Roman" pitchFamily="18" charset="0"/>
                        </a:rPr>
                        <a:t>1 000</a:t>
                      </a:r>
                      <a:endParaRPr kumimoji="0" lang="es-ES" sz="15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
        <p:nvSpPr>
          <p:cNvPr id="2" name="CuadroTexto 1"/>
          <p:cNvSpPr txBox="1"/>
          <p:nvPr/>
        </p:nvSpPr>
        <p:spPr>
          <a:xfrm>
            <a:off x="5670699" y="6570786"/>
            <a:ext cx="1776448" cy="292388"/>
          </a:xfrm>
          <a:prstGeom prst="rect">
            <a:avLst/>
          </a:prstGeom>
          <a:noFill/>
        </p:spPr>
        <p:txBody>
          <a:bodyPr wrap="none" rtlCol="0">
            <a:spAutoFit/>
          </a:bodyPr>
          <a:lstStyle/>
          <a:p>
            <a:r>
              <a:rPr lang="es-ES" dirty="0"/>
              <a:t>Complemento a 16 de 6</a:t>
            </a:r>
            <a:endParaRPr lang="en-GB" dirty="0"/>
          </a:p>
        </p:txBody>
      </p:sp>
      <p:sp>
        <p:nvSpPr>
          <p:cNvPr id="5" name="CuadroTexto 4"/>
          <p:cNvSpPr txBox="1"/>
          <p:nvPr/>
        </p:nvSpPr>
        <p:spPr>
          <a:xfrm>
            <a:off x="5670699" y="7290866"/>
            <a:ext cx="1776448" cy="292388"/>
          </a:xfrm>
          <a:prstGeom prst="rect">
            <a:avLst/>
          </a:prstGeom>
          <a:noFill/>
        </p:spPr>
        <p:txBody>
          <a:bodyPr wrap="none" rtlCol="0">
            <a:spAutoFit/>
          </a:bodyPr>
          <a:lstStyle/>
          <a:p>
            <a:r>
              <a:rPr lang="es-ES" dirty="0"/>
              <a:t>Complemento a 16 de 8</a:t>
            </a:r>
            <a:endParaRPr lang="en-GB" dirty="0"/>
          </a:p>
        </p:txBody>
      </p:sp>
      <p:sp>
        <p:nvSpPr>
          <p:cNvPr id="6" name="CuadroTexto 5"/>
          <p:cNvSpPr txBox="1"/>
          <p:nvPr/>
        </p:nvSpPr>
        <p:spPr>
          <a:xfrm>
            <a:off x="5670699" y="5058618"/>
            <a:ext cx="1776448" cy="292388"/>
          </a:xfrm>
          <a:prstGeom prst="rect">
            <a:avLst/>
          </a:prstGeom>
          <a:noFill/>
        </p:spPr>
        <p:txBody>
          <a:bodyPr wrap="none" rtlCol="0">
            <a:spAutoFit/>
          </a:bodyPr>
          <a:lstStyle/>
          <a:p>
            <a:r>
              <a:rPr lang="es-ES" dirty="0"/>
              <a:t>Complemento a 16 de 2</a:t>
            </a:r>
            <a:endParaRPr lang="en-GB" dirty="0"/>
          </a:p>
        </p:txBody>
      </p:sp>
      <p:cxnSp>
        <p:nvCxnSpPr>
          <p:cNvPr id="4" name="Conector recto de flecha 3"/>
          <p:cNvCxnSpPr/>
          <p:nvPr/>
        </p:nvCxnSpPr>
        <p:spPr>
          <a:xfrm>
            <a:off x="7447147" y="5204812"/>
            <a:ext cx="3117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ector recto de flecha 8"/>
          <p:cNvCxnSpPr/>
          <p:nvPr/>
        </p:nvCxnSpPr>
        <p:spPr>
          <a:xfrm>
            <a:off x="7447147" y="6716980"/>
            <a:ext cx="3117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p:cNvCxnSpPr/>
          <p:nvPr/>
        </p:nvCxnSpPr>
        <p:spPr>
          <a:xfrm>
            <a:off x="7443655" y="7437060"/>
            <a:ext cx="3117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2708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Antes de seguir…</a:t>
            </a:r>
            <a:endParaRPr lang="en-GB" dirty="0"/>
          </a:p>
        </p:txBody>
      </p:sp>
      <p:sp>
        <p:nvSpPr>
          <p:cNvPr id="3" name="Marcador de contenido 2"/>
          <p:cNvSpPr>
            <a:spLocks noGrp="1"/>
          </p:cNvSpPr>
          <p:nvPr>
            <p:ph sz="quarter" idx="1"/>
          </p:nvPr>
        </p:nvSpPr>
        <p:spPr/>
        <p:txBody>
          <a:bodyPr/>
          <a:lstStyle/>
          <a:p>
            <a:r>
              <a:rPr lang="es-ES" dirty="0"/>
              <a:t>¿Sabemos sumar uno, a un número binario?</a:t>
            </a:r>
          </a:p>
          <a:p>
            <a:r>
              <a:rPr lang="es-ES" dirty="0"/>
              <a:t>¿Qué es el acarreo/</a:t>
            </a:r>
            <a:r>
              <a:rPr lang="es-ES" dirty="0" err="1"/>
              <a:t>carry</a:t>
            </a:r>
            <a:r>
              <a:rPr lang="es-ES" dirty="0"/>
              <a:t>?</a:t>
            </a:r>
          </a:p>
          <a:p>
            <a:r>
              <a:rPr lang="es-ES" dirty="0"/>
              <a:t>¿Y el desbordamiento/</a:t>
            </a:r>
            <a:r>
              <a:rPr lang="es-ES" dirty="0" err="1"/>
              <a:t>overflow</a:t>
            </a:r>
            <a:r>
              <a:rPr lang="es-ES" dirty="0"/>
              <a:t>?</a:t>
            </a:r>
            <a:endParaRPr lang="en-GB" dirty="0"/>
          </a:p>
        </p:txBody>
      </p:sp>
    </p:spTree>
    <p:extLst>
      <p:ext uri="{BB962C8B-B14F-4D97-AF65-F5344CB8AC3E}">
        <p14:creationId xmlns:p14="http://schemas.microsoft.com/office/powerpoint/2010/main" val="19884985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4"/>
          <p:cNvSpPr>
            <a:spLocks noGrp="1" noChangeArrowheads="1"/>
          </p:cNvSpPr>
          <p:nvPr>
            <p:ph type="title"/>
          </p:nvPr>
        </p:nvSpPr>
        <p:spPr>
          <a:xfrm>
            <a:off x="493713" y="0"/>
            <a:ext cx="9077325" cy="900113"/>
          </a:xfrm>
          <a:noFill/>
        </p:spPr>
        <p:txBody>
          <a:bodyPr/>
          <a:lstStyle/>
          <a:p>
            <a:pPr eaLnBrk="1" hangingPunct="1"/>
            <a:r>
              <a:rPr lang="es-ES_tradnl"/>
              <a:t>Representaciones</a:t>
            </a:r>
            <a:endParaRPr lang="es-ES"/>
          </a:p>
        </p:txBody>
      </p:sp>
      <p:graphicFrame>
        <p:nvGraphicFramePr>
          <p:cNvPr id="31929" name="Group 185"/>
          <p:cNvGraphicFramePr>
            <a:graphicFrameLocks noGrp="1"/>
          </p:cNvGraphicFramePr>
          <p:nvPr/>
        </p:nvGraphicFramePr>
        <p:xfrm>
          <a:off x="660400" y="989013"/>
          <a:ext cx="8580438" cy="6654808"/>
        </p:xfrm>
        <a:graphic>
          <a:graphicData uri="http://schemas.openxmlformats.org/drawingml/2006/table">
            <a:tbl>
              <a:tblPr/>
              <a:tblGrid>
                <a:gridCol w="990600">
                  <a:extLst>
                    <a:ext uri="{9D8B030D-6E8A-4147-A177-3AD203B41FA5}">
                      <a16:colId xmlns:a16="http://schemas.microsoft.com/office/drawing/2014/main" val="20000"/>
                    </a:ext>
                  </a:extLst>
                </a:gridCol>
                <a:gridCol w="1649413">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gridCol w="1484312">
                  <a:extLst>
                    <a:ext uri="{9D8B030D-6E8A-4147-A177-3AD203B41FA5}">
                      <a16:colId xmlns:a16="http://schemas.microsoft.com/office/drawing/2014/main" val="20003"/>
                    </a:ext>
                  </a:extLst>
                </a:gridCol>
                <a:gridCol w="1485900">
                  <a:extLst>
                    <a:ext uri="{9D8B030D-6E8A-4147-A177-3AD203B41FA5}">
                      <a16:colId xmlns:a16="http://schemas.microsoft.com/office/drawing/2014/main" val="20004"/>
                    </a:ext>
                  </a:extLst>
                </a:gridCol>
                <a:gridCol w="1484313">
                  <a:extLst>
                    <a:ext uri="{9D8B030D-6E8A-4147-A177-3AD203B41FA5}">
                      <a16:colId xmlns:a16="http://schemas.microsoft.com/office/drawing/2014/main" val="20005"/>
                    </a:ext>
                  </a:extLst>
                </a:gridCol>
              </a:tblGrid>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base 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signo magnitud</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exceso a 8</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exceso a 7</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negativos C –1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+7</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1111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1110  </a:t>
                      </a:r>
                      <a:r>
                        <a:rPr kumimoji="0" lang="es-ES_tradnl" sz="1500" b="0" i="0" u="none" strike="noStrike" cap="none" normalizeH="0" baseline="0">
                          <a:ln>
                            <a:noFill/>
                          </a:ln>
                          <a:solidFill>
                            <a:schemeClr val="tx1"/>
                          </a:solidFill>
                          <a:effectLst/>
                          <a:latin typeface="Times New Roman" pitchFamily="18" charset="0"/>
                          <a:sym typeface="Symbol" pitchFamily="18" charset="2"/>
                        </a:rPr>
                        <a:t></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+6</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1110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+5</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+4</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+3</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8300">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+2</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s-ES"/>
                    </a:p>
                  </a:txBody>
                  <a:tcPr/>
                </a:tc>
                <a:tc vMerge="1">
                  <a:txBody>
                    <a:bodyPr/>
                    <a:lstStyle/>
                    <a:p>
                      <a:endParaRPr lang="es-ES"/>
                    </a:p>
                  </a:txBody>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-2</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-3</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-4</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0 100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68300">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-5</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-6</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0 010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-7</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1 111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0 001</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1 000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36988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-8</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500" b="0" i="0" u="none" strike="noStrike" cap="none" normalizeH="0" baseline="0">
                          <a:ln>
                            <a:noFill/>
                          </a:ln>
                          <a:solidFill>
                            <a:schemeClr val="tx1"/>
                          </a:solidFill>
                          <a:effectLst/>
                          <a:latin typeface="Times New Roman" pitchFamily="18" charset="0"/>
                        </a:rPr>
                        <a:t>0 000</a:t>
                      </a: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endParaRPr kumimoji="0" lang="es-ES" sz="15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ChangeArrowheads="1"/>
          </p:cNvSpPr>
          <p:nvPr/>
        </p:nvSpPr>
        <p:spPr bwMode="auto">
          <a:xfrm>
            <a:off x="742950" y="2339975"/>
            <a:ext cx="8415338" cy="4860925"/>
          </a:xfrm>
          <a:prstGeom prst="rect">
            <a:avLst/>
          </a:prstGeom>
          <a:noFill/>
          <a:ln w="9525">
            <a:noFill/>
            <a:miter lim="800000"/>
            <a:headEnd/>
            <a:tailEnd/>
          </a:ln>
        </p:spPr>
        <p:txBody>
          <a:bodyPr lIns="100191" tIns="50095" rIns="100191" bIns="50095"/>
          <a:lstStyle/>
          <a:p>
            <a:pPr marL="376238" indent="-376238" algn="l" defTabSz="1001713">
              <a:spcBef>
                <a:spcPct val="20000"/>
              </a:spcBef>
              <a:buFontTx/>
              <a:buChar char="•"/>
            </a:pPr>
            <a:r>
              <a:rPr lang="es-ES_tradnl" sz="3100" dirty="0"/>
              <a:t>Negativos: complemento a 1, </a:t>
            </a:r>
            <a:r>
              <a:rPr lang="es-ES_tradnl" sz="3100" b="1" dirty="0"/>
              <a:t>más uno</a:t>
            </a:r>
          </a:p>
          <a:p>
            <a:pPr marL="376238" indent="-376238" algn="l" defTabSz="1001713">
              <a:spcBef>
                <a:spcPct val="20000"/>
              </a:spcBef>
              <a:buFontTx/>
              <a:buChar char="•"/>
            </a:pPr>
            <a:r>
              <a:rPr lang="es-ES_tradnl" sz="3100" dirty="0"/>
              <a:t>Ejemplo: -23 con 6 bits </a:t>
            </a:r>
          </a:p>
          <a:p>
            <a:pPr marL="1252538" lvl="2" indent="-250825" algn="l" defTabSz="1001713">
              <a:spcBef>
                <a:spcPct val="20000"/>
              </a:spcBef>
            </a:pPr>
            <a:r>
              <a:rPr lang="es-ES_tradnl" sz="3100" dirty="0"/>
              <a:t>(recordemos </a:t>
            </a:r>
            <a:r>
              <a:rPr lang="es-ES_tradnl" sz="3100" i="1" dirty="0" err="1"/>
              <a:t>bn</a:t>
            </a:r>
            <a:r>
              <a:rPr lang="es-ES_tradnl" sz="3100" i="1" dirty="0"/>
              <a:t>(23)=10111</a:t>
            </a:r>
            <a:r>
              <a:rPr lang="es-ES_tradnl" sz="3100" dirty="0"/>
              <a:t>)</a:t>
            </a:r>
          </a:p>
          <a:p>
            <a:pPr marL="1252538" lvl="2" indent="-250825" algn="l" defTabSz="1001713">
              <a:spcBef>
                <a:spcPct val="20000"/>
              </a:spcBef>
            </a:pPr>
            <a:r>
              <a:rPr lang="es-ES_tradnl" sz="3100" dirty="0"/>
              <a:t>Signo: 1</a:t>
            </a:r>
          </a:p>
          <a:p>
            <a:pPr marL="1252538" lvl="2" indent="-250825" algn="l" defTabSz="1001713">
              <a:spcBef>
                <a:spcPct val="20000"/>
              </a:spcBef>
            </a:pPr>
            <a:r>
              <a:rPr lang="es-ES_tradnl" sz="2600" dirty="0"/>
              <a:t>C-1(23)= 01000 </a:t>
            </a:r>
            <a:r>
              <a:rPr lang="es-ES_tradnl" sz="2600" dirty="0">
                <a:sym typeface="Wingdings" pitchFamily="2" charset="2"/>
              </a:rPr>
              <a:t> C-2(23)= 01000+1= 01001</a:t>
            </a:r>
            <a:endParaRPr lang="es-ES_tradnl" sz="2600" dirty="0"/>
          </a:p>
          <a:p>
            <a:pPr marL="1252538" lvl="2" indent="-250825" algn="l" defTabSz="1001713">
              <a:spcBef>
                <a:spcPct val="20000"/>
              </a:spcBef>
            </a:pPr>
            <a:r>
              <a:rPr lang="es-ES_tradnl" sz="2600" dirty="0"/>
              <a:t>Resultado: 1 01001</a:t>
            </a:r>
          </a:p>
        </p:txBody>
      </p:sp>
      <p:sp>
        <p:nvSpPr>
          <p:cNvPr id="57348" name="Rectangle 3"/>
          <p:cNvSpPr>
            <a:spLocks noChangeArrowheads="1"/>
          </p:cNvSpPr>
          <p:nvPr/>
        </p:nvSpPr>
        <p:spPr bwMode="auto">
          <a:xfrm>
            <a:off x="330200" y="719138"/>
            <a:ext cx="9077325" cy="1350962"/>
          </a:xfrm>
          <a:prstGeom prst="rect">
            <a:avLst/>
          </a:prstGeom>
          <a:noFill/>
          <a:ln w="9525">
            <a:noFill/>
            <a:miter lim="800000"/>
            <a:headEnd/>
            <a:tailEnd/>
          </a:ln>
        </p:spPr>
        <p:txBody>
          <a:bodyPr lIns="100191" tIns="50095" rIns="100191" bIns="50095" anchor="ctr"/>
          <a:lstStyle/>
          <a:p>
            <a:pPr defTabSz="1001713"/>
            <a:r>
              <a:rPr lang="es-ES_tradnl" sz="3500">
                <a:solidFill>
                  <a:schemeClr val="tx2"/>
                </a:solidFill>
              </a:rPr>
              <a:t>Representación “negativos en complemento a 2”</a:t>
            </a:r>
            <a:endParaRPr lang="es-ES" sz="3500">
              <a:solidFill>
                <a:schemeClr val="tx2"/>
              </a:solidFill>
            </a:endParaRPr>
          </a:p>
        </p:txBody>
      </p:sp>
      <p:sp>
        <p:nvSpPr>
          <p:cNvPr id="57349" name="Line 4"/>
          <p:cNvSpPr>
            <a:spLocks noChangeShapeType="1"/>
          </p:cNvSpPr>
          <p:nvPr/>
        </p:nvSpPr>
        <p:spPr bwMode="auto">
          <a:xfrm>
            <a:off x="3006725" y="4483100"/>
            <a:ext cx="319088" cy="811213"/>
          </a:xfrm>
          <a:prstGeom prst="line">
            <a:avLst/>
          </a:prstGeom>
          <a:noFill/>
          <a:ln w="9525">
            <a:solidFill>
              <a:schemeClr val="tx1"/>
            </a:solidFill>
            <a:round/>
            <a:headEnd/>
            <a:tailEnd type="triangle" w="med" len="med"/>
          </a:ln>
        </p:spPr>
        <p:txBody>
          <a:bodyPr/>
          <a:lstStyle/>
          <a:p>
            <a:endParaRPr lang="es-ES"/>
          </a:p>
        </p:txBody>
      </p:sp>
      <p:sp>
        <p:nvSpPr>
          <p:cNvPr id="57350" name="Line 5"/>
          <p:cNvSpPr>
            <a:spLocks noChangeShapeType="1"/>
          </p:cNvSpPr>
          <p:nvPr/>
        </p:nvSpPr>
        <p:spPr bwMode="auto">
          <a:xfrm flipH="1">
            <a:off x="4733925" y="5130800"/>
            <a:ext cx="2557463" cy="269875"/>
          </a:xfrm>
          <a:prstGeom prst="line">
            <a:avLst/>
          </a:prstGeom>
          <a:noFill/>
          <a:ln w="9525">
            <a:solidFill>
              <a:schemeClr val="tx1"/>
            </a:solidFill>
            <a:round/>
            <a:headEnd/>
            <a:tailEnd type="triangle" w="med" len="med"/>
          </a:ln>
        </p:spPr>
        <p:txBody>
          <a:bodyPr/>
          <a:lstStyle/>
          <a:p>
            <a:endParaRPr lang="es-E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p:txBody>
          <a:bodyPr/>
          <a:lstStyle/>
          <a:p>
            <a:pPr eaLnBrk="1" hangingPunct="1"/>
            <a:r>
              <a:rPr lang="es-ES_tradnl"/>
              <a:t>¡ Aviso Importante !</a:t>
            </a:r>
            <a:endParaRPr lang="es-ES"/>
          </a:p>
        </p:txBody>
      </p:sp>
      <p:sp>
        <p:nvSpPr>
          <p:cNvPr id="58372" name="Rectangle 3"/>
          <p:cNvSpPr>
            <a:spLocks noGrp="1" noChangeArrowheads="1"/>
          </p:cNvSpPr>
          <p:nvPr>
            <p:ph sz="quarter" idx="1"/>
          </p:nvPr>
        </p:nvSpPr>
        <p:spPr/>
        <p:txBody>
          <a:bodyPr/>
          <a:lstStyle/>
          <a:p>
            <a:pPr algn="ctr" eaLnBrk="1" hangingPunct="1">
              <a:buFontTx/>
              <a:buNone/>
            </a:pPr>
            <a:r>
              <a:rPr lang="es-ES_tradnl"/>
              <a:t>¡Sólo los negativos invierten los bits!</a:t>
            </a:r>
            <a:endParaRPr lang="es-E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noChangeArrowheads="1"/>
          </p:cNvSpPr>
          <p:nvPr>
            <p:ph sz="quarter" idx="1"/>
          </p:nvPr>
        </p:nvSpPr>
        <p:spPr/>
        <p:txBody>
          <a:bodyPr/>
          <a:lstStyle/>
          <a:p>
            <a:pPr eaLnBrk="1" hangingPunct="1"/>
            <a:r>
              <a:rPr lang="es-ES_tradnl"/>
              <a:t>Problema: ¿Qué representa 010111, si está en formato N-2? </a:t>
            </a:r>
          </a:p>
          <a:p>
            <a:pPr eaLnBrk="1" hangingPunct="1"/>
            <a:r>
              <a:rPr lang="es-ES_tradnl"/>
              <a:t>Respuesta: +23  (¡no invertimos bits, porque es positivo!)</a:t>
            </a:r>
          </a:p>
          <a:p>
            <a:pPr eaLnBrk="1" hangingPunct="1"/>
            <a:endParaRPr lang="es-ES_tradnl"/>
          </a:p>
          <a:p>
            <a:pPr eaLnBrk="1" hangingPunct="1"/>
            <a:r>
              <a:rPr lang="es-ES_tradnl"/>
              <a:t>Problema: ¿Qué representa 100111, si está en formato N-2? </a:t>
            </a:r>
          </a:p>
          <a:p>
            <a:pPr eaLnBrk="1" hangingPunct="1"/>
            <a:endParaRPr lang="es-ES"/>
          </a:p>
        </p:txBody>
      </p:sp>
      <p:sp>
        <p:nvSpPr>
          <p:cNvPr id="59396" name="Rectangle 4"/>
          <p:cNvSpPr>
            <a:spLocks noChangeArrowheads="1"/>
          </p:cNvSpPr>
          <p:nvPr/>
        </p:nvSpPr>
        <p:spPr bwMode="auto">
          <a:xfrm>
            <a:off x="411956" y="80624"/>
            <a:ext cx="9077325" cy="1350962"/>
          </a:xfrm>
          <a:prstGeom prst="rect">
            <a:avLst/>
          </a:prstGeom>
          <a:noFill/>
          <a:ln w="9525">
            <a:noFill/>
            <a:miter lim="800000"/>
            <a:headEnd/>
            <a:tailEnd/>
          </a:ln>
        </p:spPr>
        <p:txBody>
          <a:bodyPr lIns="100191" tIns="50095" rIns="100191" bIns="50095" anchor="ctr"/>
          <a:lstStyle/>
          <a:p>
            <a:pPr defTabSz="1001713"/>
            <a:r>
              <a:rPr lang="es-ES_tradnl" sz="3500" dirty="0">
                <a:solidFill>
                  <a:schemeClr val="tx2"/>
                </a:solidFill>
              </a:rPr>
              <a:t>Representación “negativos en complemento a 2”</a:t>
            </a:r>
            <a:endParaRPr lang="es-ES" sz="3500" dirty="0">
              <a:solidFill>
                <a:schemeClr val="tx2"/>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ChangeArrowheads="1"/>
          </p:cNvSpPr>
          <p:nvPr/>
        </p:nvSpPr>
        <p:spPr bwMode="auto">
          <a:xfrm>
            <a:off x="330200" y="43657"/>
            <a:ext cx="9077325" cy="1350962"/>
          </a:xfrm>
          <a:prstGeom prst="rect">
            <a:avLst/>
          </a:prstGeom>
          <a:noFill/>
          <a:ln w="9525">
            <a:noFill/>
            <a:miter lim="800000"/>
            <a:headEnd/>
            <a:tailEnd/>
          </a:ln>
        </p:spPr>
        <p:txBody>
          <a:bodyPr lIns="100191" tIns="50095" rIns="100191" bIns="50095" anchor="ctr"/>
          <a:lstStyle/>
          <a:p>
            <a:pPr defTabSz="1001713"/>
            <a:r>
              <a:rPr lang="es-ES_tradnl" sz="3500" dirty="0">
                <a:solidFill>
                  <a:schemeClr val="tx2"/>
                </a:solidFill>
              </a:rPr>
              <a:t>Representación “negativos en complemento a 2”</a:t>
            </a:r>
            <a:endParaRPr lang="es-ES" sz="3500" dirty="0">
              <a:solidFill>
                <a:schemeClr val="tx2"/>
              </a:solidFill>
            </a:endParaRPr>
          </a:p>
        </p:txBody>
      </p:sp>
      <p:sp>
        <p:nvSpPr>
          <p:cNvPr id="60420" name="Rectangle 3"/>
          <p:cNvSpPr>
            <a:spLocks noChangeArrowheads="1"/>
          </p:cNvSpPr>
          <p:nvPr/>
        </p:nvSpPr>
        <p:spPr bwMode="auto">
          <a:xfrm>
            <a:off x="742950" y="1889125"/>
            <a:ext cx="8415338" cy="4862513"/>
          </a:xfrm>
          <a:prstGeom prst="rect">
            <a:avLst/>
          </a:prstGeom>
          <a:noFill/>
          <a:ln w="9525">
            <a:noFill/>
            <a:miter lim="800000"/>
            <a:headEnd/>
            <a:tailEnd/>
          </a:ln>
        </p:spPr>
        <p:txBody>
          <a:bodyPr lIns="100191" tIns="50095" rIns="100191" bIns="50095"/>
          <a:lstStyle/>
          <a:p>
            <a:pPr marL="376238" indent="-376238" algn="l" defTabSz="1001713">
              <a:spcBef>
                <a:spcPct val="20000"/>
              </a:spcBef>
              <a:buFontTx/>
              <a:buChar char="•"/>
            </a:pPr>
            <a:r>
              <a:rPr lang="es-ES_tradnl" sz="3100"/>
              <a:t>¿Qué representa 100111, si está en formato N-2? </a:t>
            </a:r>
          </a:p>
          <a:p>
            <a:pPr marL="814388" lvl="1" indent="-312738" algn="l" defTabSz="1001713">
              <a:spcBef>
                <a:spcPct val="20000"/>
              </a:spcBef>
              <a:buFontTx/>
              <a:buChar char="–"/>
            </a:pPr>
            <a:r>
              <a:rPr lang="es-ES_tradnl" sz="2200"/>
              <a:t>Identificar signo: </a:t>
            </a:r>
            <a:r>
              <a:rPr lang="es-ES_tradnl" sz="2200" i="1"/>
              <a:t>es negativo</a:t>
            </a:r>
          </a:p>
          <a:p>
            <a:pPr marL="814388" lvl="1" indent="-312738" algn="l" defTabSz="1001713">
              <a:spcBef>
                <a:spcPct val="20000"/>
              </a:spcBef>
              <a:buFontTx/>
              <a:buChar char="–"/>
            </a:pPr>
            <a:r>
              <a:rPr lang="es-ES_tradnl" sz="2200"/>
              <a:t>Si es negativo: Por definición  00111 (7) es el complemento a 32  de 25; la solución es -25</a:t>
            </a:r>
          </a:p>
          <a:p>
            <a:pPr marL="814388" lvl="1" indent="-312738" algn="l" defTabSz="1001713">
              <a:spcBef>
                <a:spcPct val="20000"/>
              </a:spcBef>
              <a:buFontTx/>
              <a:buChar char="–"/>
            </a:pPr>
            <a:r>
              <a:rPr lang="es-ES_tradnl" sz="2200"/>
              <a:t>Alternativa más fácil: si es negativo, al resto de la cadena: </a:t>
            </a:r>
          </a:p>
          <a:p>
            <a:pPr marL="1252538" lvl="2" indent="-250825" algn="l" defTabSz="1001713">
              <a:spcBef>
                <a:spcPct val="20000"/>
              </a:spcBef>
            </a:pPr>
            <a:r>
              <a:rPr lang="es-ES_tradnl" sz="2200"/>
              <a:t>a) Restar 1			00110</a:t>
            </a:r>
          </a:p>
          <a:p>
            <a:pPr marL="1252538" lvl="2" indent="-250825" algn="l" defTabSz="1001713">
              <a:spcBef>
                <a:spcPct val="20000"/>
              </a:spcBef>
            </a:pPr>
            <a:r>
              <a:rPr lang="es-ES_tradnl" sz="2200"/>
              <a:t>b) Invertir bits			11001</a:t>
            </a:r>
          </a:p>
          <a:p>
            <a:pPr marL="1252538" lvl="2" indent="-250825" algn="l" defTabSz="1001713">
              <a:spcBef>
                <a:spcPct val="20000"/>
              </a:spcBef>
            </a:pPr>
            <a:r>
              <a:rPr lang="es-ES_tradnl" sz="2200"/>
              <a:t>c) Convertir de </a:t>
            </a:r>
            <a:r>
              <a:rPr lang="es-ES_tradnl" sz="2200" i="1"/>
              <a:t>bn</a:t>
            </a:r>
            <a:r>
              <a:rPr lang="es-ES_tradnl" sz="2200"/>
              <a:t> a base-10	25.         La solución es -25</a:t>
            </a:r>
          </a:p>
          <a:p>
            <a:pPr marL="814388" lvl="1" indent="-312738" algn="l" defTabSz="1001713">
              <a:spcBef>
                <a:spcPct val="20000"/>
              </a:spcBef>
              <a:buFontTx/>
              <a:buChar char="–"/>
            </a:pPr>
            <a:r>
              <a:rPr lang="es-ES_tradnl" sz="2200"/>
              <a:t>Otra más fácil aún: si es negativo , al resto de la cadena : </a:t>
            </a:r>
          </a:p>
          <a:p>
            <a:pPr marL="1252538" lvl="2" indent="-250825" algn="l" defTabSz="1001713">
              <a:spcBef>
                <a:spcPct val="20000"/>
              </a:spcBef>
            </a:pPr>
            <a:r>
              <a:rPr lang="es-ES_tradnl" sz="2200"/>
              <a:t>a) Invertir bits			11000</a:t>
            </a:r>
          </a:p>
          <a:p>
            <a:pPr marL="1252538" lvl="2" indent="-250825" algn="l" defTabSz="1001713">
              <a:spcBef>
                <a:spcPct val="20000"/>
              </a:spcBef>
            </a:pPr>
            <a:r>
              <a:rPr lang="es-ES_tradnl" sz="2200"/>
              <a:t>b) Sumar 1			11001</a:t>
            </a:r>
          </a:p>
          <a:p>
            <a:pPr marL="1252538" lvl="2" indent="-250825" algn="l" defTabSz="1001713">
              <a:spcBef>
                <a:spcPct val="20000"/>
              </a:spcBef>
            </a:pPr>
            <a:r>
              <a:rPr lang="es-ES_tradnl" sz="2200"/>
              <a:t>c) Convertir de </a:t>
            </a:r>
            <a:r>
              <a:rPr lang="es-ES_tradnl" sz="2200" i="1"/>
              <a:t>bn</a:t>
            </a:r>
            <a:r>
              <a:rPr lang="es-ES_tradnl" sz="2200"/>
              <a:t> a base-10	25.         La solución es -25</a:t>
            </a:r>
          </a:p>
          <a:p>
            <a:pPr marL="376238" indent="-376238" algn="l" defTabSz="1001713">
              <a:spcBef>
                <a:spcPct val="20000"/>
              </a:spcBef>
              <a:buFontTx/>
              <a:buChar char="•"/>
            </a:pPr>
            <a:endParaRPr lang="es-ES" sz="31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normAutofit fontScale="90000"/>
          </a:bodyPr>
          <a:lstStyle/>
          <a:p>
            <a:pPr eaLnBrk="1" hangingPunct="1"/>
            <a:r>
              <a:rPr lang="es-ES_tradnl"/>
              <a:t>Extensión de números y extensión del signo</a:t>
            </a:r>
            <a:endParaRPr lang="es-ES"/>
          </a:p>
        </p:txBody>
      </p:sp>
      <p:sp>
        <p:nvSpPr>
          <p:cNvPr id="62468" name="Rectangle 3"/>
          <p:cNvSpPr>
            <a:spLocks noGrp="1" noChangeArrowheads="1"/>
          </p:cNvSpPr>
          <p:nvPr>
            <p:ph sz="quarter" idx="1"/>
          </p:nvPr>
        </p:nvSpPr>
        <p:spPr/>
        <p:txBody>
          <a:bodyPr/>
          <a:lstStyle/>
          <a:p>
            <a:pPr eaLnBrk="1" hangingPunct="1"/>
            <a:r>
              <a:rPr lang="es-ES_tradnl"/>
              <a:t>Dada una </a:t>
            </a:r>
            <a:r>
              <a:rPr lang="es-ES_tradnl" b="1"/>
              <a:t>representación </a:t>
            </a:r>
            <a:r>
              <a:rPr lang="es-ES_tradnl"/>
              <a:t>con n bits de un cierto número ¿cómo se representaría con n+m bits?</a:t>
            </a:r>
          </a:p>
          <a:p>
            <a:pPr eaLnBrk="1" hangingPunct="1"/>
            <a:endParaRPr lang="es-ES_tradnl"/>
          </a:p>
          <a:p>
            <a:pPr eaLnBrk="1" hangingPunct="1"/>
            <a:r>
              <a:rPr lang="es-ES_tradnl"/>
              <a:t>s-m: Insertar m ceros entre el signo y la magnitud</a:t>
            </a:r>
          </a:p>
          <a:p>
            <a:pPr eaLnBrk="1" hangingPunct="1"/>
            <a:r>
              <a:rPr lang="es-ES_tradnl"/>
              <a:t>exceso: Insertar m ceros a la izquierda</a:t>
            </a:r>
          </a:p>
          <a:p>
            <a:pPr eaLnBrk="1" hangingPunct="1"/>
            <a:r>
              <a:rPr lang="es-ES_tradnl"/>
              <a:t>c-1 y c-2: Repetir el signo m veces a la izquierda</a:t>
            </a:r>
          </a:p>
          <a:p>
            <a:pPr algn="ctr" eaLnBrk="1" hangingPunct="1">
              <a:buFontTx/>
              <a:buNone/>
            </a:pPr>
            <a:r>
              <a:rPr lang="es-ES_tradnl"/>
              <a:t>“Extensión del signo”</a:t>
            </a:r>
          </a:p>
          <a:p>
            <a:pPr eaLnBrk="1" hangingPunct="1">
              <a:buFontTx/>
              <a:buNone/>
            </a:pPr>
            <a:endParaRPr lang="es-E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p:txBody>
          <a:bodyPr/>
          <a:lstStyle/>
          <a:p>
            <a:pPr eaLnBrk="1" hangingPunct="1"/>
            <a:r>
              <a:rPr lang="es-ES_tradnl"/>
              <a:t>Números en punto fijo</a:t>
            </a:r>
            <a:endParaRPr lang="es-ES"/>
          </a:p>
        </p:txBody>
      </p:sp>
      <p:sp>
        <p:nvSpPr>
          <p:cNvPr id="63492" name="Rectangle 3"/>
          <p:cNvSpPr>
            <a:spLocks noGrp="1" noChangeArrowheads="1"/>
          </p:cNvSpPr>
          <p:nvPr>
            <p:ph sz="quarter" idx="1"/>
          </p:nvPr>
        </p:nvSpPr>
        <p:spPr/>
        <p:txBody>
          <a:bodyPr/>
          <a:lstStyle/>
          <a:p>
            <a:pPr eaLnBrk="1" hangingPunct="1"/>
            <a:r>
              <a:rPr lang="es-ES_tradnl"/>
              <a:t>Naturales y enteros se conocen como</a:t>
            </a:r>
          </a:p>
          <a:p>
            <a:pPr lvl="1" eaLnBrk="1" hangingPunct="1">
              <a:buFontTx/>
              <a:buNone/>
            </a:pPr>
            <a:r>
              <a:rPr lang="es-ES_tradnl" sz="3100"/>
              <a:t>“Números en punto fijo, o coma fija”</a:t>
            </a:r>
          </a:p>
          <a:p>
            <a:pPr eaLnBrk="1" hangingPunct="1"/>
            <a:r>
              <a:rPr lang="es-ES_tradnl"/>
              <a:t>La coma de fracción está </a:t>
            </a:r>
            <a:r>
              <a:rPr lang="es-ES_tradnl" b="1"/>
              <a:t>fija</a:t>
            </a:r>
            <a:r>
              <a:rPr lang="es-ES_tradnl"/>
              <a:t> en el extremo derecho de los registros de almacenamiento:</a:t>
            </a:r>
          </a:p>
          <a:p>
            <a:pPr eaLnBrk="1" hangingPunct="1"/>
            <a:endParaRPr lang="es-ES_tradnl"/>
          </a:p>
          <a:p>
            <a:pPr eaLnBrk="1" hangingPunct="1"/>
            <a:endParaRPr lang="es-ES_tradnl"/>
          </a:p>
          <a:p>
            <a:pPr eaLnBrk="1" hangingPunct="1"/>
            <a:r>
              <a:rPr lang="es-ES_tradnl"/>
              <a:t>Se puede, no obstante,  </a:t>
            </a:r>
            <a:r>
              <a:rPr lang="es-ES_tradnl" b="1"/>
              <a:t>fijar </a:t>
            </a:r>
            <a:r>
              <a:rPr lang="es-ES_tradnl"/>
              <a:t>en otra posición:</a:t>
            </a:r>
            <a:endParaRPr lang="es-ES"/>
          </a:p>
        </p:txBody>
      </p:sp>
      <p:graphicFrame>
        <p:nvGraphicFramePr>
          <p:cNvPr id="40984" name="Group 24"/>
          <p:cNvGraphicFramePr>
            <a:graphicFrameLocks noGrp="1"/>
          </p:cNvGraphicFramePr>
          <p:nvPr>
            <p:extLst>
              <p:ext uri="{D42A27DB-BD31-4B8C-83A1-F6EECF244321}">
                <p14:modId xmlns:p14="http://schemas.microsoft.com/office/powerpoint/2010/main" val="244001333"/>
              </p:ext>
            </p:extLst>
          </p:nvPr>
        </p:nvGraphicFramePr>
        <p:xfrm>
          <a:off x="2392363" y="3690466"/>
          <a:ext cx="4456112" cy="628650"/>
        </p:xfrm>
        <a:graphic>
          <a:graphicData uri="http://schemas.openxmlformats.org/drawingml/2006/table">
            <a:tbl>
              <a:tblPr/>
              <a:tblGrid>
                <a:gridCol w="742950">
                  <a:extLst>
                    <a:ext uri="{9D8B030D-6E8A-4147-A177-3AD203B41FA5}">
                      <a16:colId xmlns:a16="http://schemas.microsoft.com/office/drawing/2014/main" val="20000"/>
                    </a:ext>
                  </a:extLst>
                </a:gridCol>
                <a:gridCol w="742950">
                  <a:extLst>
                    <a:ext uri="{9D8B030D-6E8A-4147-A177-3AD203B41FA5}">
                      <a16:colId xmlns:a16="http://schemas.microsoft.com/office/drawing/2014/main" val="20001"/>
                    </a:ext>
                  </a:extLst>
                </a:gridCol>
                <a:gridCol w="742950">
                  <a:extLst>
                    <a:ext uri="{9D8B030D-6E8A-4147-A177-3AD203B41FA5}">
                      <a16:colId xmlns:a16="http://schemas.microsoft.com/office/drawing/2014/main" val="20002"/>
                    </a:ext>
                  </a:extLst>
                </a:gridCol>
                <a:gridCol w="741362">
                  <a:extLst>
                    <a:ext uri="{9D8B030D-6E8A-4147-A177-3AD203B41FA5}">
                      <a16:colId xmlns:a16="http://schemas.microsoft.com/office/drawing/2014/main" val="20003"/>
                    </a:ext>
                  </a:extLst>
                </a:gridCol>
                <a:gridCol w="742950">
                  <a:extLst>
                    <a:ext uri="{9D8B030D-6E8A-4147-A177-3AD203B41FA5}">
                      <a16:colId xmlns:a16="http://schemas.microsoft.com/office/drawing/2014/main" val="20004"/>
                    </a:ext>
                  </a:extLst>
                </a:gridCol>
                <a:gridCol w="742950">
                  <a:extLst>
                    <a:ext uri="{9D8B030D-6E8A-4147-A177-3AD203B41FA5}">
                      <a16:colId xmlns:a16="http://schemas.microsoft.com/office/drawing/2014/main" val="20005"/>
                    </a:ext>
                  </a:extLst>
                </a:gridCol>
              </a:tblGrid>
              <a:tr h="628650">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2700" b="0" i="0" u="none" strike="noStrike" cap="none" normalizeH="0" baseline="0">
                          <a:ln>
                            <a:noFill/>
                          </a:ln>
                          <a:solidFill>
                            <a:schemeClr val="tx1"/>
                          </a:solidFill>
                          <a:effectLst/>
                          <a:latin typeface="Times New Roman" pitchFamily="18" charset="0"/>
                        </a:rPr>
                        <a:t>1</a:t>
                      </a:r>
                      <a:endParaRPr kumimoji="0" lang="es-ES" sz="27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2700" b="0" i="0" u="none" strike="noStrike" cap="none" normalizeH="0" baseline="0">
                          <a:ln>
                            <a:noFill/>
                          </a:ln>
                          <a:solidFill>
                            <a:schemeClr val="tx1"/>
                          </a:solidFill>
                          <a:effectLst/>
                          <a:latin typeface="Times New Roman" pitchFamily="18" charset="0"/>
                        </a:rPr>
                        <a:t>1</a:t>
                      </a:r>
                      <a:endParaRPr kumimoji="0" lang="es-ES" sz="27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2700" b="0" i="0" u="none" strike="noStrike" cap="none" normalizeH="0" baseline="0">
                          <a:ln>
                            <a:noFill/>
                          </a:ln>
                          <a:solidFill>
                            <a:schemeClr val="tx1"/>
                          </a:solidFill>
                          <a:effectLst/>
                          <a:latin typeface="Times New Roman" pitchFamily="18" charset="0"/>
                        </a:rPr>
                        <a:t>0</a:t>
                      </a:r>
                      <a:endParaRPr kumimoji="0" lang="es-ES" sz="27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2700" b="0" i="0" u="none" strike="noStrike" cap="none" normalizeH="0" baseline="0">
                          <a:ln>
                            <a:noFill/>
                          </a:ln>
                          <a:solidFill>
                            <a:schemeClr val="tx1"/>
                          </a:solidFill>
                          <a:effectLst/>
                          <a:latin typeface="Times New Roman" pitchFamily="18" charset="0"/>
                        </a:rPr>
                        <a:t>1</a:t>
                      </a:r>
                      <a:endParaRPr kumimoji="0" lang="es-ES" sz="27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2700" b="0" i="0" u="none" strike="noStrike" cap="none" normalizeH="0" baseline="0">
                          <a:ln>
                            <a:noFill/>
                          </a:ln>
                          <a:solidFill>
                            <a:schemeClr val="tx1"/>
                          </a:solidFill>
                          <a:effectLst/>
                          <a:latin typeface="Times New Roman" pitchFamily="18" charset="0"/>
                        </a:rPr>
                        <a:t>1</a:t>
                      </a:r>
                      <a:endParaRPr kumimoji="0" lang="es-ES" sz="27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2700" b="0" i="0" u="none" strike="noStrike" cap="none" normalizeH="0" baseline="0" dirty="0">
                          <a:ln>
                            <a:noFill/>
                          </a:ln>
                          <a:solidFill>
                            <a:schemeClr val="tx1"/>
                          </a:solidFill>
                          <a:effectLst/>
                          <a:latin typeface="Times New Roman" pitchFamily="18" charset="0"/>
                        </a:rPr>
                        <a:t>1</a:t>
                      </a:r>
                      <a:endParaRPr kumimoji="0" lang="es-ES" sz="27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3509" name="Text Box 21"/>
          <p:cNvSpPr txBox="1">
            <a:spLocks noChangeArrowheads="1"/>
          </p:cNvSpPr>
          <p:nvPr/>
        </p:nvSpPr>
        <p:spPr bwMode="auto">
          <a:xfrm>
            <a:off x="6592205" y="3601020"/>
            <a:ext cx="577850" cy="1246187"/>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sz="6600"/>
              <a:t>,</a:t>
            </a:r>
            <a:endParaRPr lang="es-ES" sz="66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ChangeArrowheads="1"/>
          </p:cNvSpPr>
          <p:nvPr>
            <p:ph type="title"/>
          </p:nvPr>
        </p:nvSpPr>
        <p:spPr/>
        <p:txBody>
          <a:bodyPr/>
          <a:lstStyle/>
          <a:p>
            <a:pPr eaLnBrk="1" hangingPunct="1"/>
            <a:r>
              <a:rPr lang="es-ES_tradnl"/>
              <a:t>Números en punto fijo</a:t>
            </a:r>
            <a:endParaRPr lang="es-ES"/>
          </a:p>
        </p:txBody>
      </p:sp>
      <p:sp>
        <p:nvSpPr>
          <p:cNvPr id="64516" name="Rectangle 3"/>
          <p:cNvSpPr>
            <a:spLocks noGrp="1" noChangeArrowheads="1"/>
          </p:cNvSpPr>
          <p:nvPr>
            <p:ph sz="quarter" idx="1"/>
          </p:nvPr>
        </p:nvSpPr>
        <p:spPr>
          <a:xfrm>
            <a:off x="742950" y="2070100"/>
            <a:ext cx="8415338" cy="4860925"/>
          </a:xfrm>
        </p:spPr>
        <p:txBody>
          <a:bodyPr/>
          <a:lstStyle/>
          <a:p>
            <a:pPr eaLnBrk="1" hangingPunct="1">
              <a:lnSpc>
                <a:spcPct val="90000"/>
              </a:lnSpc>
            </a:pPr>
            <a:endParaRPr lang="es-ES_tradnl" dirty="0"/>
          </a:p>
          <a:p>
            <a:pPr eaLnBrk="1" hangingPunct="1">
              <a:lnSpc>
                <a:spcPct val="90000"/>
              </a:lnSpc>
            </a:pPr>
            <a:endParaRPr lang="es-ES_tradnl" dirty="0"/>
          </a:p>
          <a:p>
            <a:pPr eaLnBrk="1" hangingPunct="1">
              <a:lnSpc>
                <a:spcPct val="90000"/>
              </a:lnSpc>
            </a:pPr>
            <a:r>
              <a:rPr lang="es-ES_tradnl" dirty="0"/>
              <a:t>Posiciones de los dígitos: </a:t>
            </a:r>
            <a:r>
              <a:rPr lang="es-ES_tradnl" i="1" dirty="0"/>
              <a:t>i= -2..3</a:t>
            </a:r>
          </a:p>
          <a:p>
            <a:pPr eaLnBrk="1" hangingPunct="1">
              <a:lnSpc>
                <a:spcPct val="90000"/>
              </a:lnSpc>
            </a:pPr>
            <a:r>
              <a:rPr lang="es-ES_tradnl" dirty="0"/>
              <a:t>Pesos a la derecha de la coma: d</a:t>
            </a:r>
            <a:r>
              <a:rPr lang="es-ES_tradnl" baseline="-25000" dirty="0"/>
              <a:t>i</a:t>
            </a:r>
            <a:r>
              <a:rPr lang="es-ES_tradnl" dirty="0"/>
              <a:t>·2</a:t>
            </a:r>
            <a:r>
              <a:rPr lang="es-ES_tradnl" baseline="30000" dirty="0"/>
              <a:t>i    </a:t>
            </a:r>
            <a:r>
              <a:rPr lang="es-ES_tradnl" dirty="0"/>
              <a:t>(igual)</a:t>
            </a:r>
            <a:endParaRPr lang="es-ES_tradnl" baseline="30000" dirty="0"/>
          </a:p>
          <a:p>
            <a:pPr eaLnBrk="1" hangingPunct="1">
              <a:lnSpc>
                <a:spcPct val="90000"/>
              </a:lnSpc>
            </a:pPr>
            <a:r>
              <a:rPr lang="es-ES_tradnl" dirty="0"/>
              <a:t>En el ejemplo, los pesos son 0.5 y 0.25</a:t>
            </a:r>
          </a:p>
          <a:p>
            <a:pPr eaLnBrk="1" hangingPunct="1">
              <a:lnSpc>
                <a:spcPct val="90000"/>
              </a:lnSpc>
            </a:pPr>
            <a:r>
              <a:rPr lang="es-ES_tradnl" dirty="0"/>
              <a:t>Para ejercicios sobre complemento a 2, se suma 1 al dígito más a la derecha.</a:t>
            </a:r>
          </a:p>
          <a:p>
            <a:pPr eaLnBrk="1" hangingPunct="1">
              <a:lnSpc>
                <a:spcPct val="90000"/>
              </a:lnSpc>
            </a:pPr>
            <a:r>
              <a:rPr lang="es-ES_tradnl" dirty="0"/>
              <a:t>El problema directo es diferente para las partes entera y fracción:</a:t>
            </a:r>
            <a:endParaRPr lang="es-ES" dirty="0"/>
          </a:p>
        </p:txBody>
      </p:sp>
      <p:graphicFrame>
        <p:nvGraphicFramePr>
          <p:cNvPr id="42008" name="Group 24"/>
          <p:cNvGraphicFramePr>
            <a:graphicFrameLocks noGrp="1"/>
          </p:cNvGraphicFramePr>
          <p:nvPr>
            <p:extLst>
              <p:ext uri="{D42A27DB-BD31-4B8C-83A1-F6EECF244321}">
                <p14:modId xmlns:p14="http://schemas.microsoft.com/office/powerpoint/2010/main" val="1068417220"/>
              </p:ext>
            </p:extLst>
          </p:nvPr>
        </p:nvGraphicFramePr>
        <p:xfrm>
          <a:off x="2142307" y="1845469"/>
          <a:ext cx="4456112" cy="630238"/>
        </p:xfrm>
        <a:graphic>
          <a:graphicData uri="http://schemas.openxmlformats.org/drawingml/2006/table">
            <a:tbl>
              <a:tblPr/>
              <a:tblGrid>
                <a:gridCol w="742950">
                  <a:extLst>
                    <a:ext uri="{9D8B030D-6E8A-4147-A177-3AD203B41FA5}">
                      <a16:colId xmlns:a16="http://schemas.microsoft.com/office/drawing/2014/main" val="20000"/>
                    </a:ext>
                  </a:extLst>
                </a:gridCol>
                <a:gridCol w="766812">
                  <a:extLst>
                    <a:ext uri="{9D8B030D-6E8A-4147-A177-3AD203B41FA5}">
                      <a16:colId xmlns:a16="http://schemas.microsoft.com/office/drawing/2014/main" val="20001"/>
                    </a:ext>
                  </a:extLst>
                </a:gridCol>
                <a:gridCol w="719088">
                  <a:extLst>
                    <a:ext uri="{9D8B030D-6E8A-4147-A177-3AD203B41FA5}">
                      <a16:colId xmlns:a16="http://schemas.microsoft.com/office/drawing/2014/main" val="20002"/>
                    </a:ext>
                  </a:extLst>
                </a:gridCol>
                <a:gridCol w="741362">
                  <a:extLst>
                    <a:ext uri="{9D8B030D-6E8A-4147-A177-3AD203B41FA5}">
                      <a16:colId xmlns:a16="http://schemas.microsoft.com/office/drawing/2014/main" val="20003"/>
                    </a:ext>
                  </a:extLst>
                </a:gridCol>
                <a:gridCol w="742950">
                  <a:extLst>
                    <a:ext uri="{9D8B030D-6E8A-4147-A177-3AD203B41FA5}">
                      <a16:colId xmlns:a16="http://schemas.microsoft.com/office/drawing/2014/main" val="20004"/>
                    </a:ext>
                  </a:extLst>
                </a:gridCol>
                <a:gridCol w="742950">
                  <a:extLst>
                    <a:ext uri="{9D8B030D-6E8A-4147-A177-3AD203B41FA5}">
                      <a16:colId xmlns:a16="http://schemas.microsoft.com/office/drawing/2014/main" val="20005"/>
                    </a:ext>
                  </a:extLst>
                </a:gridCol>
              </a:tblGrid>
              <a:tr h="630238">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2700" b="0" i="0" u="none" strike="noStrike" cap="none" normalizeH="0" baseline="0">
                          <a:ln>
                            <a:noFill/>
                          </a:ln>
                          <a:solidFill>
                            <a:schemeClr val="tx1"/>
                          </a:solidFill>
                          <a:effectLst/>
                          <a:latin typeface="Times New Roman" pitchFamily="18" charset="0"/>
                        </a:rPr>
                        <a:t>1</a:t>
                      </a:r>
                      <a:endParaRPr kumimoji="0" lang="es-ES" sz="27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2700" b="0" i="0" u="none" strike="noStrike" cap="none" normalizeH="0" baseline="0">
                          <a:ln>
                            <a:noFill/>
                          </a:ln>
                          <a:solidFill>
                            <a:schemeClr val="tx1"/>
                          </a:solidFill>
                          <a:effectLst/>
                          <a:latin typeface="Times New Roman" pitchFamily="18" charset="0"/>
                        </a:rPr>
                        <a:t>1</a:t>
                      </a:r>
                      <a:endParaRPr kumimoji="0" lang="es-ES" sz="27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2700" b="0" i="0" u="none" strike="noStrike" cap="none" normalizeH="0" baseline="0">
                          <a:ln>
                            <a:noFill/>
                          </a:ln>
                          <a:solidFill>
                            <a:schemeClr val="tx1"/>
                          </a:solidFill>
                          <a:effectLst/>
                          <a:latin typeface="Times New Roman" pitchFamily="18" charset="0"/>
                        </a:rPr>
                        <a:t>0</a:t>
                      </a:r>
                      <a:endParaRPr kumimoji="0" lang="es-ES" sz="27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2700" b="0" i="0" u="none" strike="noStrike" cap="none" normalizeH="0" baseline="0">
                          <a:ln>
                            <a:noFill/>
                          </a:ln>
                          <a:solidFill>
                            <a:schemeClr val="tx1"/>
                          </a:solidFill>
                          <a:effectLst/>
                          <a:latin typeface="Times New Roman" pitchFamily="18" charset="0"/>
                        </a:rPr>
                        <a:t>1</a:t>
                      </a:r>
                      <a:endParaRPr kumimoji="0" lang="es-ES" sz="27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2700" b="0" i="0" u="none" strike="noStrike" cap="none" normalizeH="0" baseline="0">
                          <a:ln>
                            <a:noFill/>
                          </a:ln>
                          <a:solidFill>
                            <a:schemeClr val="tx1"/>
                          </a:solidFill>
                          <a:effectLst/>
                          <a:latin typeface="Times New Roman" pitchFamily="18" charset="0"/>
                        </a:rPr>
                        <a:t>1</a:t>
                      </a:r>
                      <a:endParaRPr kumimoji="0" lang="es-ES" sz="27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2700" b="0" i="0" u="none" strike="noStrike" cap="none" normalizeH="0" baseline="0" dirty="0">
                          <a:ln>
                            <a:noFill/>
                          </a:ln>
                          <a:solidFill>
                            <a:schemeClr val="tx1"/>
                          </a:solidFill>
                          <a:effectLst/>
                          <a:latin typeface="Times New Roman" pitchFamily="18" charset="0"/>
                        </a:rPr>
                        <a:t>1</a:t>
                      </a:r>
                      <a:endParaRPr kumimoji="0" lang="es-ES" sz="2700" b="0" i="0" u="none" strike="noStrike" cap="none" normalizeH="0" baseline="0" dirty="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4533" name="Text Box 20"/>
          <p:cNvSpPr txBox="1">
            <a:spLocks noChangeArrowheads="1"/>
          </p:cNvSpPr>
          <p:nvPr/>
        </p:nvSpPr>
        <p:spPr bwMode="auto">
          <a:xfrm>
            <a:off x="4898571" y="1746250"/>
            <a:ext cx="577850" cy="1247775"/>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sz="6600" dirty="0"/>
              <a:t>,</a:t>
            </a:r>
            <a:endParaRPr lang="es-ES" sz="6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p:txBody>
          <a:bodyPr/>
          <a:lstStyle/>
          <a:p>
            <a:pPr eaLnBrk="1" hangingPunct="1"/>
            <a:r>
              <a:rPr lang="es-ES_tradnl"/>
              <a:t>Convertir 2.5625 a </a:t>
            </a:r>
            <a:r>
              <a:rPr lang="es-ES_tradnl" i="1"/>
              <a:t>bn de 4,4 bits</a:t>
            </a:r>
            <a:endParaRPr lang="es-ES"/>
          </a:p>
        </p:txBody>
      </p:sp>
      <p:sp>
        <p:nvSpPr>
          <p:cNvPr id="65540" name="Rectangle 3"/>
          <p:cNvSpPr>
            <a:spLocks noGrp="1" noChangeArrowheads="1"/>
          </p:cNvSpPr>
          <p:nvPr>
            <p:ph sz="quarter" idx="1"/>
          </p:nvPr>
        </p:nvSpPr>
        <p:spPr>
          <a:xfrm>
            <a:off x="742950" y="2339975"/>
            <a:ext cx="3300413" cy="4860925"/>
          </a:xfrm>
        </p:spPr>
        <p:txBody>
          <a:bodyPr/>
          <a:lstStyle/>
          <a:p>
            <a:pPr eaLnBrk="1" hangingPunct="1"/>
            <a:r>
              <a:rPr lang="es-ES_tradnl"/>
              <a:t>Parte entera:	</a:t>
            </a:r>
          </a:p>
          <a:p>
            <a:pPr eaLnBrk="1" hangingPunct="1">
              <a:buFontTx/>
              <a:buNone/>
            </a:pPr>
            <a:r>
              <a:rPr lang="es-ES_tradnl"/>
              <a:t>2:2=1 resto 0</a:t>
            </a:r>
          </a:p>
          <a:p>
            <a:pPr eaLnBrk="1" hangingPunct="1">
              <a:buFontTx/>
              <a:buNone/>
            </a:pPr>
            <a:r>
              <a:rPr lang="es-ES_tradnl"/>
              <a:t>1:2=0 resto 1</a:t>
            </a:r>
          </a:p>
          <a:p>
            <a:pPr eaLnBrk="1" hangingPunct="1">
              <a:buFontTx/>
              <a:buNone/>
            </a:pPr>
            <a:r>
              <a:rPr lang="es-ES_tradnl"/>
              <a:t>0:2=0 resto 0</a:t>
            </a:r>
            <a:endParaRPr lang="es-ES"/>
          </a:p>
          <a:p>
            <a:pPr eaLnBrk="1" hangingPunct="1">
              <a:buFontTx/>
              <a:buNone/>
            </a:pPr>
            <a:r>
              <a:rPr lang="es-ES_tradnl"/>
              <a:t>0:2=0 resto 0</a:t>
            </a:r>
            <a:endParaRPr lang="es-ES"/>
          </a:p>
          <a:p>
            <a:pPr eaLnBrk="1" hangingPunct="1">
              <a:buFontTx/>
              <a:buNone/>
            </a:pPr>
            <a:endParaRPr lang="es-ES"/>
          </a:p>
        </p:txBody>
      </p:sp>
      <p:sp>
        <p:nvSpPr>
          <p:cNvPr id="65541" name="Rectangle 4"/>
          <p:cNvSpPr>
            <a:spLocks noChangeArrowheads="1"/>
          </p:cNvSpPr>
          <p:nvPr/>
        </p:nvSpPr>
        <p:spPr bwMode="auto">
          <a:xfrm>
            <a:off x="4867275" y="2251075"/>
            <a:ext cx="4621213" cy="4860925"/>
          </a:xfrm>
          <a:prstGeom prst="rect">
            <a:avLst/>
          </a:prstGeom>
          <a:noFill/>
          <a:ln w="9525">
            <a:noFill/>
            <a:miter lim="800000"/>
            <a:headEnd/>
            <a:tailEnd/>
          </a:ln>
        </p:spPr>
        <p:txBody>
          <a:bodyPr lIns="100191" tIns="50095" rIns="100191" bIns="50095"/>
          <a:lstStyle/>
          <a:p>
            <a:pPr marL="376238" indent="-376238" algn="l" defTabSz="1001713">
              <a:spcBef>
                <a:spcPct val="20000"/>
              </a:spcBef>
              <a:buFontTx/>
              <a:buChar char="•"/>
            </a:pPr>
            <a:r>
              <a:rPr lang="es-ES_tradnl" sz="3100"/>
              <a:t>Parte fracción:		</a:t>
            </a:r>
          </a:p>
          <a:p>
            <a:pPr marL="376238" indent="-376238" algn="l" defTabSz="1001713">
              <a:spcBef>
                <a:spcPct val="20000"/>
              </a:spcBef>
            </a:pPr>
            <a:r>
              <a:rPr lang="es-ES_tradnl" sz="3100"/>
              <a:t>0.5625*2= 1 . 125</a:t>
            </a:r>
          </a:p>
          <a:p>
            <a:pPr marL="376238" indent="-376238" algn="l" defTabSz="1001713">
              <a:spcBef>
                <a:spcPct val="20000"/>
              </a:spcBef>
            </a:pPr>
            <a:r>
              <a:rPr lang="es-ES_tradnl" sz="3100"/>
              <a:t>0.125  *2= 0 . 25  </a:t>
            </a:r>
          </a:p>
          <a:p>
            <a:pPr marL="376238" indent="-376238" algn="l" defTabSz="1001713">
              <a:spcBef>
                <a:spcPct val="20000"/>
              </a:spcBef>
            </a:pPr>
            <a:r>
              <a:rPr lang="es-ES_tradnl" sz="3100"/>
              <a:t>0.25    *2= 0 . 5</a:t>
            </a:r>
          </a:p>
          <a:p>
            <a:pPr marL="376238" indent="-376238" algn="l" defTabSz="1001713">
              <a:spcBef>
                <a:spcPct val="20000"/>
              </a:spcBef>
            </a:pPr>
            <a:r>
              <a:rPr lang="es-ES_tradnl" sz="3100"/>
              <a:t>0.5      *2= 1 . 0</a:t>
            </a:r>
            <a:endParaRPr lang="es-ES" sz="3100"/>
          </a:p>
        </p:txBody>
      </p:sp>
      <p:sp>
        <p:nvSpPr>
          <p:cNvPr id="65542" name="Oval 5"/>
          <p:cNvSpPr>
            <a:spLocks noChangeArrowheads="1"/>
          </p:cNvSpPr>
          <p:nvPr/>
        </p:nvSpPr>
        <p:spPr bwMode="auto">
          <a:xfrm>
            <a:off x="2557463" y="2970213"/>
            <a:ext cx="495300" cy="2519362"/>
          </a:xfrm>
          <a:prstGeom prst="ellipse">
            <a:avLst/>
          </a:prstGeom>
          <a:noFill/>
          <a:ln w="9525">
            <a:solidFill>
              <a:schemeClr val="tx1"/>
            </a:solidFill>
            <a:round/>
            <a:headEnd/>
            <a:tailEnd/>
          </a:ln>
        </p:spPr>
        <p:txBody>
          <a:bodyPr wrap="none" anchor="ctr"/>
          <a:lstStyle/>
          <a:p>
            <a:endParaRPr lang="es-ES"/>
          </a:p>
        </p:txBody>
      </p:sp>
      <p:sp>
        <p:nvSpPr>
          <p:cNvPr id="65543" name="Oval 6"/>
          <p:cNvSpPr>
            <a:spLocks noChangeArrowheads="1"/>
          </p:cNvSpPr>
          <p:nvPr/>
        </p:nvSpPr>
        <p:spPr bwMode="auto">
          <a:xfrm>
            <a:off x="6600825" y="2881313"/>
            <a:ext cx="495300" cy="2519362"/>
          </a:xfrm>
          <a:prstGeom prst="ellipse">
            <a:avLst/>
          </a:prstGeom>
          <a:noFill/>
          <a:ln w="9525">
            <a:solidFill>
              <a:schemeClr val="tx1"/>
            </a:solidFill>
            <a:round/>
            <a:headEnd/>
            <a:tailEnd/>
          </a:ln>
        </p:spPr>
        <p:txBody>
          <a:bodyPr wrap="none" anchor="ctr"/>
          <a:lstStyle/>
          <a:p>
            <a:endParaRPr lang="es-ES"/>
          </a:p>
        </p:txBody>
      </p:sp>
      <p:graphicFrame>
        <p:nvGraphicFramePr>
          <p:cNvPr id="44071" name="Group 39"/>
          <p:cNvGraphicFramePr>
            <a:graphicFrameLocks noGrp="1"/>
          </p:cNvGraphicFramePr>
          <p:nvPr/>
        </p:nvGraphicFramePr>
        <p:xfrm>
          <a:off x="2228850" y="6211888"/>
          <a:ext cx="4949825" cy="511670"/>
        </p:xfrm>
        <a:graphic>
          <a:graphicData uri="http://schemas.openxmlformats.org/drawingml/2006/table">
            <a:tbl>
              <a:tblPr/>
              <a:tblGrid>
                <a:gridCol w="617538">
                  <a:extLst>
                    <a:ext uri="{9D8B030D-6E8A-4147-A177-3AD203B41FA5}">
                      <a16:colId xmlns:a16="http://schemas.microsoft.com/office/drawing/2014/main" val="20000"/>
                    </a:ext>
                  </a:extLst>
                </a:gridCol>
                <a:gridCol w="619125">
                  <a:extLst>
                    <a:ext uri="{9D8B030D-6E8A-4147-A177-3AD203B41FA5}">
                      <a16:colId xmlns:a16="http://schemas.microsoft.com/office/drawing/2014/main" val="20001"/>
                    </a:ext>
                  </a:extLst>
                </a:gridCol>
                <a:gridCol w="619125">
                  <a:extLst>
                    <a:ext uri="{9D8B030D-6E8A-4147-A177-3AD203B41FA5}">
                      <a16:colId xmlns:a16="http://schemas.microsoft.com/office/drawing/2014/main" val="20002"/>
                    </a:ext>
                  </a:extLst>
                </a:gridCol>
                <a:gridCol w="619125">
                  <a:extLst>
                    <a:ext uri="{9D8B030D-6E8A-4147-A177-3AD203B41FA5}">
                      <a16:colId xmlns:a16="http://schemas.microsoft.com/office/drawing/2014/main" val="20003"/>
                    </a:ext>
                  </a:extLst>
                </a:gridCol>
                <a:gridCol w="619125">
                  <a:extLst>
                    <a:ext uri="{9D8B030D-6E8A-4147-A177-3AD203B41FA5}">
                      <a16:colId xmlns:a16="http://schemas.microsoft.com/office/drawing/2014/main" val="20004"/>
                    </a:ext>
                  </a:extLst>
                </a:gridCol>
                <a:gridCol w="617537">
                  <a:extLst>
                    <a:ext uri="{9D8B030D-6E8A-4147-A177-3AD203B41FA5}">
                      <a16:colId xmlns:a16="http://schemas.microsoft.com/office/drawing/2014/main" val="20005"/>
                    </a:ext>
                  </a:extLst>
                </a:gridCol>
                <a:gridCol w="619125">
                  <a:extLst>
                    <a:ext uri="{9D8B030D-6E8A-4147-A177-3AD203B41FA5}">
                      <a16:colId xmlns:a16="http://schemas.microsoft.com/office/drawing/2014/main" val="20006"/>
                    </a:ext>
                  </a:extLst>
                </a:gridCol>
                <a:gridCol w="619125">
                  <a:extLst>
                    <a:ext uri="{9D8B030D-6E8A-4147-A177-3AD203B41FA5}">
                      <a16:colId xmlns:a16="http://schemas.microsoft.com/office/drawing/2014/main" val="20007"/>
                    </a:ext>
                  </a:extLst>
                </a:gridCol>
              </a:tblGrid>
              <a:tr h="457200">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2700" b="0" i="0" u="none" strike="noStrike" cap="none" normalizeH="0" baseline="0">
                          <a:ln>
                            <a:noFill/>
                          </a:ln>
                          <a:solidFill>
                            <a:schemeClr val="tx1"/>
                          </a:solidFill>
                          <a:effectLst/>
                          <a:latin typeface="Times New Roman" pitchFamily="18" charset="0"/>
                        </a:rPr>
                        <a:t>0</a:t>
                      </a:r>
                      <a:endParaRPr kumimoji="0" lang="es-ES" sz="2700" b="0" i="0" u="none" strike="noStrike" cap="none" normalizeH="0" baseline="0">
                        <a:ln>
                          <a:noFill/>
                        </a:ln>
                        <a:solidFill>
                          <a:schemeClr val="tx1"/>
                        </a:solidFill>
                        <a:effectLst/>
                        <a:latin typeface="Times New Roman" pitchFamily="18"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2700" b="0" i="0" u="none" strike="noStrike" cap="none" normalizeH="0" baseline="0">
                          <a:ln>
                            <a:noFill/>
                          </a:ln>
                          <a:solidFill>
                            <a:schemeClr val="tx1"/>
                          </a:solidFill>
                          <a:effectLst/>
                          <a:latin typeface="Times New Roman" pitchFamily="18" charset="0"/>
                        </a:rPr>
                        <a:t>0</a:t>
                      </a:r>
                      <a:endParaRPr kumimoji="0" lang="es-ES" sz="27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2700" b="0" i="0" u="none" strike="noStrike" cap="none" normalizeH="0" baseline="0">
                          <a:ln>
                            <a:noFill/>
                          </a:ln>
                          <a:solidFill>
                            <a:schemeClr val="tx1"/>
                          </a:solidFill>
                          <a:effectLst/>
                          <a:latin typeface="Times New Roman" pitchFamily="18" charset="0"/>
                        </a:rPr>
                        <a:t>1</a:t>
                      </a:r>
                      <a:endParaRPr kumimoji="0" lang="es-ES" sz="27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2700" b="0" i="0" u="none" strike="noStrike" cap="none" normalizeH="0" baseline="0">
                          <a:ln>
                            <a:noFill/>
                          </a:ln>
                          <a:solidFill>
                            <a:schemeClr val="tx1"/>
                          </a:solidFill>
                          <a:effectLst/>
                          <a:latin typeface="Times New Roman" pitchFamily="18" charset="0"/>
                        </a:rPr>
                        <a:t>0 ,</a:t>
                      </a:r>
                      <a:endParaRPr kumimoji="0" lang="es-ES" sz="27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2700" b="0" i="0" u="none" strike="noStrike" cap="none" normalizeH="0" baseline="0">
                          <a:ln>
                            <a:noFill/>
                          </a:ln>
                          <a:solidFill>
                            <a:schemeClr val="tx1"/>
                          </a:solidFill>
                          <a:effectLst/>
                          <a:latin typeface="Times New Roman" pitchFamily="18" charset="0"/>
                        </a:rPr>
                        <a:t>1</a:t>
                      </a:r>
                      <a:endParaRPr kumimoji="0" lang="es-ES" sz="27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2700" b="0" i="0" u="none" strike="noStrike" cap="none" normalizeH="0" baseline="0">
                          <a:ln>
                            <a:noFill/>
                          </a:ln>
                          <a:solidFill>
                            <a:schemeClr val="tx1"/>
                          </a:solidFill>
                          <a:effectLst/>
                          <a:latin typeface="Times New Roman" pitchFamily="18" charset="0"/>
                        </a:rPr>
                        <a:t>0</a:t>
                      </a:r>
                      <a:endParaRPr kumimoji="0" lang="es-ES" sz="27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2700" b="0" i="0" u="none" strike="noStrike" cap="none" normalizeH="0" baseline="0">
                          <a:ln>
                            <a:noFill/>
                          </a:ln>
                          <a:solidFill>
                            <a:schemeClr val="tx1"/>
                          </a:solidFill>
                          <a:effectLst/>
                          <a:latin typeface="Times New Roman" pitchFamily="18" charset="0"/>
                        </a:rPr>
                        <a:t>0</a:t>
                      </a:r>
                      <a:endParaRPr kumimoji="0" lang="es-ES" sz="27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2700" b="0" i="0" u="none" strike="noStrike" cap="none" normalizeH="0" baseline="0">
                          <a:ln>
                            <a:noFill/>
                          </a:ln>
                          <a:solidFill>
                            <a:schemeClr val="tx1"/>
                          </a:solidFill>
                          <a:effectLst/>
                          <a:latin typeface="Times New Roman" pitchFamily="18" charset="0"/>
                        </a:rPr>
                        <a:t>1</a:t>
                      </a:r>
                      <a:endParaRPr kumimoji="0" lang="es-ES" sz="2700" b="0" i="0" u="none" strike="noStrike" cap="none" normalizeH="0" baseline="0">
                        <a:ln>
                          <a:noFill/>
                        </a:ln>
                        <a:solidFill>
                          <a:schemeClr val="tx1"/>
                        </a:solidFill>
                        <a:effectLst/>
                        <a:latin typeface="Times New Roman" pitchFamily="18"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5564" name="Freeform 32"/>
          <p:cNvSpPr>
            <a:spLocks/>
          </p:cNvSpPr>
          <p:nvPr/>
        </p:nvSpPr>
        <p:spPr bwMode="auto">
          <a:xfrm>
            <a:off x="3052763" y="3240088"/>
            <a:ext cx="1320800" cy="2430462"/>
          </a:xfrm>
          <a:custGeom>
            <a:avLst/>
            <a:gdLst>
              <a:gd name="T0" fmla="*/ 0 w 768"/>
              <a:gd name="T1" fmla="*/ 0 h 1296"/>
              <a:gd name="T2" fmla="*/ 851812757 w 768"/>
              <a:gd name="T3" fmla="*/ 506441937 h 1296"/>
              <a:gd name="T4" fmla="*/ 1987563457 w 768"/>
              <a:gd name="T5" fmla="*/ 2147483647 h 1296"/>
              <a:gd name="T6" fmla="*/ 2147483647 w 768"/>
              <a:gd name="T7" fmla="*/ 2147483647 h 1296"/>
              <a:gd name="T8" fmla="*/ 0 60000 65536"/>
              <a:gd name="T9" fmla="*/ 0 60000 65536"/>
              <a:gd name="T10" fmla="*/ 0 60000 65536"/>
              <a:gd name="T11" fmla="*/ 0 60000 65536"/>
              <a:gd name="T12" fmla="*/ 0 w 768"/>
              <a:gd name="T13" fmla="*/ 0 h 1296"/>
              <a:gd name="T14" fmla="*/ 768 w 768"/>
              <a:gd name="T15" fmla="*/ 1296 h 1296"/>
            </a:gdLst>
            <a:ahLst/>
            <a:cxnLst>
              <a:cxn ang="T8">
                <a:pos x="T0" y="T1"/>
              </a:cxn>
              <a:cxn ang="T9">
                <a:pos x="T2" y="T3"/>
              </a:cxn>
              <a:cxn ang="T10">
                <a:pos x="T4" y="T5"/>
              </a:cxn>
              <a:cxn ang="T11">
                <a:pos x="T6" y="T7"/>
              </a:cxn>
            </a:cxnLst>
            <a:rect l="T12" t="T13" r="T14" b="T15"/>
            <a:pathLst>
              <a:path w="768" h="1296">
                <a:moveTo>
                  <a:pt x="0" y="0"/>
                </a:moveTo>
                <a:cubicBezTo>
                  <a:pt x="88" y="16"/>
                  <a:pt x="176" y="32"/>
                  <a:pt x="288" y="144"/>
                </a:cubicBezTo>
                <a:cubicBezTo>
                  <a:pt x="400" y="256"/>
                  <a:pt x="592" y="480"/>
                  <a:pt x="672" y="672"/>
                </a:cubicBezTo>
                <a:cubicBezTo>
                  <a:pt x="752" y="864"/>
                  <a:pt x="752" y="1168"/>
                  <a:pt x="768" y="1296"/>
                </a:cubicBezTo>
              </a:path>
            </a:pathLst>
          </a:custGeom>
          <a:noFill/>
          <a:ln w="15875">
            <a:solidFill>
              <a:schemeClr val="tx1"/>
            </a:solidFill>
            <a:round/>
            <a:headEnd/>
            <a:tailEnd type="triangle" w="med" len="med"/>
          </a:ln>
        </p:spPr>
        <p:txBody>
          <a:bodyPr/>
          <a:lstStyle/>
          <a:p>
            <a:endParaRPr lang="es-ES"/>
          </a:p>
        </p:txBody>
      </p:sp>
      <p:sp>
        <p:nvSpPr>
          <p:cNvPr id="65565" name="Freeform 33"/>
          <p:cNvSpPr>
            <a:spLocks/>
          </p:cNvSpPr>
          <p:nvPr/>
        </p:nvSpPr>
        <p:spPr bwMode="auto">
          <a:xfrm flipH="1">
            <a:off x="4951413" y="3240088"/>
            <a:ext cx="1649412" cy="2520950"/>
          </a:xfrm>
          <a:custGeom>
            <a:avLst/>
            <a:gdLst>
              <a:gd name="T0" fmla="*/ 0 w 768"/>
              <a:gd name="T1" fmla="*/ 0 h 1296"/>
              <a:gd name="T2" fmla="*/ 1328399599 w 768"/>
              <a:gd name="T3" fmla="*/ 544855918 h 1296"/>
              <a:gd name="T4" fmla="*/ 2147483647 w 768"/>
              <a:gd name="T5" fmla="*/ 2147483647 h 1296"/>
              <a:gd name="T6" fmla="*/ 2147483647 w 768"/>
              <a:gd name="T7" fmla="*/ 2147483647 h 1296"/>
              <a:gd name="T8" fmla="*/ 0 60000 65536"/>
              <a:gd name="T9" fmla="*/ 0 60000 65536"/>
              <a:gd name="T10" fmla="*/ 0 60000 65536"/>
              <a:gd name="T11" fmla="*/ 0 60000 65536"/>
              <a:gd name="T12" fmla="*/ 0 w 768"/>
              <a:gd name="T13" fmla="*/ 0 h 1296"/>
              <a:gd name="T14" fmla="*/ 768 w 768"/>
              <a:gd name="T15" fmla="*/ 1296 h 1296"/>
            </a:gdLst>
            <a:ahLst/>
            <a:cxnLst>
              <a:cxn ang="T8">
                <a:pos x="T0" y="T1"/>
              </a:cxn>
              <a:cxn ang="T9">
                <a:pos x="T2" y="T3"/>
              </a:cxn>
              <a:cxn ang="T10">
                <a:pos x="T4" y="T5"/>
              </a:cxn>
              <a:cxn ang="T11">
                <a:pos x="T6" y="T7"/>
              </a:cxn>
            </a:cxnLst>
            <a:rect l="T12" t="T13" r="T14" b="T15"/>
            <a:pathLst>
              <a:path w="768" h="1296">
                <a:moveTo>
                  <a:pt x="0" y="0"/>
                </a:moveTo>
                <a:cubicBezTo>
                  <a:pt x="88" y="16"/>
                  <a:pt x="176" y="32"/>
                  <a:pt x="288" y="144"/>
                </a:cubicBezTo>
                <a:cubicBezTo>
                  <a:pt x="400" y="256"/>
                  <a:pt x="592" y="480"/>
                  <a:pt x="672" y="672"/>
                </a:cubicBezTo>
                <a:cubicBezTo>
                  <a:pt x="752" y="864"/>
                  <a:pt x="752" y="1168"/>
                  <a:pt x="768" y="1296"/>
                </a:cubicBezTo>
              </a:path>
            </a:pathLst>
          </a:custGeom>
          <a:noFill/>
          <a:ln w="15875">
            <a:solidFill>
              <a:schemeClr val="tx1"/>
            </a:solidFill>
            <a:round/>
            <a:headEnd/>
            <a:tailEnd type="triangle" w="med" len="med"/>
          </a:ln>
        </p:spPr>
        <p:txBody>
          <a:bodyPr/>
          <a:lstStyle/>
          <a:p>
            <a:endParaRPr lang="es-E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
          <p:cNvSpPr>
            <a:spLocks noGrp="1" noChangeArrowheads="1"/>
          </p:cNvSpPr>
          <p:nvPr>
            <p:ph type="title"/>
          </p:nvPr>
        </p:nvSpPr>
        <p:spPr/>
        <p:txBody>
          <a:bodyPr/>
          <a:lstStyle/>
          <a:p>
            <a:pPr eaLnBrk="1" hangingPunct="1"/>
            <a:r>
              <a:rPr lang="es-ES_tradnl"/>
              <a:t>Extensión de números por la derecha</a:t>
            </a:r>
            <a:endParaRPr lang="es-ES"/>
          </a:p>
        </p:txBody>
      </p:sp>
      <p:sp>
        <p:nvSpPr>
          <p:cNvPr id="66564" name="Rectangle 3"/>
          <p:cNvSpPr>
            <a:spLocks noGrp="1" noChangeArrowheads="1"/>
          </p:cNvSpPr>
          <p:nvPr>
            <p:ph sz="quarter" idx="1"/>
          </p:nvPr>
        </p:nvSpPr>
        <p:spPr>
          <a:xfrm>
            <a:off x="742950" y="2339975"/>
            <a:ext cx="8664575" cy="4860925"/>
          </a:xfrm>
        </p:spPr>
        <p:txBody>
          <a:bodyPr/>
          <a:lstStyle/>
          <a:p>
            <a:pPr eaLnBrk="1" hangingPunct="1"/>
            <a:r>
              <a:rPr lang="es-ES_tradnl"/>
              <a:t>A la derecha de la coma, la extensión con m bits es:</a:t>
            </a:r>
          </a:p>
          <a:p>
            <a:pPr eaLnBrk="1" hangingPunct="1"/>
            <a:endParaRPr lang="es-ES_tradnl"/>
          </a:p>
          <a:p>
            <a:pPr lvl="1" eaLnBrk="1" hangingPunct="1"/>
            <a:r>
              <a:rPr lang="es-ES_tradnl"/>
              <a:t>s-m y n-2: añadir m “ceros”</a:t>
            </a:r>
          </a:p>
          <a:p>
            <a:pPr lvl="1" eaLnBrk="1" hangingPunct="1"/>
            <a:r>
              <a:rPr lang="es-ES_tradnl"/>
              <a:t>n-1:	</a:t>
            </a:r>
          </a:p>
          <a:p>
            <a:pPr lvl="2" eaLnBrk="1" hangingPunct="1"/>
            <a:r>
              <a:rPr lang="es-ES_tradnl"/>
              <a:t>añadir m “ceros” si es positivo, </a:t>
            </a:r>
          </a:p>
          <a:p>
            <a:pPr lvl="2" eaLnBrk="1" hangingPunct="1"/>
            <a:r>
              <a:rPr lang="es-ES_tradnl"/>
              <a:t>m “unos” si es negativo</a:t>
            </a:r>
            <a:endParaRPr lang="es-E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Ejemplos (de 8 a 16 bits)</a:t>
            </a:r>
          </a:p>
        </p:txBody>
      </p:sp>
      <p:sp>
        <p:nvSpPr>
          <p:cNvPr id="3" name="Marcador de contenido 2"/>
          <p:cNvSpPr>
            <a:spLocks noGrp="1"/>
          </p:cNvSpPr>
          <p:nvPr>
            <p:ph sz="quarter" idx="1"/>
          </p:nvPr>
        </p:nvSpPr>
        <p:spPr/>
        <p:txBody>
          <a:bodyPr/>
          <a:lstStyle/>
          <a:p>
            <a:pPr marL="0" indent="0">
              <a:buNone/>
            </a:pPr>
            <a:r>
              <a:rPr lang="es-ES" dirty="0"/>
              <a:t>Sin fracción:</a:t>
            </a:r>
          </a:p>
          <a:p>
            <a:pPr marL="0" indent="0">
              <a:buNone/>
            </a:pPr>
            <a:r>
              <a:rPr lang="es-ES" dirty="0"/>
              <a:t>	Consideremos el 23 y el -23</a:t>
            </a:r>
          </a:p>
          <a:p>
            <a:pPr marL="0" indent="0">
              <a:buNone/>
            </a:pPr>
            <a:br>
              <a:rPr lang="es-ES" dirty="0"/>
            </a:br>
            <a:br>
              <a:rPr lang="es-ES" dirty="0"/>
            </a:br>
            <a:endParaRPr lang="es-ES" dirty="0"/>
          </a:p>
        </p:txBody>
      </p:sp>
      <p:graphicFrame>
        <p:nvGraphicFramePr>
          <p:cNvPr id="5" name="Tabla 4"/>
          <p:cNvGraphicFramePr>
            <a:graphicFrameLocks noGrp="1"/>
          </p:cNvGraphicFramePr>
          <p:nvPr>
            <p:extLst>
              <p:ext uri="{D42A27DB-BD31-4B8C-83A1-F6EECF244321}">
                <p14:modId xmlns:p14="http://schemas.microsoft.com/office/powerpoint/2010/main" val="3313939262"/>
              </p:ext>
            </p:extLst>
          </p:nvPr>
        </p:nvGraphicFramePr>
        <p:xfrm>
          <a:off x="774155" y="2754362"/>
          <a:ext cx="8352928" cy="1854200"/>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2105429814"/>
                    </a:ext>
                  </a:extLst>
                </a:gridCol>
                <a:gridCol w="1656184">
                  <a:extLst>
                    <a:ext uri="{9D8B030D-6E8A-4147-A177-3AD203B41FA5}">
                      <a16:colId xmlns:a16="http://schemas.microsoft.com/office/drawing/2014/main" val="2805692815"/>
                    </a:ext>
                  </a:extLst>
                </a:gridCol>
                <a:gridCol w="3024336">
                  <a:extLst>
                    <a:ext uri="{9D8B030D-6E8A-4147-A177-3AD203B41FA5}">
                      <a16:colId xmlns:a16="http://schemas.microsoft.com/office/drawing/2014/main" val="235510019"/>
                    </a:ext>
                  </a:extLst>
                </a:gridCol>
                <a:gridCol w="2088232">
                  <a:extLst>
                    <a:ext uri="{9D8B030D-6E8A-4147-A177-3AD203B41FA5}">
                      <a16:colId xmlns:a16="http://schemas.microsoft.com/office/drawing/2014/main" val="3706710564"/>
                    </a:ext>
                  </a:extLst>
                </a:gridCol>
              </a:tblGrid>
              <a:tr h="370840">
                <a:tc>
                  <a:txBody>
                    <a:bodyPr/>
                    <a:lstStyle/>
                    <a:p>
                      <a:r>
                        <a:rPr lang="es-ES" dirty="0"/>
                        <a:t>Formato</a:t>
                      </a:r>
                    </a:p>
                  </a:txBody>
                  <a:tcPr/>
                </a:tc>
                <a:tc>
                  <a:txBody>
                    <a:bodyPr/>
                    <a:lstStyle/>
                    <a:p>
                      <a:r>
                        <a:rPr lang="es-ES" dirty="0"/>
                        <a:t>8 bits</a:t>
                      </a:r>
                    </a:p>
                  </a:txBody>
                  <a:tcPr/>
                </a:tc>
                <a:tc>
                  <a:txBody>
                    <a:bodyPr/>
                    <a:lstStyle/>
                    <a:p>
                      <a:r>
                        <a:rPr lang="es-ES" dirty="0"/>
                        <a:t>16 bits</a:t>
                      </a:r>
                    </a:p>
                  </a:txBody>
                  <a:tcPr/>
                </a:tc>
                <a:tc>
                  <a:txBody>
                    <a:bodyPr/>
                    <a:lstStyle/>
                    <a:p>
                      <a:endParaRPr lang="es-ES" dirty="0"/>
                    </a:p>
                  </a:txBody>
                  <a:tcPr/>
                </a:tc>
                <a:extLst>
                  <a:ext uri="{0D108BD9-81ED-4DB2-BD59-A6C34878D82A}">
                    <a16:rowId xmlns:a16="http://schemas.microsoft.com/office/drawing/2014/main" val="3270517490"/>
                  </a:ext>
                </a:extLst>
              </a:tr>
              <a:tr h="370840">
                <a:tc>
                  <a:txBody>
                    <a:bodyPr/>
                    <a:lstStyle/>
                    <a:p>
                      <a:r>
                        <a:rPr lang="es-ES" dirty="0"/>
                        <a:t>Binario natural</a:t>
                      </a:r>
                    </a:p>
                  </a:txBody>
                  <a:tcPr/>
                </a:tc>
                <a:tc>
                  <a:txBody>
                    <a:bodyPr/>
                    <a:lstStyle/>
                    <a:p>
                      <a:r>
                        <a:rPr lang="es-ES" dirty="0">
                          <a:latin typeface="Courier New" panose="02070309020205020404" pitchFamily="49" charset="0"/>
                          <a:cs typeface="Courier New" panose="02070309020205020404" pitchFamily="49" charset="0"/>
                        </a:rPr>
                        <a:t>00010111.</a:t>
                      </a:r>
                    </a:p>
                  </a:txBody>
                  <a:tcPr/>
                </a:tc>
                <a:tc>
                  <a:txBody>
                    <a:bodyPr/>
                    <a:lstStyle/>
                    <a:p>
                      <a:r>
                        <a:rPr lang="es-ES" dirty="0">
                          <a:solidFill>
                            <a:srgbClr val="FF0000"/>
                          </a:solidFill>
                          <a:latin typeface="Courier New" panose="02070309020205020404" pitchFamily="49" charset="0"/>
                          <a:cs typeface="Courier New" panose="02070309020205020404" pitchFamily="49" charset="0"/>
                        </a:rPr>
                        <a:t>00000000</a:t>
                      </a:r>
                      <a:r>
                        <a:rPr lang="es-ES" dirty="0">
                          <a:latin typeface="Courier New" panose="02070309020205020404" pitchFamily="49" charset="0"/>
                          <a:cs typeface="Courier New" panose="02070309020205020404" pitchFamily="49" charset="0"/>
                        </a:rPr>
                        <a:t>00010111.</a:t>
                      </a:r>
                    </a:p>
                  </a:txBody>
                  <a:tcPr/>
                </a:tc>
                <a:tc>
                  <a:txBody>
                    <a:bodyPr/>
                    <a:lstStyle/>
                    <a:p>
                      <a:r>
                        <a:rPr lang="es-ES" dirty="0"/>
                        <a:t>0’s a </a:t>
                      </a:r>
                      <a:r>
                        <a:rPr lang="es-ES" dirty="0" err="1"/>
                        <a:t>izqda</a:t>
                      </a:r>
                      <a:endParaRPr lang="es-ES" dirty="0"/>
                    </a:p>
                  </a:txBody>
                  <a:tcPr/>
                </a:tc>
                <a:extLst>
                  <a:ext uri="{0D108BD9-81ED-4DB2-BD59-A6C34878D82A}">
                    <a16:rowId xmlns:a16="http://schemas.microsoft.com/office/drawing/2014/main" val="1596175788"/>
                  </a:ext>
                </a:extLst>
              </a:tr>
              <a:tr h="370840">
                <a:tc>
                  <a:txBody>
                    <a:bodyPr/>
                    <a:lstStyle/>
                    <a:p>
                      <a:r>
                        <a:rPr lang="es-ES" dirty="0"/>
                        <a:t>S-M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b="1" dirty="0">
                          <a:latin typeface="Courier New" panose="02070309020205020404" pitchFamily="49" charset="0"/>
                          <a:cs typeface="Courier New" panose="02070309020205020404" pitchFamily="49" charset="0"/>
                        </a:rPr>
                        <a:t>0</a:t>
                      </a:r>
                      <a:r>
                        <a:rPr lang="es-ES" dirty="0">
                          <a:latin typeface="Courier New" panose="02070309020205020404" pitchFamily="49" charset="0"/>
                          <a:cs typeface="Courier New" panose="02070309020205020404" pitchFamily="49" charset="0"/>
                        </a:rPr>
                        <a:t>0010111.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b="1" dirty="0">
                          <a:latin typeface="Courier New" panose="02070309020205020404" pitchFamily="49" charset="0"/>
                          <a:cs typeface="Courier New" panose="02070309020205020404" pitchFamily="49" charset="0"/>
                        </a:rPr>
                        <a:t>0</a:t>
                      </a:r>
                      <a:r>
                        <a:rPr lang="es-ES" dirty="0">
                          <a:solidFill>
                            <a:srgbClr val="FF0000"/>
                          </a:solidFill>
                          <a:latin typeface="Courier New" panose="02070309020205020404" pitchFamily="49" charset="0"/>
                          <a:cs typeface="Courier New" panose="02070309020205020404" pitchFamily="49" charset="0"/>
                        </a:rPr>
                        <a:t>00000000</a:t>
                      </a:r>
                      <a:r>
                        <a:rPr lang="es-ES" dirty="0">
                          <a:latin typeface="Courier New" panose="02070309020205020404" pitchFamily="49" charset="0"/>
                          <a:cs typeface="Courier New" panose="02070309020205020404" pitchFamily="49" charset="0"/>
                        </a:rPr>
                        <a:t>0010111.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0’s a izqda. magnitud</a:t>
                      </a:r>
                    </a:p>
                  </a:txBody>
                  <a:tcPr/>
                </a:tc>
                <a:extLst>
                  <a:ext uri="{0D108BD9-81ED-4DB2-BD59-A6C34878D82A}">
                    <a16:rowId xmlns:a16="http://schemas.microsoft.com/office/drawing/2014/main" val="4123482670"/>
                  </a:ext>
                </a:extLst>
              </a:tr>
              <a:tr h="370840">
                <a:tc>
                  <a:txBody>
                    <a:bodyPr/>
                    <a:lstStyle/>
                    <a:p>
                      <a:r>
                        <a:rPr lang="es-ES" dirty="0"/>
                        <a:t>N-1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b="1" dirty="0">
                          <a:latin typeface="Courier New" panose="02070309020205020404" pitchFamily="49" charset="0"/>
                          <a:cs typeface="Courier New" panose="02070309020205020404" pitchFamily="49" charset="0"/>
                        </a:rPr>
                        <a:t>0</a:t>
                      </a:r>
                      <a:r>
                        <a:rPr lang="es-ES" dirty="0">
                          <a:latin typeface="Courier New" panose="02070309020205020404" pitchFamily="49" charset="0"/>
                          <a:cs typeface="Courier New" panose="02070309020205020404" pitchFamily="49" charset="0"/>
                        </a:rPr>
                        <a:t>0010111.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b="1" dirty="0">
                          <a:latin typeface="Courier New" panose="02070309020205020404" pitchFamily="49" charset="0"/>
                          <a:cs typeface="Courier New" panose="02070309020205020404" pitchFamily="49" charset="0"/>
                        </a:rPr>
                        <a:t>0</a:t>
                      </a:r>
                      <a:r>
                        <a:rPr lang="es-ES" dirty="0">
                          <a:solidFill>
                            <a:srgbClr val="FF0000"/>
                          </a:solidFill>
                          <a:latin typeface="Courier New" panose="02070309020205020404" pitchFamily="49" charset="0"/>
                          <a:cs typeface="Courier New" panose="02070309020205020404" pitchFamily="49" charset="0"/>
                        </a:rPr>
                        <a:t>00000000</a:t>
                      </a:r>
                      <a:r>
                        <a:rPr lang="es-ES" dirty="0">
                          <a:latin typeface="Courier New" panose="02070309020205020404" pitchFamily="49" charset="0"/>
                          <a:cs typeface="Courier New" panose="02070309020205020404" pitchFamily="49" charset="0"/>
                        </a:rPr>
                        <a:t>0010111.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Ext. de signo</a:t>
                      </a:r>
                    </a:p>
                  </a:txBody>
                  <a:tcPr/>
                </a:tc>
                <a:extLst>
                  <a:ext uri="{0D108BD9-81ED-4DB2-BD59-A6C34878D82A}">
                    <a16:rowId xmlns:a16="http://schemas.microsoft.com/office/drawing/2014/main" val="3912297049"/>
                  </a:ext>
                </a:extLst>
              </a:tr>
              <a:tr h="370840">
                <a:tc>
                  <a:txBody>
                    <a:bodyPr/>
                    <a:lstStyle/>
                    <a:p>
                      <a:r>
                        <a:rPr lang="es-ES" dirty="0"/>
                        <a:t>N-2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b="1" dirty="0">
                          <a:latin typeface="Courier New" panose="02070309020205020404" pitchFamily="49" charset="0"/>
                          <a:cs typeface="Courier New" panose="02070309020205020404" pitchFamily="49" charset="0"/>
                        </a:rPr>
                        <a:t>0</a:t>
                      </a:r>
                      <a:r>
                        <a:rPr lang="es-ES" dirty="0">
                          <a:latin typeface="Courier New" panose="02070309020205020404" pitchFamily="49" charset="0"/>
                          <a:cs typeface="Courier New" panose="02070309020205020404" pitchFamily="49" charset="0"/>
                        </a:rPr>
                        <a:t>0010111.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b="1" dirty="0">
                          <a:latin typeface="Courier New" panose="02070309020205020404" pitchFamily="49" charset="0"/>
                          <a:cs typeface="Courier New" panose="02070309020205020404" pitchFamily="49" charset="0"/>
                        </a:rPr>
                        <a:t>0</a:t>
                      </a:r>
                      <a:r>
                        <a:rPr lang="es-ES" dirty="0">
                          <a:solidFill>
                            <a:srgbClr val="FF0000"/>
                          </a:solidFill>
                          <a:latin typeface="Courier New" panose="02070309020205020404" pitchFamily="49" charset="0"/>
                          <a:cs typeface="Courier New" panose="02070309020205020404" pitchFamily="49" charset="0"/>
                        </a:rPr>
                        <a:t>00000000</a:t>
                      </a:r>
                      <a:r>
                        <a:rPr lang="es-ES" dirty="0">
                          <a:latin typeface="Courier New" panose="02070309020205020404" pitchFamily="49" charset="0"/>
                          <a:cs typeface="Courier New" panose="02070309020205020404" pitchFamily="49" charset="0"/>
                        </a:rPr>
                        <a:t>0010111.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Ext. de signo</a:t>
                      </a:r>
                    </a:p>
                  </a:txBody>
                  <a:tcPr/>
                </a:tc>
                <a:extLst>
                  <a:ext uri="{0D108BD9-81ED-4DB2-BD59-A6C34878D82A}">
                    <a16:rowId xmlns:a16="http://schemas.microsoft.com/office/drawing/2014/main" val="2935721978"/>
                  </a:ext>
                </a:extLst>
              </a:tr>
            </a:tbl>
          </a:graphicData>
        </a:graphic>
      </p:graphicFrame>
      <p:graphicFrame>
        <p:nvGraphicFramePr>
          <p:cNvPr id="6" name="Tabla 5"/>
          <p:cNvGraphicFramePr>
            <a:graphicFrameLocks noGrp="1"/>
          </p:cNvGraphicFramePr>
          <p:nvPr>
            <p:extLst>
              <p:ext uri="{D42A27DB-BD31-4B8C-83A1-F6EECF244321}">
                <p14:modId xmlns:p14="http://schemas.microsoft.com/office/powerpoint/2010/main" val="2142767927"/>
              </p:ext>
            </p:extLst>
          </p:nvPr>
        </p:nvGraphicFramePr>
        <p:xfrm>
          <a:off x="774155" y="4995644"/>
          <a:ext cx="8352928" cy="1854200"/>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2105429814"/>
                    </a:ext>
                  </a:extLst>
                </a:gridCol>
                <a:gridCol w="1656184">
                  <a:extLst>
                    <a:ext uri="{9D8B030D-6E8A-4147-A177-3AD203B41FA5}">
                      <a16:colId xmlns:a16="http://schemas.microsoft.com/office/drawing/2014/main" val="2805692815"/>
                    </a:ext>
                  </a:extLst>
                </a:gridCol>
                <a:gridCol w="3024336">
                  <a:extLst>
                    <a:ext uri="{9D8B030D-6E8A-4147-A177-3AD203B41FA5}">
                      <a16:colId xmlns:a16="http://schemas.microsoft.com/office/drawing/2014/main" val="235510019"/>
                    </a:ext>
                  </a:extLst>
                </a:gridCol>
                <a:gridCol w="2088232">
                  <a:extLst>
                    <a:ext uri="{9D8B030D-6E8A-4147-A177-3AD203B41FA5}">
                      <a16:colId xmlns:a16="http://schemas.microsoft.com/office/drawing/2014/main" val="3706710564"/>
                    </a:ext>
                  </a:extLst>
                </a:gridCol>
              </a:tblGrid>
              <a:tr h="370840">
                <a:tc>
                  <a:txBody>
                    <a:bodyPr/>
                    <a:lstStyle/>
                    <a:p>
                      <a:r>
                        <a:rPr lang="es-ES" dirty="0"/>
                        <a:t>Formato</a:t>
                      </a:r>
                    </a:p>
                  </a:txBody>
                  <a:tcPr/>
                </a:tc>
                <a:tc>
                  <a:txBody>
                    <a:bodyPr/>
                    <a:lstStyle/>
                    <a:p>
                      <a:r>
                        <a:rPr lang="es-ES" dirty="0"/>
                        <a:t>8 bits</a:t>
                      </a:r>
                    </a:p>
                  </a:txBody>
                  <a:tcPr/>
                </a:tc>
                <a:tc>
                  <a:txBody>
                    <a:bodyPr/>
                    <a:lstStyle/>
                    <a:p>
                      <a:r>
                        <a:rPr lang="es-ES" dirty="0"/>
                        <a:t>16 bits</a:t>
                      </a:r>
                    </a:p>
                  </a:txBody>
                  <a:tcPr/>
                </a:tc>
                <a:tc>
                  <a:txBody>
                    <a:bodyPr/>
                    <a:lstStyle/>
                    <a:p>
                      <a:endParaRPr lang="es-ES" dirty="0"/>
                    </a:p>
                  </a:txBody>
                  <a:tcPr/>
                </a:tc>
                <a:extLst>
                  <a:ext uri="{0D108BD9-81ED-4DB2-BD59-A6C34878D82A}">
                    <a16:rowId xmlns:a16="http://schemas.microsoft.com/office/drawing/2014/main" val="3270517490"/>
                  </a:ext>
                </a:extLst>
              </a:tr>
              <a:tr h="370840">
                <a:tc>
                  <a:txBody>
                    <a:bodyPr/>
                    <a:lstStyle/>
                    <a:p>
                      <a:r>
                        <a:rPr lang="es-ES" dirty="0"/>
                        <a:t>Binario natural</a:t>
                      </a:r>
                    </a:p>
                  </a:txBody>
                  <a:tcPr/>
                </a:tc>
                <a:tc>
                  <a:txBody>
                    <a:bodyPr/>
                    <a:lstStyle/>
                    <a:p>
                      <a:r>
                        <a:rPr lang="es-ES" dirty="0"/>
                        <a:t>No</a:t>
                      </a:r>
                      <a:r>
                        <a:rPr lang="es-ES" baseline="0" dirty="0"/>
                        <a:t> valido</a:t>
                      </a:r>
                      <a:endParaRPr lang="es-ES" dirty="0"/>
                    </a:p>
                  </a:txBody>
                  <a:tcPr/>
                </a:tc>
                <a:tc>
                  <a:txBody>
                    <a:bodyPr/>
                    <a:lstStyle/>
                    <a:p>
                      <a:r>
                        <a:rPr lang="es-ES" dirty="0"/>
                        <a:t>No</a:t>
                      </a:r>
                      <a:r>
                        <a:rPr lang="es-ES" baseline="0" dirty="0"/>
                        <a:t> valido</a:t>
                      </a:r>
                      <a:endParaRPr lang="es-ES" dirty="0"/>
                    </a:p>
                  </a:txBody>
                  <a:tcPr/>
                </a:tc>
                <a:tc>
                  <a:txBody>
                    <a:bodyPr/>
                    <a:lstStyle/>
                    <a:p>
                      <a:endParaRPr lang="es-ES" dirty="0"/>
                    </a:p>
                  </a:txBody>
                  <a:tcPr/>
                </a:tc>
                <a:extLst>
                  <a:ext uri="{0D108BD9-81ED-4DB2-BD59-A6C34878D82A}">
                    <a16:rowId xmlns:a16="http://schemas.microsoft.com/office/drawing/2014/main" val="1596175788"/>
                  </a:ext>
                </a:extLst>
              </a:tr>
              <a:tr h="370840">
                <a:tc>
                  <a:txBody>
                    <a:bodyPr/>
                    <a:lstStyle/>
                    <a:p>
                      <a:r>
                        <a:rPr lang="es-ES" dirty="0"/>
                        <a:t>S-M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b="1">
                          <a:latin typeface="Courier New" panose="02070309020205020404" pitchFamily="49" charset="0"/>
                          <a:cs typeface="Courier New" panose="02070309020205020404" pitchFamily="49" charset="0"/>
                        </a:rPr>
                        <a:t>1</a:t>
                      </a:r>
                      <a:r>
                        <a:rPr lang="es-ES">
                          <a:latin typeface="Courier New" panose="02070309020205020404" pitchFamily="49" charset="0"/>
                          <a:cs typeface="Courier New" panose="02070309020205020404" pitchFamily="49" charset="0"/>
                        </a:rPr>
                        <a:t>0010111.</a:t>
                      </a:r>
                      <a:endParaRPr lang="es-ES" dirty="0">
                        <a:latin typeface="Courier New" panose="02070309020205020404" pitchFamily="49" charset="0"/>
                        <a:cs typeface="Courier New" panose="02070309020205020404" pitchFamily="49"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b="1">
                          <a:latin typeface="Courier New" panose="02070309020205020404" pitchFamily="49" charset="0"/>
                          <a:cs typeface="Courier New" panose="02070309020205020404" pitchFamily="49" charset="0"/>
                        </a:rPr>
                        <a:t>1</a:t>
                      </a:r>
                      <a:r>
                        <a:rPr lang="es-ES">
                          <a:solidFill>
                            <a:srgbClr val="FF0000"/>
                          </a:solidFill>
                          <a:latin typeface="Courier New" panose="02070309020205020404" pitchFamily="49" charset="0"/>
                          <a:cs typeface="Courier New" panose="02070309020205020404" pitchFamily="49" charset="0"/>
                        </a:rPr>
                        <a:t>00000000</a:t>
                      </a:r>
                      <a:r>
                        <a:rPr lang="es-ES">
                          <a:latin typeface="Courier New" panose="02070309020205020404" pitchFamily="49" charset="0"/>
                          <a:cs typeface="Courier New" panose="02070309020205020404" pitchFamily="49" charset="0"/>
                        </a:rPr>
                        <a:t>0010111.</a:t>
                      </a:r>
                      <a:endParaRPr lang="es-ES" dirty="0">
                        <a:latin typeface="Courier New" panose="02070309020205020404" pitchFamily="49" charset="0"/>
                        <a:cs typeface="Courier New" panose="02070309020205020404" pitchFamily="49"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0’s a izqda. magnitud</a:t>
                      </a:r>
                    </a:p>
                  </a:txBody>
                  <a:tcPr/>
                </a:tc>
                <a:extLst>
                  <a:ext uri="{0D108BD9-81ED-4DB2-BD59-A6C34878D82A}">
                    <a16:rowId xmlns:a16="http://schemas.microsoft.com/office/drawing/2014/main" val="4123482670"/>
                  </a:ext>
                </a:extLst>
              </a:tr>
              <a:tr h="370840">
                <a:tc>
                  <a:txBody>
                    <a:bodyPr/>
                    <a:lstStyle/>
                    <a:p>
                      <a:r>
                        <a:rPr lang="es-ES" dirty="0"/>
                        <a:t>N-1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b="1">
                          <a:latin typeface="Courier New" panose="02070309020205020404" pitchFamily="49" charset="0"/>
                          <a:cs typeface="Courier New" panose="02070309020205020404" pitchFamily="49" charset="0"/>
                        </a:rPr>
                        <a:t>1</a:t>
                      </a:r>
                      <a:r>
                        <a:rPr lang="es-ES">
                          <a:latin typeface="Courier New" panose="02070309020205020404" pitchFamily="49" charset="0"/>
                          <a:cs typeface="Courier New" panose="02070309020205020404" pitchFamily="49" charset="0"/>
                        </a:rPr>
                        <a:t>1101000.</a:t>
                      </a:r>
                      <a:endParaRPr lang="es-ES" dirty="0">
                        <a:latin typeface="Courier New" panose="02070309020205020404" pitchFamily="49" charset="0"/>
                        <a:cs typeface="Courier New" panose="02070309020205020404" pitchFamily="49"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b="1">
                          <a:latin typeface="Courier New" panose="02070309020205020404" pitchFamily="49" charset="0"/>
                          <a:cs typeface="Courier New" panose="02070309020205020404" pitchFamily="49" charset="0"/>
                        </a:rPr>
                        <a:t>1</a:t>
                      </a:r>
                      <a:r>
                        <a:rPr lang="es-ES">
                          <a:solidFill>
                            <a:srgbClr val="FF0000"/>
                          </a:solidFill>
                          <a:latin typeface="Courier New" panose="02070309020205020404" pitchFamily="49" charset="0"/>
                          <a:cs typeface="Courier New" panose="02070309020205020404" pitchFamily="49" charset="0"/>
                        </a:rPr>
                        <a:t>11111111</a:t>
                      </a:r>
                      <a:r>
                        <a:rPr lang="es-ES">
                          <a:latin typeface="Courier New" panose="02070309020205020404" pitchFamily="49" charset="0"/>
                          <a:cs typeface="Courier New" panose="02070309020205020404" pitchFamily="49" charset="0"/>
                        </a:rPr>
                        <a:t>1101000.</a:t>
                      </a:r>
                      <a:endParaRPr lang="es-ES" dirty="0">
                        <a:latin typeface="Courier New" panose="02070309020205020404" pitchFamily="49" charset="0"/>
                        <a:cs typeface="Courier New" panose="02070309020205020404" pitchFamily="49"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Ext. de signo</a:t>
                      </a:r>
                    </a:p>
                  </a:txBody>
                  <a:tcPr/>
                </a:tc>
                <a:extLst>
                  <a:ext uri="{0D108BD9-81ED-4DB2-BD59-A6C34878D82A}">
                    <a16:rowId xmlns:a16="http://schemas.microsoft.com/office/drawing/2014/main" val="3912297049"/>
                  </a:ext>
                </a:extLst>
              </a:tr>
              <a:tr h="370840">
                <a:tc>
                  <a:txBody>
                    <a:bodyPr/>
                    <a:lstStyle/>
                    <a:p>
                      <a:r>
                        <a:rPr lang="es-ES" dirty="0"/>
                        <a:t>N-2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b="1">
                          <a:latin typeface="Courier New" panose="02070309020205020404" pitchFamily="49" charset="0"/>
                          <a:cs typeface="Courier New" panose="02070309020205020404" pitchFamily="49" charset="0"/>
                        </a:rPr>
                        <a:t>1</a:t>
                      </a:r>
                      <a:r>
                        <a:rPr lang="es-ES">
                          <a:latin typeface="Courier New" panose="02070309020205020404" pitchFamily="49" charset="0"/>
                          <a:cs typeface="Courier New" panose="02070309020205020404" pitchFamily="49" charset="0"/>
                        </a:rPr>
                        <a:t>1101001.</a:t>
                      </a:r>
                      <a:endParaRPr lang="es-ES" dirty="0">
                        <a:latin typeface="Courier New" panose="02070309020205020404" pitchFamily="49" charset="0"/>
                        <a:cs typeface="Courier New" panose="02070309020205020404" pitchFamily="49"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b="1" dirty="0">
                          <a:latin typeface="Courier New" panose="02070309020205020404" pitchFamily="49" charset="0"/>
                          <a:cs typeface="Courier New" panose="02070309020205020404" pitchFamily="49" charset="0"/>
                        </a:rPr>
                        <a:t>1</a:t>
                      </a:r>
                      <a:r>
                        <a:rPr lang="es-ES" dirty="0">
                          <a:solidFill>
                            <a:srgbClr val="FF0000"/>
                          </a:solidFill>
                          <a:latin typeface="Courier New" panose="02070309020205020404" pitchFamily="49" charset="0"/>
                          <a:cs typeface="Courier New" panose="02070309020205020404" pitchFamily="49" charset="0"/>
                        </a:rPr>
                        <a:t>11111111</a:t>
                      </a:r>
                      <a:r>
                        <a:rPr lang="es-ES" dirty="0">
                          <a:latin typeface="Courier New" panose="02070309020205020404" pitchFamily="49" charset="0"/>
                          <a:cs typeface="Courier New" panose="02070309020205020404" pitchFamily="49" charset="0"/>
                        </a:rPr>
                        <a:t>1101001.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Ext. de signo</a:t>
                      </a:r>
                    </a:p>
                  </a:txBody>
                  <a:tcPr/>
                </a:tc>
                <a:extLst>
                  <a:ext uri="{0D108BD9-81ED-4DB2-BD59-A6C34878D82A}">
                    <a16:rowId xmlns:a16="http://schemas.microsoft.com/office/drawing/2014/main" val="2935721978"/>
                  </a:ext>
                </a:extLst>
              </a:tr>
            </a:tbl>
          </a:graphicData>
        </a:graphic>
      </p:graphicFrame>
    </p:spTree>
    <p:extLst>
      <p:ext uri="{BB962C8B-B14F-4D97-AF65-F5344CB8AC3E}">
        <p14:creationId xmlns:p14="http://schemas.microsoft.com/office/powerpoint/2010/main" val="42037269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Ejemplos (de 8 a 16 bits)</a:t>
            </a:r>
          </a:p>
        </p:txBody>
      </p:sp>
      <p:sp>
        <p:nvSpPr>
          <p:cNvPr id="3" name="Marcador de contenido 2"/>
          <p:cNvSpPr>
            <a:spLocks noGrp="1"/>
          </p:cNvSpPr>
          <p:nvPr>
            <p:ph sz="quarter" idx="1"/>
          </p:nvPr>
        </p:nvSpPr>
        <p:spPr/>
        <p:txBody>
          <a:bodyPr/>
          <a:lstStyle/>
          <a:p>
            <a:pPr marL="0" indent="0">
              <a:buNone/>
            </a:pPr>
            <a:r>
              <a:rPr lang="es-ES" dirty="0"/>
              <a:t>Con fracción:   6.2 </a:t>
            </a:r>
            <a:r>
              <a:rPr lang="es-ES" dirty="0">
                <a:sym typeface="Wingdings" panose="05000000000000000000" pitchFamily="2" charset="2"/>
              </a:rPr>
              <a:t> 10.6</a:t>
            </a:r>
            <a:endParaRPr lang="es-ES" dirty="0"/>
          </a:p>
          <a:p>
            <a:pPr marL="0" indent="0">
              <a:buNone/>
            </a:pPr>
            <a:r>
              <a:rPr lang="es-ES" dirty="0"/>
              <a:t>	Consideremos el 23.25 y el -23.25</a:t>
            </a:r>
          </a:p>
          <a:p>
            <a:pPr marL="0" indent="0">
              <a:buNone/>
            </a:pPr>
            <a:br>
              <a:rPr lang="es-ES" dirty="0"/>
            </a:br>
            <a:br>
              <a:rPr lang="es-ES" dirty="0"/>
            </a:br>
            <a:endParaRPr lang="es-ES" dirty="0"/>
          </a:p>
        </p:txBody>
      </p:sp>
      <p:graphicFrame>
        <p:nvGraphicFramePr>
          <p:cNvPr id="5" name="Tabla 4"/>
          <p:cNvGraphicFramePr>
            <a:graphicFrameLocks noGrp="1"/>
          </p:cNvGraphicFramePr>
          <p:nvPr>
            <p:extLst>
              <p:ext uri="{D42A27DB-BD31-4B8C-83A1-F6EECF244321}">
                <p14:modId xmlns:p14="http://schemas.microsoft.com/office/powerpoint/2010/main" val="3440727433"/>
              </p:ext>
            </p:extLst>
          </p:nvPr>
        </p:nvGraphicFramePr>
        <p:xfrm>
          <a:off x="774155" y="2754362"/>
          <a:ext cx="8712968" cy="1854200"/>
        </p:xfrm>
        <a:graphic>
          <a:graphicData uri="http://schemas.openxmlformats.org/drawingml/2006/table">
            <a:tbl>
              <a:tblPr firstRow="1" bandRow="1">
                <a:tableStyleId>{5C22544A-7EE6-4342-B048-85BDC9FD1C3A}</a:tableStyleId>
              </a:tblPr>
              <a:tblGrid>
                <a:gridCol w="1652459">
                  <a:extLst>
                    <a:ext uri="{9D8B030D-6E8A-4147-A177-3AD203B41FA5}">
                      <a16:colId xmlns:a16="http://schemas.microsoft.com/office/drawing/2014/main" val="2105429814"/>
                    </a:ext>
                  </a:extLst>
                </a:gridCol>
                <a:gridCol w="1577348">
                  <a:extLst>
                    <a:ext uri="{9D8B030D-6E8A-4147-A177-3AD203B41FA5}">
                      <a16:colId xmlns:a16="http://schemas.microsoft.com/office/drawing/2014/main" val="2805692815"/>
                    </a:ext>
                  </a:extLst>
                </a:gridCol>
                <a:gridCol w="2530833">
                  <a:extLst>
                    <a:ext uri="{9D8B030D-6E8A-4147-A177-3AD203B41FA5}">
                      <a16:colId xmlns:a16="http://schemas.microsoft.com/office/drawing/2014/main" val="235510019"/>
                    </a:ext>
                  </a:extLst>
                </a:gridCol>
                <a:gridCol w="2952328">
                  <a:extLst>
                    <a:ext uri="{9D8B030D-6E8A-4147-A177-3AD203B41FA5}">
                      <a16:colId xmlns:a16="http://schemas.microsoft.com/office/drawing/2014/main" val="3706710564"/>
                    </a:ext>
                  </a:extLst>
                </a:gridCol>
              </a:tblGrid>
              <a:tr h="370840">
                <a:tc>
                  <a:txBody>
                    <a:bodyPr/>
                    <a:lstStyle/>
                    <a:p>
                      <a:r>
                        <a:rPr lang="es-ES" dirty="0"/>
                        <a:t>Formato</a:t>
                      </a:r>
                    </a:p>
                  </a:txBody>
                  <a:tcPr/>
                </a:tc>
                <a:tc>
                  <a:txBody>
                    <a:bodyPr/>
                    <a:lstStyle/>
                    <a:p>
                      <a:r>
                        <a:rPr lang="es-ES" dirty="0"/>
                        <a:t>8 bits</a:t>
                      </a:r>
                    </a:p>
                  </a:txBody>
                  <a:tcPr/>
                </a:tc>
                <a:tc>
                  <a:txBody>
                    <a:bodyPr/>
                    <a:lstStyle/>
                    <a:p>
                      <a:r>
                        <a:rPr lang="es-ES" dirty="0"/>
                        <a:t>16 bits</a:t>
                      </a:r>
                    </a:p>
                  </a:txBody>
                  <a:tcPr/>
                </a:tc>
                <a:tc>
                  <a:txBody>
                    <a:bodyPr/>
                    <a:lstStyle/>
                    <a:p>
                      <a:endParaRPr lang="es-ES" dirty="0"/>
                    </a:p>
                  </a:txBody>
                  <a:tcPr/>
                </a:tc>
                <a:extLst>
                  <a:ext uri="{0D108BD9-81ED-4DB2-BD59-A6C34878D82A}">
                    <a16:rowId xmlns:a16="http://schemas.microsoft.com/office/drawing/2014/main" val="3270517490"/>
                  </a:ext>
                </a:extLst>
              </a:tr>
              <a:tr h="370840">
                <a:tc>
                  <a:txBody>
                    <a:bodyPr/>
                    <a:lstStyle/>
                    <a:p>
                      <a:r>
                        <a:rPr lang="es-ES" dirty="0"/>
                        <a:t>Binario natural</a:t>
                      </a:r>
                    </a:p>
                  </a:txBody>
                  <a:tcPr/>
                </a:tc>
                <a:tc>
                  <a:txBody>
                    <a:bodyPr/>
                    <a:lstStyle/>
                    <a:p>
                      <a:r>
                        <a:rPr lang="es-ES" dirty="0">
                          <a:latin typeface="Courier New" panose="02070309020205020404" pitchFamily="49" charset="0"/>
                          <a:cs typeface="Courier New" panose="02070309020205020404" pitchFamily="49" charset="0"/>
                        </a:rPr>
                        <a:t>010111.01</a:t>
                      </a:r>
                    </a:p>
                  </a:txBody>
                  <a:tcPr/>
                </a:tc>
                <a:tc>
                  <a:txBody>
                    <a:bodyPr/>
                    <a:lstStyle/>
                    <a:p>
                      <a:r>
                        <a:rPr lang="es-ES" dirty="0">
                          <a:solidFill>
                            <a:srgbClr val="FF0000"/>
                          </a:solidFill>
                          <a:latin typeface="Courier New" panose="02070309020205020404" pitchFamily="49" charset="0"/>
                          <a:cs typeface="Courier New" panose="02070309020205020404" pitchFamily="49" charset="0"/>
                        </a:rPr>
                        <a:t>0000</a:t>
                      </a:r>
                      <a:r>
                        <a:rPr lang="es-ES" dirty="0">
                          <a:latin typeface="Courier New" panose="02070309020205020404" pitchFamily="49" charset="0"/>
                          <a:cs typeface="Courier New" panose="02070309020205020404" pitchFamily="49" charset="0"/>
                        </a:rPr>
                        <a:t>010111.01</a:t>
                      </a:r>
                      <a:r>
                        <a:rPr lang="es-ES" dirty="0">
                          <a:solidFill>
                            <a:srgbClr val="0070C0"/>
                          </a:solidFill>
                          <a:latin typeface="Courier New" panose="02070309020205020404" pitchFamily="49" charset="0"/>
                          <a:cs typeface="Courier New" panose="02070309020205020404" pitchFamily="49" charset="0"/>
                        </a:rPr>
                        <a:t>0000</a:t>
                      </a:r>
                      <a:endParaRPr lang="es-ES" dirty="0">
                        <a:latin typeface="Courier New" panose="02070309020205020404" pitchFamily="49" charset="0"/>
                        <a:cs typeface="Courier New" panose="02070309020205020404" pitchFamily="49" charset="0"/>
                      </a:endParaRPr>
                    </a:p>
                  </a:txBody>
                  <a:tcPr/>
                </a:tc>
                <a:tc>
                  <a:txBody>
                    <a:bodyPr/>
                    <a:lstStyle/>
                    <a:p>
                      <a:r>
                        <a:rPr lang="es-ES" dirty="0"/>
                        <a:t>0’s a izqda., 0’s a </a:t>
                      </a:r>
                      <a:r>
                        <a:rPr lang="es-ES" dirty="0" err="1"/>
                        <a:t>dcha</a:t>
                      </a:r>
                      <a:endParaRPr lang="es-ES" dirty="0"/>
                    </a:p>
                  </a:txBody>
                  <a:tcPr/>
                </a:tc>
                <a:extLst>
                  <a:ext uri="{0D108BD9-81ED-4DB2-BD59-A6C34878D82A}">
                    <a16:rowId xmlns:a16="http://schemas.microsoft.com/office/drawing/2014/main" val="1596175788"/>
                  </a:ext>
                </a:extLst>
              </a:tr>
              <a:tr h="370840">
                <a:tc>
                  <a:txBody>
                    <a:bodyPr/>
                    <a:lstStyle/>
                    <a:p>
                      <a:r>
                        <a:rPr lang="es-ES" dirty="0"/>
                        <a:t>S-M</a:t>
                      </a:r>
                    </a:p>
                  </a:txBody>
                  <a:tcPr/>
                </a:tc>
                <a:tc>
                  <a:txBody>
                    <a:bodyPr/>
                    <a:lstStyle/>
                    <a:p>
                      <a:r>
                        <a:rPr lang="es-ES" b="1" dirty="0">
                          <a:latin typeface="Courier New" panose="02070309020205020404" pitchFamily="49" charset="0"/>
                          <a:cs typeface="Courier New" panose="02070309020205020404" pitchFamily="49" charset="0"/>
                        </a:rPr>
                        <a:t>0</a:t>
                      </a:r>
                      <a:r>
                        <a:rPr lang="es-ES" dirty="0">
                          <a:latin typeface="Courier New" panose="02070309020205020404" pitchFamily="49" charset="0"/>
                          <a:cs typeface="Courier New" panose="02070309020205020404" pitchFamily="49" charset="0"/>
                        </a:rPr>
                        <a:t>10111.01</a:t>
                      </a:r>
                    </a:p>
                  </a:txBody>
                  <a:tcPr/>
                </a:tc>
                <a:tc>
                  <a:txBody>
                    <a:bodyPr/>
                    <a:lstStyle/>
                    <a:p>
                      <a:r>
                        <a:rPr lang="es-ES" b="1" dirty="0">
                          <a:latin typeface="Courier New" panose="02070309020205020404" pitchFamily="49" charset="0"/>
                          <a:cs typeface="Courier New" panose="02070309020205020404" pitchFamily="49" charset="0"/>
                        </a:rPr>
                        <a:t>0</a:t>
                      </a:r>
                      <a:r>
                        <a:rPr lang="es-ES" dirty="0">
                          <a:solidFill>
                            <a:srgbClr val="FF0000"/>
                          </a:solidFill>
                          <a:latin typeface="Courier New" panose="02070309020205020404" pitchFamily="49" charset="0"/>
                          <a:cs typeface="Courier New" panose="02070309020205020404" pitchFamily="49" charset="0"/>
                        </a:rPr>
                        <a:t>0000</a:t>
                      </a:r>
                      <a:r>
                        <a:rPr lang="es-ES" dirty="0">
                          <a:latin typeface="Courier New" panose="02070309020205020404" pitchFamily="49" charset="0"/>
                          <a:cs typeface="Courier New" panose="02070309020205020404" pitchFamily="49" charset="0"/>
                        </a:rPr>
                        <a:t>10111.01</a:t>
                      </a:r>
                      <a:r>
                        <a:rPr lang="es-ES" dirty="0">
                          <a:solidFill>
                            <a:srgbClr val="0070C0"/>
                          </a:solidFill>
                          <a:latin typeface="Courier New" panose="02070309020205020404" pitchFamily="49" charset="0"/>
                          <a:cs typeface="Courier New" panose="02070309020205020404" pitchFamily="49" charset="0"/>
                        </a:rPr>
                        <a:t>0000</a:t>
                      </a:r>
                      <a:endParaRPr lang="es-ES" dirty="0">
                        <a:latin typeface="Courier New" panose="02070309020205020404" pitchFamily="49" charset="0"/>
                        <a:cs typeface="Courier New" panose="02070309020205020404" pitchFamily="49"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0’s a izqda. Magnitud, 0’s</a:t>
                      </a:r>
                      <a:r>
                        <a:rPr lang="es-ES" baseline="0" dirty="0"/>
                        <a:t> </a:t>
                      </a:r>
                      <a:r>
                        <a:rPr lang="es-ES" baseline="0" dirty="0" err="1"/>
                        <a:t>dcha</a:t>
                      </a:r>
                      <a:endParaRPr lang="es-ES" dirty="0"/>
                    </a:p>
                  </a:txBody>
                  <a:tcPr/>
                </a:tc>
                <a:extLst>
                  <a:ext uri="{0D108BD9-81ED-4DB2-BD59-A6C34878D82A}">
                    <a16:rowId xmlns:a16="http://schemas.microsoft.com/office/drawing/2014/main" val="4123482670"/>
                  </a:ext>
                </a:extLst>
              </a:tr>
              <a:tr h="370840">
                <a:tc>
                  <a:txBody>
                    <a:bodyPr/>
                    <a:lstStyle/>
                    <a:p>
                      <a:r>
                        <a:rPr lang="es-ES" dirty="0"/>
                        <a:t>N-1</a:t>
                      </a:r>
                    </a:p>
                  </a:txBody>
                  <a:tcPr/>
                </a:tc>
                <a:tc>
                  <a:txBody>
                    <a:bodyPr/>
                    <a:lstStyle/>
                    <a:p>
                      <a:r>
                        <a:rPr lang="es-ES" b="1" dirty="0">
                          <a:latin typeface="Courier New" panose="02070309020205020404" pitchFamily="49" charset="0"/>
                          <a:cs typeface="Courier New" panose="02070309020205020404" pitchFamily="49" charset="0"/>
                        </a:rPr>
                        <a:t>0</a:t>
                      </a:r>
                      <a:r>
                        <a:rPr lang="es-ES" dirty="0">
                          <a:latin typeface="Courier New" panose="02070309020205020404" pitchFamily="49" charset="0"/>
                          <a:cs typeface="Courier New" panose="02070309020205020404" pitchFamily="49" charset="0"/>
                        </a:rPr>
                        <a:t>10111.01</a:t>
                      </a:r>
                    </a:p>
                  </a:txBody>
                  <a:tcPr/>
                </a:tc>
                <a:tc>
                  <a:txBody>
                    <a:bodyPr/>
                    <a:lstStyle/>
                    <a:p>
                      <a:r>
                        <a:rPr lang="es-ES" b="1" dirty="0">
                          <a:latin typeface="Courier New" panose="02070309020205020404" pitchFamily="49" charset="0"/>
                          <a:cs typeface="Courier New" panose="02070309020205020404" pitchFamily="49" charset="0"/>
                        </a:rPr>
                        <a:t>0</a:t>
                      </a:r>
                      <a:r>
                        <a:rPr lang="es-ES" dirty="0">
                          <a:solidFill>
                            <a:srgbClr val="FF0000"/>
                          </a:solidFill>
                          <a:latin typeface="Courier New" panose="02070309020205020404" pitchFamily="49" charset="0"/>
                          <a:cs typeface="Courier New" panose="02070309020205020404" pitchFamily="49" charset="0"/>
                        </a:rPr>
                        <a:t>0000</a:t>
                      </a:r>
                      <a:r>
                        <a:rPr lang="es-ES" dirty="0">
                          <a:latin typeface="Courier New" panose="02070309020205020404" pitchFamily="49" charset="0"/>
                          <a:cs typeface="Courier New" panose="02070309020205020404" pitchFamily="49" charset="0"/>
                        </a:rPr>
                        <a:t>10111.01</a:t>
                      </a:r>
                      <a:r>
                        <a:rPr lang="es-ES" dirty="0">
                          <a:solidFill>
                            <a:srgbClr val="0070C0"/>
                          </a:solidFill>
                          <a:latin typeface="Courier New" panose="02070309020205020404" pitchFamily="49" charset="0"/>
                          <a:cs typeface="Courier New" panose="02070309020205020404" pitchFamily="49" charset="0"/>
                        </a:rPr>
                        <a:t>0000</a:t>
                      </a:r>
                      <a:endParaRPr lang="es-ES" dirty="0">
                        <a:latin typeface="Courier New" panose="02070309020205020404" pitchFamily="49" charset="0"/>
                        <a:cs typeface="Courier New" panose="02070309020205020404" pitchFamily="49"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Ext. de signo, 0’s a </a:t>
                      </a:r>
                      <a:r>
                        <a:rPr lang="es-ES" dirty="0" err="1"/>
                        <a:t>dcha</a:t>
                      </a:r>
                      <a:endParaRPr lang="es-ES" dirty="0"/>
                    </a:p>
                  </a:txBody>
                  <a:tcPr/>
                </a:tc>
                <a:extLst>
                  <a:ext uri="{0D108BD9-81ED-4DB2-BD59-A6C34878D82A}">
                    <a16:rowId xmlns:a16="http://schemas.microsoft.com/office/drawing/2014/main" val="3912297049"/>
                  </a:ext>
                </a:extLst>
              </a:tr>
              <a:tr h="370840">
                <a:tc>
                  <a:txBody>
                    <a:bodyPr/>
                    <a:lstStyle/>
                    <a:p>
                      <a:r>
                        <a:rPr lang="es-ES" dirty="0"/>
                        <a:t>N-2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b="1" dirty="0">
                          <a:latin typeface="Courier New" panose="02070309020205020404" pitchFamily="49" charset="0"/>
                          <a:cs typeface="Courier New" panose="02070309020205020404" pitchFamily="49" charset="0"/>
                        </a:rPr>
                        <a:t>0</a:t>
                      </a:r>
                      <a:r>
                        <a:rPr lang="es-ES" dirty="0">
                          <a:latin typeface="Courier New" panose="02070309020205020404" pitchFamily="49" charset="0"/>
                          <a:cs typeface="Courier New" panose="02070309020205020404" pitchFamily="49" charset="0"/>
                        </a:rPr>
                        <a:t>10111.01</a:t>
                      </a:r>
                    </a:p>
                  </a:txBody>
                  <a:tcPr/>
                </a:tc>
                <a:tc>
                  <a:txBody>
                    <a:bodyPr/>
                    <a:lstStyle/>
                    <a:p>
                      <a:r>
                        <a:rPr lang="es-ES" b="1" dirty="0">
                          <a:latin typeface="Courier New" panose="02070309020205020404" pitchFamily="49" charset="0"/>
                          <a:cs typeface="Courier New" panose="02070309020205020404" pitchFamily="49" charset="0"/>
                        </a:rPr>
                        <a:t>0</a:t>
                      </a:r>
                      <a:r>
                        <a:rPr lang="es-ES" dirty="0">
                          <a:solidFill>
                            <a:srgbClr val="FF0000"/>
                          </a:solidFill>
                          <a:latin typeface="Courier New" panose="02070309020205020404" pitchFamily="49" charset="0"/>
                          <a:cs typeface="Courier New" panose="02070309020205020404" pitchFamily="49" charset="0"/>
                        </a:rPr>
                        <a:t>0000</a:t>
                      </a:r>
                      <a:r>
                        <a:rPr lang="es-ES" dirty="0">
                          <a:latin typeface="Courier New" panose="02070309020205020404" pitchFamily="49" charset="0"/>
                          <a:cs typeface="Courier New" panose="02070309020205020404" pitchFamily="49" charset="0"/>
                        </a:rPr>
                        <a:t>10111.01</a:t>
                      </a:r>
                      <a:r>
                        <a:rPr lang="es-ES" dirty="0">
                          <a:solidFill>
                            <a:srgbClr val="0070C0"/>
                          </a:solidFill>
                          <a:latin typeface="Courier New" panose="02070309020205020404" pitchFamily="49" charset="0"/>
                          <a:cs typeface="Courier New" panose="02070309020205020404" pitchFamily="49" charset="0"/>
                        </a:rPr>
                        <a:t>0000</a:t>
                      </a:r>
                      <a:endParaRPr lang="es-ES" dirty="0">
                        <a:latin typeface="Courier New" panose="02070309020205020404" pitchFamily="49" charset="0"/>
                        <a:cs typeface="Courier New" panose="02070309020205020404" pitchFamily="49"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Ext. de signo, 0’s a </a:t>
                      </a:r>
                      <a:r>
                        <a:rPr lang="es-ES" dirty="0" err="1"/>
                        <a:t>dcha</a:t>
                      </a:r>
                      <a:endParaRPr lang="es-ES" dirty="0"/>
                    </a:p>
                  </a:txBody>
                  <a:tcPr/>
                </a:tc>
                <a:extLst>
                  <a:ext uri="{0D108BD9-81ED-4DB2-BD59-A6C34878D82A}">
                    <a16:rowId xmlns:a16="http://schemas.microsoft.com/office/drawing/2014/main" val="2935721978"/>
                  </a:ext>
                </a:extLst>
              </a:tr>
            </a:tbl>
          </a:graphicData>
        </a:graphic>
      </p:graphicFrame>
      <p:graphicFrame>
        <p:nvGraphicFramePr>
          <p:cNvPr id="6" name="Tabla 5"/>
          <p:cNvGraphicFramePr>
            <a:graphicFrameLocks noGrp="1"/>
          </p:cNvGraphicFramePr>
          <p:nvPr>
            <p:extLst>
              <p:ext uri="{D42A27DB-BD31-4B8C-83A1-F6EECF244321}">
                <p14:modId xmlns:p14="http://schemas.microsoft.com/office/powerpoint/2010/main" val="1867445209"/>
              </p:ext>
            </p:extLst>
          </p:nvPr>
        </p:nvGraphicFramePr>
        <p:xfrm>
          <a:off x="774155" y="4995644"/>
          <a:ext cx="8632020" cy="1854200"/>
        </p:xfrm>
        <a:graphic>
          <a:graphicData uri="http://schemas.openxmlformats.org/drawingml/2006/table">
            <a:tbl>
              <a:tblPr firstRow="1" bandRow="1">
                <a:tableStyleId>{5C22544A-7EE6-4342-B048-85BDC9FD1C3A}</a:tableStyleId>
              </a:tblPr>
              <a:tblGrid>
                <a:gridCol w="1637107">
                  <a:extLst>
                    <a:ext uri="{9D8B030D-6E8A-4147-A177-3AD203B41FA5}">
                      <a16:colId xmlns:a16="http://schemas.microsoft.com/office/drawing/2014/main" val="2105429814"/>
                    </a:ext>
                  </a:extLst>
                </a:gridCol>
                <a:gridCol w="1459237">
                  <a:extLst>
                    <a:ext uri="{9D8B030D-6E8A-4147-A177-3AD203B41FA5}">
                      <a16:colId xmlns:a16="http://schemas.microsoft.com/office/drawing/2014/main" val="2805692815"/>
                    </a:ext>
                  </a:extLst>
                </a:gridCol>
                <a:gridCol w="2592288">
                  <a:extLst>
                    <a:ext uri="{9D8B030D-6E8A-4147-A177-3AD203B41FA5}">
                      <a16:colId xmlns:a16="http://schemas.microsoft.com/office/drawing/2014/main" val="235510019"/>
                    </a:ext>
                  </a:extLst>
                </a:gridCol>
                <a:gridCol w="2943388">
                  <a:extLst>
                    <a:ext uri="{9D8B030D-6E8A-4147-A177-3AD203B41FA5}">
                      <a16:colId xmlns:a16="http://schemas.microsoft.com/office/drawing/2014/main" val="3706710564"/>
                    </a:ext>
                  </a:extLst>
                </a:gridCol>
              </a:tblGrid>
              <a:tr h="370840">
                <a:tc>
                  <a:txBody>
                    <a:bodyPr/>
                    <a:lstStyle/>
                    <a:p>
                      <a:r>
                        <a:rPr lang="es-ES" dirty="0"/>
                        <a:t>Formato</a:t>
                      </a:r>
                    </a:p>
                  </a:txBody>
                  <a:tcPr/>
                </a:tc>
                <a:tc>
                  <a:txBody>
                    <a:bodyPr/>
                    <a:lstStyle/>
                    <a:p>
                      <a:r>
                        <a:rPr lang="es-ES" dirty="0"/>
                        <a:t>8 bits</a:t>
                      </a:r>
                    </a:p>
                  </a:txBody>
                  <a:tcPr/>
                </a:tc>
                <a:tc>
                  <a:txBody>
                    <a:bodyPr/>
                    <a:lstStyle/>
                    <a:p>
                      <a:r>
                        <a:rPr lang="es-ES" dirty="0"/>
                        <a:t>16 bits</a:t>
                      </a:r>
                    </a:p>
                  </a:txBody>
                  <a:tcPr/>
                </a:tc>
                <a:tc>
                  <a:txBody>
                    <a:bodyPr/>
                    <a:lstStyle/>
                    <a:p>
                      <a:endParaRPr lang="es-ES" dirty="0"/>
                    </a:p>
                  </a:txBody>
                  <a:tcPr/>
                </a:tc>
                <a:extLst>
                  <a:ext uri="{0D108BD9-81ED-4DB2-BD59-A6C34878D82A}">
                    <a16:rowId xmlns:a16="http://schemas.microsoft.com/office/drawing/2014/main" val="3270517490"/>
                  </a:ext>
                </a:extLst>
              </a:tr>
              <a:tr h="370840">
                <a:tc>
                  <a:txBody>
                    <a:bodyPr/>
                    <a:lstStyle/>
                    <a:p>
                      <a:r>
                        <a:rPr lang="es-ES" dirty="0"/>
                        <a:t>Binario natural</a:t>
                      </a:r>
                    </a:p>
                  </a:txBody>
                  <a:tcPr/>
                </a:tc>
                <a:tc>
                  <a:txBody>
                    <a:bodyPr/>
                    <a:lstStyle/>
                    <a:p>
                      <a:r>
                        <a:rPr lang="es-ES" dirty="0"/>
                        <a:t>No</a:t>
                      </a:r>
                      <a:r>
                        <a:rPr lang="es-ES" baseline="0" dirty="0"/>
                        <a:t> valido</a:t>
                      </a:r>
                      <a:endParaRPr lang="es-ES" dirty="0"/>
                    </a:p>
                  </a:txBody>
                  <a:tcPr/>
                </a:tc>
                <a:tc>
                  <a:txBody>
                    <a:bodyPr/>
                    <a:lstStyle/>
                    <a:p>
                      <a:r>
                        <a:rPr lang="es-ES" dirty="0"/>
                        <a:t>No</a:t>
                      </a:r>
                      <a:r>
                        <a:rPr lang="es-ES" baseline="0" dirty="0"/>
                        <a:t> valido</a:t>
                      </a:r>
                      <a:endParaRPr lang="es-ES" dirty="0"/>
                    </a:p>
                  </a:txBody>
                  <a:tcPr/>
                </a:tc>
                <a:tc>
                  <a:txBody>
                    <a:bodyPr/>
                    <a:lstStyle/>
                    <a:p>
                      <a:endParaRPr lang="es-ES" dirty="0"/>
                    </a:p>
                  </a:txBody>
                  <a:tcPr/>
                </a:tc>
                <a:extLst>
                  <a:ext uri="{0D108BD9-81ED-4DB2-BD59-A6C34878D82A}">
                    <a16:rowId xmlns:a16="http://schemas.microsoft.com/office/drawing/2014/main" val="1596175788"/>
                  </a:ext>
                </a:extLst>
              </a:tr>
              <a:tr h="370840">
                <a:tc>
                  <a:txBody>
                    <a:bodyPr/>
                    <a:lstStyle/>
                    <a:p>
                      <a:r>
                        <a:rPr lang="es-ES" dirty="0"/>
                        <a:t>S-M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b="1" dirty="0">
                          <a:latin typeface="Courier New" panose="02070309020205020404" pitchFamily="49" charset="0"/>
                          <a:cs typeface="Courier New" panose="02070309020205020404" pitchFamily="49" charset="0"/>
                        </a:rPr>
                        <a:t>1</a:t>
                      </a:r>
                      <a:r>
                        <a:rPr lang="es-ES" dirty="0">
                          <a:latin typeface="Courier New" panose="02070309020205020404" pitchFamily="49" charset="0"/>
                          <a:cs typeface="Courier New" panose="02070309020205020404" pitchFamily="49" charset="0"/>
                        </a:rPr>
                        <a:t>10111.01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b="1" dirty="0">
                          <a:latin typeface="Courier New" panose="02070309020205020404" pitchFamily="49" charset="0"/>
                          <a:cs typeface="Courier New" panose="02070309020205020404" pitchFamily="49" charset="0"/>
                        </a:rPr>
                        <a:t>1</a:t>
                      </a:r>
                      <a:r>
                        <a:rPr lang="es-ES" dirty="0">
                          <a:solidFill>
                            <a:srgbClr val="FF0000"/>
                          </a:solidFill>
                          <a:latin typeface="Courier New" panose="02070309020205020404" pitchFamily="49" charset="0"/>
                          <a:cs typeface="Courier New" panose="02070309020205020404" pitchFamily="49" charset="0"/>
                        </a:rPr>
                        <a:t>0000</a:t>
                      </a:r>
                      <a:r>
                        <a:rPr lang="es-ES" dirty="0">
                          <a:latin typeface="Courier New" panose="02070309020205020404" pitchFamily="49" charset="0"/>
                          <a:cs typeface="Courier New" panose="02070309020205020404" pitchFamily="49" charset="0"/>
                        </a:rPr>
                        <a:t>10111.01</a:t>
                      </a:r>
                      <a:r>
                        <a:rPr lang="es-ES" dirty="0">
                          <a:solidFill>
                            <a:srgbClr val="0070C0"/>
                          </a:solidFill>
                          <a:latin typeface="Courier New" panose="02070309020205020404" pitchFamily="49" charset="0"/>
                          <a:cs typeface="Courier New" panose="02070309020205020404" pitchFamily="49" charset="0"/>
                        </a:rPr>
                        <a:t>0000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0’s a izqda. Magnitud, 0’s</a:t>
                      </a:r>
                      <a:r>
                        <a:rPr lang="es-ES" baseline="0" dirty="0"/>
                        <a:t> </a:t>
                      </a:r>
                      <a:r>
                        <a:rPr lang="es-ES" baseline="0" dirty="0" err="1"/>
                        <a:t>dcha</a:t>
                      </a:r>
                      <a:endParaRPr lang="es-ES" dirty="0"/>
                    </a:p>
                  </a:txBody>
                  <a:tcPr/>
                </a:tc>
                <a:extLst>
                  <a:ext uri="{0D108BD9-81ED-4DB2-BD59-A6C34878D82A}">
                    <a16:rowId xmlns:a16="http://schemas.microsoft.com/office/drawing/2014/main" val="4123482670"/>
                  </a:ext>
                </a:extLst>
              </a:tr>
              <a:tr h="370840">
                <a:tc>
                  <a:txBody>
                    <a:bodyPr/>
                    <a:lstStyle/>
                    <a:p>
                      <a:r>
                        <a:rPr lang="es-ES" dirty="0"/>
                        <a:t>N-1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b="1" dirty="0">
                          <a:latin typeface="Courier New" panose="02070309020205020404" pitchFamily="49" charset="0"/>
                          <a:cs typeface="Courier New" panose="02070309020205020404" pitchFamily="49" charset="0"/>
                        </a:rPr>
                        <a:t>1</a:t>
                      </a:r>
                      <a:r>
                        <a:rPr lang="es-ES" dirty="0">
                          <a:latin typeface="Courier New" panose="02070309020205020404" pitchFamily="49" charset="0"/>
                          <a:cs typeface="Courier New" panose="02070309020205020404" pitchFamily="49" charset="0"/>
                        </a:rPr>
                        <a:t>01000.10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b="1" dirty="0">
                          <a:latin typeface="Courier New" panose="02070309020205020404" pitchFamily="49" charset="0"/>
                          <a:cs typeface="Courier New" panose="02070309020205020404" pitchFamily="49" charset="0"/>
                        </a:rPr>
                        <a:t>1</a:t>
                      </a:r>
                      <a:r>
                        <a:rPr lang="es-ES" dirty="0">
                          <a:solidFill>
                            <a:srgbClr val="FF0000"/>
                          </a:solidFill>
                          <a:latin typeface="Courier New" panose="02070309020205020404" pitchFamily="49" charset="0"/>
                          <a:cs typeface="Courier New" panose="02070309020205020404" pitchFamily="49" charset="0"/>
                        </a:rPr>
                        <a:t>1111</a:t>
                      </a:r>
                      <a:r>
                        <a:rPr lang="es-ES" dirty="0">
                          <a:latin typeface="Courier New" panose="02070309020205020404" pitchFamily="49" charset="0"/>
                          <a:cs typeface="Courier New" panose="02070309020205020404" pitchFamily="49" charset="0"/>
                        </a:rPr>
                        <a:t>01000.10</a:t>
                      </a:r>
                      <a:r>
                        <a:rPr lang="es-ES" dirty="0">
                          <a:solidFill>
                            <a:srgbClr val="0070C0"/>
                          </a:solidFill>
                          <a:latin typeface="Courier New" panose="02070309020205020404" pitchFamily="49" charset="0"/>
                          <a:cs typeface="Courier New" panose="02070309020205020404" pitchFamily="49" charset="0"/>
                        </a:rPr>
                        <a:t>1111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Ext. de signo, </a:t>
                      </a:r>
                      <a:r>
                        <a:rPr lang="es-ES" b="1" dirty="0"/>
                        <a:t>1’s a </a:t>
                      </a:r>
                      <a:r>
                        <a:rPr lang="es-ES" b="1" dirty="0" err="1"/>
                        <a:t>dcha</a:t>
                      </a:r>
                      <a:r>
                        <a:rPr lang="es-ES" b="1" dirty="0"/>
                        <a:t>!!!</a:t>
                      </a:r>
                    </a:p>
                  </a:txBody>
                  <a:tcPr/>
                </a:tc>
                <a:extLst>
                  <a:ext uri="{0D108BD9-81ED-4DB2-BD59-A6C34878D82A}">
                    <a16:rowId xmlns:a16="http://schemas.microsoft.com/office/drawing/2014/main" val="3912297049"/>
                  </a:ext>
                </a:extLst>
              </a:tr>
              <a:tr h="370840">
                <a:tc>
                  <a:txBody>
                    <a:bodyPr/>
                    <a:lstStyle/>
                    <a:p>
                      <a:r>
                        <a:rPr lang="es-ES" dirty="0"/>
                        <a:t>N-2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b="1" dirty="0">
                          <a:latin typeface="Courier New" panose="02070309020205020404" pitchFamily="49" charset="0"/>
                          <a:cs typeface="Courier New" panose="02070309020205020404" pitchFamily="49" charset="0"/>
                        </a:rPr>
                        <a:t>1</a:t>
                      </a:r>
                      <a:r>
                        <a:rPr lang="es-ES" dirty="0">
                          <a:latin typeface="Courier New" panose="02070309020205020404" pitchFamily="49" charset="0"/>
                          <a:cs typeface="Courier New" panose="02070309020205020404" pitchFamily="49" charset="0"/>
                        </a:rPr>
                        <a:t>01000.11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b="1" dirty="0">
                          <a:latin typeface="Courier New" panose="02070309020205020404" pitchFamily="49" charset="0"/>
                          <a:cs typeface="Courier New" panose="02070309020205020404" pitchFamily="49" charset="0"/>
                        </a:rPr>
                        <a:t>1</a:t>
                      </a:r>
                      <a:r>
                        <a:rPr lang="es-ES" dirty="0">
                          <a:solidFill>
                            <a:srgbClr val="FF0000"/>
                          </a:solidFill>
                          <a:latin typeface="Courier New" panose="02070309020205020404" pitchFamily="49" charset="0"/>
                          <a:cs typeface="Courier New" panose="02070309020205020404" pitchFamily="49" charset="0"/>
                        </a:rPr>
                        <a:t>1111</a:t>
                      </a:r>
                      <a:r>
                        <a:rPr lang="es-ES" dirty="0">
                          <a:latin typeface="Courier New" panose="02070309020205020404" pitchFamily="49" charset="0"/>
                          <a:cs typeface="Courier New" panose="02070309020205020404" pitchFamily="49" charset="0"/>
                        </a:rPr>
                        <a:t>01000.11</a:t>
                      </a:r>
                      <a:r>
                        <a:rPr lang="es-ES" dirty="0">
                          <a:solidFill>
                            <a:srgbClr val="0070C0"/>
                          </a:solidFill>
                          <a:latin typeface="Courier New" panose="02070309020205020404" pitchFamily="49" charset="0"/>
                          <a:cs typeface="Courier New" panose="02070309020205020404" pitchFamily="49" charset="0"/>
                        </a:rPr>
                        <a:t>0000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Ext. de signo, 0’s a </a:t>
                      </a:r>
                      <a:r>
                        <a:rPr lang="es-ES" dirty="0" err="1"/>
                        <a:t>dcha</a:t>
                      </a:r>
                      <a:endParaRPr lang="es-ES" dirty="0"/>
                    </a:p>
                  </a:txBody>
                  <a:tcPr/>
                </a:tc>
                <a:extLst>
                  <a:ext uri="{0D108BD9-81ED-4DB2-BD59-A6C34878D82A}">
                    <a16:rowId xmlns:a16="http://schemas.microsoft.com/office/drawing/2014/main" val="2935721978"/>
                  </a:ext>
                </a:extLst>
              </a:tr>
            </a:tbl>
          </a:graphicData>
        </a:graphic>
      </p:graphicFrame>
    </p:spTree>
    <p:extLst>
      <p:ext uri="{BB962C8B-B14F-4D97-AF65-F5344CB8AC3E}">
        <p14:creationId xmlns:p14="http://schemas.microsoft.com/office/powerpoint/2010/main" val="25525054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2"/>
          <p:cNvSpPr>
            <a:spLocks noGrp="1" noChangeArrowheads="1"/>
          </p:cNvSpPr>
          <p:nvPr>
            <p:ph type="ctrTitle"/>
          </p:nvPr>
        </p:nvSpPr>
        <p:spPr>
          <a:xfrm>
            <a:off x="558131" y="4338538"/>
            <a:ext cx="8415338" cy="1350962"/>
          </a:xfrm>
        </p:spPr>
        <p:txBody>
          <a:bodyPr>
            <a:normAutofit/>
          </a:bodyPr>
          <a:lstStyle/>
          <a:p>
            <a:pPr eaLnBrk="1" hangingPunct="1"/>
            <a:r>
              <a:rPr lang="es-ES_tradnl" sz="2800" dirty="0"/>
              <a:t>Representación de datos numéricos reales</a:t>
            </a:r>
            <a:br>
              <a:rPr lang="es-ES_tradnl" sz="2800" dirty="0"/>
            </a:br>
            <a:r>
              <a:rPr lang="es-ES_tradnl" sz="2800" dirty="0"/>
              <a:t>(números en punto flotante)</a:t>
            </a:r>
            <a:endParaRPr lang="es-ES" sz="2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Grp="1" noChangeArrowheads="1"/>
          </p:cNvSpPr>
          <p:nvPr>
            <p:ph type="title"/>
          </p:nvPr>
        </p:nvSpPr>
        <p:spPr/>
        <p:txBody>
          <a:bodyPr/>
          <a:lstStyle/>
          <a:p>
            <a:pPr eaLnBrk="1" hangingPunct="1"/>
            <a:r>
              <a:rPr lang="es-ES_tradnl"/>
              <a:t>Coma flotante</a:t>
            </a:r>
            <a:endParaRPr lang="es-ES"/>
          </a:p>
        </p:txBody>
      </p:sp>
      <p:sp>
        <p:nvSpPr>
          <p:cNvPr id="68612" name="Rectangle 3"/>
          <p:cNvSpPr>
            <a:spLocks noGrp="1" noChangeArrowheads="1"/>
          </p:cNvSpPr>
          <p:nvPr>
            <p:ph sz="quarter" idx="1"/>
          </p:nvPr>
        </p:nvSpPr>
        <p:spPr/>
        <p:txBody>
          <a:bodyPr/>
          <a:lstStyle/>
          <a:p>
            <a:pPr eaLnBrk="1" hangingPunct="1"/>
            <a:r>
              <a:rPr lang="es-ES_tradnl"/>
              <a:t>La representación en punto fijo no es apropiada para ciertos números:</a:t>
            </a:r>
          </a:p>
          <a:p>
            <a:pPr eaLnBrk="1" hangingPunct="1"/>
            <a:endParaRPr lang="es-ES_tradnl"/>
          </a:p>
          <a:p>
            <a:pPr lvl="1" eaLnBrk="1" hangingPunct="1"/>
            <a:r>
              <a:rPr lang="es-ES_tradnl"/>
              <a:t>6.023 ·10</a:t>
            </a:r>
            <a:r>
              <a:rPr lang="es-ES_tradnl" baseline="30000"/>
              <a:t>23</a:t>
            </a:r>
            <a:r>
              <a:rPr lang="es-ES_tradnl"/>
              <a:t> ,  1.6·10</a:t>
            </a:r>
            <a:r>
              <a:rPr lang="es-ES_tradnl" baseline="30000"/>
              <a:t>-19</a:t>
            </a:r>
            <a:r>
              <a:rPr lang="es-ES_tradnl"/>
              <a:t>, etc...</a:t>
            </a:r>
          </a:p>
          <a:p>
            <a:pPr lvl="1" eaLnBrk="1" hangingPunct="1"/>
            <a:endParaRPr lang="es-ES_tradnl"/>
          </a:p>
          <a:p>
            <a:pPr eaLnBrk="1" hangingPunct="1"/>
            <a:r>
              <a:rPr lang="es-ES_tradnl"/>
              <a:t>Es preferible usar la forma: mantisa, base, exponente</a:t>
            </a:r>
          </a:p>
          <a:p>
            <a:pPr eaLnBrk="1" hangingPunct="1"/>
            <a:r>
              <a:rPr lang="es-ES_tradnl"/>
              <a:t>El exponente hace “flotar la coma” de la mantisa</a:t>
            </a:r>
            <a:endParaRPr lang="es-E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p:cNvSpPr>
            <a:spLocks noGrp="1" noChangeArrowheads="1"/>
          </p:cNvSpPr>
          <p:nvPr>
            <p:ph type="title"/>
          </p:nvPr>
        </p:nvSpPr>
        <p:spPr>
          <a:xfrm>
            <a:off x="742950" y="269875"/>
            <a:ext cx="8415338" cy="900311"/>
          </a:xfrm>
        </p:spPr>
        <p:txBody>
          <a:bodyPr/>
          <a:lstStyle/>
          <a:p>
            <a:pPr eaLnBrk="1" hangingPunct="1"/>
            <a:r>
              <a:rPr lang="es-ES_tradnl"/>
              <a:t>Coma flotante</a:t>
            </a:r>
            <a:endParaRPr lang="es-ES"/>
          </a:p>
        </p:txBody>
      </p:sp>
      <p:sp>
        <p:nvSpPr>
          <p:cNvPr id="69636" name="Rectangle 3"/>
          <p:cNvSpPr>
            <a:spLocks noGrp="1" noChangeArrowheads="1"/>
          </p:cNvSpPr>
          <p:nvPr>
            <p:ph sz="quarter" idx="1"/>
          </p:nvPr>
        </p:nvSpPr>
        <p:spPr>
          <a:xfrm>
            <a:off x="742950" y="1800225"/>
            <a:ext cx="8415338" cy="4860925"/>
          </a:xfrm>
        </p:spPr>
        <p:txBody>
          <a:bodyPr/>
          <a:lstStyle/>
          <a:p>
            <a:pPr eaLnBrk="1" hangingPunct="1"/>
            <a:r>
              <a:rPr lang="es-ES_tradnl" sz="2600"/>
              <a:t>Si la mantisa está representada en una base B (p.e. B=2), entonces la base en punto flotante debe ser una potencia de B:</a:t>
            </a:r>
          </a:p>
          <a:p>
            <a:pPr eaLnBrk="1" hangingPunct="1"/>
            <a:endParaRPr lang="es-ES_tradnl" sz="2600"/>
          </a:p>
          <a:p>
            <a:pPr eaLnBrk="1" hangingPunct="1">
              <a:buFontTx/>
              <a:buNone/>
            </a:pPr>
            <a:r>
              <a:rPr lang="es-ES_tradnl" sz="2600"/>
              <a:t>1.011· 2 </a:t>
            </a:r>
            <a:r>
              <a:rPr lang="es-ES_tradnl" sz="2600" baseline="30000"/>
              <a:t>12 </a:t>
            </a:r>
            <a:r>
              <a:rPr lang="es-ES_tradnl" sz="2600"/>
              <a:t>= 10.11·2</a:t>
            </a:r>
            <a:r>
              <a:rPr lang="es-ES_tradnl" sz="2600" baseline="30000"/>
              <a:t>11</a:t>
            </a:r>
          </a:p>
          <a:p>
            <a:pPr eaLnBrk="1" hangingPunct="1">
              <a:buFontTx/>
              <a:buNone/>
            </a:pPr>
            <a:r>
              <a:rPr lang="es-ES_tradnl" sz="2600"/>
              <a:t>1.011· 4 </a:t>
            </a:r>
            <a:r>
              <a:rPr lang="es-ES_tradnl" sz="2600" baseline="30000"/>
              <a:t>6</a:t>
            </a:r>
            <a:r>
              <a:rPr lang="es-ES_tradnl" sz="2600"/>
              <a:t> = 101.1·4 </a:t>
            </a:r>
            <a:r>
              <a:rPr lang="es-ES_tradnl" sz="2600" baseline="30000"/>
              <a:t>5</a:t>
            </a:r>
          </a:p>
          <a:p>
            <a:pPr eaLnBrk="1" hangingPunct="1">
              <a:buFontTx/>
              <a:buNone/>
            </a:pPr>
            <a:endParaRPr lang="es-ES_tradnl" sz="2600" baseline="30000"/>
          </a:p>
          <a:p>
            <a:pPr eaLnBrk="1" hangingPunct="1"/>
            <a:r>
              <a:rPr lang="es-ES_tradnl" sz="2600" b="1"/>
              <a:t>I</a:t>
            </a:r>
            <a:r>
              <a:rPr lang="es-ES_tradnl" sz="2600"/>
              <a:t>ncrementos y </a:t>
            </a:r>
            <a:r>
              <a:rPr lang="es-ES_tradnl" sz="2600" b="1"/>
              <a:t>D</a:t>
            </a:r>
            <a:r>
              <a:rPr lang="es-ES_tradnl" sz="2600"/>
              <a:t>ecrementos de exponente implican desplazamientos a </a:t>
            </a:r>
            <a:r>
              <a:rPr lang="es-ES_tradnl" sz="2600" b="1"/>
              <a:t>I</a:t>
            </a:r>
            <a:r>
              <a:rPr lang="es-ES_tradnl" sz="2600"/>
              <a:t>zquierda y </a:t>
            </a:r>
            <a:r>
              <a:rPr lang="es-ES_tradnl" sz="2600" b="1"/>
              <a:t>D</a:t>
            </a:r>
            <a:r>
              <a:rPr lang="es-ES_tradnl" sz="2600"/>
              <a:t>erecha de la coma </a:t>
            </a:r>
            <a:r>
              <a:rPr lang="es-ES_tradnl" sz="2600" i="1"/>
              <a:t>un número </a:t>
            </a:r>
            <a:r>
              <a:rPr lang="es-ES_tradnl" sz="2600" b="1" i="1"/>
              <a:t>entero </a:t>
            </a:r>
            <a:r>
              <a:rPr lang="es-ES_tradnl" sz="2600" i="1"/>
              <a:t>de posiciones</a:t>
            </a:r>
            <a:endParaRPr lang="es-ES" sz="2600" i="1"/>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2"/>
          <p:cNvSpPr>
            <a:spLocks noGrp="1" noChangeArrowheads="1"/>
          </p:cNvSpPr>
          <p:nvPr>
            <p:ph type="title"/>
          </p:nvPr>
        </p:nvSpPr>
        <p:spPr>
          <a:xfrm>
            <a:off x="774155" y="234082"/>
            <a:ext cx="8415338" cy="901179"/>
          </a:xfrm>
        </p:spPr>
        <p:txBody>
          <a:bodyPr/>
          <a:lstStyle/>
          <a:p>
            <a:pPr eaLnBrk="1" hangingPunct="1"/>
            <a:r>
              <a:rPr lang="es-ES_tradnl" dirty="0"/>
              <a:t>Coma flotante</a:t>
            </a:r>
            <a:endParaRPr lang="es-ES" dirty="0"/>
          </a:p>
        </p:txBody>
      </p:sp>
      <p:sp>
        <p:nvSpPr>
          <p:cNvPr id="70660" name="Rectangle 3"/>
          <p:cNvSpPr>
            <a:spLocks noGrp="1" noChangeArrowheads="1"/>
          </p:cNvSpPr>
          <p:nvPr>
            <p:ph sz="quarter" idx="1"/>
          </p:nvPr>
        </p:nvSpPr>
        <p:spPr>
          <a:xfrm>
            <a:off x="330200" y="1711325"/>
            <a:ext cx="8828088" cy="5219700"/>
          </a:xfrm>
        </p:spPr>
        <p:txBody>
          <a:bodyPr/>
          <a:lstStyle/>
          <a:p>
            <a:pPr eaLnBrk="1" hangingPunct="1"/>
            <a:r>
              <a:rPr lang="es-ES_tradnl"/>
              <a:t>Fijada la base, un número en coma flotante es una pareja de números en punto fijo: Mantisa-Exponente</a:t>
            </a:r>
          </a:p>
          <a:p>
            <a:pPr eaLnBrk="1" hangingPunct="1"/>
            <a:r>
              <a:rPr lang="es-ES_tradnl"/>
              <a:t>Ejemplo: 	</a:t>
            </a:r>
          </a:p>
          <a:p>
            <a:pPr lvl="1" eaLnBrk="1" hangingPunct="1"/>
            <a:r>
              <a:rPr lang="es-ES_tradnl" sz="2200"/>
              <a:t>Base 2</a:t>
            </a:r>
          </a:p>
          <a:p>
            <a:pPr lvl="1" eaLnBrk="1" hangingPunct="1"/>
            <a:r>
              <a:rPr lang="es-ES_tradnl" sz="2200"/>
              <a:t>3 bits de mantisa </a:t>
            </a:r>
            <a:r>
              <a:rPr lang="es-ES_tradnl" sz="2200" i="1"/>
              <a:t>bn</a:t>
            </a:r>
            <a:r>
              <a:rPr lang="es-ES_tradnl" sz="2200"/>
              <a:t>,</a:t>
            </a:r>
            <a:r>
              <a:rPr lang="es-ES_tradnl"/>
              <a:t>  </a:t>
            </a:r>
            <a:r>
              <a:rPr lang="es-ES_tradnl" sz="2200"/>
              <a:t>en la forma </a:t>
            </a:r>
            <a:r>
              <a:rPr lang="es-ES_tradnl" sz="2200" i="1"/>
              <a:t>m,mm</a:t>
            </a:r>
            <a:r>
              <a:rPr lang="es-ES_tradnl"/>
              <a:t>			</a:t>
            </a:r>
          </a:p>
          <a:p>
            <a:pPr lvl="1" eaLnBrk="1" hangingPunct="1"/>
            <a:r>
              <a:rPr lang="es-ES_tradnl" sz="2200"/>
              <a:t>2 bits exponentes (representados en C-2)</a:t>
            </a:r>
          </a:p>
          <a:p>
            <a:pPr eaLnBrk="1" hangingPunct="1"/>
            <a:endParaRPr lang="es-ES_tradnl" sz="2600"/>
          </a:p>
          <a:p>
            <a:pPr eaLnBrk="1" hangingPunct="1"/>
            <a:r>
              <a:rPr lang="es-ES_tradnl" sz="2600"/>
              <a:t>1,00 e 11           1.0·2</a:t>
            </a:r>
            <a:r>
              <a:rPr lang="es-ES_tradnl" sz="2600" baseline="30000"/>
              <a:t>-1 </a:t>
            </a:r>
            <a:r>
              <a:rPr lang="es-ES_tradnl" sz="2600"/>
              <a:t>= 0.5</a:t>
            </a:r>
          </a:p>
          <a:p>
            <a:pPr eaLnBrk="1" hangingPunct="1"/>
            <a:r>
              <a:rPr lang="es-ES_tradnl" sz="2600"/>
              <a:t>1.10 e 01           1.5·2</a:t>
            </a:r>
            <a:r>
              <a:rPr lang="es-ES_tradnl" sz="2600" baseline="30000"/>
              <a:t>1</a:t>
            </a:r>
            <a:r>
              <a:rPr lang="es-ES_tradnl" sz="2600"/>
              <a:t> = 3</a:t>
            </a:r>
            <a:endParaRPr lang="es-ES" sz="2600"/>
          </a:p>
        </p:txBody>
      </p:sp>
      <p:sp>
        <p:nvSpPr>
          <p:cNvPr id="70661" name="AutoShape 4"/>
          <p:cNvSpPr>
            <a:spLocks noChangeArrowheads="1"/>
          </p:cNvSpPr>
          <p:nvPr/>
        </p:nvSpPr>
        <p:spPr bwMode="auto">
          <a:xfrm rot="9330196">
            <a:off x="2285999" y="5181638"/>
            <a:ext cx="495300" cy="271462"/>
          </a:xfrm>
          <a:prstGeom prst="lightningBolt">
            <a:avLst/>
          </a:prstGeom>
          <a:solidFill>
            <a:schemeClr val="accent1"/>
          </a:solidFill>
          <a:ln w="9525">
            <a:solidFill>
              <a:schemeClr val="tx1"/>
            </a:solidFill>
            <a:miter lim="800000"/>
            <a:headEnd/>
            <a:tailEnd/>
          </a:ln>
        </p:spPr>
        <p:txBody>
          <a:bodyPr wrap="none" anchor="ctr"/>
          <a:lstStyle/>
          <a:p>
            <a:endParaRPr lang="es-ES"/>
          </a:p>
        </p:txBody>
      </p:sp>
      <p:sp>
        <p:nvSpPr>
          <p:cNvPr id="70662" name="AutoShape 5"/>
          <p:cNvSpPr>
            <a:spLocks noChangeArrowheads="1"/>
          </p:cNvSpPr>
          <p:nvPr/>
        </p:nvSpPr>
        <p:spPr bwMode="auto">
          <a:xfrm rot="9330196">
            <a:off x="2368549" y="5632488"/>
            <a:ext cx="495300" cy="271462"/>
          </a:xfrm>
          <a:prstGeom prst="lightningBolt">
            <a:avLst/>
          </a:prstGeom>
          <a:solidFill>
            <a:schemeClr val="accent1"/>
          </a:solidFill>
          <a:ln w="9525">
            <a:solidFill>
              <a:schemeClr val="tx1"/>
            </a:solidFill>
            <a:miter lim="800000"/>
            <a:headEnd/>
            <a:tailEnd/>
          </a:ln>
        </p:spPr>
        <p:txBody>
          <a:bodyPr wrap="none" anchor="ctr"/>
          <a:lstStyle/>
          <a:p>
            <a:endParaRPr lang="es-E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ChangeArrowheads="1"/>
          </p:cNvSpPr>
          <p:nvPr>
            <p:ph type="title"/>
          </p:nvPr>
        </p:nvSpPr>
        <p:spPr/>
        <p:txBody>
          <a:bodyPr/>
          <a:lstStyle/>
          <a:p>
            <a:pPr eaLnBrk="1" hangingPunct="1"/>
            <a:r>
              <a:rPr lang="es-ES_tradnl"/>
              <a:t>Coma Flotante, Nº representables</a:t>
            </a:r>
            <a:endParaRPr lang="es-ES"/>
          </a:p>
        </p:txBody>
      </p:sp>
      <p:sp>
        <p:nvSpPr>
          <p:cNvPr id="71684" name="Text Box 4"/>
          <p:cNvSpPr txBox="1">
            <a:spLocks noChangeArrowheads="1"/>
          </p:cNvSpPr>
          <p:nvPr/>
        </p:nvSpPr>
        <p:spPr bwMode="auto">
          <a:xfrm>
            <a:off x="412750" y="2070100"/>
            <a:ext cx="9901238" cy="490538"/>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sz="2200">
                <a:latin typeface="Courier New" pitchFamily="49" charset="0"/>
              </a:rPr>
              <a:t>000e01 001e01 010e01 011e01 100e01 101e01 110e01 111e01</a:t>
            </a:r>
            <a:endParaRPr lang="es-ES" sz="2200">
              <a:latin typeface="Courier New" pitchFamily="49" charset="0"/>
            </a:endParaRPr>
          </a:p>
        </p:txBody>
      </p:sp>
      <p:sp>
        <p:nvSpPr>
          <p:cNvPr id="71685" name="Text Box 5"/>
          <p:cNvSpPr txBox="1">
            <a:spLocks noChangeArrowheads="1"/>
          </p:cNvSpPr>
          <p:nvPr/>
        </p:nvSpPr>
        <p:spPr bwMode="auto">
          <a:xfrm>
            <a:off x="412750" y="2789238"/>
            <a:ext cx="4867275" cy="304800"/>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sz="1100">
                <a:latin typeface="Courier New" pitchFamily="49" charset="0"/>
              </a:rPr>
              <a:t>000e00 001e00 010e00 011e00 100e00 101e00 110e00 111e00</a:t>
            </a:r>
            <a:endParaRPr lang="es-ES" sz="1100">
              <a:latin typeface="Courier New" pitchFamily="49" charset="0"/>
            </a:endParaRPr>
          </a:p>
        </p:txBody>
      </p:sp>
      <p:sp>
        <p:nvSpPr>
          <p:cNvPr id="71686" name="Line 6"/>
          <p:cNvSpPr>
            <a:spLocks noChangeShapeType="1"/>
          </p:cNvSpPr>
          <p:nvPr/>
        </p:nvSpPr>
        <p:spPr bwMode="auto">
          <a:xfrm>
            <a:off x="493713" y="2519363"/>
            <a:ext cx="0" cy="2700337"/>
          </a:xfrm>
          <a:prstGeom prst="line">
            <a:avLst/>
          </a:prstGeom>
          <a:noFill/>
          <a:ln w="9525">
            <a:solidFill>
              <a:srgbClr val="FF0000"/>
            </a:solidFill>
            <a:round/>
            <a:headEnd/>
            <a:tailEnd/>
          </a:ln>
        </p:spPr>
        <p:txBody>
          <a:bodyPr/>
          <a:lstStyle/>
          <a:p>
            <a:endParaRPr lang="es-ES"/>
          </a:p>
        </p:txBody>
      </p:sp>
      <p:sp>
        <p:nvSpPr>
          <p:cNvPr id="71687" name="Line 7"/>
          <p:cNvSpPr>
            <a:spLocks noChangeShapeType="1"/>
          </p:cNvSpPr>
          <p:nvPr/>
        </p:nvSpPr>
        <p:spPr bwMode="auto">
          <a:xfrm>
            <a:off x="1651000" y="2519363"/>
            <a:ext cx="0" cy="2700337"/>
          </a:xfrm>
          <a:prstGeom prst="line">
            <a:avLst/>
          </a:prstGeom>
          <a:noFill/>
          <a:ln w="9525">
            <a:solidFill>
              <a:srgbClr val="FF0000"/>
            </a:solidFill>
            <a:round/>
            <a:headEnd/>
            <a:tailEnd/>
          </a:ln>
        </p:spPr>
        <p:txBody>
          <a:bodyPr/>
          <a:lstStyle/>
          <a:p>
            <a:endParaRPr lang="es-ES"/>
          </a:p>
        </p:txBody>
      </p:sp>
      <p:sp>
        <p:nvSpPr>
          <p:cNvPr id="71688" name="Line 8"/>
          <p:cNvSpPr>
            <a:spLocks noChangeShapeType="1"/>
          </p:cNvSpPr>
          <p:nvPr/>
        </p:nvSpPr>
        <p:spPr bwMode="auto">
          <a:xfrm>
            <a:off x="2805113" y="2519363"/>
            <a:ext cx="0" cy="2700337"/>
          </a:xfrm>
          <a:prstGeom prst="line">
            <a:avLst/>
          </a:prstGeom>
          <a:noFill/>
          <a:ln w="9525">
            <a:solidFill>
              <a:srgbClr val="FF0000"/>
            </a:solidFill>
            <a:round/>
            <a:headEnd/>
            <a:tailEnd/>
          </a:ln>
        </p:spPr>
        <p:txBody>
          <a:bodyPr/>
          <a:lstStyle/>
          <a:p>
            <a:endParaRPr lang="es-ES"/>
          </a:p>
        </p:txBody>
      </p:sp>
      <p:sp>
        <p:nvSpPr>
          <p:cNvPr id="71689" name="Line 9"/>
          <p:cNvSpPr>
            <a:spLocks noChangeShapeType="1"/>
          </p:cNvSpPr>
          <p:nvPr/>
        </p:nvSpPr>
        <p:spPr bwMode="auto">
          <a:xfrm>
            <a:off x="3960813" y="2519363"/>
            <a:ext cx="0" cy="2700337"/>
          </a:xfrm>
          <a:prstGeom prst="line">
            <a:avLst/>
          </a:prstGeom>
          <a:noFill/>
          <a:ln w="9525">
            <a:solidFill>
              <a:srgbClr val="FF0000"/>
            </a:solidFill>
            <a:round/>
            <a:headEnd/>
            <a:tailEnd/>
          </a:ln>
        </p:spPr>
        <p:txBody>
          <a:bodyPr/>
          <a:lstStyle/>
          <a:p>
            <a:endParaRPr lang="es-ES"/>
          </a:p>
        </p:txBody>
      </p:sp>
      <p:sp>
        <p:nvSpPr>
          <p:cNvPr id="71690" name="Line 10"/>
          <p:cNvSpPr>
            <a:spLocks noChangeShapeType="1"/>
          </p:cNvSpPr>
          <p:nvPr/>
        </p:nvSpPr>
        <p:spPr bwMode="auto">
          <a:xfrm>
            <a:off x="5114925" y="2519363"/>
            <a:ext cx="0" cy="2700337"/>
          </a:xfrm>
          <a:prstGeom prst="line">
            <a:avLst/>
          </a:prstGeom>
          <a:noFill/>
          <a:ln w="9525">
            <a:solidFill>
              <a:srgbClr val="FF0000"/>
            </a:solidFill>
            <a:round/>
            <a:headEnd/>
            <a:tailEnd/>
          </a:ln>
        </p:spPr>
        <p:txBody>
          <a:bodyPr/>
          <a:lstStyle/>
          <a:p>
            <a:endParaRPr lang="es-ES"/>
          </a:p>
        </p:txBody>
      </p:sp>
      <p:sp>
        <p:nvSpPr>
          <p:cNvPr id="71691" name="Line 11"/>
          <p:cNvSpPr>
            <a:spLocks noChangeShapeType="1"/>
          </p:cNvSpPr>
          <p:nvPr/>
        </p:nvSpPr>
        <p:spPr bwMode="auto">
          <a:xfrm>
            <a:off x="6270625" y="2519363"/>
            <a:ext cx="0" cy="2700337"/>
          </a:xfrm>
          <a:prstGeom prst="line">
            <a:avLst/>
          </a:prstGeom>
          <a:noFill/>
          <a:ln w="9525">
            <a:solidFill>
              <a:srgbClr val="FF0000"/>
            </a:solidFill>
            <a:round/>
            <a:headEnd/>
            <a:tailEnd/>
          </a:ln>
        </p:spPr>
        <p:txBody>
          <a:bodyPr/>
          <a:lstStyle/>
          <a:p>
            <a:endParaRPr lang="es-ES"/>
          </a:p>
        </p:txBody>
      </p:sp>
      <p:sp>
        <p:nvSpPr>
          <p:cNvPr id="71692" name="Line 12"/>
          <p:cNvSpPr>
            <a:spLocks noChangeShapeType="1"/>
          </p:cNvSpPr>
          <p:nvPr/>
        </p:nvSpPr>
        <p:spPr bwMode="auto">
          <a:xfrm>
            <a:off x="7426325" y="2519363"/>
            <a:ext cx="0" cy="2700337"/>
          </a:xfrm>
          <a:prstGeom prst="line">
            <a:avLst/>
          </a:prstGeom>
          <a:noFill/>
          <a:ln w="9525">
            <a:solidFill>
              <a:srgbClr val="FF0000"/>
            </a:solidFill>
            <a:round/>
            <a:headEnd/>
            <a:tailEnd/>
          </a:ln>
        </p:spPr>
        <p:txBody>
          <a:bodyPr/>
          <a:lstStyle/>
          <a:p>
            <a:endParaRPr lang="es-ES"/>
          </a:p>
        </p:txBody>
      </p:sp>
      <p:sp>
        <p:nvSpPr>
          <p:cNvPr id="71693" name="Line 13"/>
          <p:cNvSpPr>
            <a:spLocks noChangeShapeType="1"/>
          </p:cNvSpPr>
          <p:nvPr/>
        </p:nvSpPr>
        <p:spPr bwMode="auto">
          <a:xfrm>
            <a:off x="8580438" y="2519363"/>
            <a:ext cx="0" cy="2700337"/>
          </a:xfrm>
          <a:prstGeom prst="line">
            <a:avLst/>
          </a:prstGeom>
          <a:noFill/>
          <a:ln w="9525">
            <a:solidFill>
              <a:srgbClr val="FF0000"/>
            </a:solidFill>
            <a:round/>
            <a:headEnd/>
            <a:tailEnd/>
          </a:ln>
        </p:spPr>
        <p:txBody>
          <a:bodyPr/>
          <a:lstStyle/>
          <a:p>
            <a:endParaRPr lang="es-ES"/>
          </a:p>
        </p:txBody>
      </p:sp>
      <p:sp>
        <p:nvSpPr>
          <p:cNvPr id="71694" name="Line 14"/>
          <p:cNvSpPr>
            <a:spLocks noChangeShapeType="1"/>
          </p:cNvSpPr>
          <p:nvPr/>
        </p:nvSpPr>
        <p:spPr bwMode="auto">
          <a:xfrm>
            <a:off x="1073150" y="2970213"/>
            <a:ext cx="0" cy="2249487"/>
          </a:xfrm>
          <a:prstGeom prst="line">
            <a:avLst/>
          </a:prstGeom>
          <a:noFill/>
          <a:ln w="9525">
            <a:solidFill>
              <a:srgbClr val="00FF00"/>
            </a:solidFill>
            <a:round/>
            <a:headEnd/>
            <a:tailEnd/>
          </a:ln>
        </p:spPr>
        <p:txBody>
          <a:bodyPr/>
          <a:lstStyle/>
          <a:p>
            <a:endParaRPr lang="es-ES"/>
          </a:p>
        </p:txBody>
      </p:sp>
      <p:sp>
        <p:nvSpPr>
          <p:cNvPr id="71695" name="Line 15"/>
          <p:cNvSpPr>
            <a:spLocks noChangeShapeType="1"/>
          </p:cNvSpPr>
          <p:nvPr/>
        </p:nvSpPr>
        <p:spPr bwMode="auto">
          <a:xfrm>
            <a:off x="493713" y="2970213"/>
            <a:ext cx="0" cy="2249487"/>
          </a:xfrm>
          <a:prstGeom prst="line">
            <a:avLst/>
          </a:prstGeom>
          <a:noFill/>
          <a:ln w="9525">
            <a:solidFill>
              <a:srgbClr val="00FF00"/>
            </a:solidFill>
            <a:round/>
            <a:headEnd/>
            <a:tailEnd/>
          </a:ln>
        </p:spPr>
        <p:txBody>
          <a:bodyPr/>
          <a:lstStyle/>
          <a:p>
            <a:endParaRPr lang="es-ES"/>
          </a:p>
        </p:txBody>
      </p:sp>
      <p:sp>
        <p:nvSpPr>
          <p:cNvPr id="71696" name="Line 16"/>
          <p:cNvSpPr>
            <a:spLocks noChangeShapeType="1"/>
          </p:cNvSpPr>
          <p:nvPr/>
        </p:nvSpPr>
        <p:spPr bwMode="auto">
          <a:xfrm>
            <a:off x="2228850" y="2970213"/>
            <a:ext cx="0" cy="2249487"/>
          </a:xfrm>
          <a:prstGeom prst="line">
            <a:avLst/>
          </a:prstGeom>
          <a:noFill/>
          <a:ln w="9525">
            <a:solidFill>
              <a:srgbClr val="00FF00"/>
            </a:solidFill>
            <a:round/>
            <a:headEnd/>
            <a:tailEnd/>
          </a:ln>
        </p:spPr>
        <p:txBody>
          <a:bodyPr/>
          <a:lstStyle/>
          <a:p>
            <a:endParaRPr lang="es-ES"/>
          </a:p>
        </p:txBody>
      </p:sp>
      <p:sp>
        <p:nvSpPr>
          <p:cNvPr id="71697" name="Line 17"/>
          <p:cNvSpPr>
            <a:spLocks noChangeShapeType="1"/>
          </p:cNvSpPr>
          <p:nvPr/>
        </p:nvSpPr>
        <p:spPr bwMode="auto">
          <a:xfrm>
            <a:off x="1651000" y="2970213"/>
            <a:ext cx="0" cy="2249487"/>
          </a:xfrm>
          <a:prstGeom prst="line">
            <a:avLst/>
          </a:prstGeom>
          <a:noFill/>
          <a:ln w="9525">
            <a:solidFill>
              <a:srgbClr val="00FF00"/>
            </a:solidFill>
            <a:round/>
            <a:headEnd/>
            <a:tailEnd/>
          </a:ln>
        </p:spPr>
        <p:txBody>
          <a:bodyPr/>
          <a:lstStyle/>
          <a:p>
            <a:endParaRPr lang="es-ES"/>
          </a:p>
        </p:txBody>
      </p:sp>
      <p:sp>
        <p:nvSpPr>
          <p:cNvPr id="71698" name="Line 18"/>
          <p:cNvSpPr>
            <a:spLocks noChangeShapeType="1"/>
          </p:cNvSpPr>
          <p:nvPr/>
        </p:nvSpPr>
        <p:spPr bwMode="auto">
          <a:xfrm>
            <a:off x="3382963" y="2970213"/>
            <a:ext cx="0" cy="2249487"/>
          </a:xfrm>
          <a:prstGeom prst="line">
            <a:avLst/>
          </a:prstGeom>
          <a:noFill/>
          <a:ln w="9525">
            <a:solidFill>
              <a:srgbClr val="00FF00"/>
            </a:solidFill>
            <a:round/>
            <a:headEnd/>
            <a:tailEnd/>
          </a:ln>
        </p:spPr>
        <p:txBody>
          <a:bodyPr/>
          <a:lstStyle/>
          <a:p>
            <a:endParaRPr lang="es-ES"/>
          </a:p>
        </p:txBody>
      </p:sp>
      <p:sp>
        <p:nvSpPr>
          <p:cNvPr id="71699" name="Line 19"/>
          <p:cNvSpPr>
            <a:spLocks noChangeShapeType="1"/>
          </p:cNvSpPr>
          <p:nvPr/>
        </p:nvSpPr>
        <p:spPr bwMode="auto">
          <a:xfrm>
            <a:off x="2805113" y="2970213"/>
            <a:ext cx="0" cy="2249487"/>
          </a:xfrm>
          <a:prstGeom prst="line">
            <a:avLst/>
          </a:prstGeom>
          <a:noFill/>
          <a:ln w="9525">
            <a:solidFill>
              <a:srgbClr val="00FF00"/>
            </a:solidFill>
            <a:round/>
            <a:headEnd/>
            <a:tailEnd/>
          </a:ln>
        </p:spPr>
        <p:txBody>
          <a:bodyPr/>
          <a:lstStyle/>
          <a:p>
            <a:endParaRPr lang="es-ES"/>
          </a:p>
        </p:txBody>
      </p:sp>
      <p:sp>
        <p:nvSpPr>
          <p:cNvPr id="71700" name="Line 20"/>
          <p:cNvSpPr>
            <a:spLocks noChangeShapeType="1"/>
          </p:cNvSpPr>
          <p:nvPr/>
        </p:nvSpPr>
        <p:spPr bwMode="auto">
          <a:xfrm>
            <a:off x="4537075" y="2970213"/>
            <a:ext cx="0" cy="2249487"/>
          </a:xfrm>
          <a:prstGeom prst="line">
            <a:avLst/>
          </a:prstGeom>
          <a:noFill/>
          <a:ln w="9525">
            <a:solidFill>
              <a:srgbClr val="00FF00"/>
            </a:solidFill>
            <a:round/>
            <a:headEnd/>
            <a:tailEnd/>
          </a:ln>
        </p:spPr>
        <p:txBody>
          <a:bodyPr/>
          <a:lstStyle/>
          <a:p>
            <a:endParaRPr lang="es-ES"/>
          </a:p>
        </p:txBody>
      </p:sp>
      <p:sp>
        <p:nvSpPr>
          <p:cNvPr id="71701" name="Line 21"/>
          <p:cNvSpPr>
            <a:spLocks noChangeShapeType="1"/>
          </p:cNvSpPr>
          <p:nvPr/>
        </p:nvSpPr>
        <p:spPr bwMode="auto">
          <a:xfrm>
            <a:off x="3960813" y="2970213"/>
            <a:ext cx="0" cy="2249487"/>
          </a:xfrm>
          <a:prstGeom prst="line">
            <a:avLst/>
          </a:prstGeom>
          <a:noFill/>
          <a:ln w="9525">
            <a:solidFill>
              <a:srgbClr val="00FF00"/>
            </a:solidFill>
            <a:round/>
            <a:headEnd/>
            <a:tailEnd/>
          </a:ln>
        </p:spPr>
        <p:txBody>
          <a:bodyPr/>
          <a:lstStyle/>
          <a:p>
            <a:endParaRPr lang="es-ES"/>
          </a:p>
        </p:txBody>
      </p:sp>
      <p:sp>
        <p:nvSpPr>
          <p:cNvPr id="71702" name="Text Box 22"/>
          <p:cNvSpPr txBox="1">
            <a:spLocks noChangeArrowheads="1"/>
          </p:cNvSpPr>
          <p:nvPr/>
        </p:nvSpPr>
        <p:spPr bwMode="auto">
          <a:xfrm>
            <a:off x="412750" y="3600450"/>
            <a:ext cx="4867275" cy="198438"/>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sz="500">
                <a:latin typeface="Courier New" pitchFamily="49" charset="0"/>
              </a:rPr>
              <a:t>000e11 001e11 010e11 011e11 100e11 101e11 110e11 111e11</a:t>
            </a:r>
            <a:endParaRPr lang="es-ES" sz="500">
              <a:latin typeface="Courier New" pitchFamily="49" charset="0"/>
            </a:endParaRPr>
          </a:p>
        </p:txBody>
      </p:sp>
      <p:sp>
        <p:nvSpPr>
          <p:cNvPr id="71703" name="Text Box 23"/>
          <p:cNvSpPr txBox="1">
            <a:spLocks noChangeArrowheads="1"/>
          </p:cNvSpPr>
          <p:nvPr/>
        </p:nvSpPr>
        <p:spPr bwMode="auto">
          <a:xfrm>
            <a:off x="4043363" y="5851525"/>
            <a:ext cx="5857875" cy="336550"/>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a:latin typeface="Courier New" pitchFamily="49" charset="0"/>
              </a:rPr>
              <a:t>000e11 001e11 010e11 011e11 100e11 101e11 110e11 111e11</a:t>
            </a:r>
            <a:endParaRPr lang="es-ES">
              <a:latin typeface="Courier New" pitchFamily="49" charset="0"/>
            </a:endParaRPr>
          </a:p>
        </p:txBody>
      </p:sp>
      <p:sp>
        <p:nvSpPr>
          <p:cNvPr id="71704" name="Line 24"/>
          <p:cNvSpPr>
            <a:spLocks noChangeShapeType="1"/>
          </p:cNvSpPr>
          <p:nvPr/>
        </p:nvSpPr>
        <p:spPr bwMode="auto">
          <a:xfrm>
            <a:off x="2887663" y="3689350"/>
            <a:ext cx="2227262" cy="2071688"/>
          </a:xfrm>
          <a:prstGeom prst="line">
            <a:avLst/>
          </a:prstGeom>
          <a:noFill/>
          <a:ln w="9525">
            <a:solidFill>
              <a:schemeClr val="tx1"/>
            </a:solidFill>
            <a:round/>
            <a:headEnd/>
            <a:tailEnd type="triangle" w="med" len="med"/>
          </a:ln>
        </p:spPr>
        <p:txBody>
          <a:bodyPr/>
          <a:lstStyle/>
          <a:p>
            <a:endParaRPr lang="es-ES"/>
          </a:p>
        </p:txBody>
      </p:sp>
      <p:sp>
        <p:nvSpPr>
          <p:cNvPr id="71705" name="Text Box 25"/>
          <p:cNvSpPr txBox="1">
            <a:spLocks noChangeArrowheads="1"/>
          </p:cNvSpPr>
          <p:nvPr/>
        </p:nvSpPr>
        <p:spPr bwMode="auto">
          <a:xfrm>
            <a:off x="4043363" y="6389688"/>
            <a:ext cx="5857875" cy="338137"/>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a:latin typeface="Courier New" pitchFamily="49" charset="0"/>
              </a:rPr>
              <a:t>000e10 001e10 010e10 011e10 100e10 101e10 110e10 111e10</a:t>
            </a:r>
            <a:endParaRPr lang="es-ES">
              <a:latin typeface="Courier New" pitchFamily="49" charset="0"/>
            </a:endParaRPr>
          </a:p>
        </p:txBody>
      </p:sp>
      <p:sp>
        <p:nvSpPr>
          <p:cNvPr id="71706" name="Line 26"/>
          <p:cNvSpPr>
            <a:spLocks noChangeShapeType="1"/>
          </p:cNvSpPr>
          <p:nvPr/>
        </p:nvSpPr>
        <p:spPr bwMode="auto">
          <a:xfrm>
            <a:off x="1370013" y="3781425"/>
            <a:ext cx="0" cy="1438275"/>
          </a:xfrm>
          <a:prstGeom prst="line">
            <a:avLst/>
          </a:prstGeom>
          <a:noFill/>
          <a:ln w="9525">
            <a:solidFill>
              <a:srgbClr val="0000FF"/>
            </a:solidFill>
            <a:round/>
            <a:headEnd/>
            <a:tailEnd/>
          </a:ln>
        </p:spPr>
        <p:txBody>
          <a:bodyPr/>
          <a:lstStyle/>
          <a:p>
            <a:endParaRPr lang="es-ES"/>
          </a:p>
        </p:txBody>
      </p:sp>
      <p:sp>
        <p:nvSpPr>
          <p:cNvPr id="71707" name="Line 27"/>
          <p:cNvSpPr>
            <a:spLocks noChangeShapeType="1"/>
          </p:cNvSpPr>
          <p:nvPr/>
        </p:nvSpPr>
        <p:spPr bwMode="auto">
          <a:xfrm>
            <a:off x="1073150" y="3781425"/>
            <a:ext cx="0" cy="1438275"/>
          </a:xfrm>
          <a:prstGeom prst="line">
            <a:avLst/>
          </a:prstGeom>
          <a:noFill/>
          <a:ln w="9525">
            <a:solidFill>
              <a:srgbClr val="0000FF"/>
            </a:solidFill>
            <a:round/>
            <a:headEnd/>
            <a:tailEnd/>
          </a:ln>
        </p:spPr>
        <p:txBody>
          <a:bodyPr/>
          <a:lstStyle/>
          <a:p>
            <a:endParaRPr lang="es-ES"/>
          </a:p>
        </p:txBody>
      </p:sp>
      <p:sp>
        <p:nvSpPr>
          <p:cNvPr id="71708" name="Line 28"/>
          <p:cNvSpPr>
            <a:spLocks noChangeShapeType="1"/>
          </p:cNvSpPr>
          <p:nvPr/>
        </p:nvSpPr>
        <p:spPr bwMode="auto">
          <a:xfrm>
            <a:off x="782638" y="3781425"/>
            <a:ext cx="0" cy="1438275"/>
          </a:xfrm>
          <a:prstGeom prst="line">
            <a:avLst/>
          </a:prstGeom>
          <a:noFill/>
          <a:ln w="9525">
            <a:solidFill>
              <a:srgbClr val="0000FF"/>
            </a:solidFill>
            <a:round/>
            <a:headEnd/>
            <a:tailEnd/>
          </a:ln>
        </p:spPr>
        <p:txBody>
          <a:bodyPr/>
          <a:lstStyle/>
          <a:p>
            <a:endParaRPr lang="es-ES"/>
          </a:p>
        </p:txBody>
      </p:sp>
      <p:sp>
        <p:nvSpPr>
          <p:cNvPr id="71709" name="Line 29"/>
          <p:cNvSpPr>
            <a:spLocks noChangeShapeType="1"/>
          </p:cNvSpPr>
          <p:nvPr/>
        </p:nvSpPr>
        <p:spPr bwMode="auto">
          <a:xfrm>
            <a:off x="493713" y="3781425"/>
            <a:ext cx="0" cy="1438275"/>
          </a:xfrm>
          <a:prstGeom prst="line">
            <a:avLst/>
          </a:prstGeom>
          <a:noFill/>
          <a:ln w="9525">
            <a:solidFill>
              <a:srgbClr val="0000FF"/>
            </a:solidFill>
            <a:round/>
            <a:headEnd/>
            <a:tailEnd/>
          </a:ln>
        </p:spPr>
        <p:txBody>
          <a:bodyPr/>
          <a:lstStyle/>
          <a:p>
            <a:endParaRPr lang="es-ES"/>
          </a:p>
        </p:txBody>
      </p:sp>
      <p:sp>
        <p:nvSpPr>
          <p:cNvPr id="71710" name="Line 30"/>
          <p:cNvSpPr>
            <a:spLocks noChangeShapeType="1"/>
          </p:cNvSpPr>
          <p:nvPr/>
        </p:nvSpPr>
        <p:spPr bwMode="auto">
          <a:xfrm>
            <a:off x="2524125" y="3783013"/>
            <a:ext cx="0" cy="1439862"/>
          </a:xfrm>
          <a:prstGeom prst="line">
            <a:avLst/>
          </a:prstGeom>
          <a:noFill/>
          <a:ln w="9525">
            <a:solidFill>
              <a:srgbClr val="0000FF"/>
            </a:solidFill>
            <a:round/>
            <a:headEnd/>
            <a:tailEnd/>
          </a:ln>
        </p:spPr>
        <p:txBody>
          <a:bodyPr/>
          <a:lstStyle/>
          <a:p>
            <a:endParaRPr lang="es-ES"/>
          </a:p>
        </p:txBody>
      </p:sp>
      <p:sp>
        <p:nvSpPr>
          <p:cNvPr id="71711" name="Line 31"/>
          <p:cNvSpPr>
            <a:spLocks noChangeShapeType="1"/>
          </p:cNvSpPr>
          <p:nvPr/>
        </p:nvSpPr>
        <p:spPr bwMode="auto">
          <a:xfrm>
            <a:off x="2228850" y="3783013"/>
            <a:ext cx="0" cy="1439862"/>
          </a:xfrm>
          <a:prstGeom prst="line">
            <a:avLst/>
          </a:prstGeom>
          <a:noFill/>
          <a:ln w="9525">
            <a:solidFill>
              <a:srgbClr val="0000FF"/>
            </a:solidFill>
            <a:round/>
            <a:headEnd/>
            <a:tailEnd/>
          </a:ln>
        </p:spPr>
        <p:txBody>
          <a:bodyPr/>
          <a:lstStyle/>
          <a:p>
            <a:endParaRPr lang="es-ES"/>
          </a:p>
        </p:txBody>
      </p:sp>
      <p:sp>
        <p:nvSpPr>
          <p:cNvPr id="71712" name="Line 32"/>
          <p:cNvSpPr>
            <a:spLocks noChangeShapeType="1"/>
          </p:cNvSpPr>
          <p:nvPr/>
        </p:nvSpPr>
        <p:spPr bwMode="auto">
          <a:xfrm>
            <a:off x="1938338" y="3783013"/>
            <a:ext cx="0" cy="1439862"/>
          </a:xfrm>
          <a:prstGeom prst="line">
            <a:avLst/>
          </a:prstGeom>
          <a:noFill/>
          <a:ln w="9525">
            <a:solidFill>
              <a:srgbClr val="0000FF"/>
            </a:solidFill>
            <a:round/>
            <a:headEnd/>
            <a:tailEnd/>
          </a:ln>
        </p:spPr>
        <p:txBody>
          <a:bodyPr/>
          <a:lstStyle/>
          <a:p>
            <a:endParaRPr lang="es-ES"/>
          </a:p>
        </p:txBody>
      </p:sp>
      <p:sp>
        <p:nvSpPr>
          <p:cNvPr id="71713" name="Line 33"/>
          <p:cNvSpPr>
            <a:spLocks noChangeShapeType="1"/>
          </p:cNvSpPr>
          <p:nvPr/>
        </p:nvSpPr>
        <p:spPr bwMode="auto">
          <a:xfrm>
            <a:off x="1654175" y="3783013"/>
            <a:ext cx="0" cy="1439862"/>
          </a:xfrm>
          <a:prstGeom prst="line">
            <a:avLst/>
          </a:prstGeom>
          <a:noFill/>
          <a:ln w="9525">
            <a:solidFill>
              <a:srgbClr val="0000FF"/>
            </a:solidFill>
            <a:round/>
            <a:headEnd/>
            <a:tailEnd/>
          </a:ln>
        </p:spPr>
        <p:txBody>
          <a:bodyPr/>
          <a:lstStyle/>
          <a:p>
            <a:endParaRPr lang="es-ES"/>
          </a:p>
        </p:txBody>
      </p:sp>
      <p:sp>
        <p:nvSpPr>
          <p:cNvPr id="71714" name="Text Box 34"/>
          <p:cNvSpPr txBox="1">
            <a:spLocks noChangeArrowheads="1"/>
          </p:cNvSpPr>
          <p:nvPr/>
        </p:nvSpPr>
        <p:spPr bwMode="auto">
          <a:xfrm>
            <a:off x="412750" y="4411663"/>
            <a:ext cx="3794125" cy="165100"/>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sz="300">
                <a:latin typeface="Courier New" pitchFamily="49" charset="0"/>
              </a:rPr>
              <a:t>090790689068906890789078907890789078907890789008</a:t>
            </a:r>
            <a:endParaRPr lang="es-ES" sz="300">
              <a:latin typeface="Courier New" pitchFamily="49" charset="0"/>
            </a:endParaRPr>
          </a:p>
        </p:txBody>
      </p:sp>
      <p:sp>
        <p:nvSpPr>
          <p:cNvPr id="71715" name="Line 46"/>
          <p:cNvSpPr>
            <a:spLocks noChangeShapeType="1"/>
          </p:cNvSpPr>
          <p:nvPr/>
        </p:nvSpPr>
        <p:spPr bwMode="auto">
          <a:xfrm>
            <a:off x="1371600" y="4589463"/>
            <a:ext cx="0" cy="644525"/>
          </a:xfrm>
          <a:prstGeom prst="line">
            <a:avLst/>
          </a:prstGeom>
          <a:noFill/>
          <a:ln w="9525">
            <a:solidFill>
              <a:srgbClr val="FFCC99"/>
            </a:solidFill>
            <a:round/>
            <a:headEnd/>
            <a:tailEnd/>
          </a:ln>
        </p:spPr>
        <p:txBody>
          <a:bodyPr/>
          <a:lstStyle/>
          <a:p>
            <a:endParaRPr lang="es-ES"/>
          </a:p>
        </p:txBody>
      </p:sp>
      <p:sp>
        <p:nvSpPr>
          <p:cNvPr id="71716" name="Line 47"/>
          <p:cNvSpPr>
            <a:spLocks noChangeShapeType="1"/>
          </p:cNvSpPr>
          <p:nvPr/>
        </p:nvSpPr>
        <p:spPr bwMode="auto">
          <a:xfrm>
            <a:off x="1073150" y="4589463"/>
            <a:ext cx="0" cy="644525"/>
          </a:xfrm>
          <a:prstGeom prst="line">
            <a:avLst/>
          </a:prstGeom>
          <a:noFill/>
          <a:ln w="9525">
            <a:solidFill>
              <a:srgbClr val="FFCC99"/>
            </a:solidFill>
            <a:round/>
            <a:headEnd/>
            <a:tailEnd/>
          </a:ln>
        </p:spPr>
        <p:txBody>
          <a:bodyPr/>
          <a:lstStyle/>
          <a:p>
            <a:endParaRPr lang="es-ES"/>
          </a:p>
        </p:txBody>
      </p:sp>
      <p:sp>
        <p:nvSpPr>
          <p:cNvPr id="71717" name="Line 48"/>
          <p:cNvSpPr>
            <a:spLocks noChangeShapeType="1"/>
          </p:cNvSpPr>
          <p:nvPr/>
        </p:nvSpPr>
        <p:spPr bwMode="auto">
          <a:xfrm>
            <a:off x="782638" y="4589463"/>
            <a:ext cx="0" cy="644525"/>
          </a:xfrm>
          <a:prstGeom prst="line">
            <a:avLst/>
          </a:prstGeom>
          <a:noFill/>
          <a:ln w="9525">
            <a:solidFill>
              <a:srgbClr val="FFCC99"/>
            </a:solidFill>
            <a:round/>
            <a:headEnd/>
            <a:tailEnd/>
          </a:ln>
        </p:spPr>
        <p:txBody>
          <a:bodyPr/>
          <a:lstStyle/>
          <a:p>
            <a:endParaRPr lang="es-ES"/>
          </a:p>
        </p:txBody>
      </p:sp>
      <p:sp>
        <p:nvSpPr>
          <p:cNvPr id="71718" name="Line 49"/>
          <p:cNvSpPr>
            <a:spLocks noChangeShapeType="1"/>
          </p:cNvSpPr>
          <p:nvPr/>
        </p:nvSpPr>
        <p:spPr bwMode="auto">
          <a:xfrm>
            <a:off x="493713" y="4589463"/>
            <a:ext cx="0" cy="644525"/>
          </a:xfrm>
          <a:prstGeom prst="line">
            <a:avLst/>
          </a:prstGeom>
          <a:noFill/>
          <a:ln w="9525">
            <a:solidFill>
              <a:srgbClr val="FFCC99"/>
            </a:solidFill>
            <a:round/>
            <a:headEnd/>
            <a:tailEnd/>
          </a:ln>
        </p:spPr>
        <p:txBody>
          <a:bodyPr/>
          <a:lstStyle/>
          <a:p>
            <a:endParaRPr lang="es-ES"/>
          </a:p>
        </p:txBody>
      </p:sp>
      <p:sp>
        <p:nvSpPr>
          <p:cNvPr id="71719" name="Line 50"/>
          <p:cNvSpPr>
            <a:spLocks noChangeShapeType="1"/>
          </p:cNvSpPr>
          <p:nvPr/>
        </p:nvSpPr>
        <p:spPr bwMode="auto">
          <a:xfrm>
            <a:off x="1506538" y="4589463"/>
            <a:ext cx="0" cy="644525"/>
          </a:xfrm>
          <a:prstGeom prst="line">
            <a:avLst/>
          </a:prstGeom>
          <a:noFill/>
          <a:ln w="9525">
            <a:solidFill>
              <a:srgbClr val="FFCC99"/>
            </a:solidFill>
            <a:round/>
            <a:headEnd/>
            <a:tailEnd/>
          </a:ln>
        </p:spPr>
        <p:txBody>
          <a:bodyPr/>
          <a:lstStyle/>
          <a:p>
            <a:endParaRPr lang="es-ES"/>
          </a:p>
        </p:txBody>
      </p:sp>
      <p:sp>
        <p:nvSpPr>
          <p:cNvPr id="71720" name="Line 51"/>
          <p:cNvSpPr>
            <a:spLocks noChangeShapeType="1"/>
          </p:cNvSpPr>
          <p:nvPr/>
        </p:nvSpPr>
        <p:spPr bwMode="auto">
          <a:xfrm>
            <a:off x="1217613" y="4589463"/>
            <a:ext cx="0" cy="644525"/>
          </a:xfrm>
          <a:prstGeom prst="line">
            <a:avLst/>
          </a:prstGeom>
          <a:noFill/>
          <a:ln w="9525">
            <a:solidFill>
              <a:srgbClr val="FFCC99"/>
            </a:solidFill>
            <a:round/>
            <a:headEnd/>
            <a:tailEnd/>
          </a:ln>
        </p:spPr>
        <p:txBody>
          <a:bodyPr/>
          <a:lstStyle/>
          <a:p>
            <a:endParaRPr lang="es-ES"/>
          </a:p>
        </p:txBody>
      </p:sp>
      <p:sp>
        <p:nvSpPr>
          <p:cNvPr id="71721" name="Line 52"/>
          <p:cNvSpPr>
            <a:spLocks noChangeShapeType="1"/>
          </p:cNvSpPr>
          <p:nvPr/>
        </p:nvSpPr>
        <p:spPr bwMode="auto">
          <a:xfrm>
            <a:off x="917575" y="4589463"/>
            <a:ext cx="0" cy="644525"/>
          </a:xfrm>
          <a:prstGeom prst="line">
            <a:avLst/>
          </a:prstGeom>
          <a:noFill/>
          <a:ln w="9525">
            <a:solidFill>
              <a:srgbClr val="FFCC99"/>
            </a:solidFill>
            <a:round/>
            <a:headEnd/>
            <a:tailEnd/>
          </a:ln>
        </p:spPr>
        <p:txBody>
          <a:bodyPr/>
          <a:lstStyle/>
          <a:p>
            <a:endParaRPr lang="es-ES"/>
          </a:p>
        </p:txBody>
      </p:sp>
      <p:sp>
        <p:nvSpPr>
          <p:cNvPr id="71722" name="Line 53"/>
          <p:cNvSpPr>
            <a:spLocks noChangeShapeType="1"/>
          </p:cNvSpPr>
          <p:nvPr/>
        </p:nvSpPr>
        <p:spPr bwMode="auto">
          <a:xfrm>
            <a:off x="636588" y="4589463"/>
            <a:ext cx="0" cy="644525"/>
          </a:xfrm>
          <a:prstGeom prst="line">
            <a:avLst/>
          </a:prstGeom>
          <a:noFill/>
          <a:ln w="9525">
            <a:solidFill>
              <a:srgbClr val="FFCC99"/>
            </a:solidFill>
            <a:round/>
            <a:headEnd/>
            <a:tailEnd/>
          </a:ln>
        </p:spPr>
        <p:txBody>
          <a:bodyPr/>
          <a:lstStyle/>
          <a:p>
            <a:endParaRPr lang="es-ES"/>
          </a:p>
        </p:txBody>
      </p:sp>
      <p:sp>
        <p:nvSpPr>
          <p:cNvPr id="71723" name="Line 54"/>
          <p:cNvSpPr>
            <a:spLocks noChangeShapeType="1"/>
          </p:cNvSpPr>
          <p:nvPr/>
        </p:nvSpPr>
        <p:spPr bwMode="auto">
          <a:xfrm>
            <a:off x="493713" y="5219700"/>
            <a:ext cx="8994775" cy="0"/>
          </a:xfrm>
          <a:prstGeom prst="line">
            <a:avLst/>
          </a:prstGeom>
          <a:noFill/>
          <a:ln w="15875">
            <a:solidFill>
              <a:schemeClr val="tx1"/>
            </a:solidFill>
            <a:round/>
            <a:headEnd/>
            <a:tailEnd type="stealth" w="med" len="med"/>
          </a:ln>
        </p:spPr>
        <p:txBody>
          <a:bodyPr/>
          <a:lstStyle/>
          <a:p>
            <a:endParaRPr lang="es-ES"/>
          </a:p>
        </p:txBody>
      </p:sp>
      <p:sp>
        <p:nvSpPr>
          <p:cNvPr id="71724" name="Line 55"/>
          <p:cNvSpPr>
            <a:spLocks noChangeShapeType="1"/>
          </p:cNvSpPr>
          <p:nvPr/>
        </p:nvSpPr>
        <p:spPr bwMode="auto">
          <a:xfrm>
            <a:off x="1814513" y="4500563"/>
            <a:ext cx="2146300" cy="1889125"/>
          </a:xfrm>
          <a:prstGeom prst="line">
            <a:avLst/>
          </a:prstGeom>
          <a:noFill/>
          <a:ln w="9525">
            <a:solidFill>
              <a:schemeClr val="tx1"/>
            </a:solidFill>
            <a:round/>
            <a:headEnd/>
            <a:tailEnd type="triangle" w="med" len="med"/>
          </a:ln>
        </p:spPr>
        <p:txBody>
          <a:bodyPr/>
          <a:lstStyle/>
          <a:p>
            <a:endParaRPr lang="es-ES"/>
          </a:p>
        </p:txBody>
      </p:sp>
      <p:sp>
        <p:nvSpPr>
          <p:cNvPr id="71725" name="Text Box 56"/>
          <p:cNvSpPr txBox="1">
            <a:spLocks noChangeArrowheads="1"/>
          </p:cNvSpPr>
          <p:nvPr/>
        </p:nvSpPr>
        <p:spPr bwMode="auto">
          <a:xfrm>
            <a:off x="330200" y="5219700"/>
            <a:ext cx="9077325" cy="338138"/>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b="1">
                <a:latin typeface="Courier New" pitchFamily="49" charset="0"/>
              </a:rPr>
              <a:t>0   0.25   0.5  0.75   1   1.25   1.5   1.75  2           2.5        3           3.5</a:t>
            </a:r>
            <a:endParaRPr lang="es-ES" b="1">
              <a:latin typeface="Courier New" pitchFamily="49"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p:cNvSpPr>
            <a:spLocks noGrp="1" noChangeArrowheads="1"/>
          </p:cNvSpPr>
          <p:nvPr>
            <p:ph type="title"/>
          </p:nvPr>
        </p:nvSpPr>
        <p:spPr/>
        <p:txBody>
          <a:bodyPr/>
          <a:lstStyle/>
          <a:p>
            <a:pPr eaLnBrk="1" hangingPunct="1"/>
            <a:r>
              <a:rPr lang="es-ES_tradnl"/>
              <a:t>Coma Flotante. Bases superiores. Ej. 4</a:t>
            </a:r>
            <a:endParaRPr lang="es-ES"/>
          </a:p>
        </p:txBody>
      </p:sp>
      <p:sp>
        <p:nvSpPr>
          <p:cNvPr id="72708" name="Text Box 3"/>
          <p:cNvSpPr txBox="1">
            <a:spLocks noChangeArrowheads="1"/>
          </p:cNvSpPr>
          <p:nvPr/>
        </p:nvSpPr>
        <p:spPr bwMode="auto">
          <a:xfrm>
            <a:off x="412750" y="2070100"/>
            <a:ext cx="9901238" cy="490538"/>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sz="2200">
                <a:latin typeface="Courier New" pitchFamily="49" charset="0"/>
              </a:rPr>
              <a:t>000e01 001e01 010e01 011e01 100e01 101e01 110e01 111e01</a:t>
            </a:r>
            <a:endParaRPr lang="es-ES" sz="2200">
              <a:latin typeface="Courier New" pitchFamily="49" charset="0"/>
            </a:endParaRPr>
          </a:p>
        </p:txBody>
      </p:sp>
      <p:sp>
        <p:nvSpPr>
          <p:cNvPr id="72709" name="Text Box 4"/>
          <p:cNvSpPr txBox="1">
            <a:spLocks noChangeArrowheads="1"/>
          </p:cNvSpPr>
          <p:nvPr/>
        </p:nvSpPr>
        <p:spPr bwMode="auto">
          <a:xfrm>
            <a:off x="412750" y="2789238"/>
            <a:ext cx="4867275" cy="304800"/>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sz="1100">
                <a:latin typeface="Courier New" pitchFamily="49" charset="0"/>
              </a:rPr>
              <a:t>000e00 001e00 010e00 011e00 100e00 101e00 110e00 111e00</a:t>
            </a:r>
            <a:endParaRPr lang="es-ES" sz="1100">
              <a:latin typeface="Courier New" pitchFamily="49" charset="0"/>
            </a:endParaRPr>
          </a:p>
        </p:txBody>
      </p:sp>
      <p:sp>
        <p:nvSpPr>
          <p:cNvPr id="72710" name="Line 5"/>
          <p:cNvSpPr>
            <a:spLocks noChangeShapeType="1"/>
          </p:cNvSpPr>
          <p:nvPr/>
        </p:nvSpPr>
        <p:spPr bwMode="auto">
          <a:xfrm>
            <a:off x="493713" y="2519363"/>
            <a:ext cx="0" cy="2700337"/>
          </a:xfrm>
          <a:prstGeom prst="line">
            <a:avLst/>
          </a:prstGeom>
          <a:noFill/>
          <a:ln w="9525">
            <a:solidFill>
              <a:srgbClr val="FF0000"/>
            </a:solidFill>
            <a:round/>
            <a:headEnd/>
            <a:tailEnd/>
          </a:ln>
        </p:spPr>
        <p:txBody>
          <a:bodyPr/>
          <a:lstStyle/>
          <a:p>
            <a:endParaRPr lang="es-ES"/>
          </a:p>
        </p:txBody>
      </p:sp>
      <p:sp>
        <p:nvSpPr>
          <p:cNvPr id="72711" name="Line 6"/>
          <p:cNvSpPr>
            <a:spLocks noChangeShapeType="1"/>
          </p:cNvSpPr>
          <p:nvPr/>
        </p:nvSpPr>
        <p:spPr bwMode="auto">
          <a:xfrm>
            <a:off x="1651000" y="2519363"/>
            <a:ext cx="0" cy="2700337"/>
          </a:xfrm>
          <a:prstGeom prst="line">
            <a:avLst/>
          </a:prstGeom>
          <a:noFill/>
          <a:ln w="9525">
            <a:solidFill>
              <a:srgbClr val="FF0000"/>
            </a:solidFill>
            <a:round/>
            <a:headEnd/>
            <a:tailEnd/>
          </a:ln>
        </p:spPr>
        <p:txBody>
          <a:bodyPr/>
          <a:lstStyle/>
          <a:p>
            <a:endParaRPr lang="es-ES"/>
          </a:p>
        </p:txBody>
      </p:sp>
      <p:sp>
        <p:nvSpPr>
          <p:cNvPr id="72712" name="Line 7"/>
          <p:cNvSpPr>
            <a:spLocks noChangeShapeType="1"/>
          </p:cNvSpPr>
          <p:nvPr/>
        </p:nvSpPr>
        <p:spPr bwMode="auto">
          <a:xfrm>
            <a:off x="2805113" y="2519363"/>
            <a:ext cx="0" cy="2700337"/>
          </a:xfrm>
          <a:prstGeom prst="line">
            <a:avLst/>
          </a:prstGeom>
          <a:noFill/>
          <a:ln w="9525">
            <a:solidFill>
              <a:srgbClr val="FF0000"/>
            </a:solidFill>
            <a:round/>
            <a:headEnd/>
            <a:tailEnd/>
          </a:ln>
        </p:spPr>
        <p:txBody>
          <a:bodyPr/>
          <a:lstStyle/>
          <a:p>
            <a:endParaRPr lang="es-ES"/>
          </a:p>
        </p:txBody>
      </p:sp>
      <p:sp>
        <p:nvSpPr>
          <p:cNvPr id="72713" name="Line 8"/>
          <p:cNvSpPr>
            <a:spLocks noChangeShapeType="1"/>
          </p:cNvSpPr>
          <p:nvPr/>
        </p:nvSpPr>
        <p:spPr bwMode="auto">
          <a:xfrm>
            <a:off x="3960813" y="2519363"/>
            <a:ext cx="0" cy="2700337"/>
          </a:xfrm>
          <a:prstGeom prst="line">
            <a:avLst/>
          </a:prstGeom>
          <a:noFill/>
          <a:ln w="9525">
            <a:solidFill>
              <a:srgbClr val="FF0000"/>
            </a:solidFill>
            <a:round/>
            <a:headEnd/>
            <a:tailEnd/>
          </a:ln>
        </p:spPr>
        <p:txBody>
          <a:bodyPr/>
          <a:lstStyle/>
          <a:p>
            <a:endParaRPr lang="es-ES"/>
          </a:p>
        </p:txBody>
      </p:sp>
      <p:sp>
        <p:nvSpPr>
          <p:cNvPr id="72714" name="Line 9"/>
          <p:cNvSpPr>
            <a:spLocks noChangeShapeType="1"/>
          </p:cNvSpPr>
          <p:nvPr/>
        </p:nvSpPr>
        <p:spPr bwMode="auto">
          <a:xfrm>
            <a:off x="5114925" y="2519363"/>
            <a:ext cx="0" cy="2700337"/>
          </a:xfrm>
          <a:prstGeom prst="line">
            <a:avLst/>
          </a:prstGeom>
          <a:noFill/>
          <a:ln w="9525">
            <a:solidFill>
              <a:srgbClr val="FF0000"/>
            </a:solidFill>
            <a:round/>
            <a:headEnd/>
            <a:tailEnd/>
          </a:ln>
        </p:spPr>
        <p:txBody>
          <a:bodyPr/>
          <a:lstStyle/>
          <a:p>
            <a:endParaRPr lang="es-ES"/>
          </a:p>
        </p:txBody>
      </p:sp>
      <p:sp>
        <p:nvSpPr>
          <p:cNvPr id="72715" name="Line 10"/>
          <p:cNvSpPr>
            <a:spLocks noChangeShapeType="1"/>
          </p:cNvSpPr>
          <p:nvPr/>
        </p:nvSpPr>
        <p:spPr bwMode="auto">
          <a:xfrm>
            <a:off x="6270625" y="2519363"/>
            <a:ext cx="0" cy="2700337"/>
          </a:xfrm>
          <a:prstGeom prst="line">
            <a:avLst/>
          </a:prstGeom>
          <a:noFill/>
          <a:ln w="9525">
            <a:solidFill>
              <a:srgbClr val="FF0000"/>
            </a:solidFill>
            <a:round/>
            <a:headEnd/>
            <a:tailEnd/>
          </a:ln>
        </p:spPr>
        <p:txBody>
          <a:bodyPr/>
          <a:lstStyle/>
          <a:p>
            <a:endParaRPr lang="es-ES"/>
          </a:p>
        </p:txBody>
      </p:sp>
      <p:sp>
        <p:nvSpPr>
          <p:cNvPr id="72716" name="Line 11"/>
          <p:cNvSpPr>
            <a:spLocks noChangeShapeType="1"/>
          </p:cNvSpPr>
          <p:nvPr/>
        </p:nvSpPr>
        <p:spPr bwMode="auto">
          <a:xfrm>
            <a:off x="7426325" y="2519363"/>
            <a:ext cx="0" cy="2700337"/>
          </a:xfrm>
          <a:prstGeom prst="line">
            <a:avLst/>
          </a:prstGeom>
          <a:noFill/>
          <a:ln w="9525">
            <a:solidFill>
              <a:srgbClr val="FF0000"/>
            </a:solidFill>
            <a:round/>
            <a:headEnd/>
            <a:tailEnd/>
          </a:ln>
        </p:spPr>
        <p:txBody>
          <a:bodyPr/>
          <a:lstStyle/>
          <a:p>
            <a:endParaRPr lang="es-ES"/>
          </a:p>
        </p:txBody>
      </p:sp>
      <p:sp>
        <p:nvSpPr>
          <p:cNvPr id="72717" name="Line 12"/>
          <p:cNvSpPr>
            <a:spLocks noChangeShapeType="1"/>
          </p:cNvSpPr>
          <p:nvPr/>
        </p:nvSpPr>
        <p:spPr bwMode="auto">
          <a:xfrm>
            <a:off x="8580438" y="2519363"/>
            <a:ext cx="0" cy="2700337"/>
          </a:xfrm>
          <a:prstGeom prst="line">
            <a:avLst/>
          </a:prstGeom>
          <a:noFill/>
          <a:ln w="9525">
            <a:solidFill>
              <a:srgbClr val="FF0000"/>
            </a:solidFill>
            <a:round/>
            <a:headEnd/>
            <a:tailEnd/>
          </a:ln>
        </p:spPr>
        <p:txBody>
          <a:bodyPr/>
          <a:lstStyle/>
          <a:p>
            <a:endParaRPr lang="es-ES"/>
          </a:p>
        </p:txBody>
      </p:sp>
      <p:sp>
        <p:nvSpPr>
          <p:cNvPr id="72718" name="Line 13"/>
          <p:cNvSpPr>
            <a:spLocks noChangeShapeType="1"/>
          </p:cNvSpPr>
          <p:nvPr/>
        </p:nvSpPr>
        <p:spPr bwMode="auto">
          <a:xfrm>
            <a:off x="1073150" y="2970213"/>
            <a:ext cx="0" cy="2249487"/>
          </a:xfrm>
          <a:prstGeom prst="line">
            <a:avLst/>
          </a:prstGeom>
          <a:noFill/>
          <a:ln w="9525">
            <a:solidFill>
              <a:srgbClr val="00FF00"/>
            </a:solidFill>
            <a:round/>
            <a:headEnd/>
            <a:tailEnd/>
          </a:ln>
        </p:spPr>
        <p:txBody>
          <a:bodyPr/>
          <a:lstStyle/>
          <a:p>
            <a:endParaRPr lang="es-ES"/>
          </a:p>
        </p:txBody>
      </p:sp>
      <p:sp>
        <p:nvSpPr>
          <p:cNvPr id="72719" name="Line 14"/>
          <p:cNvSpPr>
            <a:spLocks noChangeShapeType="1"/>
          </p:cNvSpPr>
          <p:nvPr/>
        </p:nvSpPr>
        <p:spPr bwMode="auto">
          <a:xfrm>
            <a:off x="493713" y="2970213"/>
            <a:ext cx="0" cy="2249487"/>
          </a:xfrm>
          <a:prstGeom prst="line">
            <a:avLst/>
          </a:prstGeom>
          <a:noFill/>
          <a:ln w="9525">
            <a:solidFill>
              <a:srgbClr val="00FF00"/>
            </a:solidFill>
            <a:round/>
            <a:headEnd/>
            <a:tailEnd/>
          </a:ln>
        </p:spPr>
        <p:txBody>
          <a:bodyPr/>
          <a:lstStyle/>
          <a:p>
            <a:endParaRPr lang="es-ES"/>
          </a:p>
        </p:txBody>
      </p:sp>
      <p:sp>
        <p:nvSpPr>
          <p:cNvPr id="72720" name="Line 15"/>
          <p:cNvSpPr>
            <a:spLocks noChangeShapeType="1"/>
          </p:cNvSpPr>
          <p:nvPr/>
        </p:nvSpPr>
        <p:spPr bwMode="auto">
          <a:xfrm>
            <a:off x="2228850" y="2970213"/>
            <a:ext cx="0" cy="2249487"/>
          </a:xfrm>
          <a:prstGeom prst="line">
            <a:avLst/>
          </a:prstGeom>
          <a:noFill/>
          <a:ln w="9525">
            <a:solidFill>
              <a:srgbClr val="00FF00"/>
            </a:solidFill>
            <a:round/>
            <a:headEnd/>
            <a:tailEnd/>
          </a:ln>
        </p:spPr>
        <p:txBody>
          <a:bodyPr/>
          <a:lstStyle/>
          <a:p>
            <a:endParaRPr lang="es-ES"/>
          </a:p>
        </p:txBody>
      </p:sp>
      <p:sp>
        <p:nvSpPr>
          <p:cNvPr id="72721" name="Line 16"/>
          <p:cNvSpPr>
            <a:spLocks noChangeShapeType="1"/>
          </p:cNvSpPr>
          <p:nvPr/>
        </p:nvSpPr>
        <p:spPr bwMode="auto">
          <a:xfrm>
            <a:off x="1651000" y="2970213"/>
            <a:ext cx="0" cy="2249487"/>
          </a:xfrm>
          <a:prstGeom prst="line">
            <a:avLst/>
          </a:prstGeom>
          <a:noFill/>
          <a:ln w="9525">
            <a:solidFill>
              <a:srgbClr val="00FF00"/>
            </a:solidFill>
            <a:round/>
            <a:headEnd/>
            <a:tailEnd/>
          </a:ln>
        </p:spPr>
        <p:txBody>
          <a:bodyPr/>
          <a:lstStyle/>
          <a:p>
            <a:endParaRPr lang="es-ES"/>
          </a:p>
        </p:txBody>
      </p:sp>
      <p:sp>
        <p:nvSpPr>
          <p:cNvPr id="72722" name="Line 17"/>
          <p:cNvSpPr>
            <a:spLocks noChangeShapeType="1"/>
          </p:cNvSpPr>
          <p:nvPr/>
        </p:nvSpPr>
        <p:spPr bwMode="auto">
          <a:xfrm>
            <a:off x="3382963" y="2970213"/>
            <a:ext cx="0" cy="2249487"/>
          </a:xfrm>
          <a:prstGeom prst="line">
            <a:avLst/>
          </a:prstGeom>
          <a:noFill/>
          <a:ln w="9525">
            <a:solidFill>
              <a:srgbClr val="00FF00"/>
            </a:solidFill>
            <a:round/>
            <a:headEnd/>
            <a:tailEnd/>
          </a:ln>
        </p:spPr>
        <p:txBody>
          <a:bodyPr/>
          <a:lstStyle/>
          <a:p>
            <a:endParaRPr lang="es-ES"/>
          </a:p>
        </p:txBody>
      </p:sp>
      <p:sp>
        <p:nvSpPr>
          <p:cNvPr id="72723" name="Line 18"/>
          <p:cNvSpPr>
            <a:spLocks noChangeShapeType="1"/>
          </p:cNvSpPr>
          <p:nvPr/>
        </p:nvSpPr>
        <p:spPr bwMode="auto">
          <a:xfrm>
            <a:off x="2805113" y="2970213"/>
            <a:ext cx="0" cy="2249487"/>
          </a:xfrm>
          <a:prstGeom prst="line">
            <a:avLst/>
          </a:prstGeom>
          <a:noFill/>
          <a:ln w="9525">
            <a:solidFill>
              <a:srgbClr val="00FF00"/>
            </a:solidFill>
            <a:round/>
            <a:headEnd/>
            <a:tailEnd/>
          </a:ln>
        </p:spPr>
        <p:txBody>
          <a:bodyPr/>
          <a:lstStyle/>
          <a:p>
            <a:endParaRPr lang="es-ES"/>
          </a:p>
        </p:txBody>
      </p:sp>
      <p:sp>
        <p:nvSpPr>
          <p:cNvPr id="72724" name="Line 19"/>
          <p:cNvSpPr>
            <a:spLocks noChangeShapeType="1"/>
          </p:cNvSpPr>
          <p:nvPr/>
        </p:nvSpPr>
        <p:spPr bwMode="auto">
          <a:xfrm>
            <a:off x="4537075" y="2970213"/>
            <a:ext cx="0" cy="2249487"/>
          </a:xfrm>
          <a:prstGeom prst="line">
            <a:avLst/>
          </a:prstGeom>
          <a:noFill/>
          <a:ln w="9525">
            <a:solidFill>
              <a:srgbClr val="00FF00"/>
            </a:solidFill>
            <a:round/>
            <a:headEnd/>
            <a:tailEnd/>
          </a:ln>
        </p:spPr>
        <p:txBody>
          <a:bodyPr/>
          <a:lstStyle/>
          <a:p>
            <a:endParaRPr lang="es-ES"/>
          </a:p>
        </p:txBody>
      </p:sp>
      <p:sp>
        <p:nvSpPr>
          <p:cNvPr id="72725" name="Line 20"/>
          <p:cNvSpPr>
            <a:spLocks noChangeShapeType="1"/>
          </p:cNvSpPr>
          <p:nvPr/>
        </p:nvSpPr>
        <p:spPr bwMode="auto">
          <a:xfrm>
            <a:off x="3960813" y="2970213"/>
            <a:ext cx="0" cy="2249487"/>
          </a:xfrm>
          <a:prstGeom prst="line">
            <a:avLst/>
          </a:prstGeom>
          <a:noFill/>
          <a:ln w="9525">
            <a:solidFill>
              <a:srgbClr val="00FF00"/>
            </a:solidFill>
            <a:round/>
            <a:headEnd/>
            <a:tailEnd/>
          </a:ln>
        </p:spPr>
        <p:txBody>
          <a:bodyPr/>
          <a:lstStyle/>
          <a:p>
            <a:endParaRPr lang="es-ES"/>
          </a:p>
        </p:txBody>
      </p:sp>
      <p:sp>
        <p:nvSpPr>
          <p:cNvPr id="72726" name="Text Box 21"/>
          <p:cNvSpPr txBox="1">
            <a:spLocks noChangeArrowheads="1"/>
          </p:cNvSpPr>
          <p:nvPr/>
        </p:nvSpPr>
        <p:spPr bwMode="auto">
          <a:xfrm>
            <a:off x="412750" y="3600450"/>
            <a:ext cx="4867275" cy="198438"/>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sz="500">
                <a:latin typeface="Courier New" pitchFamily="49" charset="0"/>
              </a:rPr>
              <a:t>000e11 001e11 010e11 011e11 100e11 101e11 110e11 111e11</a:t>
            </a:r>
            <a:endParaRPr lang="es-ES" sz="500">
              <a:latin typeface="Courier New" pitchFamily="49" charset="0"/>
            </a:endParaRPr>
          </a:p>
        </p:txBody>
      </p:sp>
      <p:sp>
        <p:nvSpPr>
          <p:cNvPr id="72727" name="Line 25"/>
          <p:cNvSpPr>
            <a:spLocks noChangeShapeType="1"/>
          </p:cNvSpPr>
          <p:nvPr/>
        </p:nvSpPr>
        <p:spPr bwMode="auto">
          <a:xfrm>
            <a:off x="1370013" y="3781425"/>
            <a:ext cx="0" cy="1438275"/>
          </a:xfrm>
          <a:prstGeom prst="line">
            <a:avLst/>
          </a:prstGeom>
          <a:noFill/>
          <a:ln w="9525">
            <a:solidFill>
              <a:srgbClr val="0000FF"/>
            </a:solidFill>
            <a:round/>
            <a:headEnd/>
            <a:tailEnd/>
          </a:ln>
        </p:spPr>
        <p:txBody>
          <a:bodyPr/>
          <a:lstStyle/>
          <a:p>
            <a:endParaRPr lang="es-ES"/>
          </a:p>
        </p:txBody>
      </p:sp>
      <p:sp>
        <p:nvSpPr>
          <p:cNvPr id="72728" name="Line 26"/>
          <p:cNvSpPr>
            <a:spLocks noChangeShapeType="1"/>
          </p:cNvSpPr>
          <p:nvPr/>
        </p:nvSpPr>
        <p:spPr bwMode="auto">
          <a:xfrm>
            <a:off x="1073150" y="3781425"/>
            <a:ext cx="0" cy="1438275"/>
          </a:xfrm>
          <a:prstGeom prst="line">
            <a:avLst/>
          </a:prstGeom>
          <a:noFill/>
          <a:ln w="9525">
            <a:solidFill>
              <a:srgbClr val="0000FF"/>
            </a:solidFill>
            <a:round/>
            <a:headEnd/>
            <a:tailEnd/>
          </a:ln>
        </p:spPr>
        <p:txBody>
          <a:bodyPr/>
          <a:lstStyle/>
          <a:p>
            <a:endParaRPr lang="es-ES"/>
          </a:p>
        </p:txBody>
      </p:sp>
      <p:sp>
        <p:nvSpPr>
          <p:cNvPr id="72729" name="Line 27"/>
          <p:cNvSpPr>
            <a:spLocks noChangeShapeType="1"/>
          </p:cNvSpPr>
          <p:nvPr/>
        </p:nvSpPr>
        <p:spPr bwMode="auto">
          <a:xfrm>
            <a:off x="782638" y="3781425"/>
            <a:ext cx="0" cy="1438275"/>
          </a:xfrm>
          <a:prstGeom prst="line">
            <a:avLst/>
          </a:prstGeom>
          <a:noFill/>
          <a:ln w="9525">
            <a:solidFill>
              <a:srgbClr val="0000FF"/>
            </a:solidFill>
            <a:round/>
            <a:headEnd/>
            <a:tailEnd/>
          </a:ln>
        </p:spPr>
        <p:txBody>
          <a:bodyPr/>
          <a:lstStyle/>
          <a:p>
            <a:endParaRPr lang="es-ES"/>
          </a:p>
        </p:txBody>
      </p:sp>
      <p:sp>
        <p:nvSpPr>
          <p:cNvPr id="72730" name="Line 28"/>
          <p:cNvSpPr>
            <a:spLocks noChangeShapeType="1"/>
          </p:cNvSpPr>
          <p:nvPr/>
        </p:nvSpPr>
        <p:spPr bwMode="auto">
          <a:xfrm>
            <a:off x="493713" y="3781425"/>
            <a:ext cx="0" cy="1438275"/>
          </a:xfrm>
          <a:prstGeom prst="line">
            <a:avLst/>
          </a:prstGeom>
          <a:noFill/>
          <a:ln w="9525">
            <a:solidFill>
              <a:srgbClr val="0000FF"/>
            </a:solidFill>
            <a:round/>
            <a:headEnd/>
            <a:tailEnd/>
          </a:ln>
        </p:spPr>
        <p:txBody>
          <a:bodyPr/>
          <a:lstStyle/>
          <a:p>
            <a:endParaRPr lang="es-ES"/>
          </a:p>
        </p:txBody>
      </p:sp>
      <p:sp>
        <p:nvSpPr>
          <p:cNvPr id="72731" name="Line 29"/>
          <p:cNvSpPr>
            <a:spLocks noChangeShapeType="1"/>
          </p:cNvSpPr>
          <p:nvPr/>
        </p:nvSpPr>
        <p:spPr bwMode="auto">
          <a:xfrm>
            <a:off x="2524125" y="3783013"/>
            <a:ext cx="0" cy="1439862"/>
          </a:xfrm>
          <a:prstGeom prst="line">
            <a:avLst/>
          </a:prstGeom>
          <a:noFill/>
          <a:ln w="9525">
            <a:solidFill>
              <a:srgbClr val="0000FF"/>
            </a:solidFill>
            <a:round/>
            <a:headEnd/>
            <a:tailEnd/>
          </a:ln>
        </p:spPr>
        <p:txBody>
          <a:bodyPr/>
          <a:lstStyle/>
          <a:p>
            <a:endParaRPr lang="es-ES"/>
          </a:p>
        </p:txBody>
      </p:sp>
      <p:sp>
        <p:nvSpPr>
          <p:cNvPr id="72732" name="Line 30"/>
          <p:cNvSpPr>
            <a:spLocks noChangeShapeType="1"/>
          </p:cNvSpPr>
          <p:nvPr/>
        </p:nvSpPr>
        <p:spPr bwMode="auto">
          <a:xfrm>
            <a:off x="2228850" y="3783013"/>
            <a:ext cx="0" cy="1439862"/>
          </a:xfrm>
          <a:prstGeom prst="line">
            <a:avLst/>
          </a:prstGeom>
          <a:noFill/>
          <a:ln w="9525">
            <a:solidFill>
              <a:srgbClr val="0000FF"/>
            </a:solidFill>
            <a:round/>
            <a:headEnd/>
            <a:tailEnd/>
          </a:ln>
        </p:spPr>
        <p:txBody>
          <a:bodyPr/>
          <a:lstStyle/>
          <a:p>
            <a:endParaRPr lang="es-ES"/>
          </a:p>
        </p:txBody>
      </p:sp>
      <p:sp>
        <p:nvSpPr>
          <p:cNvPr id="72733" name="Line 31"/>
          <p:cNvSpPr>
            <a:spLocks noChangeShapeType="1"/>
          </p:cNvSpPr>
          <p:nvPr/>
        </p:nvSpPr>
        <p:spPr bwMode="auto">
          <a:xfrm>
            <a:off x="1938338" y="3783013"/>
            <a:ext cx="0" cy="1439862"/>
          </a:xfrm>
          <a:prstGeom prst="line">
            <a:avLst/>
          </a:prstGeom>
          <a:noFill/>
          <a:ln w="9525">
            <a:solidFill>
              <a:srgbClr val="0000FF"/>
            </a:solidFill>
            <a:round/>
            <a:headEnd/>
            <a:tailEnd/>
          </a:ln>
        </p:spPr>
        <p:txBody>
          <a:bodyPr/>
          <a:lstStyle/>
          <a:p>
            <a:endParaRPr lang="es-ES"/>
          </a:p>
        </p:txBody>
      </p:sp>
      <p:sp>
        <p:nvSpPr>
          <p:cNvPr id="72734" name="Line 32"/>
          <p:cNvSpPr>
            <a:spLocks noChangeShapeType="1"/>
          </p:cNvSpPr>
          <p:nvPr/>
        </p:nvSpPr>
        <p:spPr bwMode="auto">
          <a:xfrm>
            <a:off x="1654175" y="3783013"/>
            <a:ext cx="0" cy="1439862"/>
          </a:xfrm>
          <a:prstGeom prst="line">
            <a:avLst/>
          </a:prstGeom>
          <a:noFill/>
          <a:ln w="9525">
            <a:solidFill>
              <a:srgbClr val="0000FF"/>
            </a:solidFill>
            <a:round/>
            <a:headEnd/>
            <a:tailEnd/>
          </a:ln>
        </p:spPr>
        <p:txBody>
          <a:bodyPr/>
          <a:lstStyle/>
          <a:p>
            <a:endParaRPr lang="es-ES"/>
          </a:p>
        </p:txBody>
      </p:sp>
      <p:sp>
        <p:nvSpPr>
          <p:cNvPr id="72735" name="Text Box 33"/>
          <p:cNvSpPr txBox="1">
            <a:spLocks noChangeArrowheads="1"/>
          </p:cNvSpPr>
          <p:nvPr/>
        </p:nvSpPr>
        <p:spPr bwMode="auto">
          <a:xfrm>
            <a:off x="412750" y="4411663"/>
            <a:ext cx="3794125" cy="165100"/>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sz="300">
                <a:latin typeface="Courier New" pitchFamily="49" charset="0"/>
              </a:rPr>
              <a:t>090790689068906890789078907890789078907890789008</a:t>
            </a:r>
            <a:endParaRPr lang="es-ES" sz="300">
              <a:latin typeface="Courier New" pitchFamily="49" charset="0"/>
            </a:endParaRPr>
          </a:p>
        </p:txBody>
      </p:sp>
      <p:sp>
        <p:nvSpPr>
          <p:cNvPr id="72736" name="Line 34"/>
          <p:cNvSpPr>
            <a:spLocks noChangeShapeType="1"/>
          </p:cNvSpPr>
          <p:nvPr/>
        </p:nvSpPr>
        <p:spPr bwMode="auto">
          <a:xfrm>
            <a:off x="1371600" y="4589463"/>
            <a:ext cx="0" cy="644525"/>
          </a:xfrm>
          <a:prstGeom prst="line">
            <a:avLst/>
          </a:prstGeom>
          <a:noFill/>
          <a:ln w="9525">
            <a:solidFill>
              <a:srgbClr val="FFCC99"/>
            </a:solidFill>
            <a:round/>
            <a:headEnd/>
            <a:tailEnd/>
          </a:ln>
        </p:spPr>
        <p:txBody>
          <a:bodyPr/>
          <a:lstStyle/>
          <a:p>
            <a:endParaRPr lang="es-ES"/>
          </a:p>
        </p:txBody>
      </p:sp>
      <p:sp>
        <p:nvSpPr>
          <p:cNvPr id="72737" name="Line 35"/>
          <p:cNvSpPr>
            <a:spLocks noChangeShapeType="1"/>
          </p:cNvSpPr>
          <p:nvPr/>
        </p:nvSpPr>
        <p:spPr bwMode="auto">
          <a:xfrm>
            <a:off x="1073150" y="4589463"/>
            <a:ext cx="0" cy="644525"/>
          </a:xfrm>
          <a:prstGeom prst="line">
            <a:avLst/>
          </a:prstGeom>
          <a:noFill/>
          <a:ln w="9525">
            <a:solidFill>
              <a:srgbClr val="FFCC99"/>
            </a:solidFill>
            <a:round/>
            <a:headEnd/>
            <a:tailEnd/>
          </a:ln>
        </p:spPr>
        <p:txBody>
          <a:bodyPr/>
          <a:lstStyle/>
          <a:p>
            <a:endParaRPr lang="es-ES"/>
          </a:p>
        </p:txBody>
      </p:sp>
      <p:sp>
        <p:nvSpPr>
          <p:cNvPr id="72738" name="Line 36"/>
          <p:cNvSpPr>
            <a:spLocks noChangeShapeType="1"/>
          </p:cNvSpPr>
          <p:nvPr/>
        </p:nvSpPr>
        <p:spPr bwMode="auto">
          <a:xfrm>
            <a:off x="782638" y="4589463"/>
            <a:ext cx="0" cy="644525"/>
          </a:xfrm>
          <a:prstGeom prst="line">
            <a:avLst/>
          </a:prstGeom>
          <a:noFill/>
          <a:ln w="9525">
            <a:solidFill>
              <a:srgbClr val="FFCC99"/>
            </a:solidFill>
            <a:round/>
            <a:headEnd/>
            <a:tailEnd/>
          </a:ln>
        </p:spPr>
        <p:txBody>
          <a:bodyPr/>
          <a:lstStyle/>
          <a:p>
            <a:endParaRPr lang="es-ES"/>
          </a:p>
        </p:txBody>
      </p:sp>
      <p:sp>
        <p:nvSpPr>
          <p:cNvPr id="72739" name="Line 37"/>
          <p:cNvSpPr>
            <a:spLocks noChangeShapeType="1"/>
          </p:cNvSpPr>
          <p:nvPr/>
        </p:nvSpPr>
        <p:spPr bwMode="auto">
          <a:xfrm>
            <a:off x="493713" y="4589463"/>
            <a:ext cx="0" cy="644525"/>
          </a:xfrm>
          <a:prstGeom prst="line">
            <a:avLst/>
          </a:prstGeom>
          <a:noFill/>
          <a:ln w="9525">
            <a:solidFill>
              <a:srgbClr val="FFCC99"/>
            </a:solidFill>
            <a:round/>
            <a:headEnd/>
            <a:tailEnd/>
          </a:ln>
        </p:spPr>
        <p:txBody>
          <a:bodyPr/>
          <a:lstStyle/>
          <a:p>
            <a:endParaRPr lang="es-ES"/>
          </a:p>
        </p:txBody>
      </p:sp>
      <p:sp>
        <p:nvSpPr>
          <p:cNvPr id="72740" name="Line 38"/>
          <p:cNvSpPr>
            <a:spLocks noChangeShapeType="1"/>
          </p:cNvSpPr>
          <p:nvPr/>
        </p:nvSpPr>
        <p:spPr bwMode="auto">
          <a:xfrm>
            <a:off x="1506538" y="4589463"/>
            <a:ext cx="0" cy="644525"/>
          </a:xfrm>
          <a:prstGeom prst="line">
            <a:avLst/>
          </a:prstGeom>
          <a:noFill/>
          <a:ln w="9525">
            <a:solidFill>
              <a:srgbClr val="FFCC99"/>
            </a:solidFill>
            <a:round/>
            <a:headEnd/>
            <a:tailEnd/>
          </a:ln>
        </p:spPr>
        <p:txBody>
          <a:bodyPr/>
          <a:lstStyle/>
          <a:p>
            <a:endParaRPr lang="es-ES"/>
          </a:p>
        </p:txBody>
      </p:sp>
      <p:sp>
        <p:nvSpPr>
          <p:cNvPr id="72741" name="Line 39"/>
          <p:cNvSpPr>
            <a:spLocks noChangeShapeType="1"/>
          </p:cNvSpPr>
          <p:nvPr/>
        </p:nvSpPr>
        <p:spPr bwMode="auto">
          <a:xfrm>
            <a:off x="1217613" y="4589463"/>
            <a:ext cx="0" cy="644525"/>
          </a:xfrm>
          <a:prstGeom prst="line">
            <a:avLst/>
          </a:prstGeom>
          <a:noFill/>
          <a:ln w="9525">
            <a:solidFill>
              <a:srgbClr val="FFCC99"/>
            </a:solidFill>
            <a:round/>
            <a:headEnd/>
            <a:tailEnd/>
          </a:ln>
        </p:spPr>
        <p:txBody>
          <a:bodyPr/>
          <a:lstStyle/>
          <a:p>
            <a:endParaRPr lang="es-ES"/>
          </a:p>
        </p:txBody>
      </p:sp>
      <p:sp>
        <p:nvSpPr>
          <p:cNvPr id="72742" name="Line 40"/>
          <p:cNvSpPr>
            <a:spLocks noChangeShapeType="1"/>
          </p:cNvSpPr>
          <p:nvPr/>
        </p:nvSpPr>
        <p:spPr bwMode="auto">
          <a:xfrm>
            <a:off x="917575" y="4589463"/>
            <a:ext cx="0" cy="644525"/>
          </a:xfrm>
          <a:prstGeom prst="line">
            <a:avLst/>
          </a:prstGeom>
          <a:noFill/>
          <a:ln w="9525">
            <a:solidFill>
              <a:srgbClr val="FFCC99"/>
            </a:solidFill>
            <a:round/>
            <a:headEnd/>
            <a:tailEnd/>
          </a:ln>
        </p:spPr>
        <p:txBody>
          <a:bodyPr/>
          <a:lstStyle/>
          <a:p>
            <a:endParaRPr lang="es-ES"/>
          </a:p>
        </p:txBody>
      </p:sp>
      <p:sp>
        <p:nvSpPr>
          <p:cNvPr id="72743" name="Line 41"/>
          <p:cNvSpPr>
            <a:spLocks noChangeShapeType="1"/>
          </p:cNvSpPr>
          <p:nvPr/>
        </p:nvSpPr>
        <p:spPr bwMode="auto">
          <a:xfrm>
            <a:off x="636588" y="4589463"/>
            <a:ext cx="0" cy="644525"/>
          </a:xfrm>
          <a:prstGeom prst="line">
            <a:avLst/>
          </a:prstGeom>
          <a:noFill/>
          <a:ln w="9525">
            <a:solidFill>
              <a:srgbClr val="FFCC99"/>
            </a:solidFill>
            <a:round/>
            <a:headEnd/>
            <a:tailEnd/>
          </a:ln>
        </p:spPr>
        <p:txBody>
          <a:bodyPr/>
          <a:lstStyle/>
          <a:p>
            <a:endParaRPr lang="es-ES"/>
          </a:p>
        </p:txBody>
      </p:sp>
      <p:sp>
        <p:nvSpPr>
          <p:cNvPr id="72744" name="Line 42"/>
          <p:cNvSpPr>
            <a:spLocks noChangeShapeType="1"/>
          </p:cNvSpPr>
          <p:nvPr/>
        </p:nvSpPr>
        <p:spPr bwMode="auto">
          <a:xfrm>
            <a:off x="493713" y="5219700"/>
            <a:ext cx="8994775" cy="0"/>
          </a:xfrm>
          <a:prstGeom prst="line">
            <a:avLst/>
          </a:prstGeom>
          <a:noFill/>
          <a:ln w="15875">
            <a:solidFill>
              <a:schemeClr val="tx1"/>
            </a:solidFill>
            <a:round/>
            <a:headEnd/>
            <a:tailEnd type="stealth" w="med" len="med"/>
          </a:ln>
        </p:spPr>
        <p:txBody>
          <a:bodyPr/>
          <a:lstStyle/>
          <a:p>
            <a:endParaRPr lang="es-ES"/>
          </a:p>
        </p:txBody>
      </p:sp>
      <p:sp>
        <p:nvSpPr>
          <p:cNvPr id="72745" name="Text Box 44"/>
          <p:cNvSpPr txBox="1">
            <a:spLocks noChangeArrowheads="1"/>
          </p:cNvSpPr>
          <p:nvPr/>
        </p:nvSpPr>
        <p:spPr bwMode="auto">
          <a:xfrm>
            <a:off x="330200" y="5219700"/>
            <a:ext cx="9077325" cy="338138"/>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b="1">
                <a:latin typeface="Courier New" pitchFamily="49" charset="0"/>
              </a:rPr>
              <a:t>0   0.5    1    1.5    2   2.5    3     3.5   4           5          6           7  </a:t>
            </a:r>
            <a:endParaRPr lang="es-ES" b="1">
              <a:latin typeface="Courier New" pitchFamily="49" charset="0"/>
            </a:endParaRPr>
          </a:p>
        </p:txBody>
      </p:sp>
      <p:sp>
        <p:nvSpPr>
          <p:cNvPr id="72746" name="Text Box 45"/>
          <p:cNvSpPr txBox="1">
            <a:spLocks noChangeArrowheads="1"/>
          </p:cNvSpPr>
          <p:nvPr/>
        </p:nvSpPr>
        <p:spPr bwMode="auto">
          <a:xfrm>
            <a:off x="412750" y="5851525"/>
            <a:ext cx="9075738" cy="1230313"/>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sz="2600"/>
              <a:t>Mayor rango de representación. Menor precisión</a:t>
            </a:r>
          </a:p>
          <a:p>
            <a:pPr algn="l" defTabSz="1001713">
              <a:spcBef>
                <a:spcPct val="50000"/>
              </a:spcBef>
            </a:pPr>
            <a:r>
              <a:rPr lang="es-ES_tradnl" sz="2600"/>
              <a:t>(misma cantidad de números representables, pero más dispersos)</a:t>
            </a:r>
            <a:endParaRPr lang="es-ES" sz="26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p:cNvSpPr>
            <a:spLocks noGrp="1" noChangeArrowheads="1"/>
          </p:cNvSpPr>
          <p:nvPr>
            <p:ph type="title"/>
          </p:nvPr>
        </p:nvSpPr>
        <p:spPr/>
        <p:txBody>
          <a:bodyPr>
            <a:normAutofit fontScale="90000"/>
          </a:bodyPr>
          <a:lstStyle/>
          <a:p>
            <a:pPr eaLnBrk="1" hangingPunct="1"/>
            <a:r>
              <a:rPr lang="es-ES_tradnl"/>
              <a:t>Coma Flotante. Aumento del exponente</a:t>
            </a:r>
            <a:endParaRPr lang="es-ES"/>
          </a:p>
        </p:txBody>
      </p:sp>
      <p:sp>
        <p:nvSpPr>
          <p:cNvPr id="73732" name="Text Box 3"/>
          <p:cNvSpPr txBox="1">
            <a:spLocks noChangeArrowheads="1"/>
          </p:cNvSpPr>
          <p:nvPr/>
        </p:nvSpPr>
        <p:spPr bwMode="auto">
          <a:xfrm>
            <a:off x="412750" y="2070100"/>
            <a:ext cx="9901238" cy="490538"/>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sz="2200">
                <a:latin typeface="Courier New" pitchFamily="49" charset="0"/>
              </a:rPr>
              <a:t>000e01 001e01 010e01 011e01 100e01 101e01 110e01 111e01</a:t>
            </a:r>
            <a:endParaRPr lang="es-ES" sz="2200">
              <a:latin typeface="Courier New" pitchFamily="49" charset="0"/>
            </a:endParaRPr>
          </a:p>
        </p:txBody>
      </p:sp>
      <p:sp>
        <p:nvSpPr>
          <p:cNvPr id="73733" name="Text Box 4"/>
          <p:cNvSpPr txBox="1">
            <a:spLocks noChangeArrowheads="1"/>
          </p:cNvSpPr>
          <p:nvPr/>
        </p:nvSpPr>
        <p:spPr bwMode="auto">
          <a:xfrm>
            <a:off x="412750" y="2789238"/>
            <a:ext cx="4867275" cy="304800"/>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sz="1100">
                <a:latin typeface="Courier New" pitchFamily="49" charset="0"/>
              </a:rPr>
              <a:t>000e00 001e00 010e00 011e00 100e00 101e00 110e00 111e00</a:t>
            </a:r>
            <a:endParaRPr lang="es-ES" sz="1100">
              <a:latin typeface="Courier New" pitchFamily="49" charset="0"/>
            </a:endParaRPr>
          </a:p>
        </p:txBody>
      </p:sp>
      <p:sp>
        <p:nvSpPr>
          <p:cNvPr id="73734" name="Line 5"/>
          <p:cNvSpPr>
            <a:spLocks noChangeShapeType="1"/>
          </p:cNvSpPr>
          <p:nvPr/>
        </p:nvSpPr>
        <p:spPr bwMode="auto">
          <a:xfrm>
            <a:off x="493713" y="2519363"/>
            <a:ext cx="0" cy="2700337"/>
          </a:xfrm>
          <a:prstGeom prst="line">
            <a:avLst/>
          </a:prstGeom>
          <a:noFill/>
          <a:ln w="9525">
            <a:solidFill>
              <a:srgbClr val="FF0000"/>
            </a:solidFill>
            <a:round/>
            <a:headEnd/>
            <a:tailEnd/>
          </a:ln>
        </p:spPr>
        <p:txBody>
          <a:bodyPr/>
          <a:lstStyle/>
          <a:p>
            <a:endParaRPr lang="es-ES"/>
          </a:p>
        </p:txBody>
      </p:sp>
      <p:sp>
        <p:nvSpPr>
          <p:cNvPr id="73735" name="Line 6"/>
          <p:cNvSpPr>
            <a:spLocks noChangeShapeType="1"/>
          </p:cNvSpPr>
          <p:nvPr/>
        </p:nvSpPr>
        <p:spPr bwMode="auto">
          <a:xfrm>
            <a:off x="1651000" y="2519363"/>
            <a:ext cx="0" cy="2700337"/>
          </a:xfrm>
          <a:prstGeom prst="line">
            <a:avLst/>
          </a:prstGeom>
          <a:noFill/>
          <a:ln w="9525">
            <a:solidFill>
              <a:srgbClr val="FF0000"/>
            </a:solidFill>
            <a:round/>
            <a:headEnd/>
            <a:tailEnd/>
          </a:ln>
        </p:spPr>
        <p:txBody>
          <a:bodyPr/>
          <a:lstStyle/>
          <a:p>
            <a:endParaRPr lang="es-ES"/>
          </a:p>
        </p:txBody>
      </p:sp>
      <p:sp>
        <p:nvSpPr>
          <p:cNvPr id="73736" name="Line 7"/>
          <p:cNvSpPr>
            <a:spLocks noChangeShapeType="1"/>
          </p:cNvSpPr>
          <p:nvPr/>
        </p:nvSpPr>
        <p:spPr bwMode="auto">
          <a:xfrm>
            <a:off x="2805113" y="2519363"/>
            <a:ext cx="0" cy="2700337"/>
          </a:xfrm>
          <a:prstGeom prst="line">
            <a:avLst/>
          </a:prstGeom>
          <a:noFill/>
          <a:ln w="9525">
            <a:solidFill>
              <a:srgbClr val="FF0000"/>
            </a:solidFill>
            <a:round/>
            <a:headEnd/>
            <a:tailEnd/>
          </a:ln>
        </p:spPr>
        <p:txBody>
          <a:bodyPr/>
          <a:lstStyle/>
          <a:p>
            <a:endParaRPr lang="es-ES"/>
          </a:p>
        </p:txBody>
      </p:sp>
      <p:sp>
        <p:nvSpPr>
          <p:cNvPr id="73737" name="Line 8"/>
          <p:cNvSpPr>
            <a:spLocks noChangeShapeType="1"/>
          </p:cNvSpPr>
          <p:nvPr/>
        </p:nvSpPr>
        <p:spPr bwMode="auto">
          <a:xfrm>
            <a:off x="3960813" y="2519363"/>
            <a:ext cx="0" cy="2700337"/>
          </a:xfrm>
          <a:prstGeom prst="line">
            <a:avLst/>
          </a:prstGeom>
          <a:noFill/>
          <a:ln w="9525">
            <a:solidFill>
              <a:srgbClr val="FF0000"/>
            </a:solidFill>
            <a:round/>
            <a:headEnd/>
            <a:tailEnd/>
          </a:ln>
        </p:spPr>
        <p:txBody>
          <a:bodyPr/>
          <a:lstStyle/>
          <a:p>
            <a:endParaRPr lang="es-ES"/>
          </a:p>
        </p:txBody>
      </p:sp>
      <p:sp>
        <p:nvSpPr>
          <p:cNvPr id="73738" name="Line 9"/>
          <p:cNvSpPr>
            <a:spLocks noChangeShapeType="1"/>
          </p:cNvSpPr>
          <p:nvPr/>
        </p:nvSpPr>
        <p:spPr bwMode="auto">
          <a:xfrm>
            <a:off x="5114925" y="2519363"/>
            <a:ext cx="0" cy="2700337"/>
          </a:xfrm>
          <a:prstGeom prst="line">
            <a:avLst/>
          </a:prstGeom>
          <a:noFill/>
          <a:ln w="9525">
            <a:solidFill>
              <a:srgbClr val="FF0000"/>
            </a:solidFill>
            <a:round/>
            <a:headEnd/>
            <a:tailEnd/>
          </a:ln>
        </p:spPr>
        <p:txBody>
          <a:bodyPr/>
          <a:lstStyle/>
          <a:p>
            <a:endParaRPr lang="es-ES"/>
          </a:p>
        </p:txBody>
      </p:sp>
      <p:sp>
        <p:nvSpPr>
          <p:cNvPr id="73739" name="Line 10"/>
          <p:cNvSpPr>
            <a:spLocks noChangeShapeType="1"/>
          </p:cNvSpPr>
          <p:nvPr/>
        </p:nvSpPr>
        <p:spPr bwMode="auto">
          <a:xfrm>
            <a:off x="6270625" y="2519363"/>
            <a:ext cx="0" cy="2700337"/>
          </a:xfrm>
          <a:prstGeom prst="line">
            <a:avLst/>
          </a:prstGeom>
          <a:noFill/>
          <a:ln w="9525">
            <a:solidFill>
              <a:srgbClr val="FF0000"/>
            </a:solidFill>
            <a:round/>
            <a:headEnd/>
            <a:tailEnd/>
          </a:ln>
        </p:spPr>
        <p:txBody>
          <a:bodyPr/>
          <a:lstStyle/>
          <a:p>
            <a:endParaRPr lang="es-ES"/>
          </a:p>
        </p:txBody>
      </p:sp>
      <p:sp>
        <p:nvSpPr>
          <p:cNvPr id="73740" name="Line 11"/>
          <p:cNvSpPr>
            <a:spLocks noChangeShapeType="1"/>
          </p:cNvSpPr>
          <p:nvPr/>
        </p:nvSpPr>
        <p:spPr bwMode="auto">
          <a:xfrm>
            <a:off x="7426325" y="2519363"/>
            <a:ext cx="0" cy="2700337"/>
          </a:xfrm>
          <a:prstGeom prst="line">
            <a:avLst/>
          </a:prstGeom>
          <a:noFill/>
          <a:ln w="9525">
            <a:solidFill>
              <a:srgbClr val="FF0000"/>
            </a:solidFill>
            <a:round/>
            <a:headEnd/>
            <a:tailEnd/>
          </a:ln>
        </p:spPr>
        <p:txBody>
          <a:bodyPr/>
          <a:lstStyle/>
          <a:p>
            <a:endParaRPr lang="es-ES"/>
          </a:p>
        </p:txBody>
      </p:sp>
      <p:sp>
        <p:nvSpPr>
          <p:cNvPr id="73741" name="Line 12"/>
          <p:cNvSpPr>
            <a:spLocks noChangeShapeType="1"/>
          </p:cNvSpPr>
          <p:nvPr/>
        </p:nvSpPr>
        <p:spPr bwMode="auto">
          <a:xfrm>
            <a:off x="8580438" y="2519363"/>
            <a:ext cx="0" cy="2700337"/>
          </a:xfrm>
          <a:prstGeom prst="line">
            <a:avLst/>
          </a:prstGeom>
          <a:noFill/>
          <a:ln w="9525">
            <a:solidFill>
              <a:srgbClr val="FF0000"/>
            </a:solidFill>
            <a:round/>
            <a:headEnd/>
            <a:tailEnd/>
          </a:ln>
        </p:spPr>
        <p:txBody>
          <a:bodyPr/>
          <a:lstStyle/>
          <a:p>
            <a:endParaRPr lang="es-ES"/>
          </a:p>
        </p:txBody>
      </p:sp>
      <p:sp>
        <p:nvSpPr>
          <p:cNvPr id="73742" name="Line 13"/>
          <p:cNvSpPr>
            <a:spLocks noChangeShapeType="1"/>
          </p:cNvSpPr>
          <p:nvPr/>
        </p:nvSpPr>
        <p:spPr bwMode="auto">
          <a:xfrm>
            <a:off x="1073150" y="2970213"/>
            <a:ext cx="0" cy="2249487"/>
          </a:xfrm>
          <a:prstGeom prst="line">
            <a:avLst/>
          </a:prstGeom>
          <a:noFill/>
          <a:ln w="9525">
            <a:solidFill>
              <a:srgbClr val="00FF00"/>
            </a:solidFill>
            <a:round/>
            <a:headEnd/>
            <a:tailEnd/>
          </a:ln>
        </p:spPr>
        <p:txBody>
          <a:bodyPr/>
          <a:lstStyle/>
          <a:p>
            <a:endParaRPr lang="es-ES"/>
          </a:p>
        </p:txBody>
      </p:sp>
      <p:sp>
        <p:nvSpPr>
          <p:cNvPr id="73743" name="Line 14"/>
          <p:cNvSpPr>
            <a:spLocks noChangeShapeType="1"/>
          </p:cNvSpPr>
          <p:nvPr/>
        </p:nvSpPr>
        <p:spPr bwMode="auto">
          <a:xfrm>
            <a:off x="493713" y="2970213"/>
            <a:ext cx="0" cy="2249487"/>
          </a:xfrm>
          <a:prstGeom prst="line">
            <a:avLst/>
          </a:prstGeom>
          <a:noFill/>
          <a:ln w="9525">
            <a:solidFill>
              <a:srgbClr val="00FF00"/>
            </a:solidFill>
            <a:round/>
            <a:headEnd/>
            <a:tailEnd/>
          </a:ln>
        </p:spPr>
        <p:txBody>
          <a:bodyPr/>
          <a:lstStyle/>
          <a:p>
            <a:endParaRPr lang="es-ES"/>
          </a:p>
        </p:txBody>
      </p:sp>
      <p:sp>
        <p:nvSpPr>
          <p:cNvPr id="73744" name="Line 15"/>
          <p:cNvSpPr>
            <a:spLocks noChangeShapeType="1"/>
          </p:cNvSpPr>
          <p:nvPr/>
        </p:nvSpPr>
        <p:spPr bwMode="auto">
          <a:xfrm>
            <a:off x="2228850" y="2970213"/>
            <a:ext cx="0" cy="2249487"/>
          </a:xfrm>
          <a:prstGeom prst="line">
            <a:avLst/>
          </a:prstGeom>
          <a:noFill/>
          <a:ln w="9525">
            <a:solidFill>
              <a:srgbClr val="00FF00"/>
            </a:solidFill>
            <a:round/>
            <a:headEnd/>
            <a:tailEnd/>
          </a:ln>
        </p:spPr>
        <p:txBody>
          <a:bodyPr/>
          <a:lstStyle/>
          <a:p>
            <a:endParaRPr lang="es-ES"/>
          </a:p>
        </p:txBody>
      </p:sp>
      <p:sp>
        <p:nvSpPr>
          <p:cNvPr id="73745" name="Line 16"/>
          <p:cNvSpPr>
            <a:spLocks noChangeShapeType="1"/>
          </p:cNvSpPr>
          <p:nvPr/>
        </p:nvSpPr>
        <p:spPr bwMode="auto">
          <a:xfrm>
            <a:off x="1651000" y="2970213"/>
            <a:ext cx="0" cy="2249487"/>
          </a:xfrm>
          <a:prstGeom prst="line">
            <a:avLst/>
          </a:prstGeom>
          <a:noFill/>
          <a:ln w="9525">
            <a:solidFill>
              <a:srgbClr val="00FF00"/>
            </a:solidFill>
            <a:round/>
            <a:headEnd/>
            <a:tailEnd/>
          </a:ln>
        </p:spPr>
        <p:txBody>
          <a:bodyPr/>
          <a:lstStyle/>
          <a:p>
            <a:endParaRPr lang="es-ES"/>
          </a:p>
        </p:txBody>
      </p:sp>
      <p:sp>
        <p:nvSpPr>
          <p:cNvPr id="73746" name="Line 17"/>
          <p:cNvSpPr>
            <a:spLocks noChangeShapeType="1"/>
          </p:cNvSpPr>
          <p:nvPr/>
        </p:nvSpPr>
        <p:spPr bwMode="auto">
          <a:xfrm>
            <a:off x="3382963" y="2970213"/>
            <a:ext cx="0" cy="2249487"/>
          </a:xfrm>
          <a:prstGeom prst="line">
            <a:avLst/>
          </a:prstGeom>
          <a:noFill/>
          <a:ln w="9525">
            <a:solidFill>
              <a:srgbClr val="00FF00"/>
            </a:solidFill>
            <a:round/>
            <a:headEnd/>
            <a:tailEnd/>
          </a:ln>
        </p:spPr>
        <p:txBody>
          <a:bodyPr/>
          <a:lstStyle/>
          <a:p>
            <a:endParaRPr lang="es-ES"/>
          </a:p>
        </p:txBody>
      </p:sp>
      <p:sp>
        <p:nvSpPr>
          <p:cNvPr id="73747" name="Line 18"/>
          <p:cNvSpPr>
            <a:spLocks noChangeShapeType="1"/>
          </p:cNvSpPr>
          <p:nvPr/>
        </p:nvSpPr>
        <p:spPr bwMode="auto">
          <a:xfrm>
            <a:off x="2805113" y="2970213"/>
            <a:ext cx="0" cy="2249487"/>
          </a:xfrm>
          <a:prstGeom prst="line">
            <a:avLst/>
          </a:prstGeom>
          <a:noFill/>
          <a:ln w="9525">
            <a:solidFill>
              <a:srgbClr val="00FF00"/>
            </a:solidFill>
            <a:round/>
            <a:headEnd/>
            <a:tailEnd/>
          </a:ln>
        </p:spPr>
        <p:txBody>
          <a:bodyPr/>
          <a:lstStyle/>
          <a:p>
            <a:endParaRPr lang="es-ES"/>
          </a:p>
        </p:txBody>
      </p:sp>
      <p:sp>
        <p:nvSpPr>
          <p:cNvPr id="73748" name="Line 19"/>
          <p:cNvSpPr>
            <a:spLocks noChangeShapeType="1"/>
          </p:cNvSpPr>
          <p:nvPr/>
        </p:nvSpPr>
        <p:spPr bwMode="auto">
          <a:xfrm>
            <a:off x="4537075" y="2970213"/>
            <a:ext cx="0" cy="2249487"/>
          </a:xfrm>
          <a:prstGeom prst="line">
            <a:avLst/>
          </a:prstGeom>
          <a:noFill/>
          <a:ln w="9525">
            <a:solidFill>
              <a:srgbClr val="00FF00"/>
            </a:solidFill>
            <a:round/>
            <a:headEnd/>
            <a:tailEnd/>
          </a:ln>
        </p:spPr>
        <p:txBody>
          <a:bodyPr/>
          <a:lstStyle/>
          <a:p>
            <a:endParaRPr lang="es-ES"/>
          </a:p>
        </p:txBody>
      </p:sp>
      <p:sp>
        <p:nvSpPr>
          <p:cNvPr id="73749" name="Line 20"/>
          <p:cNvSpPr>
            <a:spLocks noChangeShapeType="1"/>
          </p:cNvSpPr>
          <p:nvPr/>
        </p:nvSpPr>
        <p:spPr bwMode="auto">
          <a:xfrm>
            <a:off x="3960813" y="2970213"/>
            <a:ext cx="0" cy="2249487"/>
          </a:xfrm>
          <a:prstGeom prst="line">
            <a:avLst/>
          </a:prstGeom>
          <a:noFill/>
          <a:ln w="9525">
            <a:solidFill>
              <a:srgbClr val="00FF00"/>
            </a:solidFill>
            <a:round/>
            <a:headEnd/>
            <a:tailEnd/>
          </a:ln>
        </p:spPr>
        <p:txBody>
          <a:bodyPr/>
          <a:lstStyle/>
          <a:p>
            <a:endParaRPr lang="es-ES"/>
          </a:p>
        </p:txBody>
      </p:sp>
      <p:sp>
        <p:nvSpPr>
          <p:cNvPr id="73750" name="Text Box 21"/>
          <p:cNvSpPr txBox="1">
            <a:spLocks noChangeArrowheads="1"/>
          </p:cNvSpPr>
          <p:nvPr/>
        </p:nvSpPr>
        <p:spPr bwMode="auto">
          <a:xfrm>
            <a:off x="412750" y="3600450"/>
            <a:ext cx="4867275" cy="198438"/>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sz="500">
                <a:latin typeface="Courier New" pitchFamily="49" charset="0"/>
              </a:rPr>
              <a:t>000e11 001e11 010e11 011e11 100e11 101e11 110e11 111e11</a:t>
            </a:r>
            <a:endParaRPr lang="es-ES" sz="500">
              <a:latin typeface="Courier New" pitchFamily="49" charset="0"/>
            </a:endParaRPr>
          </a:p>
        </p:txBody>
      </p:sp>
      <p:sp>
        <p:nvSpPr>
          <p:cNvPr id="73751" name="Line 25"/>
          <p:cNvSpPr>
            <a:spLocks noChangeShapeType="1"/>
          </p:cNvSpPr>
          <p:nvPr/>
        </p:nvSpPr>
        <p:spPr bwMode="auto">
          <a:xfrm>
            <a:off x="1370013" y="3781425"/>
            <a:ext cx="0" cy="1438275"/>
          </a:xfrm>
          <a:prstGeom prst="line">
            <a:avLst/>
          </a:prstGeom>
          <a:noFill/>
          <a:ln w="9525">
            <a:solidFill>
              <a:srgbClr val="0000FF"/>
            </a:solidFill>
            <a:round/>
            <a:headEnd/>
            <a:tailEnd/>
          </a:ln>
        </p:spPr>
        <p:txBody>
          <a:bodyPr/>
          <a:lstStyle/>
          <a:p>
            <a:endParaRPr lang="es-ES"/>
          </a:p>
        </p:txBody>
      </p:sp>
      <p:sp>
        <p:nvSpPr>
          <p:cNvPr id="73752" name="Line 26"/>
          <p:cNvSpPr>
            <a:spLocks noChangeShapeType="1"/>
          </p:cNvSpPr>
          <p:nvPr/>
        </p:nvSpPr>
        <p:spPr bwMode="auto">
          <a:xfrm>
            <a:off x="1073150" y="3781425"/>
            <a:ext cx="0" cy="1438275"/>
          </a:xfrm>
          <a:prstGeom prst="line">
            <a:avLst/>
          </a:prstGeom>
          <a:noFill/>
          <a:ln w="9525">
            <a:solidFill>
              <a:srgbClr val="0000FF"/>
            </a:solidFill>
            <a:round/>
            <a:headEnd/>
            <a:tailEnd/>
          </a:ln>
        </p:spPr>
        <p:txBody>
          <a:bodyPr/>
          <a:lstStyle/>
          <a:p>
            <a:endParaRPr lang="es-ES"/>
          </a:p>
        </p:txBody>
      </p:sp>
      <p:sp>
        <p:nvSpPr>
          <p:cNvPr id="73753" name="Line 27"/>
          <p:cNvSpPr>
            <a:spLocks noChangeShapeType="1"/>
          </p:cNvSpPr>
          <p:nvPr/>
        </p:nvSpPr>
        <p:spPr bwMode="auto">
          <a:xfrm>
            <a:off x="782638" y="3781425"/>
            <a:ext cx="0" cy="1438275"/>
          </a:xfrm>
          <a:prstGeom prst="line">
            <a:avLst/>
          </a:prstGeom>
          <a:noFill/>
          <a:ln w="9525">
            <a:solidFill>
              <a:srgbClr val="0000FF"/>
            </a:solidFill>
            <a:round/>
            <a:headEnd/>
            <a:tailEnd/>
          </a:ln>
        </p:spPr>
        <p:txBody>
          <a:bodyPr/>
          <a:lstStyle/>
          <a:p>
            <a:endParaRPr lang="es-ES"/>
          </a:p>
        </p:txBody>
      </p:sp>
      <p:sp>
        <p:nvSpPr>
          <p:cNvPr id="73754" name="Line 28"/>
          <p:cNvSpPr>
            <a:spLocks noChangeShapeType="1"/>
          </p:cNvSpPr>
          <p:nvPr/>
        </p:nvSpPr>
        <p:spPr bwMode="auto">
          <a:xfrm>
            <a:off x="493713" y="3781425"/>
            <a:ext cx="0" cy="1438275"/>
          </a:xfrm>
          <a:prstGeom prst="line">
            <a:avLst/>
          </a:prstGeom>
          <a:noFill/>
          <a:ln w="9525">
            <a:solidFill>
              <a:srgbClr val="0000FF"/>
            </a:solidFill>
            <a:round/>
            <a:headEnd/>
            <a:tailEnd/>
          </a:ln>
        </p:spPr>
        <p:txBody>
          <a:bodyPr/>
          <a:lstStyle/>
          <a:p>
            <a:endParaRPr lang="es-ES"/>
          </a:p>
        </p:txBody>
      </p:sp>
      <p:sp>
        <p:nvSpPr>
          <p:cNvPr id="73755" name="Line 29"/>
          <p:cNvSpPr>
            <a:spLocks noChangeShapeType="1"/>
          </p:cNvSpPr>
          <p:nvPr/>
        </p:nvSpPr>
        <p:spPr bwMode="auto">
          <a:xfrm>
            <a:off x="2524125" y="3783013"/>
            <a:ext cx="0" cy="1439862"/>
          </a:xfrm>
          <a:prstGeom prst="line">
            <a:avLst/>
          </a:prstGeom>
          <a:noFill/>
          <a:ln w="9525">
            <a:solidFill>
              <a:srgbClr val="0000FF"/>
            </a:solidFill>
            <a:round/>
            <a:headEnd/>
            <a:tailEnd/>
          </a:ln>
        </p:spPr>
        <p:txBody>
          <a:bodyPr/>
          <a:lstStyle/>
          <a:p>
            <a:endParaRPr lang="es-ES"/>
          </a:p>
        </p:txBody>
      </p:sp>
      <p:sp>
        <p:nvSpPr>
          <p:cNvPr id="73756" name="Line 30"/>
          <p:cNvSpPr>
            <a:spLocks noChangeShapeType="1"/>
          </p:cNvSpPr>
          <p:nvPr/>
        </p:nvSpPr>
        <p:spPr bwMode="auto">
          <a:xfrm>
            <a:off x="2228850" y="3783013"/>
            <a:ext cx="0" cy="1439862"/>
          </a:xfrm>
          <a:prstGeom prst="line">
            <a:avLst/>
          </a:prstGeom>
          <a:noFill/>
          <a:ln w="9525">
            <a:solidFill>
              <a:srgbClr val="0000FF"/>
            </a:solidFill>
            <a:round/>
            <a:headEnd/>
            <a:tailEnd/>
          </a:ln>
        </p:spPr>
        <p:txBody>
          <a:bodyPr/>
          <a:lstStyle/>
          <a:p>
            <a:endParaRPr lang="es-ES"/>
          </a:p>
        </p:txBody>
      </p:sp>
      <p:sp>
        <p:nvSpPr>
          <p:cNvPr id="73757" name="Line 31"/>
          <p:cNvSpPr>
            <a:spLocks noChangeShapeType="1"/>
          </p:cNvSpPr>
          <p:nvPr/>
        </p:nvSpPr>
        <p:spPr bwMode="auto">
          <a:xfrm>
            <a:off x="1938338" y="3783013"/>
            <a:ext cx="0" cy="1439862"/>
          </a:xfrm>
          <a:prstGeom prst="line">
            <a:avLst/>
          </a:prstGeom>
          <a:noFill/>
          <a:ln w="9525">
            <a:solidFill>
              <a:srgbClr val="0000FF"/>
            </a:solidFill>
            <a:round/>
            <a:headEnd/>
            <a:tailEnd/>
          </a:ln>
        </p:spPr>
        <p:txBody>
          <a:bodyPr/>
          <a:lstStyle/>
          <a:p>
            <a:endParaRPr lang="es-ES"/>
          </a:p>
        </p:txBody>
      </p:sp>
      <p:sp>
        <p:nvSpPr>
          <p:cNvPr id="73758" name="Line 32"/>
          <p:cNvSpPr>
            <a:spLocks noChangeShapeType="1"/>
          </p:cNvSpPr>
          <p:nvPr/>
        </p:nvSpPr>
        <p:spPr bwMode="auto">
          <a:xfrm>
            <a:off x="1654175" y="3783013"/>
            <a:ext cx="0" cy="1439862"/>
          </a:xfrm>
          <a:prstGeom prst="line">
            <a:avLst/>
          </a:prstGeom>
          <a:noFill/>
          <a:ln w="9525">
            <a:solidFill>
              <a:srgbClr val="0000FF"/>
            </a:solidFill>
            <a:round/>
            <a:headEnd/>
            <a:tailEnd/>
          </a:ln>
        </p:spPr>
        <p:txBody>
          <a:bodyPr/>
          <a:lstStyle/>
          <a:p>
            <a:endParaRPr lang="es-ES"/>
          </a:p>
        </p:txBody>
      </p:sp>
      <p:sp>
        <p:nvSpPr>
          <p:cNvPr id="73759" name="Text Box 33"/>
          <p:cNvSpPr txBox="1">
            <a:spLocks noChangeArrowheads="1"/>
          </p:cNvSpPr>
          <p:nvPr/>
        </p:nvSpPr>
        <p:spPr bwMode="auto">
          <a:xfrm>
            <a:off x="412750" y="4411663"/>
            <a:ext cx="3794125" cy="165100"/>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sz="300">
                <a:latin typeface="Courier New" pitchFamily="49" charset="0"/>
              </a:rPr>
              <a:t>090790689068906890789078907890789078907890789008</a:t>
            </a:r>
            <a:endParaRPr lang="es-ES" sz="300">
              <a:latin typeface="Courier New" pitchFamily="49" charset="0"/>
            </a:endParaRPr>
          </a:p>
        </p:txBody>
      </p:sp>
      <p:sp>
        <p:nvSpPr>
          <p:cNvPr id="73760" name="Line 34"/>
          <p:cNvSpPr>
            <a:spLocks noChangeShapeType="1"/>
          </p:cNvSpPr>
          <p:nvPr/>
        </p:nvSpPr>
        <p:spPr bwMode="auto">
          <a:xfrm>
            <a:off x="1371600" y="4589463"/>
            <a:ext cx="0" cy="644525"/>
          </a:xfrm>
          <a:prstGeom prst="line">
            <a:avLst/>
          </a:prstGeom>
          <a:noFill/>
          <a:ln w="9525">
            <a:solidFill>
              <a:srgbClr val="FFCC99"/>
            </a:solidFill>
            <a:round/>
            <a:headEnd/>
            <a:tailEnd/>
          </a:ln>
        </p:spPr>
        <p:txBody>
          <a:bodyPr/>
          <a:lstStyle/>
          <a:p>
            <a:endParaRPr lang="es-ES"/>
          </a:p>
        </p:txBody>
      </p:sp>
      <p:sp>
        <p:nvSpPr>
          <p:cNvPr id="73761" name="Line 35"/>
          <p:cNvSpPr>
            <a:spLocks noChangeShapeType="1"/>
          </p:cNvSpPr>
          <p:nvPr/>
        </p:nvSpPr>
        <p:spPr bwMode="auto">
          <a:xfrm>
            <a:off x="1073150" y="4589463"/>
            <a:ext cx="0" cy="644525"/>
          </a:xfrm>
          <a:prstGeom prst="line">
            <a:avLst/>
          </a:prstGeom>
          <a:noFill/>
          <a:ln w="9525">
            <a:solidFill>
              <a:srgbClr val="FFCC99"/>
            </a:solidFill>
            <a:round/>
            <a:headEnd/>
            <a:tailEnd/>
          </a:ln>
        </p:spPr>
        <p:txBody>
          <a:bodyPr/>
          <a:lstStyle/>
          <a:p>
            <a:endParaRPr lang="es-ES"/>
          </a:p>
        </p:txBody>
      </p:sp>
      <p:sp>
        <p:nvSpPr>
          <p:cNvPr id="73762" name="Line 36"/>
          <p:cNvSpPr>
            <a:spLocks noChangeShapeType="1"/>
          </p:cNvSpPr>
          <p:nvPr/>
        </p:nvSpPr>
        <p:spPr bwMode="auto">
          <a:xfrm>
            <a:off x="782638" y="4589463"/>
            <a:ext cx="0" cy="644525"/>
          </a:xfrm>
          <a:prstGeom prst="line">
            <a:avLst/>
          </a:prstGeom>
          <a:noFill/>
          <a:ln w="9525">
            <a:solidFill>
              <a:srgbClr val="FFCC99"/>
            </a:solidFill>
            <a:round/>
            <a:headEnd/>
            <a:tailEnd/>
          </a:ln>
        </p:spPr>
        <p:txBody>
          <a:bodyPr/>
          <a:lstStyle/>
          <a:p>
            <a:endParaRPr lang="es-ES"/>
          </a:p>
        </p:txBody>
      </p:sp>
      <p:sp>
        <p:nvSpPr>
          <p:cNvPr id="73763" name="Line 37"/>
          <p:cNvSpPr>
            <a:spLocks noChangeShapeType="1"/>
          </p:cNvSpPr>
          <p:nvPr/>
        </p:nvSpPr>
        <p:spPr bwMode="auto">
          <a:xfrm>
            <a:off x="493713" y="4589463"/>
            <a:ext cx="0" cy="644525"/>
          </a:xfrm>
          <a:prstGeom prst="line">
            <a:avLst/>
          </a:prstGeom>
          <a:noFill/>
          <a:ln w="9525">
            <a:solidFill>
              <a:srgbClr val="FFCC99"/>
            </a:solidFill>
            <a:round/>
            <a:headEnd/>
            <a:tailEnd/>
          </a:ln>
        </p:spPr>
        <p:txBody>
          <a:bodyPr/>
          <a:lstStyle/>
          <a:p>
            <a:endParaRPr lang="es-ES"/>
          </a:p>
        </p:txBody>
      </p:sp>
      <p:sp>
        <p:nvSpPr>
          <p:cNvPr id="73764" name="Line 38"/>
          <p:cNvSpPr>
            <a:spLocks noChangeShapeType="1"/>
          </p:cNvSpPr>
          <p:nvPr/>
        </p:nvSpPr>
        <p:spPr bwMode="auto">
          <a:xfrm>
            <a:off x="1506538" y="4589463"/>
            <a:ext cx="0" cy="644525"/>
          </a:xfrm>
          <a:prstGeom prst="line">
            <a:avLst/>
          </a:prstGeom>
          <a:noFill/>
          <a:ln w="9525">
            <a:solidFill>
              <a:srgbClr val="FFCC99"/>
            </a:solidFill>
            <a:round/>
            <a:headEnd/>
            <a:tailEnd/>
          </a:ln>
        </p:spPr>
        <p:txBody>
          <a:bodyPr/>
          <a:lstStyle/>
          <a:p>
            <a:endParaRPr lang="es-ES"/>
          </a:p>
        </p:txBody>
      </p:sp>
      <p:sp>
        <p:nvSpPr>
          <p:cNvPr id="73765" name="Line 39"/>
          <p:cNvSpPr>
            <a:spLocks noChangeShapeType="1"/>
          </p:cNvSpPr>
          <p:nvPr/>
        </p:nvSpPr>
        <p:spPr bwMode="auto">
          <a:xfrm>
            <a:off x="1217613" y="4589463"/>
            <a:ext cx="0" cy="644525"/>
          </a:xfrm>
          <a:prstGeom prst="line">
            <a:avLst/>
          </a:prstGeom>
          <a:noFill/>
          <a:ln w="9525">
            <a:solidFill>
              <a:srgbClr val="FFCC99"/>
            </a:solidFill>
            <a:round/>
            <a:headEnd/>
            <a:tailEnd/>
          </a:ln>
        </p:spPr>
        <p:txBody>
          <a:bodyPr/>
          <a:lstStyle/>
          <a:p>
            <a:endParaRPr lang="es-ES"/>
          </a:p>
        </p:txBody>
      </p:sp>
      <p:sp>
        <p:nvSpPr>
          <p:cNvPr id="73766" name="Line 40"/>
          <p:cNvSpPr>
            <a:spLocks noChangeShapeType="1"/>
          </p:cNvSpPr>
          <p:nvPr/>
        </p:nvSpPr>
        <p:spPr bwMode="auto">
          <a:xfrm>
            <a:off x="917575" y="4589463"/>
            <a:ext cx="0" cy="644525"/>
          </a:xfrm>
          <a:prstGeom prst="line">
            <a:avLst/>
          </a:prstGeom>
          <a:noFill/>
          <a:ln w="9525">
            <a:solidFill>
              <a:srgbClr val="FFCC99"/>
            </a:solidFill>
            <a:round/>
            <a:headEnd/>
            <a:tailEnd/>
          </a:ln>
        </p:spPr>
        <p:txBody>
          <a:bodyPr/>
          <a:lstStyle/>
          <a:p>
            <a:endParaRPr lang="es-ES"/>
          </a:p>
        </p:txBody>
      </p:sp>
      <p:sp>
        <p:nvSpPr>
          <p:cNvPr id="73767" name="Line 41"/>
          <p:cNvSpPr>
            <a:spLocks noChangeShapeType="1"/>
          </p:cNvSpPr>
          <p:nvPr/>
        </p:nvSpPr>
        <p:spPr bwMode="auto">
          <a:xfrm>
            <a:off x="636588" y="4589463"/>
            <a:ext cx="0" cy="644525"/>
          </a:xfrm>
          <a:prstGeom prst="line">
            <a:avLst/>
          </a:prstGeom>
          <a:noFill/>
          <a:ln w="9525">
            <a:solidFill>
              <a:srgbClr val="FFCC99"/>
            </a:solidFill>
            <a:round/>
            <a:headEnd/>
            <a:tailEnd/>
          </a:ln>
        </p:spPr>
        <p:txBody>
          <a:bodyPr/>
          <a:lstStyle/>
          <a:p>
            <a:endParaRPr lang="es-ES"/>
          </a:p>
        </p:txBody>
      </p:sp>
      <p:sp>
        <p:nvSpPr>
          <p:cNvPr id="73768" name="Line 42"/>
          <p:cNvSpPr>
            <a:spLocks noChangeShapeType="1"/>
          </p:cNvSpPr>
          <p:nvPr/>
        </p:nvSpPr>
        <p:spPr bwMode="auto">
          <a:xfrm>
            <a:off x="493713" y="5219700"/>
            <a:ext cx="8994775" cy="0"/>
          </a:xfrm>
          <a:prstGeom prst="line">
            <a:avLst/>
          </a:prstGeom>
          <a:noFill/>
          <a:ln w="15875">
            <a:solidFill>
              <a:schemeClr val="tx1"/>
            </a:solidFill>
            <a:round/>
            <a:headEnd/>
            <a:tailEnd type="stealth" w="med" len="med"/>
          </a:ln>
        </p:spPr>
        <p:txBody>
          <a:bodyPr/>
          <a:lstStyle/>
          <a:p>
            <a:endParaRPr lang="es-ES"/>
          </a:p>
        </p:txBody>
      </p:sp>
      <p:sp>
        <p:nvSpPr>
          <p:cNvPr id="73769" name="Text Box 44"/>
          <p:cNvSpPr txBox="1">
            <a:spLocks noChangeArrowheads="1"/>
          </p:cNvSpPr>
          <p:nvPr/>
        </p:nvSpPr>
        <p:spPr bwMode="auto">
          <a:xfrm>
            <a:off x="330200" y="5219700"/>
            <a:ext cx="9077325" cy="338138"/>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b="1">
                <a:latin typeface="Courier New" pitchFamily="49" charset="0"/>
              </a:rPr>
              <a:t>0   0.25   0.5  0.75   1   1.25   1.5   1.75  2           2.5        3           3.5</a:t>
            </a:r>
            <a:endParaRPr lang="es-ES" b="1">
              <a:latin typeface="Courier New" pitchFamily="49" charset="0"/>
            </a:endParaRPr>
          </a:p>
        </p:txBody>
      </p:sp>
      <p:sp>
        <p:nvSpPr>
          <p:cNvPr id="73770" name="Text Box 45"/>
          <p:cNvSpPr txBox="1">
            <a:spLocks noChangeArrowheads="1"/>
          </p:cNvSpPr>
          <p:nvPr/>
        </p:nvSpPr>
        <p:spPr bwMode="auto">
          <a:xfrm>
            <a:off x="577850" y="5940425"/>
            <a:ext cx="8250238" cy="1006475"/>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sz="2600"/>
              <a:t>Mayor rango de representación. Mayor proximidad al cero. Misma precisión</a:t>
            </a:r>
            <a:endParaRPr lang="es-ES" sz="2600"/>
          </a:p>
        </p:txBody>
      </p:sp>
      <p:sp>
        <p:nvSpPr>
          <p:cNvPr id="73771" name="Line 46"/>
          <p:cNvSpPr>
            <a:spLocks noChangeShapeType="1"/>
          </p:cNvSpPr>
          <p:nvPr/>
        </p:nvSpPr>
        <p:spPr bwMode="auto">
          <a:xfrm>
            <a:off x="9077325" y="3060700"/>
            <a:ext cx="660400" cy="0"/>
          </a:xfrm>
          <a:prstGeom prst="line">
            <a:avLst/>
          </a:prstGeom>
          <a:noFill/>
          <a:ln w="38100">
            <a:solidFill>
              <a:schemeClr val="tx1"/>
            </a:solidFill>
            <a:round/>
            <a:headEnd/>
            <a:tailEnd type="triangle" w="med" len="med"/>
          </a:ln>
        </p:spPr>
        <p:txBody>
          <a:bodyPr/>
          <a:lstStyle/>
          <a:p>
            <a:endParaRPr lang="es-ES"/>
          </a:p>
        </p:txBody>
      </p:sp>
      <p:sp>
        <p:nvSpPr>
          <p:cNvPr id="73772" name="Line 47"/>
          <p:cNvSpPr>
            <a:spLocks noChangeShapeType="1"/>
          </p:cNvSpPr>
          <p:nvPr/>
        </p:nvSpPr>
        <p:spPr bwMode="auto">
          <a:xfrm>
            <a:off x="9077325" y="3330575"/>
            <a:ext cx="660400" cy="0"/>
          </a:xfrm>
          <a:prstGeom prst="line">
            <a:avLst/>
          </a:prstGeom>
          <a:noFill/>
          <a:ln w="38100">
            <a:solidFill>
              <a:schemeClr val="tx1"/>
            </a:solidFill>
            <a:round/>
            <a:headEnd/>
            <a:tailEnd type="triangle" w="med" len="med"/>
          </a:ln>
        </p:spPr>
        <p:txBody>
          <a:bodyPr/>
          <a:lstStyle/>
          <a:p>
            <a:endParaRPr lang="es-ES"/>
          </a:p>
        </p:txBody>
      </p:sp>
      <p:sp>
        <p:nvSpPr>
          <p:cNvPr id="73773" name="Line 48"/>
          <p:cNvSpPr>
            <a:spLocks noChangeShapeType="1"/>
          </p:cNvSpPr>
          <p:nvPr/>
        </p:nvSpPr>
        <p:spPr bwMode="auto">
          <a:xfrm>
            <a:off x="9077325" y="3600450"/>
            <a:ext cx="660400" cy="0"/>
          </a:xfrm>
          <a:prstGeom prst="line">
            <a:avLst/>
          </a:prstGeom>
          <a:noFill/>
          <a:ln w="38100">
            <a:solidFill>
              <a:schemeClr val="tx1"/>
            </a:solidFill>
            <a:round/>
            <a:headEnd/>
            <a:tailEnd type="triangle" w="med" len="med"/>
          </a:ln>
        </p:spPr>
        <p:txBody>
          <a:bodyPr/>
          <a:lstStyle/>
          <a:p>
            <a:endParaRPr lang="es-ES"/>
          </a:p>
        </p:txBody>
      </p:sp>
      <p:sp>
        <p:nvSpPr>
          <p:cNvPr id="73774" name="Line 49"/>
          <p:cNvSpPr>
            <a:spLocks noChangeShapeType="1"/>
          </p:cNvSpPr>
          <p:nvPr/>
        </p:nvSpPr>
        <p:spPr bwMode="auto">
          <a:xfrm flipH="1">
            <a:off x="493713" y="4589463"/>
            <a:ext cx="249237" cy="0"/>
          </a:xfrm>
          <a:prstGeom prst="line">
            <a:avLst/>
          </a:prstGeom>
          <a:noFill/>
          <a:ln w="38100">
            <a:solidFill>
              <a:schemeClr val="tx1"/>
            </a:solidFill>
            <a:round/>
            <a:headEnd/>
            <a:tailEnd type="triangle" w="med" len="med"/>
          </a:ln>
        </p:spPr>
        <p:txBody>
          <a:bodyPr/>
          <a:lstStyle/>
          <a:p>
            <a:endParaRPr lang="es-ES"/>
          </a:p>
        </p:txBody>
      </p:sp>
      <p:sp>
        <p:nvSpPr>
          <p:cNvPr id="73775" name="Line 50"/>
          <p:cNvSpPr>
            <a:spLocks noChangeShapeType="1"/>
          </p:cNvSpPr>
          <p:nvPr/>
        </p:nvSpPr>
        <p:spPr bwMode="auto">
          <a:xfrm flipH="1">
            <a:off x="493713" y="4860925"/>
            <a:ext cx="249237" cy="0"/>
          </a:xfrm>
          <a:prstGeom prst="line">
            <a:avLst/>
          </a:prstGeom>
          <a:noFill/>
          <a:ln w="38100">
            <a:solidFill>
              <a:schemeClr val="tx1"/>
            </a:solidFill>
            <a:round/>
            <a:headEnd/>
            <a:tailEnd type="triangle" w="med" len="med"/>
          </a:ln>
        </p:spPr>
        <p:txBody>
          <a:bodyPr/>
          <a:lstStyle/>
          <a:p>
            <a:endParaRPr lang="es-ES"/>
          </a:p>
        </p:txBody>
      </p:sp>
      <p:sp>
        <p:nvSpPr>
          <p:cNvPr id="73776" name="Line 51"/>
          <p:cNvSpPr>
            <a:spLocks noChangeShapeType="1"/>
          </p:cNvSpPr>
          <p:nvPr/>
        </p:nvSpPr>
        <p:spPr bwMode="auto">
          <a:xfrm flipH="1">
            <a:off x="493713" y="5130800"/>
            <a:ext cx="249237" cy="0"/>
          </a:xfrm>
          <a:prstGeom prst="line">
            <a:avLst/>
          </a:prstGeom>
          <a:noFill/>
          <a:ln w="38100">
            <a:solidFill>
              <a:schemeClr val="tx1"/>
            </a:solidFill>
            <a:round/>
            <a:headEnd/>
            <a:tailEnd type="triangle" w="med" len="med"/>
          </a:ln>
        </p:spPr>
        <p:txBody>
          <a:bodyPr/>
          <a:lstStyle/>
          <a:p>
            <a:endParaRPr lang="es-ES"/>
          </a:p>
        </p:txBody>
      </p:sp>
      <p:sp>
        <p:nvSpPr>
          <p:cNvPr id="73777" name="Line 52"/>
          <p:cNvSpPr>
            <a:spLocks noChangeShapeType="1"/>
          </p:cNvSpPr>
          <p:nvPr/>
        </p:nvSpPr>
        <p:spPr bwMode="auto">
          <a:xfrm>
            <a:off x="9077325" y="3870325"/>
            <a:ext cx="660400" cy="0"/>
          </a:xfrm>
          <a:prstGeom prst="line">
            <a:avLst/>
          </a:prstGeom>
          <a:noFill/>
          <a:ln w="38100">
            <a:solidFill>
              <a:schemeClr val="tx1"/>
            </a:solidFill>
            <a:round/>
            <a:headEnd/>
            <a:tailEnd type="triangle" w="med" len="med"/>
          </a:ln>
        </p:spPr>
        <p:txBody>
          <a:bodyPr/>
          <a:lstStyle/>
          <a:p>
            <a:endParaRPr lang="es-E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75" name="Rectangle 2"/>
          <p:cNvSpPr>
            <a:spLocks noGrp="1" noChangeArrowheads="1"/>
          </p:cNvSpPr>
          <p:nvPr>
            <p:ph type="title"/>
          </p:nvPr>
        </p:nvSpPr>
        <p:spPr/>
        <p:txBody>
          <a:bodyPr/>
          <a:lstStyle/>
          <a:p>
            <a:pPr eaLnBrk="1" hangingPunct="1"/>
            <a:r>
              <a:rPr lang="es-ES_tradnl"/>
              <a:t>Coma Flotante. Aumento de mantisa</a:t>
            </a:r>
            <a:endParaRPr lang="es-ES"/>
          </a:p>
        </p:txBody>
      </p:sp>
      <p:sp>
        <p:nvSpPr>
          <p:cNvPr id="74755" name="Line 70"/>
          <p:cNvSpPr>
            <a:spLocks noChangeShapeType="1"/>
          </p:cNvSpPr>
          <p:nvPr/>
        </p:nvSpPr>
        <p:spPr bwMode="auto">
          <a:xfrm>
            <a:off x="636588" y="3857625"/>
            <a:ext cx="0" cy="1438275"/>
          </a:xfrm>
          <a:prstGeom prst="line">
            <a:avLst/>
          </a:prstGeom>
          <a:noFill/>
          <a:ln w="9525">
            <a:solidFill>
              <a:srgbClr val="0000FF"/>
            </a:solidFill>
            <a:round/>
            <a:headEnd/>
            <a:tailEnd/>
          </a:ln>
        </p:spPr>
        <p:txBody>
          <a:bodyPr/>
          <a:lstStyle/>
          <a:p>
            <a:endParaRPr lang="es-ES"/>
          </a:p>
        </p:txBody>
      </p:sp>
      <p:sp>
        <p:nvSpPr>
          <p:cNvPr id="74756" name="Line 71"/>
          <p:cNvSpPr>
            <a:spLocks noChangeShapeType="1"/>
          </p:cNvSpPr>
          <p:nvPr/>
        </p:nvSpPr>
        <p:spPr bwMode="auto">
          <a:xfrm>
            <a:off x="915988" y="3860800"/>
            <a:ext cx="0" cy="1439863"/>
          </a:xfrm>
          <a:prstGeom prst="line">
            <a:avLst/>
          </a:prstGeom>
          <a:noFill/>
          <a:ln w="9525">
            <a:solidFill>
              <a:srgbClr val="0000FF"/>
            </a:solidFill>
            <a:round/>
            <a:headEnd/>
            <a:tailEnd/>
          </a:ln>
        </p:spPr>
        <p:txBody>
          <a:bodyPr/>
          <a:lstStyle/>
          <a:p>
            <a:endParaRPr lang="es-ES"/>
          </a:p>
        </p:txBody>
      </p:sp>
      <p:sp>
        <p:nvSpPr>
          <p:cNvPr id="74757" name="Line 72"/>
          <p:cNvSpPr>
            <a:spLocks noChangeShapeType="1"/>
          </p:cNvSpPr>
          <p:nvPr/>
        </p:nvSpPr>
        <p:spPr bwMode="auto">
          <a:xfrm>
            <a:off x="1214438" y="3865563"/>
            <a:ext cx="0" cy="1439862"/>
          </a:xfrm>
          <a:prstGeom prst="line">
            <a:avLst/>
          </a:prstGeom>
          <a:noFill/>
          <a:ln w="9525">
            <a:solidFill>
              <a:srgbClr val="0000FF"/>
            </a:solidFill>
            <a:round/>
            <a:headEnd/>
            <a:tailEnd/>
          </a:ln>
        </p:spPr>
        <p:txBody>
          <a:bodyPr/>
          <a:lstStyle/>
          <a:p>
            <a:endParaRPr lang="es-ES"/>
          </a:p>
        </p:txBody>
      </p:sp>
      <p:sp>
        <p:nvSpPr>
          <p:cNvPr id="74758" name="Line 73"/>
          <p:cNvSpPr>
            <a:spLocks noChangeShapeType="1"/>
          </p:cNvSpPr>
          <p:nvPr/>
        </p:nvSpPr>
        <p:spPr bwMode="auto">
          <a:xfrm>
            <a:off x="1503363" y="3865563"/>
            <a:ext cx="0" cy="1439862"/>
          </a:xfrm>
          <a:prstGeom prst="line">
            <a:avLst/>
          </a:prstGeom>
          <a:noFill/>
          <a:ln w="9525">
            <a:solidFill>
              <a:srgbClr val="0000FF"/>
            </a:solidFill>
            <a:round/>
            <a:headEnd/>
            <a:tailEnd/>
          </a:ln>
        </p:spPr>
        <p:txBody>
          <a:bodyPr/>
          <a:lstStyle/>
          <a:p>
            <a:endParaRPr lang="es-ES"/>
          </a:p>
        </p:txBody>
      </p:sp>
      <p:sp>
        <p:nvSpPr>
          <p:cNvPr id="74759" name="Line 53"/>
          <p:cNvSpPr>
            <a:spLocks noChangeShapeType="1"/>
          </p:cNvSpPr>
          <p:nvPr/>
        </p:nvSpPr>
        <p:spPr bwMode="auto">
          <a:xfrm>
            <a:off x="1371600" y="3079750"/>
            <a:ext cx="0" cy="2251075"/>
          </a:xfrm>
          <a:prstGeom prst="line">
            <a:avLst/>
          </a:prstGeom>
          <a:noFill/>
          <a:ln w="9525">
            <a:solidFill>
              <a:srgbClr val="00FF00"/>
            </a:solidFill>
            <a:round/>
            <a:headEnd/>
            <a:tailEnd/>
          </a:ln>
        </p:spPr>
        <p:txBody>
          <a:bodyPr/>
          <a:lstStyle/>
          <a:p>
            <a:endParaRPr lang="es-ES"/>
          </a:p>
        </p:txBody>
      </p:sp>
      <p:sp>
        <p:nvSpPr>
          <p:cNvPr id="74760" name="Line 54"/>
          <p:cNvSpPr>
            <a:spLocks noChangeShapeType="1"/>
          </p:cNvSpPr>
          <p:nvPr/>
        </p:nvSpPr>
        <p:spPr bwMode="auto">
          <a:xfrm>
            <a:off x="793750" y="3079750"/>
            <a:ext cx="0" cy="2251075"/>
          </a:xfrm>
          <a:prstGeom prst="line">
            <a:avLst/>
          </a:prstGeom>
          <a:noFill/>
          <a:ln w="9525">
            <a:solidFill>
              <a:srgbClr val="00FF00"/>
            </a:solidFill>
            <a:round/>
            <a:headEnd/>
            <a:tailEnd/>
          </a:ln>
        </p:spPr>
        <p:txBody>
          <a:bodyPr/>
          <a:lstStyle/>
          <a:p>
            <a:endParaRPr lang="es-ES"/>
          </a:p>
        </p:txBody>
      </p:sp>
      <p:sp>
        <p:nvSpPr>
          <p:cNvPr id="74761" name="Line 55"/>
          <p:cNvSpPr>
            <a:spLocks noChangeShapeType="1"/>
          </p:cNvSpPr>
          <p:nvPr/>
        </p:nvSpPr>
        <p:spPr bwMode="auto">
          <a:xfrm>
            <a:off x="2527300" y="3079750"/>
            <a:ext cx="0" cy="2251075"/>
          </a:xfrm>
          <a:prstGeom prst="line">
            <a:avLst/>
          </a:prstGeom>
          <a:noFill/>
          <a:ln w="9525">
            <a:solidFill>
              <a:srgbClr val="00FF00"/>
            </a:solidFill>
            <a:round/>
            <a:headEnd/>
            <a:tailEnd/>
          </a:ln>
        </p:spPr>
        <p:txBody>
          <a:bodyPr/>
          <a:lstStyle/>
          <a:p>
            <a:endParaRPr lang="es-ES"/>
          </a:p>
        </p:txBody>
      </p:sp>
      <p:sp>
        <p:nvSpPr>
          <p:cNvPr id="74762" name="Line 56"/>
          <p:cNvSpPr>
            <a:spLocks noChangeShapeType="1"/>
          </p:cNvSpPr>
          <p:nvPr/>
        </p:nvSpPr>
        <p:spPr bwMode="auto">
          <a:xfrm>
            <a:off x="1947863" y="3079750"/>
            <a:ext cx="0" cy="2251075"/>
          </a:xfrm>
          <a:prstGeom prst="line">
            <a:avLst/>
          </a:prstGeom>
          <a:noFill/>
          <a:ln w="9525">
            <a:solidFill>
              <a:srgbClr val="00FF00"/>
            </a:solidFill>
            <a:round/>
            <a:headEnd/>
            <a:tailEnd/>
          </a:ln>
        </p:spPr>
        <p:txBody>
          <a:bodyPr/>
          <a:lstStyle/>
          <a:p>
            <a:endParaRPr lang="es-ES"/>
          </a:p>
        </p:txBody>
      </p:sp>
      <p:sp>
        <p:nvSpPr>
          <p:cNvPr id="74763" name="Line 57"/>
          <p:cNvSpPr>
            <a:spLocks noChangeShapeType="1"/>
          </p:cNvSpPr>
          <p:nvPr/>
        </p:nvSpPr>
        <p:spPr bwMode="auto">
          <a:xfrm>
            <a:off x="3683000" y="3079750"/>
            <a:ext cx="0" cy="2251075"/>
          </a:xfrm>
          <a:prstGeom prst="line">
            <a:avLst/>
          </a:prstGeom>
          <a:noFill/>
          <a:ln w="9525">
            <a:solidFill>
              <a:srgbClr val="00FF00"/>
            </a:solidFill>
            <a:round/>
            <a:headEnd/>
            <a:tailEnd/>
          </a:ln>
        </p:spPr>
        <p:txBody>
          <a:bodyPr/>
          <a:lstStyle/>
          <a:p>
            <a:endParaRPr lang="es-ES"/>
          </a:p>
        </p:txBody>
      </p:sp>
      <p:sp>
        <p:nvSpPr>
          <p:cNvPr id="74764" name="Line 58"/>
          <p:cNvSpPr>
            <a:spLocks noChangeShapeType="1"/>
          </p:cNvSpPr>
          <p:nvPr/>
        </p:nvSpPr>
        <p:spPr bwMode="auto">
          <a:xfrm>
            <a:off x="3105150" y="3079750"/>
            <a:ext cx="0" cy="2251075"/>
          </a:xfrm>
          <a:prstGeom prst="line">
            <a:avLst/>
          </a:prstGeom>
          <a:noFill/>
          <a:ln w="9525">
            <a:solidFill>
              <a:srgbClr val="00FF00"/>
            </a:solidFill>
            <a:round/>
            <a:headEnd/>
            <a:tailEnd/>
          </a:ln>
        </p:spPr>
        <p:txBody>
          <a:bodyPr/>
          <a:lstStyle/>
          <a:p>
            <a:endParaRPr lang="es-ES"/>
          </a:p>
        </p:txBody>
      </p:sp>
      <p:sp>
        <p:nvSpPr>
          <p:cNvPr id="74765" name="Line 59"/>
          <p:cNvSpPr>
            <a:spLocks noChangeShapeType="1"/>
          </p:cNvSpPr>
          <p:nvPr/>
        </p:nvSpPr>
        <p:spPr bwMode="auto">
          <a:xfrm>
            <a:off x="4837113" y="3079750"/>
            <a:ext cx="0" cy="2251075"/>
          </a:xfrm>
          <a:prstGeom prst="line">
            <a:avLst/>
          </a:prstGeom>
          <a:noFill/>
          <a:ln w="9525">
            <a:solidFill>
              <a:srgbClr val="00FF00"/>
            </a:solidFill>
            <a:round/>
            <a:headEnd/>
            <a:tailEnd/>
          </a:ln>
        </p:spPr>
        <p:txBody>
          <a:bodyPr/>
          <a:lstStyle/>
          <a:p>
            <a:endParaRPr lang="es-ES"/>
          </a:p>
        </p:txBody>
      </p:sp>
      <p:sp>
        <p:nvSpPr>
          <p:cNvPr id="74766" name="Line 60"/>
          <p:cNvSpPr>
            <a:spLocks noChangeShapeType="1"/>
          </p:cNvSpPr>
          <p:nvPr/>
        </p:nvSpPr>
        <p:spPr bwMode="auto">
          <a:xfrm>
            <a:off x="4259263" y="3079750"/>
            <a:ext cx="0" cy="2251075"/>
          </a:xfrm>
          <a:prstGeom prst="line">
            <a:avLst/>
          </a:prstGeom>
          <a:noFill/>
          <a:ln w="9525">
            <a:solidFill>
              <a:srgbClr val="00FF00"/>
            </a:solidFill>
            <a:round/>
            <a:headEnd/>
            <a:tailEnd/>
          </a:ln>
        </p:spPr>
        <p:txBody>
          <a:bodyPr/>
          <a:lstStyle/>
          <a:p>
            <a:endParaRPr lang="es-ES"/>
          </a:p>
        </p:txBody>
      </p:sp>
      <p:sp>
        <p:nvSpPr>
          <p:cNvPr id="74767" name="Line 45"/>
          <p:cNvSpPr>
            <a:spLocks noChangeShapeType="1"/>
          </p:cNvSpPr>
          <p:nvPr/>
        </p:nvSpPr>
        <p:spPr bwMode="auto">
          <a:xfrm>
            <a:off x="1073150" y="2595563"/>
            <a:ext cx="0" cy="2700337"/>
          </a:xfrm>
          <a:prstGeom prst="line">
            <a:avLst/>
          </a:prstGeom>
          <a:noFill/>
          <a:ln w="9525">
            <a:solidFill>
              <a:srgbClr val="FF0000"/>
            </a:solidFill>
            <a:round/>
            <a:headEnd/>
            <a:tailEnd/>
          </a:ln>
        </p:spPr>
        <p:txBody>
          <a:bodyPr/>
          <a:lstStyle/>
          <a:p>
            <a:endParaRPr lang="es-ES"/>
          </a:p>
        </p:txBody>
      </p:sp>
      <p:sp>
        <p:nvSpPr>
          <p:cNvPr id="74768" name="Line 46"/>
          <p:cNvSpPr>
            <a:spLocks noChangeShapeType="1"/>
          </p:cNvSpPr>
          <p:nvPr/>
        </p:nvSpPr>
        <p:spPr bwMode="auto">
          <a:xfrm>
            <a:off x="2228850" y="2595563"/>
            <a:ext cx="0" cy="2700337"/>
          </a:xfrm>
          <a:prstGeom prst="line">
            <a:avLst/>
          </a:prstGeom>
          <a:noFill/>
          <a:ln w="9525">
            <a:solidFill>
              <a:srgbClr val="FF0000"/>
            </a:solidFill>
            <a:round/>
            <a:headEnd/>
            <a:tailEnd/>
          </a:ln>
        </p:spPr>
        <p:txBody>
          <a:bodyPr/>
          <a:lstStyle/>
          <a:p>
            <a:endParaRPr lang="es-ES"/>
          </a:p>
        </p:txBody>
      </p:sp>
      <p:sp>
        <p:nvSpPr>
          <p:cNvPr id="74769" name="Line 47"/>
          <p:cNvSpPr>
            <a:spLocks noChangeShapeType="1"/>
          </p:cNvSpPr>
          <p:nvPr/>
        </p:nvSpPr>
        <p:spPr bwMode="auto">
          <a:xfrm>
            <a:off x="3382963" y="2595563"/>
            <a:ext cx="0" cy="2700337"/>
          </a:xfrm>
          <a:prstGeom prst="line">
            <a:avLst/>
          </a:prstGeom>
          <a:noFill/>
          <a:ln w="9525">
            <a:solidFill>
              <a:srgbClr val="FF0000"/>
            </a:solidFill>
            <a:round/>
            <a:headEnd/>
            <a:tailEnd/>
          </a:ln>
        </p:spPr>
        <p:txBody>
          <a:bodyPr/>
          <a:lstStyle/>
          <a:p>
            <a:endParaRPr lang="es-ES"/>
          </a:p>
        </p:txBody>
      </p:sp>
      <p:sp>
        <p:nvSpPr>
          <p:cNvPr id="74770" name="Line 48"/>
          <p:cNvSpPr>
            <a:spLocks noChangeShapeType="1"/>
          </p:cNvSpPr>
          <p:nvPr/>
        </p:nvSpPr>
        <p:spPr bwMode="auto">
          <a:xfrm>
            <a:off x="4537075" y="2595563"/>
            <a:ext cx="0" cy="2700337"/>
          </a:xfrm>
          <a:prstGeom prst="line">
            <a:avLst/>
          </a:prstGeom>
          <a:noFill/>
          <a:ln w="9525">
            <a:solidFill>
              <a:srgbClr val="FF0000"/>
            </a:solidFill>
            <a:round/>
            <a:headEnd/>
            <a:tailEnd/>
          </a:ln>
        </p:spPr>
        <p:txBody>
          <a:bodyPr/>
          <a:lstStyle/>
          <a:p>
            <a:endParaRPr lang="es-ES"/>
          </a:p>
        </p:txBody>
      </p:sp>
      <p:sp>
        <p:nvSpPr>
          <p:cNvPr id="74771" name="Line 49"/>
          <p:cNvSpPr>
            <a:spLocks noChangeShapeType="1"/>
          </p:cNvSpPr>
          <p:nvPr/>
        </p:nvSpPr>
        <p:spPr bwMode="auto">
          <a:xfrm>
            <a:off x="5694363" y="2595563"/>
            <a:ext cx="0" cy="2700337"/>
          </a:xfrm>
          <a:prstGeom prst="line">
            <a:avLst/>
          </a:prstGeom>
          <a:noFill/>
          <a:ln w="9525">
            <a:solidFill>
              <a:srgbClr val="FF0000"/>
            </a:solidFill>
            <a:round/>
            <a:headEnd/>
            <a:tailEnd/>
          </a:ln>
        </p:spPr>
        <p:txBody>
          <a:bodyPr/>
          <a:lstStyle/>
          <a:p>
            <a:endParaRPr lang="es-ES"/>
          </a:p>
        </p:txBody>
      </p:sp>
      <p:sp>
        <p:nvSpPr>
          <p:cNvPr id="74772" name="Line 50"/>
          <p:cNvSpPr>
            <a:spLocks noChangeShapeType="1"/>
          </p:cNvSpPr>
          <p:nvPr/>
        </p:nvSpPr>
        <p:spPr bwMode="auto">
          <a:xfrm>
            <a:off x="6848475" y="2595563"/>
            <a:ext cx="0" cy="2700337"/>
          </a:xfrm>
          <a:prstGeom prst="line">
            <a:avLst/>
          </a:prstGeom>
          <a:noFill/>
          <a:ln w="9525">
            <a:solidFill>
              <a:srgbClr val="FF0000"/>
            </a:solidFill>
            <a:round/>
            <a:headEnd/>
            <a:tailEnd/>
          </a:ln>
        </p:spPr>
        <p:txBody>
          <a:bodyPr/>
          <a:lstStyle/>
          <a:p>
            <a:endParaRPr lang="es-ES"/>
          </a:p>
        </p:txBody>
      </p:sp>
      <p:sp>
        <p:nvSpPr>
          <p:cNvPr id="74773" name="Line 51"/>
          <p:cNvSpPr>
            <a:spLocks noChangeShapeType="1"/>
          </p:cNvSpPr>
          <p:nvPr/>
        </p:nvSpPr>
        <p:spPr bwMode="auto">
          <a:xfrm>
            <a:off x="8002588" y="2595563"/>
            <a:ext cx="0" cy="2700337"/>
          </a:xfrm>
          <a:prstGeom prst="line">
            <a:avLst/>
          </a:prstGeom>
          <a:noFill/>
          <a:ln w="9525">
            <a:solidFill>
              <a:srgbClr val="FF0000"/>
            </a:solidFill>
            <a:round/>
            <a:headEnd/>
            <a:tailEnd/>
          </a:ln>
        </p:spPr>
        <p:txBody>
          <a:bodyPr/>
          <a:lstStyle/>
          <a:p>
            <a:endParaRPr lang="es-ES"/>
          </a:p>
        </p:txBody>
      </p:sp>
      <p:sp>
        <p:nvSpPr>
          <p:cNvPr id="74774" name="Line 52"/>
          <p:cNvSpPr>
            <a:spLocks noChangeShapeType="1"/>
          </p:cNvSpPr>
          <p:nvPr/>
        </p:nvSpPr>
        <p:spPr bwMode="auto">
          <a:xfrm>
            <a:off x="9158288" y="2595563"/>
            <a:ext cx="0" cy="2700337"/>
          </a:xfrm>
          <a:prstGeom prst="line">
            <a:avLst/>
          </a:prstGeom>
          <a:noFill/>
          <a:ln w="9525">
            <a:solidFill>
              <a:srgbClr val="FF0000"/>
            </a:solidFill>
            <a:round/>
            <a:headEnd/>
            <a:tailEnd/>
          </a:ln>
        </p:spPr>
        <p:txBody>
          <a:bodyPr/>
          <a:lstStyle/>
          <a:p>
            <a:endParaRPr lang="es-ES"/>
          </a:p>
        </p:txBody>
      </p:sp>
      <p:sp>
        <p:nvSpPr>
          <p:cNvPr id="74776" name="Text Box 3"/>
          <p:cNvSpPr txBox="1">
            <a:spLocks noChangeArrowheads="1"/>
          </p:cNvSpPr>
          <p:nvPr/>
        </p:nvSpPr>
        <p:spPr bwMode="auto">
          <a:xfrm>
            <a:off x="412750" y="2146300"/>
            <a:ext cx="9901238" cy="490538"/>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sz="2200">
                <a:latin typeface="Courier New" pitchFamily="49" charset="0"/>
              </a:rPr>
              <a:t>000e01 001e01 010e01 011e01 100e01 101e01 110e01 111e01</a:t>
            </a:r>
            <a:endParaRPr lang="es-ES" sz="2200">
              <a:latin typeface="Courier New" pitchFamily="49" charset="0"/>
            </a:endParaRPr>
          </a:p>
        </p:txBody>
      </p:sp>
      <p:sp>
        <p:nvSpPr>
          <p:cNvPr id="74777" name="Text Box 4"/>
          <p:cNvSpPr txBox="1">
            <a:spLocks noChangeArrowheads="1"/>
          </p:cNvSpPr>
          <p:nvPr/>
        </p:nvSpPr>
        <p:spPr bwMode="auto">
          <a:xfrm>
            <a:off x="412750" y="2865438"/>
            <a:ext cx="4867275" cy="304800"/>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sz="1100">
                <a:latin typeface="Courier New" pitchFamily="49" charset="0"/>
              </a:rPr>
              <a:t>000e00 001e00 010e00 011e00 100e00 101e00 110e00 111e00</a:t>
            </a:r>
            <a:endParaRPr lang="es-ES" sz="1100">
              <a:latin typeface="Courier New" pitchFamily="49" charset="0"/>
            </a:endParaRPr>
          </a:p>
        </p:txBody>
      </p:sp>
      <p:sp>
        <p:nvSpPr>
          <p:cNvPr id="74778" name="Line 5"/>
          <p:cNvSpPr>
            <a:spLocks noChangeShapeType="1"/>
          </p:cNvSpPr>
          <p:nvPr/>
        </p:nvSpPr>
        <p:spPr bwMode="auto">
          <a:xfrm>
            <a:off x="493713" y="2595563"/>
            <a:ext cx="0" cy="2700337"/>
          </a:xfrm>
          <a:prstGeom prst="line">
            <a:avLst/>
          </a:prstGeom>
          <a:noFill/>
          <a:ln w="9525">
            <a:solidFill>
              <a:srgbClr val="FF0000"/>
            </a:solidFill>
            <a:round/>
            <a:headEnd/>
            <a:tailEnd/>
          </a:ln>
        </p:spPr>
        <p:txBody>
          <a:bodyPr/>
          <a:lstStyle/>
          <a:p>
            <a:endParaRPr lang="es-ES"/>
          </a:p>
        </p:txBody>
      </p:sp>
      <p:sp>
        <p:nvSpPr>
          <p:cNvPr id="74779" name="Line 6"/>
          <p:cNvSpPr>
            <a:spLocks noChangeShapeType="1"/>
          </p:cNvSpPr>
          <p:nvPr/>
        </p:nvSpPr>
        <p:spPr bwMode="auto">
          <a:xfrm>
            <a:off x="1651000" y="2595563"/>
            <a:ext cx="0" cy="2700337"/>
          </a:xfrm>
          <a:prstGeom prst="line">
            <a:avLst/>
          </a:prstGeom>
          <a:noFill/>
          <a:ln w="9525">
            <a:solidFill>
              <a:srgbClr val="FF0000"/>
            </a:solidFill>
            <a:round/>
            <a:headEnd/>
            <a:tailEnd/>
          </a:ln>
        </p:spPr>
        <p:txBody>
          <a:bodyPr/>
          <a:lstStyle/>
          <a:p>
            <a:endParaRPr lang="es-ES"/>
          </a:p>
        </p:txBody>
      </p:sp>
      <p:sp>
        <p:nvSpPr>
          <p:cNvPr id="74780" name="Line 7"/>
          <p:cNvSpPr>
            <a:spLocks noChangeShapeType="1"/>
          </p:cNvSpPr>
          <p:nvPr/>
        </p:nvSpPr>
        <p:spPr bwMode="auto">
          <a:xfrm>
            <a:off x="2805113" y="2595563"/>
            <a:ext cx="0" cy="2700337"/>
          </a:xfrm>
          <a:prstGeom prst="line">
            <a:avLst/>
          </a:prstGeom>
          <a:noFill/>
          <a:ln w="9525">
            <a:solidFill>
              <a:srgbClr val="FF0000"/>
            </a:solidFill>
            <a:round/>
            <a:headEnd/>
            <a:tailEnd/>
          </a:ln>
        </p:spPr>
        <p:txBody>
          <a:bodyPr/>
          <a:lstStyle/>
          <a:p>
            <a:endParaRPr lang="es-ES"/>
          </a:p>
        </p:txBody>
      </p:sp>
      <p:sp>
        <p:nvSpPr>
          <p:cNvPr id="74781" name="Line 8"/>
          <p:cNvSpPr>
            <a:spLocks noChangeShapeType="1"/>
          </p:cNvSpPr>
          <p:nvPr/>
        </p:nvSpPr>
        <p:spPr bwMode="auto">
          <a:xfrm>
            <a:off x="3960813" y="2595563"/>
            <a:ext cx="0" cy="2700337"/>
          </a:xfrm>
          <a:prstGeom prst="line">
            <a:avLst/>
          </a:prstGeom>
          <a:noFill/>
          <a:ln w="9525">
            <a:solidFill>
              <a:srgbClr val="FF0000"/>
            </a:solidFill>
            <a:round/>
            <a:headEnd/>
            <a:tailEnd/>
          </a:ln>
        </p:spPr>
        <p:txBody>
          <a:bodyPr/>
          <a:lstStyle/>
          <a:p>
            <a:endParaRPr lang="es-ES"/>
          </a:p>
        </p:txBody>
      </p:sp>
      <p:sp>
        <p:nvSpPr>
          <p:cNvPr id="74782" name="Line 9"/>
          <p:cNvSpPr>
            <a:spLocks noChangeShapeType="1"/>
          </p:cNvSpPr>
          <p:nvPr/>
        </p:nvSpPr>
        <p:spPr bwMode="auto">
          <a:xfrm>
            <a:off x="5114925" y="2595563"/>
            <a:ext cx="0" cy="2700337"/>
          </a:xfrm>
          <a:prstGeom prst="line">
            <a:avLst/>
          </a:prstGeom>
          <a:noFill/>
          <a:ln w="9525">
            <a:solidFill>
              <a:srgbClr val="FF0000"/>
            </a:solidFill>
            <a:round/>
            <a:headEnd/>
            <a:tailEnd/>
          </a:ln>
        </p:spPr>
        <p:txBody>
          <a:bodyPr/>
          <a:lstStyle/>
          <a:p>
            <a:endParaRPr lang="es-ES"/>
          </a:p>
        </p:txBody>
      </p:sp>
      <p:sp>
        <p:nvSpPr>
          <p:cNvPr id="74783" name="Line 10"/>
          <p:cNvSpPr>
            <a:spLocks noChangeShapeType="1"/>
          </p:cNvSpPr>
          <p:nvPr/>
        </p:nvSpPr>
        <p:spPr bwMode="auto">
          <a:xfrm>
            <a:off x="6270625" y="2595563"/>
            <a:ext cx="0" cy="2700337"/>
          </a:xfrm>
          <a:prstGeom prst="line">
            <a:avLst/>
          </a:prstGeom>
          <a:noFill/>
          <a:ln w="9525">
            <a:solidFill>
              <a:srgbClr val="FF0000"/>
            </a:solidFill>
            <a:round/>
            <a:headEnd/>
            <a:tailEnd/>
          </a:ln>
        </p:spPr>
        <p:txBody>
          <a:bodyPr/>
          <a:lstStyle/>
          <a:p>
            <a:endParaRPr lang="es-ES"/>
          </a:p>
        </p:txBody>
      </p:sp>
      <p:sp>
        <p:nvSpPr>
          <p:cNvPr id="74784" name="Line 11"/>
          <p:cNvSpPr>
            <a:spLocks noChangeShapeType="1"/>
          </p:cNvSpPr>
          <p:nvPr/>
        </p:nvSpPr>
        <p:spPr bwMode="auto">
          <a:xfrm>
            <a:off x="7426325" y="2595563"/>
            <a:ext cx="0" cy="2700337"/>
          </a:xfrm>
          <a:prstGeom prst="line">
            <a:avLst/>
          </a:prstGeom>
          <a:noFill/>
          <a:ln w="9525">
            <a:solidFill>
              <a:srgbClr val="FF0000"/>
            </a:solidFill>
            <a:round/>
            <a:headEnd/>
            <a:tailEnd/>
          </a:ln>
        </p:spPr>
        <p:txBody>
          <a:bodyPr/>
          <a:lstStyle/>
          <a:p>
            <a:endParaRPr lang="es-ES"/>
          </a:p>
        </p:txBody>
      </p:sp>
      <p:sp>
        <p:nvSpPr>
          <p:cNvPr id="74785" name="Line 12"/>
          <p:cNvSpPr>
            <a:spLocks noChangeShapeType="1"/>
          </p:cNvSpPr>
          <p:nvPr/>
        </p:nvSpPr>
        <p:spPr bwMode="auto">
          <a:xfrm>
            <a:off x="8580438" y="2595563"/>
            <a:ext cx="0" cy="2700337"/>
          </a:xfrm>
          <a:prstGeom prst="line">
            <a:avLst/>
          </a:prstGeom>
          <a:noFill/>
          <a:ln w="9525">
            <a:solidFill>
              <a:srgbClr val="FF0000"/>
            </a:solidFill>
            <a:round/>
            <a:headEnd/>
            <a:tailEnd/>
          </a:ln>
        </p:spPr>
        <p:txBody>
          <a:bodyPr/>
          <a:lstStyle/>
          <a:p>
            <a:endParaRPr lang="es-ES"/>
          </a:p>
        </p:txBody>
      </p:sp>
      <p:sp>
        <p:nvSpPr>
          <p:cNvPr id="74786" name="Line 13"/>
          <p:cNvSpPr>
            <a:spLocks noChangeShapeType="1"/>
          </p:cNvSpPr>
          <p:nvPr/>
        </p:nvSpPr>
        <p:spPr bwMode="auto">
          <a:xfrm>
            <a:off x="1073150" y="3046413"/>
            <a:ext cx="0" cy="2249487"/>
          </a:xfrm>
          <a:prstGeom prst="line">
            <a:avLst/>
          </a:prstGeom>
          <a:noFill/>
          <a:ln w="9525">
            <a:solidFill>
              <a:srgbClr val="00FF00"/>
            </a:solidFill>
            <a:round/>
            <a:headEnd/>
            <a:tailEnd/>
          </a:ln>
        </p:spPr>
        <p:txBody>
          <a:bodyPr/>
          <a:lstStyle/>
          <a:p>
            <a:endParaRPr lang="es-ES"/>
          </a:p>
        </p:txBody>
      </p:sp>
      <p:sp>
        <p:nvSpPr>
          <p:cNvPr id="74787" name="Line 14"/>
          <p:cNvSpPr>
            <a:spLocks noChangeShapeType="1"/>
          </p:cNvSpPr>
          <p:nvPr/>
        </p:nvSpPr>
        <p:spPr bwMode="auto">
          <a:xfrm>
            <a:off x="493713" y="3046413"/>
            <a:ext cx="0" cy="2249487"/>
          </a:xfrm>
          <a:prstGeom prst="line">
            <a:avLst/>
          </a:prstGeom>
          <a:noFill/>
          <a:ln w="9525">
            <a:solidFill>
              <a:srgbClr val="00FF00"/>
            </a:solidFill>
            <a:round/>
            <a:headEnd/>
            <a:tailEnd/>
          </a:ln>
        </p:spPr>
        <p:txBody>
          <a:bodyPr/>
          <a:lstStyle/>
          <a:p>
            <a:endParaRPr lang="es-ES"/>
          </a:p>
        </p:txBody>
      </p:sp>
      <p:sp>
        <p:nvSpPr>
          <p:cNvPr id="74788" name="Line 15"/>
          <p:cNvSpPr>
            <a:spLocks noChangeShapeType="1"/>
          </p:cNvSpPr>
          <p:nvPr/>
        </p:nvSpPr>
        <p:spPr bwMode="auto">
          <a:xfrm>
            <a:off x="2228850" y="3046413"/>
            <a:ext cx="0" cy="2249487"/>
          </a:xfrm>
          <a:prstGeom prst="line">
            <a:avLst/>
          </a:prstGeom>
          <a:noFill/>
          <a:ln w="9525">
            <a:solidFill>
              <a:srgbClr val="00FF00"/>
            </a:solidFill>
            <a:round/>
            <a:headEnd/>
            <a:tailEnd/>
          </a:ln>
        </p:spPr>
        <p:txBody>
          <a:bodyPr/>
          <a:lstStyle/>
          <a:p>
            <a:endParaRPr lang="es-ES"/>
          </a:p>
        </p:txBody>
      </p:sp>
      <p:sp>
        <p:nvSpPr>
          <p:cNvPr id="74789" name="Line 16"/>
          <p:cNvSpPr>
            <a:spLocks noChangeShapeType="1"/>
          </p:cNvSpPr>
          <p:nvPr/>
        </p:nvSpPr>
        <p:spPr bwMode="auto">
          <a:xfrm>
            <a:off x="1651000" y="3046413"/>
            <a:ext cx="0" cy="2249487"/>
          </a:xfrm>
          <a:prstGeom prst="line">
            <a:avLst/>
          </a:prstGeom>
          <a:noFill/>
          <a:ln w="9525">
            <a:solidFill>
              <a:srgbClr val="00FF00"/>
            </a:solidFill>
            <a:round/>
            <a:headEnd/>
            <a:tailEnd/>
          </a:ln>
        </p:spPr>
        <p:txBody>
          <a:bodyPr/>
          <a:lstStyle/>
          <a:p>
            <a:endParaRPr lang="es-ES"/>
          </a:p>
        </p:txBody>
      </p:sp>
      <p:sp>
        <p:nvSpPr>
          <p:cNvPr id="74790" name="Line 17"/>
          <p:cNvSpPr>
            <a:spLocks noChangeShapeType="1"/>
          </p:cNvSpPr>
          <p:nvPr/>
        </p:nvSpPr>
        <p:spPr bwMode="auto">
          <a:xfrm>
            <a:off x="3382963" y="3046413"/>
            <a:ext cx="0" cy="2249487"/>
          </a:xfrm>
          <a:prstGeom prst="line">
            <a:avLst/>
          </a:prstGeom>
          <a:noFill/>
          <a:ln w="9525">
            <a:solidFill>
              <a:srgbClr val="00FF00"/>
            </a:solidFill>
            <a:round/>
            <a:headEnd/>
            <a:tailEnd/>
          </a:ln>
        </p:spPr>
        <p:txBody>
          <a:bodyPr/>
          <a:lstStyle/>
          <a:p>
            <a:endParaRPr lang="es-ES"/>
          </a:p>
        </p:txBody>
      </p:sp>
      <p:sp>
        <p:nvSpPr>
          <p:cNvPr id="74791" name="Line 18"/>
          <p:cNvSpPr>
            <a:spLocks noChangeShapeType="1"/>
          </p:cNvSpPr>
          <p:nvPr/>
        </p:nvSpPr>
        <p:spPr bwMode="auto">
          <a:xfrm>
            <a:off x="2805113" y="3046413"/>
            <a:ext cx="0" cy="2249487"/>
          </a:xfrm>
          <a:prstGeom prst="line">
            <a:avLst/>
          </a:prstGeom>
          <a:noFill/>
          <a:ln w="9525">
            <a:solidFill>
              <a:srgbClr val="00FF00"/>
            </a:solidFill>
            <a:round/>
            <a:headEnd/>
            <a:tailEnd/>
          </a:ln>
        </p:spPr>
        <p:txBody>
          <a:bodyPr/>
          <a:lstStyle/>
          <a:p>
            <a:endParaRPr lang="es-ES"/>
          </a:p>
        </p:txBody>
      </p:sp>
      <p:sp>
        <p:nvSpPr>
          <p:cNvPr id="74792" name="Line 19"/>
          <p:cNvSpPr>
            <a:spLocks noChangeShapeType="1"/>
          </p:cNvSpPr>
          <p:nvPr/>
        </p:nvSpPr>
        <p:spPr bwMode="auto">
          <a:xfrm>
            <a:off x="4537075" y="3046413"/>
            <a:ext cx="0" cy="2249487"/>
          </a:xfrm>
          <a:prstGeom prst="line">
            <a:avLst/>
          </a:prstGeom>
          <a:noFill/>
          <a:ln w="9525">
            <a:solidFill>
              <a:srgbClr val="00FF00"/>
            </a:solidFill>
            <a:round/>
            <a:headEnd/>
            <a:tailEnd/>
          </a:ln>
        </p:spPr>
        <p:txBody>
          <a:bodyPr/>
          <a:lstStyle/>
          <a:p>
            <a:endParaRPr lang="es-ES"/>
          </a:p>
        </p:txBody>
      </p:sp>
      <p:sp>
        <p:nvSpPr>
          <p:cNvPr id="74793" name="Line 20"/>
          <p:cNvSpPr>
            <a:spLocks noChangeShapeType="1"/>
          </p:cNvSpPr>
          <p:nvPr/>
        </p:nvSpPr>
        <p:spPr bwMode="auto">
          <a:xfrm>
            <a:off x="3960813" y="3046413"/>
            <a:ext cx="0" cy="2249487"/>
          </a:xfrm>
          <a:prstGeom prst="line">
            <a:avLst/>
          </a:prstGeom>
          <a:noFill/>
          <a:ln w="9525">
            <a:solidFill>
              <a:srgbClr val="00FF00"/>
            </a:solidFill>
            <a:round/>
            <a:headEnd/>
            <a:tailEnd/>
          </a:ln>
        </p:spPr>
        <p:txBody>
          <a:bodyPr/>
          <a:lstStyle/>
          <a:p>
            <a:endParaRPr lang="es-ES"/>
          </a:p>
        </p:txBody>
      </p:sp>
      <p:sp>
        <p:nvSpPr>
          <p:cNvPr id="74794" name="Text Box 21"/>
          <p:cNvSpPr txBox="1">
            <a:spLocks noChangeArrowheads="1"/>
          </p:cNvSpPr>
          <p:nvPr/>
        </p:nvSpPr>
        <p:spPr bwMode="auto">
          <a:xfrm>
            <a:off x="412750" y="3676650"/>
            <a:ext cx="4867275" cy="198438"/>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sz="500">
                <a:latin typeface="Courier New" pitchFamily="49" charset="0"/>
              </a:rPr>
              <a:t>000e11 001e11 010e11 011e11 100e11 101e11 110e11 111e11</a:t>
            </a:r>
            <a:endParaRPr lang="es-ES" sz="500">
              <a:latin typeface="Courier New" pitchFamily="49" charset="0"/>
            </a:endParaRPr>
          </a:p>
        </p:txBody>
      </p:sp>
      <p:sp>
        <p:nvSpPr>
          <p:cNvPr id="74795" name="Line 25"/>
          <p:cNvSpPr>
            <a:spLocks noChangeShapeType="1"/>
          </p:cNvSpPr>
          <p:nvPr/>
        </p:nvSpPr>
        <p:spPr bwMode="auto">
          <a:xfrm>
            <a:off x="1370013" y="3857625"/>
            <a:ext cx="0" cy="1438275"/>
          </a:xfrm>
          <a:prstGeom prst="line">
            <a:avLst/>
          </a:prstGeom>
          <a:noFill/>
          <a:ln w="9525">
            <a:solidFill>
              <a:srgbClr val="0000FF"/>
            </a:solidFill>
            <a:round/>
            <a:headEnd/>
            <a:tailEnd/>
          </a:ln>
        </p:spPr>
        <p:txBody>
          <a:bodyPr/>
          <a:lstStyle/>
          <a:p>
            <a:endParaRPr lang="es-ES"/>
          </a:p>
        </p:txBody>
      </p:sp>
      <p:sp>
        <p:nvSpPr>
          <p:cNvPr id="74796" name="Line 26"/>
          <p:cNvSpPr>
            <a:spLocks noChangeShapeType="1"/>
          </p:cNvSpPr>
          <p:nvPr/>
        </p:nvSpPr>
        <p:spPr bwMode="auto">
          <a:xfrm>
            <a:off x="1073150" y="3857625"/>
            <a:ext cx="0" cy="1438275"/>
          </a:xfrm>
          <a:prstGeom prst="line">
            <a:avLst/>
          </a:prstGeom>
          <a:noFill/>
          <a:ln w="9525">
            <a:solidFill>
              <a:srgbClr val="0000FF"/>
            </a:solidFill>
            <a:round/>
            <a:headEnd/>
            <a:tailEnd/>
          </a:ln>
        </p:spPr>
        <p:txBody>
          <a:bodyPr/>
          <a:lstStyle/>
          <a:p>
            <a:endParaRPr lang="es-ES"/>
          </a:p>
        </p:txBody>
      </p:sp>
      <p:sp>
        <p:nvSpPr>
          <p:cNvPr id="74797" name="Line 27"/>
          <p:cNvSpPr>
            <a:spLocks noChangeShapeType="1"/>
          </p:cNvSpPr>
          <p:nvPr/>
        </p:nvSpPr>
        <p:spPr bwMode="auto">
          <a:xfrm>
            <a:off x="793750" y="3857625"/>
            <a:ext cx="0" cy="1438275"/>
          </a:xfrm>
          <a:prstGeom prst="line">
            <a:avLst/>
          </a:prstGeom>
          <a:noFill/>
          <a:ln w="9525">
            <a:solidFill>
              <a:srgbClr val="0000FF"/>
            </a:solidFill>
            <a:round/>
            <a:headEnd/>
            <a:tailEnd/>
          </a:ln>
        </p:spPr>
        <p:txBody>
          <a:bodyPr/>
          <a:lstStyle/>
          <a:p>
            <a:endParaRPr lang="es-ES"/>
          </a:p>
        </p:txBody>
      </p:sp>
      <p:sp>
        <p:nvSpPr>
          <p:cNvPr id="74798" name="Line 28"/>
          <p:cNvSpPr>
            <a:spLocks noChangeShapeType="1"/>
          </p:cNvSpPr>
          <p:nvPr/>
        </p:nvSpPr>
        <p:spPr bwMode="auto">
          <a:xfrm>
            <a:off x="493713" y="3857625"/>
            <a:ext cx="0" cy="1438275"/>
          </a:xfrm>
          <a:prstGeom prst="line">
            <a:avLst/>
          </a:prstGeom>
          <a:noFill/>
          <a:ln w="9525">
            <a:solidFill>
              <a:srgbClr val="0000FF"/>
            </a:solidFill>
            <a:round/>
            <a:headEnd/>
            <a:tailEnd/>
          </a:ln>
        </p:spPr>
        <p:txBody>
          <a:bodyPr/>
          <a:lstStyle/>
          <a:p>
            <a:endParaRPr lang="es-ES"/>
          </a:p>
        </p:txBody>
      </p:sp>
      <p:sp>
        <p:nvSpPr>
          <p:cNvPr id="74799" name="Line 29"/>
          <p:cNvSpPr>
            <a:spLocks noChangeShapeType="1"/>
          </p:cNvSpPr>
          <p:nvPr/>
        </p:nvSpPr>
        <p:spPr bwMode="auto">
          <a:xfrm>
            <a:off x="2524125" y="3859213"/>
            <a:ext cx="0" cy="1439862"/>
          </a:xfrm>
          <a:prstGeom prst="line">
            <a:avLst/>
          </a:prstGeom>
          <a:noFill/>
          <a:ln w="9525">
            <a:solidFill>
              <a:srgbClr val="0000FF"/>
            </a:solidFill>
            <a:round/>
            <a:headEnd/>
            <a:tailEnd/>
          </a:ln>
        </p:spPr>
        <p:txBody>
          <a:bodyPr/>
          <a:lstStyle/>
          <a:p>
            <a:endParaRPr lang="es-ES"/>
          </a:p>
        </p:txBody>
      </p:sp>
      <p:sp>
        <p:nvSpPr>
          <p:cNvPr id="74800" name="Line 30"/>
          <p:cNvSpPr>
            <a:spLocks noChangeShapeType="1"/>
          </p:cNvSpPr>
          <p:nvPr/>
        </p:nvSpPr>
        <p:spPr bwMode="auto">
          <a:xfrm>
            <a:off x="2228850" y="3859213"/>
            <a:ext cx="0" cy="1439862"/>
          </a:xfrm>
          <a:prstGeom prst="line">
            <a:avLst/>
          </a:prstGeom>
          <a:noFill/>
          <a:ln w="9525">
            <a:solidFill>
              <a:srgbClr val="0000FF"/>
            </a:solidFill>
            <a:round/>
            <a:headEnd/>
            <a:tailEnd/>
          </a:ln>
        </p:spPr>
        <p:txBody>
          <a:bodyPr/>
          <a:lstStyle/>
          <a:p>
            <a:endParaRPr lang="es-ES"/>
          </a:p>
        </p:txBody>
      </p:sp>
      <p:sp>
        <p:nvSpPr>
          <p:cNvPr id="74801" name="Line 31"/>
          <p:cNvSpPr>
            <a:spLocks noChangeShapeType="1"/>
          </p:cNvSpPr>
          <p:nvPr/>
        </p:nvSpPr>
        <p:spPr bwMode="auto">
          <a:xfrm>
            <a:off x="1947863" y="3859213"/>
            <a:ext cx="0" cy="1439862"/>
          </a:xfrm>
          <a:prstGeom prst="line">
            <a:avLst/>
          </a:prstGeom>
          <a:noFill/>
          <a:ln w="9525">
            <a:solidFill>
              <a:srgbClr val="0000FF"/>
            </a:solidFill>
            <a:round/>
            <a:headEnd/>
            <a:tailEnd/>
          </a:ln>
        </p:spPr>
        <p:txBody>
          <a:bodyPr/>
          <a:lstStyle/>
          <a:p>
            <a:endParaRPr lang="es-ES"/>
          </a:p>
        </p:txBody>
      </p:sp>
      <p:sp>
        <p:nvSpPr>
          <p:cNvPr id="74802" name="Line 32"/>
          <p:cNvSpPr>
            <a:spLocks noChangeShapeType="1"/>
          </p:cNvSpPr>
          <p:nvPr/>
        </p:nvSpPr>
        <p:spPr bwMode="auto">
          <a:xfrm>
            <a:off x="1654175" y="3859213"/>
            <a:ext cx="0" cy="1439862"/>
          </a:xfrm>
          <a:prstGeom prst="line">
            <a:avLst/>
          </a:prstGeom>
          <a:noFill/>
          <a:ln w="9525">
            <a:solidFill>
              <a:srgbClr val="0000FF"/>
            </a:solidFill>
            <a:round/>
            <a:headEnd/>
            <a:tailEnd/>
          </a:ln>
        </p:spPr>
        <p:txBody>
          <a:bodyPr/>
          <a:lstStyle/>
          <a:p>
            <a:endParaRPr lang="es-ES"/>
          </a:p>
        </p:txBody>
      </p:sp>
      <p:sp>
        <p:nvSpPr>
          <p:cNvPr id="74803" name="Text Box 33"/>
          <p:cNvSpPr txBox="1">
            <a:spLocks noChangeArrowheads="1"/>
          </p:cNvSpPr>
          <p:nvPr/>
        </p:nvSpPr>
        <p:spPr bwMode="auto">
          <a:xfrm>
            <a:off x="412750" y="4487863"/>
            <a:ext cx="3794125" cy="165100"/>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sz="300">
                <a:latin typeface="Courier New" pitchFamily="49" charset="0"/>
              </a:rPr>
              <a:t>090790689068906890789078907890789078907890789008</a:t>
            </a:r>
            <a:endParaRPr lang="es-ES" sz="300">
              <a:latin typeface="Courier New" pitchFamily="49" charset="0"/>
            </a:endParaRPr>
          </a:p>
        </p:txBody>
      </p:sp>
      <p:sp>
        <p:nvSpPr>
          <p:cNvPr id="74804" name="Line 34"/>
          <p:cNvSpPr>
            <a:spLocks noChangeShapeType="1"/>
          </p:cNvSpPr>
          <p:nvPr/>
        </p:nvSpPr>
        <p:spPr bwMode="auto">
          <a:xfrm>
            <a:off x="1371600" y="4665663"/>
            <a:ext cx="0" cy="644525"/>
          </a:xfrm>
          <a:prstGeom prst="line">
            <a:avLst/>
          </a:prstGeom>
          <a:noFill/>
          <a:ln w="9525">
            <a:solidFill>
              <a:srgbClr val="FFCC99"/>
            </a:solidFill>
            <a:round/>
            <a:headEnd/>
            <a:tailEnd/>
          </a:ln>
        </p:spPr>
        <p:txBody>
          <a:bodyPr/>
          <a:lstStyle/>
          <a:p>
            <a:endParaRPr lang="es-ES"/>
          </a:p>
        </p:txBody>
      </p:sp>
      <p:sp>
        <p:nvSpPr>
          <p:cNvPr id="74805" name="Line 35"/>
          <p:cNvSpPr>
            <a:spLocks noChangeShapeType="1"/>
          </p:cNvSpPr>
          <p:nvPr/>
        </p:nvSpPr>
        <p:spPr bwMode="auto">
          <a:xfrm>
            <a:off x="1073150" y="4665663"/>
            <a:ext cx="0" cy="644525"/>
          </a:xfrm>
          <a:prstGeom prst="line">
            <a:avLst/>
          </a:prstGeom>
          <a:noFill/>
          <a:ln w="9525">
            <a:solidFill>
              <a:srgbClr val="FFCC99"/>
            </a:solidFill>
            <a:round/>
            <a:headEnd/>
            <a:tailEnd/>
          </a:ln>
        </p:spPr>
        <p:txBody>
          <a:bodyPr/>
          <a:lstStyle/>
          <a:p>
            <a:endParaRPr lang="es-ES"/>
          </a:p>
        </p:txBody>
      </p:sp>
      <p:sp>
        <p:nvSpPr>
          <p:cNvPr id="74806" name="Line 36"/>
          <p:cNvSpPr>
            <a:spLocks noChangeShapeType="1"/>
          </p:cNvSpPr>
          <p:nvPr/>
        </p:nvSpPr>
        <p:spPr bwMode="auto">
          <a:xfrm>
            <a:off x="792163" y="4665663"/>
            <a:ext cx="0" cy="644525"/>
          </a:xfrm>
          <a:prstGeom prst="line">
            <a:avLst/>
          </a:prstGeom>
          <a:noFill/>
          <a:ln w="9525">
            <a:solidFill>
              <a:srgbClr val="FFCC99"/>
            </a:solidFill>
            <a:round/>
            <a:headEnd/>
            <a:tailEnd/>
          </a:ln>
        </p:spPr>
        <p:txBody>
          <a:bodyPr/>
          <a:lstStyle/>
          <a:p>
            <a:endParaRPr lang="es-ES"/>
          </a:p>
        </p:txBody>
      </p:sp>
      <p:sp>
        <p:nvSpPr>
          <p:cNvPr id="74807" name="Line 37"/>
          <p:cNvSpPr>
            <a:spLocks noChangeShapeType="1"/>
          </p:cNvSpPr>
          <p:nvPr/>
        </p:nvSpPr>
        <p:spPr bwMode="auto">
          <a:xfrm>
            <a:off x="493713" y="4665663"/>
            <a:ext cx="0" cy="644525"/>
          </a:xfrm>
          <a:prstGeom prst="line">
            <a:avLst/>
          </a:prstGeom>
          <a:noFill/>
          <a:ln w="9525">
            <a:solidFill>
              <a:srgbClr val="FFCC99"/>
            </a:solidFill>
            <a:round/>
            <a:headEnd/>
            <a:tailEnd/>
          </a:ln>
        </p:spPr>
        <p:txBody>
          <a:bodyPr/>
          <a:lstStyle/>
          <a:p>
            <a:endParaRPr lang="es-ES"/>
          </a:p>
        </p:txBody>
      </p:sp>
      <p:sp>
        <p:nvSpPr>
          <p:cNvPr id="74808" name="Line 38"/>
          <p:cNvSpPr>
            <a:spLocks noChangeShapeType="1"/>
          </p:cNvSpPr>
          <p:nvPr/>
        </p:nvSpPr>
        <p:spPr bwMode="auto">
          <a:xfrm>
            <a:off x="1506538" y="4665663"/>
            <a:ext cx="0" cy="644525"/>
          </a:xfrm>
          <a:prstGeom prst="line">
            <a:avLst/>
          </a:prstGeom>
          <a:noFill/>
          <a:ln w="9525">
            <a:solidFill>
              <a:srgbClr val="FFCC99"/>
            </a:solidFill>
            <a:round/>
            <a:headEnd/>
            <a:tailEnd/>
          </a:ln>
        </p:spPr>
        <p:txBody>
          <a:bodyPr/>
          <a:lstStyle/>
          <a:p>
            <a:endParaRPr lang="es-ES"/>
          </a:p>
        </p:txBody>
      </p:sp>
      <p:sp>
        <p:nvSpPr>
          <p:cNvPr id="74809" name="Line 39"/>
          <p:cNvSpPr>
            <a:spLocks noChangeShapeType="1"/>
          </p:cNvSpPr>
          <p:nvPr/>
        </p:nvSpPr>
        <p:spPr bwMode="auto">
          <a:xfrm>
            <a:off x="1217613" y="4665663"/>
            <a:ext cx="0" cy="644525"/>
          </a:xfrm>
          <a:prstGeom prst="line">
            <a:avLst/>
          </a:prstGeom>
          <a:noFill/>
          <a:ln w="9525">
            <a:solidFill>
              <a:srgbClr val="FFCC99"/>
            </a:solidFill>
            <a:round/>
            <a:headEnd/>
            <a:tailEnd/>
          </a:ln>
        </p:spPr>
        <p:txBody>
          <a:bodyPr/>
          <a:lstStyle/>
          <a:p>
            <a:endParaRPr lang="es-ES"/>
          </a:p>
        </p:txBody>
      </p:sp>
      <p:sp>
        <p:nvSpPr>
          <p:cNvPr id="74810" name="Line 40"/>
          <p:cNvSpPr>
            <a:spLocks noChangeShapeType="1"/>
          </p:cNvSpPr>
          <p:nvPr/>
        </p:nvSpPr>
        <p:spPr bwMode="auto">
          <a:xfrm>
            <a:off x="917575" y="4665663"/>
            <a:ext cx="0" cy="644525"/>
          </a:xfrm>
          <a:prstGeom prst="line">
            <a:avLst/>
          </a:prstGeom>
          <a:noFill/>
          <a:ln w="9525">
            <a:solidFill>
              <a:srgbClr val="FFCC99"/>
            </a:solidFill>
            <a:round/>
            <a:headEnd/>
            <a:tailEnd/>
          </a:ln>
        </p:spPr>
        <p:txBody>
          <a:bodyPr/>
          <a:lstStyle/>
          <a:p>
            <a:endParaRPr lang="es-ES"/>
          </a:p>
        </p:txBody>
      </p:sp>
      <p:sp>
        <p:nvSpPr>
          <p:cNvPr id="74811" name="Line 41"/>
          <p:cNvSpPr>
            <a:spLocks noChangeShapeType="1"/>
          </p:cNvSpPr>
          <p:nvPr/>
        </p:nvSpPr>
        <p:spPr bwMode="auto">
          <a:xfrm>
            <a:off x="636588" y="4665663"/>
            <a:ext cx="0" cy="644525"/>
          </a:xfrm>
          <a:prstGeom prst="line">
            <a:avLst/>
          </a:prstGeom>
          <a:noFill/>
          <a:ln w="9525">
            <a:solidFill>
              <a:srgbClr val="FFCC99"/>
            </a:solidFill>
            <a:round/>
            <a:headEnd/>
            <a:tailEnd/>
          </a:ln>
        </p:spPr>
        <p:txBody>
          <a:bodyPr/>
          <a:lstStyle/>
          <a:p>
            <a:endParaRPr lang="es-ES"/>
          </a:p>
        </p:txBody>
      </p:sp>
      <p:sp>
        <p:nvSpPr>
          <p:cNvPr id="74812" name="Line 42"/>
          <p:cNvSpPr>
            <a:spLocks noChangeShapeType="1"/>
          </p:cNvSpPr>
          <p:nvPr/>
        </p:nvSpPr>
        <p:spPr bwMode="auto">
          <a:xfrm>
            <a:off x="493713" y="5295900"/>
            <a:ext cx="8994775" cy="0"/>
          </a:xfrm>
          <a:prstGeom prst="line">
            <a:avLst/>
          </a:prstGeom>
          <a:noFill/>
          <a:ln w="15875">
            <a:solidFill>
              <a:schemeClr val="tx1"/>
            </a:solidFill>
            <a:round/>
            <a:headEnd/>
            <a:tailEnd type="stealth" w="med" len="med"/>
          </a:ln>
        </p:spPr>
        <p:txBody>
          <a:bodyPr/>
          <a:lstStyle/>
          <a:p>
            <a:endParaRPr lang="es-ES"/>
          </a:p>
        </p:txBody>
      </p:sp>
      <p:sp>
        <p:nvSpPr>
          <p:cNvPr id="74813" name="Text Box 44"/>
          <p:cNvSpPr txBox="1">
            <a:spLocks noChangeArrowheads="1"/>
          </p:cNvSpPr>
          <p:nvPr/>
        </p:nvSpPr>
        <p:spPr bwMode="auto">
          <a:xfrm>
            <a:off x="330200" y="5295900"/>
            <a:ext cx="9077325" cy="338138"/>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b="1">
                <a:latin typeface="Courier New" pitchFamily="49" charset="0"/>
              </a:rPr>
              <a:t>0   0.25   0.5  0.75   1   1.25   1.5   1.75  2           2.5        3           3.5</a:t>
            </a:r>
            <a:endParaRPr lang="es-ES" b="1">
              <a:latin typeface="Courier New" pitchFamily="49" charset="0"/>
            </a:endParaRPr>
          </a:p>
        </p:txBody>
      </p:sp>
      <p:sp>
        <p:nvSpPr>
          <p:cNvPr id="74814" name="Text Box 61"/>
          <p:cNvSpPr txBox="1">
            <a:spLocks noChangeArrowheads="1"/>
          </p:cNvSpPr>
          <p:nvPr/>
        </p:nvSpPr>
        <p:spPr bwMode="auto">
          <a:xfrm>
            <a:off x="577850" y="5940425"/>
            <a:ext cx="8250238" cy="560388"/>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s-ES_tradnl" sz="2600"/>
              <a:t>Mismo rango de representación. Mayor precisión</a:t>
            </a:r>
            <a:endParaRPr lang="es-ES" sz="2600"/>
          </a:p>
        </p:txBody>
      </p:sp>
      <p:sp>
        <p:nvSpPr>
          <p:cNvPr id="74815" name="Line 62"/>
          <p:cNvSpPr>
            <a:spLocks noChangeShapeType="1"/>
          </p:cNvSpPr>
          <p:nvPr/>
        </p:nvSpPr>
        <p:spPr bwMode="auto">
          <a:xfrm>
            <a:off x="565150" y="4665663"/>
            <a:ext cx="0" cy="644525"/>
          </a:xfrm>
          <a:prstGeom prst="line">
            <a:avLst/>
          </a:prstGeom>
          <a:noFill/>
          <a:ln w="9525">
            <a:solidFill>
              <a:srgbClr val="FFCC99"/>
            </a:solidFill>
            <a:round/>
            <a:headEnd/>
            <a:tailEnd/>
          </a:ln>
        </p:spPr>
        <p:txBody>
          <a:bodyPr/>
          <a:lstStyle/>
          <a:p>
            <a:endParaRPr lang="es-ES"/>
          </a:p>
        </p:txBody>
      </p:sp>
      <p:sp>
        <p:nvSpPr>
          <p:cNvPr id="74816" name="Line 63"/>
          <p:cNvSpPr>
            <a:spLocks noChangeShapeType="1"/>
          </p:cNvSpPr>
          <p:nvPr/>
        </p:nvSpPr>
        <p:spPr bwMode="auto">
          <a:xfrm>
            <a:off x="712788" y="4664075"/>
            <a:ext cx="0" cy="642938"/>
          </a:xfrm>
          <a:prstGeom prst="line">
            <a:avLst/>
          </a:prstGeom>
          <a:noFill/>
          <a:ln w="9525">
            <a:solidFill>
              <a:srgbClr val="FFCC99"/>
            </a:solidFill>
            <a:round/>
            <a:headEnd/>
            <a:tailEnd/>
          </a:ln>
        </p:spPr>
        <p:txBody>
          <a:bodyPr/>
          <a:lstStyle/>
          <a:p>
            <a:endParaRPr lang="es-ES"/>
          </a:p>
        </p:txBody>
      </p:sp>
      <p:sp>
        <p:nvSpPr>
          <p:cNvPr id="74817" name="Line 64"/>
          <p:cNvSpPr>
            <a:spLocks noChangeShapeType="1"/>
          </p:cNvSpPr>
          <p:nvPr/>
        </p:nvSpPr>
        <p:spPr bwMode="auto">
          <a:xfrm>
            <a:off x="858838" y="4662488"/>
            <a:ext cx="0" cy="642937"/>
          </a:xfrm>
          <a:prstGeom prst="line">
            <a:avLst/>
          </a:prstGeom>
          <a:noFill/>
          <a:ln w="9525">
            <a:solidFill>
              <a:srgbClr val="FFCC99"/>
            </a:solidFill>
            <a:round/>
            <a:headEnd/>
            <a:tailEnd/>
          </a:ln>
        </p:spPr>
        <p:txBody>
          <a:bodyPr/>
          <a:lstStyle/>
          <a:p>
            <a:endParaRPr lang="es-ES"/>
          </a:p>
        </p:txBody>
      </p:sp>
      <p:sp>
        <p:nvSpPr>
          <p:cNvPr id="74818" name="Line 65"/>
          <p:cNvSpPr>
            <a:spLocks noChangeShapeType="1"/>
          </p:cNvSpPr>
          <p:nvPr/>
        </p:nvSpPr>
        <p:spPr bwMode="auto">
          <a:xfrm>
            <a:off x="993775" y="4662488"/>
            <a:ext cx="0" cy="642937"/>
          </a:xfrm>
          <a:prstGeom prst="line">
            <a:avLst/>
          </a:prstGeom>
          <a:noFill/>
          <a:ln w="9525">
            <a:solidFill>
              <a:srgbClr val="FFCC99"/>
            </a:solidFill>
            <a:round/>
            <a:headEnd/>
            <a:tailEnd/>
          </a:ln>
        </p:spPr>
        <p:txBody>
          <a:bodyPr/>
          <a:lstStyle/>
          <a:p>
            <a:endParaRPr lang="es-ES"/>
          </a:p>
        </p:txBody>
      </p:sp>
      <p:sp>
        <p:nvSpPr>
          <p:cNvPr id="74819" name="Line 66"/>
          <p:cNvSpPr>
            <a:spLocks noChangeShapeType="1"/>
          </p:cNvSpPr>
          <p:nvPr/>
        </p:nvSpPr>
        <p:spPr bwMode="auto">
          <a:xfrm>
            <a:off x="1149350" y="4664075"/>
            <a:ext cx="0" cy="642938"/>
          </a:xfrm>
          <a:prstGeom prst="line">
            <a:avLst/>
          </a:prstGeom>
          <a:noFill/>
          <a:ln w="9525">
            <a:solidFill>
              <a:srgbClr val="FFCC99"/>
            </a:solidFill>
            <a:round/>
            <a:headEnd/>
            <a:tailEnd/>
          </a:ln>
        </p:spPr>
        <p:txBody>
          <a:bodyPr/>
          <a:lstStyle/>
          <a:p>
            <a:endParaRPr lang="es-ES"/>
          </a:p>
        </p:txBody>
      </p:sp>
      <p:sp>
        <p:nvSpPr>
          <p:cNvPr id="74820" name="Line 67"/>
          <p:cNvSpPr>
            <a:spLocks noChangeShapeType="1"/>
          </p:cNvSpPr>
          <p:nvPr/>
        </p:nvSpPr>
        <p:spPr bwMode="auto">
          <a:xfrm>
            <a:off x="1292225" y="4662488"/>
            <a:ext cx="0" cy="642937"/>
          </a:xfrm>
          <a:prstGeom prst="line">
            <a:avLst/>
          </a:prstGeom>
          <a:noFill/>
          <a:ln w="9525">
            <a:solidFill>
              <a:srgbClr val="FFCC99"/>
            </a:solidFill>
            <a:round/>
            <a:headEnd/>
            <a:tailEnd/>
          </a:ln>
        </p:spPr>
        <p:txBody>
          <a:bodyPr/>
          <a:lstStyle/>
          <a:p>
            <a:endParaRPr lang="es-ES"/>
          </a:p>
        </p:txBody>
      </p:sp>
      <p:sp>
        <p:nvSpPr>
          <p:cNvPr id="74821" name="Line 68"/>
          <p:cNvSpPr>
            <a:spLocks noChangeShapeType="1"/>
          </p:cNvSpPr>
          <p:nvPr/>
        </p:nvSpPr>
        <p:spPr bwMode="auto">
          <a:xfrm>
            <a:off x="1441450" y="4667250"/>
            <a:ext cx="0" cy="646113"/>
          </a:xfrm>
          <a:prstGeom prst="line">
            <a:avLst/>
          </a:prstGeom>
          <a:noFill/>
          <a:ln w="9525">
            <a:solidFill>
              <a:srgbClr val="FFCC99"/>
            </a:solidFill>
            <a:round/>
            <a:headEnd/>
            <a:tailEnd/>
          </a:ln>
        </p:spPr>
        <p:txBody>
          <a:bodyPr/>
          <a:lstStyle/>
          <a:p>
            <a:endParaRPr lang="es-ES"/>
          </a:p>
        </p:txBody>
      </p:sp>
      <p:sp>
        <p:nvSpPr>
          <p:cNvPr id="74822" name="Line 69"/>
          <p:cNvSpPr>
            <a:spLocks noChangeShapeType="1"/>
          </p:cNvSpPr>
          <p:nvPr/>
        </p:nvSpPr>
        <p:spPr bwMode="auto">
          <a:xfrm>
            <a:off x="1573213" y="4662488"/>
            <a:ext cx="0" cy="642937"/>
          </a:xfrm>
          <a:prstGeom prst="line">
            <a:avLst/>
          </a:prstGeom>
          <a:noFill/>
          <a:ln w="9525">
            <a:solidFill>
              <a:srgbClr val="FFCC99"/>
            </a:solidFill>
            <a:round/>
            <a:headEnd/>
            <a:tailEnd/>
          </a:ln>
        </p:spPr>
        <p:txBody>
          <a:bodyPr/>
          <a:lstStyle/>
          <a:p>
            <a:endParaRPr lang="es-ES"/>
          </a:p>
        </p:txBody>
      </p:sp>
      <p:sp>
        <p:nvSpPr>
          <p:cNvPr id="74823" name="Line 74"/>
          <p:cNvSpPr>
            <a:spLocks noChangeShapeType="1"/>
          </p:cNvSpPr>
          <p:nvPr/>
        </p:nvSpPr>
        <p:spPr bwMode="auto">
          <a:xfrm>
            <a:off x="1798638" y="3862388"/>
            <a:ext cx="0" cy="1439862"/>
          </a:xfrm>
          <a:prstGeom prst="line">
            <a:avLst/>
          </a:prstGeom>
          <a:noFill/>
          <a:ln w="9525">
            <a:solidFill>
              <a:srgbClr val="0000FF"/>
            </a:solidFill>
            <a:round/>
            <a:headEnd/>
            <a:tailEnd/>
          </a:ln>
        </p:spPr>
        <p:txBody>
          <a:bodyPr/>
          <a:lstStyle/>
          <a:p>
            <a:endParaRPr lang="es-ES"/>
          </a:p>
        </p:txBody>
      </p:sp>
      <p:sp>
        <p:nvSpPr>
          <p:cNvPr id="74824" name="Line 75"/>
          <p:cNvSpPr>
            <a:spLocks noChangeShapeType="1"/>
          </p:cNvSpPr>
          <p:nvPr/>
        </p:nvSpPr>
        <p:spPr bwMode="auto">
          <a:xfrm>
            <a:off x="2084388" y="3860800"/>
            <a:ext cx="0" cy="1439863"/>
          </a:xfrm>
          <a:prstGeom prst="line">
            <a:avLst/>
          </a:prstGeom>
          <a:noFill/>
          <a:ln w="9525">
            <a:solidFill>
              <a:srgbClr val="0000FF"/>
            </a:solidFill>
            <a:round/>
            <a:headEnd/>
            <a:tailEnd/>
          </a:ln>
        </p:spPr>
        <p:txBody>
          <a:bodyPr/>
          <a:lstStyle/>
          <a:p>
            <a:endParaRPr lang="es-ES"/>
          </a:p>
        </p:txBody>
      </p:sp>
      <p:sp>
        <p:nvSpPr>
          <p:cNvPr id="74825" name="Line 76"/>
          <p:cNvSpPr>
            <a:spLocks noChangeShapeType="1"/>
          </p:cNvSpPr>
          <p:nvPr/>
        </p:nvSpPr>
        <p:spPr bwMode="auto">
          <a:xfrm>
            <a:off x="2376488" y="3860800"/>
            <a:ext cx="0" cy="1439863"/>
          </a:xfrm>
          <a:prstGeom prst="line">
            <a:avLst/>
          </a:prstGeom>
          <a:noFill/>
          <a:ln w="9525">
            <a:solidFill>
              <a:srgbClr val="0000FF"/>
            </a:solidFill>
            <a:round/>
            <a:headEnd/>
            <a:tailEnd/>
          </a:ln>
        </p:spPr>
        <p:txBody>
          <a:bodyPr/>
          <a:lstStyle/>
          <a:p>
            <a:endParaRPr lang="es-ES"/>
          </a:p>
        </p:txBody>
      </p:sp>
      <p:sp>
        <p:nvSpPr>
          <p:cNvPr id="74826" name="Line 77"/>
          <p:cNvSpPr>
            <a:spLocks noChangeShapeType="1"/>
          </p:cNvSpPr>
          <p:nvPr/>
        </p:nvSpPr>
        <p:spPr bwMode="auto">
          <a:xfrm>
            <a:off x="2659063" y="3862388"/>
            <a:ext cx="0" cy="1439862"/>
          </a:xfrm>
          <a:prstGeom prst="line">
            <a:avLst/>
          </a:prstGeom>
          <a:noFill/>
          <a:ln w="9525">
            <a:solidFill>
              <a:srgbClr val="0000FF"/>
            </a:solidFill>
            <a:round/>
            <a:headEnd/>
            <a:tailEnd/>
          </a:ln>
        </p:spPr>
        <p:txBody>
          <a:bodyPr/>
          <a:lstStyle/>
          <a:p>
            <a:endParaRPr lang="es-E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2"/>
          <p:cNvSpPr>
            <a:spLocks noGrp="1" noChangeArrowheads="1"/>
          </p:cNvSpPr>
          <p:nvPr>
            <p:ph type="title"/>
          </p:nvPr>
        </p:nvSpPr>
        <p:spPr/>
        <p:txBody>
          <a:bodyPr/>
          <a:lstStyle/>
          <a:p>
            <a:pPr eaLnBrk="1" hangingPunct="1"/>
            <a:r>
              <a:rPr lang="es-ES_tradnl"/>
              <a:t>Normalización de mantisas</a:t>
            </a:r>
            <a:endParaRPr lang="es-ES"/>
          </a:p>
        </p:txBody>
      </p:sp>
      <p:sp>
        <p:nvSpPr>
          <p:cNvPr id="75780" name="Rectangle 3"/>
          <p:cNvSpPr>
            <a:spLocks noGrp="1" noChangeArrowheads="1"/>
          </p:cNvSpPr>
          <p:nvPr>
            <p:ph sz="quarter" idx="1"/>
          </p:nvPr>
        </p:nvSpPr>
        <p:spPr/>
        <p:txBody>
          <a:bodyPr/>
          <a:lstStyle/>
          <a:p>
            <a:pPr eaLnBrk="1" hangingPunct="1"/>
            <a:r>
              <a:rPr lang="es-ES_tradnl"/>
              <a:t>6,023e23   60,23e22   602,3e21 varias formas de representar un mismo número</a:t>
            </a:r>
          </a:p>
          <a:p>
            <a:pPr eaLnBrk="1" hangingPunct="1"/>
            <a:r>
              <a:rPr lang="es-ES_tradnl"/>
              <a:t>Ejemplo: 5 bits </a:t>
            </a:r>
            <a:r>
              <a:rPr lang="es-ES_tradnl">
                <a:sym typeface="Wingdings" pitchFamily="2" charset="2"/>
              </a:rPr>
              <a:t> 32 combinaciones; pero sólo 20 números representables (redundancia)</a:t>
            </a:r>
          </a:p>
          <a:p>
            <a:pPr eaLnBrk="1" hangingPunct="1"/>
            <a:r>
              <a:rPr lang="es-ES_tradnl">
                <a:sym typeface="Wingdings" pitchFamily="2" charset="2"/>
              </a:rPr>
              <a:t>Solución: Fijar la coma respecto al dígito más significativo (DMS): </a:t>
            </a:r>
            <a:r>
              <a:rPr lang="es-ES_tradnl" b="1">
                <a:sym typeface="Wingdings" pitchFamily="2" charset="2"/>
              </a:rPr>
              <a:t>Normalización.</a:t>
            </a:r>
          </a:p>
          <a:p>
            <a:pPr eaLnBrk="1" hangingPunct="1"/>
            <a:r>
              <a:rPr lang="es-ES_tradnl">
                <a:sym typeface="Wingdings" pitchFamily="2" charset="2"/>
              </a:rPr>
              <a:t>Ej.: Sólo la forma 6.023e23 es válida</a:t>
            </a:r>
          </a:p>
          <a:p>
            <a:pPr eaLnBrk="1" hangingPunct="1"/>
            <a:r>
              <a:rPr lang="es-ES_tradnl">
                <a:sym typeface="Wingdings" pitchFamily="2" charset="2"/>
              </a:rPr>
              <a:t>El cero es un caso especial (no tiene DMS)</a:t>
            </a:r>
          </a:p>
          <a:p>
            <a:pPr eaLnBrk="1" hangingPunct="1">
              <a:buFontTx/>
              <a:buNone/>
            </a:pPr>
            <a:endParaRPr lang="es-E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title"/>
          </p:nvPr>
        </p:nvSpPr>
        <p:spPr/>
        <p:txBody>
          <a:bodyPr>
            <a:normAutofit fontScale="90000"/>
          </a:bodyPr>
          <a:lstStyle/>
          <a:p>
            <a:pPr eaLnBrk="1" hangingPunct="1"/>
            <a:r>
              <a:rPr lang="es-ES_tradnl"/>
              <a:t>Normalización de mantisas. Bit implícito</a:t>
            </a:r>
            <a:endParaRPr lang="es-ES"/>
          </a:p>
        </p:txBody>
      </p:sp>
      <p:sp>
        <p:nvSpPr>
          <p:cNvPr id="76804" name="Rectangle 3"/>
          <p:cNvSpPr>
            <a:spLocks noGrp="1" noChangeArrowheads="1"/>
          </p:cNvSpPr>
          <p:nvPr>
            <p:ph sz="quarter" idx="1"/>
          </p:nvPr>
        </p:nvSpPr>
        <p:spPr>
          <a:xfrm>
            <a:off x="742950" y="2339975"/>
            <a:ext cx="9158288" cy="4860925"/>
          </a:xfrm>
        </p:spPr>
        <p:txBody>
          <a:bodyPr/>
          <a:lstStyle/>
          <a:p>
            <a:pPr eaLnBrk="1" hangingPunct="1"/>
            <a:r>
              <a:rPr lang="es-ES_tradnl"/>
              <a:t>Sólo las combinaciones:  1MM-EE son válidas</a:t>
            </a:r>
          </a:p>
          <a:p>
            <a:pPr eaLnBrk="1" hangingPunct="1"/>
            <a:r>
              <a:rPr lang="es-ES_tradnl"/>
              <a:t>“Gastamos” un biestable para guardar siempre un 1</a:t>
            </a:r>
          </a:p>
          <a:p>
            <a:pPr eaLnBrk="1" hangingPunct="1"/>
            <a:r>
              <a:rPr lang="es-ES_tradnl"/>
              <a:t>Solución: Al representar, no guardar ese 1</a:t>
            </a:r>
          </a:p>
          <a:p>
            <a:pPr eaLnBrk="1" hangingPunct="1"/>
            <a:endParaRPr lang="es-ES_tradnl"/>
          </a:p>
          <a:p>
            <a:pPr lvl="1" eaLnBrk="1" hangingPunct="1"/>
            <a:r>
              <a:rPr lang="es-ES_tradnl"/>
              <a:t>Bit implícito: 1.011e 11 se guarda como 011e11</a:t>
            </a:r>
          </a:p>
          <a:p>
            <a:pPr lvl="1" eaLnBrk="1" hangingPunct="1">
              <a:buFontTx/>
              <a:buNone/>
            </a:pPr>
            <a:r>
              <a:rPr lang="es-ES_tradnl"/>
              <a:t>(aumentamos la precisión sin coste, al evitar la redundancia)</a:t>
            </a:r>
          </a:p>
          <a:p>
            <a:pPr lvl="1" eaLnBrk="1" hangingPunct="1">
              <a:buFontTx/>
              <a:buNone/>
            </a:pPr>
            <a:endParaRPr lang="es-ES_tradnl"/>
          </a:p>
          <a:p>
            <a:pPr lvl="1" eaLnBrk="1" hangingPunct="1">
              <a:buFontTx/>
              <a:buNone/>
            </a:pPr>
            <a:r>
              <a:rPr lang="es-ES_tradnl"/>
              <a:t>¡Al operar con el número, hay que recuperar el bit implícito!</a:t>
            </a:r>
          </a:p>
          <a:p>
            <a:pPr eaLnBrk="1" hangingPunct="1"/>
            <a:endParaRPr lang="es-E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2"/>
          <p:cNvSpPr>
            <a:spLocks noGrp="1" noChangeArrowheads="1"/>
          </p:cNvSpPr>
          <p:nvPr>
            <p:ph type="title"/>
          </p:nvPr>
        </p:nvSpPr>
        <p:spPr/>
        <p:txBody>
          <a:bodyPr/>
          <a:lstStyle/>
          <a:p>
            <a:pPr eaLnBrk="1" hangingPunct="1"/>
            <a:r>
              <a:rPr lang="es-ES_tradnl"/>
              <a:t>IEEE-754 de 32 bits</a:t>
            </a:r>
            <a:endParaRPr lang="es-ES"/>
          </a:p>
        </p:txBody>
      </p:sp>
      <p:sp>
        <p:nvSpPr>
          <p:cNvPr id="77828" name="Rectangle 3"/>
          <p:cNvSpPr>
            <a:spLocks noGrp="1" noChangeArrowheads="1"/>
          </p:cNvSpPr>
          <p:nvPr>
            <p:ph sz="quarter" idx="1"/>
          </p:nvPr>
        </p:nvSpPr>
        <p:spPr/>
        <p:txBody>
          <a:bodyPr/>
          <a:lstStyle/>
          <a:p>
            <a:pPr eaLnBrk="1" hangingPunct="1"/>
            <a:r>
              <a:rPr lang="es-ES_tradnl" dirty="0"/>
              <a:t>Exponente E en exceso a 127 con </a:t>
            </a:r>
            <a:r>
              <a:rPr lang="es-ES_tradnl" i="1" dirty="0"/>
              <a:t>8 bits</a:t>
            </a:r>
          </a:p>
          <a:p>
            <a:pPr eaLnBrk="1" hangingPunct="1"/>
            <a:r>
              <a:rPr lang="es-ES_tradnl" dirty="0"/>
              <a:t>Mantisa en formato signo S </a:t>
            </a:r>
            <a:r>
              <a:rPr lang="es-ES_tradnl" i="1" dirty="0"/>
              <a:t>(1 bit) - </a:t>
            </a:r>
            <a:r>
              <a:rPr lang="es-ES_tradnl" dirty="0"/>
              <a:t> magnitud M</a:t>
            </a:r>
          </a:p>
          <a:p>
            <a:pPr eaLnBrk="1" hangingPunct="1"/>
            <a:r>
              <a:rPr lang="es-ES_tradnl" dirty="0"/>
              <a:t>La magnitud M tiene 24 bits, pero está normalizada con BMS a la izquierda de la coma, y el BMS se hace implícito </a:t>
            </a:r>
            <a:r>
              <a:rPr lang="es-ES_tradnl" i="1" dirty="0"/>
              <a:t>(23 bits)</a:t>
            </a:r>
          </a:p>
          <a:p>
            <a:pPr eaLnBrk="1" hangingPunct="1"/>
            <a:endParaRPr lang="es-ES_tradnl" i="1" dirty="0"/>
          </a:p>
          <a:p>
            <a:pPr eaLnBrk="1" hangingPunct="1">
              <a:buFontTx/>
              <a:buNone/>
            </a:pPr>
            <a:endParaRPr lang="es-ES_tradnl" i="1" dirty="0"/>
          </a:p>
          <a:p>
            <a:pPr eaLnBrk="1" hangingPunct="1">
              <a:buFontTx/>
              <a:buNone/>
            </a:pPr>
            <a:r>
              <a:rPr lang="es-ES_tradnl" i="1" dirty="0"/>
              <a:t>                           </a:t>
            </a:r>
            <a:r>
              <a:rPr lang="es-ES_tradnl" dirty="0"/>
              <a:t>(-1)</a:t>
            </a:r>
            <a:r>
              <a:rPr lang="es-ES_tradnl" baseline="30000" dirty="0"/>
              <a:t>S</a:t>
            </a:r>
            <a:r>
              <a:rPr lang="es-ES_tradnl" dirty="0"/>
              <a:t>· 1.M · 2 </a:t>
            </a:r>
            <a:r>
              <a:rPr lang="es-ES_tradnl" baseline="30000" dirty="0"/>
              <a:t>(E-127)</a:t>
            </a:r>
            <a:endParaRPr lang="es-ES" baseline="30000" dirty="0"/>
          </a:p>
        </p:txBody>
      </p:sp>
      <p:graphicFrame>
        <p:nvGraphicFramePr>
          <p:cNvPr id="74759" name="Group 1031"/>
          <p:cNvGraphicFramePr>
            <a:graphicFrameLocks noGrp="1"/>
          </p:cNvGraphicFramePr>
          <p:nvPr>
            <p:extLst>
              <p:ext uri="{D42A27DB-BD31-4B8C-83A1-F6EECF244321}">
                <p14:modId xmlns:p14="http://schemas.microsoft.com/office/powerpoint/2010/main" val="2758551917"/>
              </p:ext>
            </p:extLst>
          </p:nvPr>
        </p:nvGraphicFramePr>
        <p:xfrm>
          <a:off x="2567782" y="6083300"/>
          <a:ext cx="4621212" cy="400050"/>
        </p:xfrm>
        <a:graphic>
          <a:graphicData uri="http://schemas.openxmlformats.org/drawingml/2006/table">
            <a:tbl>
              <a:tblPr/>
              <a:tblGrid>
                <a:gridCol w="317500">
                  <a:extLst>
                    <a:ext uri="{9D8B030D-6E8A-4147-A177-3AD203B41FA5}">
                      <a16:colId xmlns:a16="http://schemas.microsoft.com/office/drawing/2014/main" val="20000"/>
                    </a:ext>
                  </a:extLst>
                </a:gridCol>
                <a:gridCol w="1276350">
                  <a:extLst>
                    <a:ext uri="{9D8B030D-6E8A-4147-A177-3AD203B41FA5}">
                      <a16:colId xmlns:a16="http://schemas.microsoft.com/office/drawing/2014/main" val="20001"/>
                    </a:ext>
                  </a:extLst>
                </a:gridCol>
                <a:gridCol w="3027362">
                  <a:extLst>
                    <a:ext uri="{9D8B030D-6E8A-4147-A177-3AD203B41FA5}">
                      <a16:colId xmlns:a16="http://schemas.microsoft.com/office/drawing/2014/main" val="20002"/>
                    </a:ext>
                  </a:extLst>
                </a:gridCol>
              </a:tblGrid>
              <a:tr h="400050">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800" b="0" i="0" u="none" strike="noStrike" cap="none" normalizeH="0" baseline="0" dirty="0">
                          <a:ln>
                            <a:noFill/>
                          </a:ln>
                          <a:solidFill>
                            <a:schemeClr val="tx1"/>
                          </a:solidFill>
                          <a:effectLst/>
                          <a:latin typeface="Courier New" pitchFamily="49" charset="0"/>
                        </a:rPr>
                        <a:t>S</a:t>
                      </a:r>
                      <a:endParaRPr kumimoji="0" lang="es-ES" sz="1800" b="0" i="0" u="none" strike="noStrike" cap="none" normalizeH="0" baseline="0" dirty="0">
                        <a:ln>
                          <a:noFill/>
                        </a:ln>
                        <a:solidFill>
                          <a:schemeClr val="tx1"/>
                        </a:solidFill>
                        <a:effectLst/>
                        <a:latin typeface="Courier New" pitchFamily="49" charset="0"/>
                      </a:endParaRPr>
                    </a:p>
                  </a:txBody>
                  <a:tcPr marL="100191" marR="100191" marT="50095" marB="50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700" b="0" i="0" u="none" strike="noStrike" cap="none" normalizeH="0" baseline="0" dirty="0">
                          <a:ln>
                            <a:noFill/>
                          </a:ln>
                          <a:solidFill>
                            <a:schemeClr val="tx1"/>
                          </a:solidFill>
                          <a:effectLst/>
                          <a:latin typeface="Courier New" pitchFamily="49" charset="0"/>
                        </a:rPr>
                        <a:t>EEEEEEEE</a:t>
                      </a:r>
                      <a:endParaRPr kumimoji="0" lang="es-ES" sz="1700" b="0" i="0" u="none" strike="noStrike" cap="none" normalizeH="0" baseline="0" dirty="0">
                        <a:ln>
                          <a:noFill/>
                        </a:ln>
                        <a:solidFill>
                          <a:schemeClr val="tx1"/>
                        </a:solidFill>
                        <a:effectLst/>
                        <a:latin typeface="Courier New" pitchFamily="49" charset="0"/>
                      </a:endParaRPr>
                    </a:p>
                  </a:txBody>
                  <a:tcPr marL="100191" marR="100191" marT="50095" marB="50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01713" rtl="0" eaLnBrk="1" fontAlgn="base" latinLnBrk="0" hangingPunct="1">
                        <a:lnSpc>
                          <a:spcPct val="100000"/>
                        </a:lnSpc>
                        <a:spcBef>
                          <a:spcPct val="20000"/>
                        </a:spcBef>
                        <a:spcAft>
                          <a:spcPct val="0"/>
                        </a:spcAft>
                        <a:buClrTx/>
                        <a:buSzTx/>
                        <a:buFontTx/>
                        <a:buNone/>
                        <a:tabLst/>
                      </a:pPr>
                      <a:r>
                        <a:rPr kumimoji="0" lang="es-ES_tradnl" sz="1700" b="0" i="1" u="none" strike="noStrike" cap="none" normalizeH="0" baseline="0" dirty="0">
                          <a:ln>
                            <a:noFill/>
                          </a:ln>
                          <a:solidFill>
                            <a:schemeClr val="tx1"/>
                          </a:solidFill>
                          <a:effectLst/>
                          <a:latin typeface="Courier New" pitchFamily="49" charset="0"/>
                        </a:rPr>
                        <a:t>MMMMMMMMMMMMMMMMMMMMM</a:t>
                      </a:r>
                      <a:endParaRPr kumimoji="0" lang="es-ES" sz="1700" b="0" i="1" u="none" strike="noStrike" cap="none" normalizeH="0" baseline="0" dirty="0">
                        <a:ln>
                          <a:noFill/>
                        </a:ln>
                        <a:solidFill>
                          <a:schemeClr val="tx1"/>
                        </a:solidFill>
                        <a:effectLst/>
                        <a:latin typeface="Courier New" pitchFamily="49" charset="0"/>
                      </a:endParaRPr>
                    </a:p>
                  </a:txBody>
                  <a:tcPr marL="100191" marR="100191" marT="50095" marB="50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77839" name="AutoShape 31"/>
          <p:cNvSpPr>
            <a:spLocks noChangeArrowheads="1"/>
          </p:cNvSpPr>
          <p:nvPr/>
        </p:nvSpPr>
        <p:spPr bwMode="auto">
          <a:xfrm flipV="1">
            <a:off x="4450557" y="5490666"/>
            <a:ext cx="273050" cy="450850"/>
          </a:xfrm>
          <a:prstGeom prst="lightningBolt">
            <a:avLst/>
          </a:prstGeom>
          <a:solidFill>
            <a:schemeClr val="accent1"/>
          </a:solidFill>
          <a:ln w="9525">
            <a:solidFill>
              <a:schemeClr val="tx1"/>
            </a:solidFill>
            <a:miter lim="800000"/>
            <a:headEnd/>
            <a:tailEnd/>
          </a:ln>
        </p:spPr>
        <p:txBody>
          <a:bodyPr wrap="none" anchor="ctr"/>
          <a:lstStyle/>
          <a:p>
            <a:endParaRPr lang="es-E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2"/>
          <p:cNvSpPr>
            <a:spLocks noGrp="1" noChangeArrowheads="1"/>
          </p:cNvSpPr>
          <p:nvPr>
            <p:ph type="title"/>
          </p:nvPr>
        </p:nvSpPr>
        <p:spPr/>
        <p:txBody>
          <a:bodyPr/>
          <a:lstStyle/>
          <a:p>
            <a:pPr eaLnBrk="1" hangingPunct="1"/>
            <a:r>
              <a:rPr lang="es-ES_tradnl"/>
              <a:t>IEEE–754 de 32 bits</a:t>
            </a:r>
            <a:endParaRPr lang="es-ES"/>
          </a:p>
        </p:txBody>
      </p:sp>
      <p:sp>
        <p:nvSpPr>
          <p:cNvPr id="78852" name="Rectangle 3"/>
          <p:cNvSpPr>
            <a:spLocks noGrp="1" noChangeArrowheads="1"/>
          </p:cNvSpPr>
          <p:nvPr>
            <p:ph sz="quarter" idx="1"/>
          </p:nvPr>
        </p:nvSpPr>
        <p:spPr/>
        <p:txBody>
          <a:bodyPr/>
          <a:lstStyle/>
          <a:p>
            <a:pPr eaLnBrk="1" hangingPunct="1"/>
            <a:r>
              <a:rPr lang="es-ES_tradnl"/>
              <a:t>8 bits para exponentes  (rangos de 10</a:t>
            </a:r>
            <a:r>
              <a:rPr lang="es-ES_tradnl">
                <a:sym typeface="Symbol" pitchFamily="18" charset="2"/>
              </a:rPr>
              <a:t></a:t>
            </a:r>
            <a:r>
              <a:rPr lang="es-ES_tradnl"/>
              <a:t>38)</a:t>
            </a:r>
          </a:p>
          <a:p>
            <a:pPr eaLnBrk="1" hangingPunct="1"/>
            <a:r>
              <a:rPr lang="es-ES_tradnl"/>
              <a:t>23 bits para mantisa (precisión equivalente a 7 dígitos en base 10)</a:t>
            </a:r>
          </a:p>
          <a:p>
            <a:pPr eaLnBrk="1" hangingPunct="1"/>
            <a:endParaRPr lang="es-ES_tradnl"/>
          </a:p>
          <a:p>
            <a:pPr lvl="1" eaLnBrk="1" hangingPunct="1">
              <a:buFontTx/>
              <a:buNone/>
            </a:pPr>
            <a:r>
              <a:rPr lang="en-US">
                <a:latin typeface="Courier New" pitchFamily="49" charset="0"/>
                <a:cs typeface="Courier New" pitchFamily="49" charset="0"/>
              </a:rPr>
              <a:t>float a=3.14159263523452345;</a:t>
            </a:r>
          </a:p>
          <a:p>
            <a:pPr lvl="1" eaLnBrk="1" hangingPunct="1">
              <a:buFontTx/>
              <a:buNone/>
            </a:pPr>
            <a:r>
              <a:rPr lang="en-US">
                <a:latin typeface="Courier New" pitchFamily="49" charset="0"/>
                <a:cs typeface="Courier New" pitchFamily="49" charset="0"/>
              </a:rPr>
              <a:t>main()</a:t>
            </a:r>
          </a:p>
          <a:p>
            <a:pPr lvl="1" eaLnBrk="1" hangingPunct="1">
              <a:buFontTx/>
              <a:buNone/>
            </a:pPr>
            <a:r>
              <a:rPr lang="en-US">
                <a:latin typeface="Courier New" pitchFamily="49" charset="0"/>
                <a:cs typeface="Courier New" pitchFamily="49" charset="0"/>
              </a:rPr>
              <a:t>{</a:t>
            </a:r>
          </a:p>
          <a:p>
            <a:pPr lvl="1" eaLnBrk="1" hangingPunct="1">
              <a:buFontTx/>
              <a:buNone/>
            </a:pPr>
            <a:r>
              <a:rPr lang="en-US">
                <a:latin typeface="Courier New" pitchFamily="49" charset="0"/>
                <a:cs typeface="Courier New" pitchFamily="49" charset="0"/>
              </a:rPr>
              <a:t>printf("%22.20f\n",a);</a:t>
            </a:r>
          </a:p>
          <a:p>
            <a:pPr lvl="1" eaLnBrk="1" hangingPunct="1">
              <a:buFontTx/>
              <a:buNone/>
            </a:pPr>
            <a:r>
              <a:rPr lang="en-US">
                <a:latin typeface="Courier New" pitchFamily="49" charset="0"/>
                <a:cs typeface="Courier New" pitchFamily="49" charset="0"/>
              </a:rPr>
              <a:t>}</a:t>
            </a:r>
          </a:p>
          <a:p>
            <a:pPr lvl="1" eaLnBrk="1" hangingPunct="1">
              <a:buFontTx/>
              <a:buNone/>
            </a:pPr>
            <a:r>
              <a:rPr lang="en-US">
                <a:latin typeface="Courier New" pitchFamily="49" charset="0"/>
                <a:cs typeface="Courier New" pitchFamily="49" charset="0"/>
              </a:rPr>
              <a:t>3.14159274101257324219</a:t>
            </a:r>
          </a:p>
          <a:p>
            <a:pPr lvl="1" eaLnBrk="1" hangingPunct="1">
              <a:buFontTx/>
              <a:buNone/>
            </a:pPr>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ítulo 18"/>
          <p:cNvSpPr>
            <a:spLocks noGrp="1"/>
          </p:cNvSpPr>
          <p:nvPr>
            <p:ph type="title"/>
          </p:nvPr>
        </p:nvSpPr>
        <p:spPr/>
        <p:txBody>
          <a:bodyPr/>
          <a:lstStyle/>
          <a:p>
            <a:r>
              <a:rPr lang="es-ES" dirty="0"/>
              <a:t>Conversión de N a IEEE-754</a:t>
            </a:r>
          </a:p>
        </p:txBody>
      </p:sp>
      <mc:AlternateContent xmlns:mc="http://schemas.openxmlformats.org/markup-compatibility/2006" xmlns:a14="http://schemas.microsoft.com/office/drawing/2010/main">
        <mc:Choice Requires="a14">
          <p:sp>
            <p:nvSpPr>
              <p:cNvPr id="20" name="Marcador de contenido 19"/>
              <p:cNvSpPr>
                <a:spLocks noGrp="1"/>
              </p:cNvSpPr>
              <p:nvPr>
                <p:ph idx="1"/>
              </p:nvPr>
            </p:nvSpPr>
            <p:spPr>
              <a:xfrm>
                <a:off x="270099" y="2156520"/>
                <a:ext cx="9631139" cy="5140018"/>
              </a:xfrm>
            </p:spPr>
            <p:txBody>
              <a:bodyPr>
                <a:noAutofit/>
              </a:bodyPr>
              <a:lstStyle/>
              <a:p>
                <a:r>
                  <a:rPr lang="es-ES" sz="2400" dirty="0"/>
                  <a:t>Paso 1. </a:t>
                </a:r>
                <a:r>
                  <a:rPr lang="es-ES" sz="2400" dirty="0">
                    <a:solidFill>
                      <a:schemeClr val="accent3">
                        <a:lumMod val="50000"/>
                      </a:schemeClr>
                    </a:solidFill>
                  </a:rPr>
                  <a:t>Identificar el signo S</a:t>
                </a:r>
              </a:p>
              <a:p>
                <a:r>
                  <a:rPr lang="es-ES" sz="2400" dirty="0"/>
                  <a:t>Paso 2. </a:t>
                </a:r>
                <a:r>
                  <a:rPr lang="es-ES" sz="2400" dirty="0">
                    <a:solidFill>
                      <a:schemeClr val="accent3">
                        <a:lumMod val="50000"/>
                      </a:schemeClr>
                    </a:solidFill>
                  </a:rPr>
                  <a:t>Expresar el número en formato mantisa· 2</a:t>
                </a:r>
                <a:r>
                  <a:rPr lang="es-ES" sz="2400" baseline="30000" dirty="0">
                    <a:solidFill>
                      <a:schemeClr val="accent3">
                        <a:lumMod val="50000"/>
                      </a:schemeClr>
                    </a:solidFill>
                  </a:rPr>
                  <a:t> exponente</a:t>
                </a:r>
                <a:r>
                  <a:rPr lang="es-ES" sz="2400" dirty="0">
                    <a:solidFill>
                      <a:schemeClr val="accent3">
                        <a:lumMod val="50000"/>
                      </a:schemeClr>
                    </a:solidFill>
                  </a:rPr>
                  <a:t> </a:t>
                </a:r>
              </a:p>
              <a:p>
                <a:pPr lvl="1"/>
                <a:r>
                  <a:rPr lang="es-ES" sz="2000" dirty="0">
                    <a:solidFill>
                      <a:schemeClr val="accent3">
                        <a:lumMod val="50000"/>
                      </a:schemeClr>
                    </a:solidFill>
                  </a:rPr>
                  <a:t>Ya está así! </a:t>
                </a:r>
                <a:r>
                  <a:rPr lang="es-ES" sz="2000" dirty="0"/>
                  <a:t>(vete al paso 3)</a:t>
                </a:r>
              </a:p>
              <a:p>
                <a:pPr lvl="1"/>
                <a:r>
                  <a:rPr lang="es-ES" sz="2000" dirty="0"/>
                  <a:t>Si es entero y relativamente pequeño, </a:t>
                </a:r>
                <a:r>
                  <a:rPr lang="es-ES" sz="2000" dirty="0">
                    <a:solidFill>
                      <a:schemeClr val="accent3">
                        <a:lumMod val="50000"/>
                      </a:schemeClr>
                    </a:solidFill>
                  </a:rPr>
                  <a:t>exprésalo como mantisa· 2</a:t>
                </a:r>
                <a:r>
                  <a:rPr lang="es-ES" sz="2000" baseline="30000" dirty="0">
                    <a:solidFill>
                      <a:schemeClr val="accent3">
                        <a:lumMod val="50000"/>
                      </a:schemeClr>
                    </a:solidFill>
                  </a:rPr>
                  <a:t>0</a:t>
                </a:r>
                <a:r>
                  <a:rPr lang="es-ES" sz="2000" dirty="0">
                    <a:solidFill>
                      <a:schemeClr val="accent3">
                        <a:lumMod val="50000"/>
                      </a:schemeClr>
                    </a:solidFill>
                  </a:rPr>
                  <a:t> </a:t>
                </a:r>
              </a:p>
              <a:p>
                <a:pPr lvl="1"/>
                <a:r>
                  <a:rPr lang="es-ES" sz="2000" dirty="0"/>
                  <a:t>Igual si es entero y fracción, o fracción grande</a:t>
                </a:r>
              </a:p>
              <a:p>
                <a:pPr lvl="1"/>
                <a:r>
                  <a:rPr lang="es-ES" sz="2000" dirty="0"/>
                  <a:t>Lo siguiente no es frecuente, y mucho menos en exámenes de esta asignatura:</a:t>
                </a:r>
              </a:p>
              <a:p>
                <a:pPr lvl="2"/>
                <a:r>
                  <a:rPr lang="es-ES" sz="1700" dirty="0"/>
                  <a:t>Si es un entero relativamente grande, divídelo sucesivamente por 2</a:t>
                </a:r>
              </a:p>
              <a:p>
                <a:pPr lvl="2"/>
                <a:r>
                  <a:rPr lang="es-ES" sz="1700" dirty="0"/>
                  <a:t>Si es fracción y relativamente pequeña, multiplica sucesivamente por 2</a:t>
                </a:r>
              </a:p>
              <a:p>
                <a:pPr lvl="2"/>
                <a:r>
                  <a:rPr lang="es-ES" sz="1700" dirty="0"/>
                  <a:t>Si es entero y muy grande, o fracción muy pequeña, expresado como m·10</a:t>
                </a:r>
                <a:r>
                  <a:rPr lang="es-ES" sz="1700" baseline="30000" dirty="0"/>
                  <a:t> </a:t>
                </a:r>
                <a:r>
                  <a:rPr lang="es-ES" sz="1700" baseline="30000" dirty="0" err="1"/>
                  <a:t>exp</a:t>
                </a:r>
                <a:endParaRPr lang="es-ES" sz="1700" dirty="0"/>
              </a:p>
              <a:p>
                <a:pPr marL="1680210" lvl="4" indent="0">
                  <a:buNone/>
                </a:pPr>
                <a:r>
                  <a:rPr lang="es-ES" sz="1400" dirty="0"/>
                  <a:t>La forma más rápida suele consiste en determinar un valor aproximado para x en esta fórmula</a:t>
                </a:r>
              </a:p>
              <a:p>
                <a:pPr marL="2137410" lvl="5" indent="0">
                  <a:buNone/>
                </a:pPr>
                <a:r>
                  <a:rPr lang="es-ES" sz="1400" dirty="0"/>
                  <a:t>2</a:t>
                </a:r>
                <a:r>
                  <a:rPr lang="es-ES" sz="1400" baseline="30000" dirty="0"/>
                  <a:t> x</a:t>
                </a:r>
                <a:r>
                  <a:rPr lang="es-ES" sz="1400" dirty="0"/>
                  <a:t> </a:t>
                </a:r>
                <a14:m>
                  <m:oMath xmlns:m="http://schemas.openxmlformats.org/officeDocument/2006/math">
                    <m:r>
                      <a:rPr lang="es-ES" sz="1400" i="1" dirty="0" smtClean="0">
                        <a:latin typeface="Cambria Math" panose="02040503050406030204" pitchFamily="18" charset="0"/>
                      </a:rPr>
                      <m:t>≃</m:t>
                    </m:r>
                  </m:oMath>
                </a14:m>
                <a:r>
                  <a:rPr lang="es-ES" sz="1400" dirty="0"/>
                  <a:t> 10</a:t>
                </a:r>
                <a:r>
                  <a:rPr lang="es-ES" sz="1400" baseline="30000" dirty="0"/>
                  <a:t> exponente</a:t>
                </a:r>
                <a:r>
                  <a:rPr lang="es-ES" sz="1400" dirty="0"/>
                  <a:t>  y a partir de ahí, calcular el coeficiente que permita la conversión</a:t>
                </a:r>
              </a:p>
              <a:p>
                <a:pPr lvl="1"/>
                <a:endParaRPr lang="es-ES" sz="2000" dirty="0"/>
              </a:p>
            </p:txBody>
          </p:sp>
        </mc:Choice>
        <mc:Fallback xmlns="">
          <p:sp>
            <p:nvSpPr>
              <p:cNvPr id="20" name="Marcador de contenido 19"/>
              <p:cNvSpPr>
                <a:spLocks noGrp="1" noRot="1" noChangeAspect="1" noMove="1" noResize="1" noEditPoints="1" noAdjustHandles="1" noChangeArrowheads="1" noChangeShapeType="1" noTextEdit="1"/>
              </p:cNvSpPr>
              <p:nvPr>
                <p:ph idx="1"/>
              </p:nvPr>
            </p:nvSpPr>
            <p:spPr>
              <a:xfrm>
                <a:off x="270099" y="2156520"/>
                <a:ext cx="9631139" cy="5140018"/>
              </a:xfrm>
              <a:blipFill rotWithShape="1">
                <a:blip r:embed="rId2"/>
                <a:stretch>
                  <a:fillRect l="-253" t="-712"/>
                </a:stretch>
              </a:blipFill>
            </p:spPr>
            <p:txBody>
              <a:bodyPr/>
              <a:lstStyle/>
              <a:p>
                <a:r>
                  <a:rPr lang="es-ES">
                    <a:noFill/>
                  </a:rPr>
                  <a:t> </a:t>
                </a:r>
              </a:p>
            </p:txBody>
          </p:sp>
        </mc:Fallback>
      </mc:AlternateContent>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Conversión de N a IEEE-754 (2)</a:t>
            </a:r>
          </a:p>
        </p:txBody>
      </p:sp>
      <p:sp>
        <p:nvSpPr>
          <p:cNvPr id="3" name="Marcador de contenido 2"/>
          <p:cNvSpPr>
            <a:spLocks noGrp="1"/>
          </p:cNvSpPr>
          <p:nvPr>
            <p:ph idx="1"/>
          </p:nvPr>
        </p:nvSpPr>
        <p:spPr>
          <a:xfrm>
            <a:off x="270099" y="1440180"/>
            <a:ext cx="9433047" cy="5832729"/>
          </a:xfrm>
        </p:spPr>
        <p:txBody>
          <a:bodyPr>
            <a:normAutofit/>
          </a:bodyPr>
          <a:lstStyle/>
          <a:p>
            <a:r>
              <a:rPr lang="es-ES" sz="2800" dirty="0"/>
              <a:t>Paso 3. (Innecesario) </a:t>
            </a:r>
            <a:r>
              <a:rPr lang="es-ES" sz="2800" dirty="0">
                <a:solidFill>
                  <a:schemeClr val="accent3">
                    <a:lumMod val="50000"/>
                  </a:schemeClr>
                </a:solidFill>
              </a:rPr>
              <a:t>Intenta facilitar el paso 4</a:t>
            </a:r>
          </a:p>
          <a:p>
            <a:pPr lvl="1"/>
            <a:r>
              <a:rPr lang="es-ES" sz="2400" dirty="0"/>
              <a:t>Si la parte fracción de la mantisa es 0.5, 0.25, 0.125, 0.0625 o alguna de sus sumas combinadas, lo más probable es que se pueda convertir a un entero. (Prueba a multiplicar la mantisa por 2 sucesivamente, a ver si se simplifica)</a:t>
            </a:r>
          </a:p>
          <a:p>
            <a:pPr lvl="3"/>
            <a:r>
              <a:rPr lang="es-ES" sz="1800" dirty="0"/>
              <a:t>Ejemplo   2.875  = 23·2-3</a:t>
            </a:r>
          </a:p>
          <a:p>
            <a:r>
              <a:rPr lang="es-ES" sz="2800" dirty="0"/>
              <a:t>Paso 4. </a:t>
            </a:r>
            <a:r>
              <a:rPr lang="es-ES" sz="2800" dirty="0">
                <a:solidFill>
                  <a:schemeClr val="accent3">
                    <a:lumMod val="50000"/>
                  </a:schemeClr>
                </a:solidFill>
              </a:rPr>
              <a:t>Convierte la mantisa a binario</a:t>
            </a:r>
            <a:r>
              <a:rPr lang="es-ES" sz="2800" dirty="0"/>
              <a:t>, usando el procedimiento ya conocido</a:t>
            </a:r>
          </a:p>
          <a:p>
            <a:r>
              <a:rPr lang="es-ES" sz="2800" dirty="0"/>
              <a:t>Paso 5. </a:t>
            </a:r>
            <a:r>
              <a:rPr lang="es-ES" sz="2800" dirty="0">
                <a:solidFill>
                  <a:schemeClr val="accent3">
                    <a:lumMod val="50000"/>
                  </a:schemeClr>
                </a:solidFill>
              </a:rPr>
              <a:t>Normaliza, flotando la coma y cambiando el exponente</a:t>
            </a:r>
          </a:p>
          <a:p>
            <a:r>
              <a:rPr lang="es-ES" sz="2800" dirty="0"/>
              <a:t>Paso 6. </a:t>
            </a:r>
            <a:r>
              <a:rPr lang="es-ES" sz="2800" dirty="0">
                <a:solidFill>
                  <a:schemeClr val="accent3">
                    <a:lumMod val="50000"/>
                  </a:schemeClr>
                </a:solidFill>
              </a:rPr>
              <a:t>Suma 127 al exponente y representa en </a:t>
            </a:r>
            <a:r>
              <a:rPr lang="es-ES" sz="2800" dirty="0" err="1">
                <a:solidFill>
                  <a:schemeClr val="accent3">
                    <a:lumMod val="50000"/>
                  </a:schemeClr>
                </a:solidFill>
              </a:rPr>
              <a:t>bn</a:t>
            </a:r>
            <a:r>
              <a:rPr lang="es-ES" sz="2800" dirty="0">
                <a:solidFill>
                  <a:schemeClr val="accent3">
                    <a:lumMod val="50000"/>
                  </a:schemeClr>
                </a:solidFill>
              </a:rPr>
              <a:t> con 8 bits!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Conversión desde IEEE754</a:t>
            </a:r>
          </a:p>
        </p:txBody>
      </p:sp>
      <p:sp>
        <p:nvSpPr>
          <p:cNvPr id="3" name="2 Marcador de contenido"/>
          <p:cNvSpPr>
            <a:spLocks noGrp="1"/>
          </p:cNvSpPr>
          <p:nvPr>
            <p:ph sz="quarter" idx="1"/>
          </p:nvPr>
        </p:nvSpPr>
        <p:spPr/>
        <p:txBody>
          <a:bodyPr/>
          <a:lstStyle/>
          <a:p>
            <a:r>
              <a:rPr lang="es-ES" dirty="0"/>
              <a:t>Simplemente, Convierte el exponente a decimal y aplica la expresión</a:t>
            </a:r>
          </a:p>
          <a:p>
            <a:endParaRPr lang="es-ES" dirty="0"/>
          </a:p>
          <a:p>
            <a:pPr marL="0" indent="0" algn="ctr">
              <a:buNone/>
            </a:pPr>
            <a:r>
              <a:rPr lang="es-ES_tradnl" dirty="0"/>
              <a:t>(-1)</a:t>
            </a:r>
            <a:r>
              <a:rPr lang="es-ES_tradnl" baseline="30000" dirty="0"/>
              <a:t>S</a:t>
            </a:r>
            <a:r>
              <a:rPr lang="es-ES_tradnl" dirty="0"/>
              <a:t>· 1.M · 2 </a:t>
            </a:r>
            <a:r>
              <a:rPr lang="es-ES_tradnl" baseline="30000" dirty="0"/>
              <a:t>(E-127)</a:t>
            </a:r>
            <a:endParaRPr lang="es-ES" baseline="30000" dirty="0"/>
          </a:p>
          <a:p>
            <a:endParaRPr lang="es-ES" dirty="0"/>
          </a:p>
          <a:p>
            <a:r>
              <a:rPr lang="es-ES" dirty="0"/>
              <a:t>Y si es necesario, convierte la mantisa </a:t>
            </a:r>
            <a:r>
              <a:rPr lang="es-ES"/>
              <a:t>a base 10</a:t>
            </a:r>
            <a:endParaRPr lang="es-ES" dirty="0"/>
          </a:p>
        </p:txBody>
      </p:sp>
    </p:spTree>
    <p:extLst>
      <p:ext uri="{BB962C8B-B14F-4D97-AF65-F5344CB8AC3E}">
        <p14:creationId xmlns:p14="http://schemas.microsoft.com/office/powerpoint/2010/main" val="33045736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1026"/>
          <p:cNvSpPr>
            <a:spLocks noGrp="1" noChangeArrowheads="1"/>
          </p:cNvSpPr>
          <p:nvPr>
            <p:ph type="title"/>
          </p:nvPr>
        </p:nvSpPr>
        <p:spPr/>
        <p:txBody>
          <a:bodyPr/>
          <a:lstStyle/>
          <a:p>
            <a:pPr eaLnBrk="1" hangingPunct="1"/>
            <a:r>
              <a:rPr lang="es-ES_tradnl"/>
              <a:t>Casos especiales</a:t>
            </a:r>
            <a:endParaRPr lang="es-ES"/>
          </a:p>
        </p:txBody>
      </p:sp>
      <p:sp>
        <p:nvSpPr>
          <p:cNvPr id="79876" name="Rectangle 1027"/>
          <p:cNvSpPr>
            <a:spLocks noGrp="1" noChangeArrowheads="1"/>
          </p:cNvSpPr>
          <p:nvPr>
            <p:ph sz="quarter" idx="1"/>
          </p:nvPr>
        </p:nvSpPr>
        <p:spPr/>
        <p:txBody>
          <a:bodyPr/>
          <a:lstStyle/>
          <a:p>
            <a:pPr eaLnBrk="1" hangingPunct="1"/>
            <a:r>
              <a:rPr lang="es-ES_tradnl"/>
              <a:t>E=255 (11111111) </a:t>
            </a:r>
          </a:p>
          <a:p>
            <a:pPr lvl="1" eaLnBrk="1" hangingPunct="1"/>
            <a:r>
              <a:rPr lang="es-ES_tradnl"/>
              <a:t>M=0</a:t>
            </a:r>
          </a:p>
          <a:p>
            <a:pPr lvl="2" eaLnBrk="1" hangingPunct="1"/>
            <a:r>
              <a:rPr lang="es-ES_tradnl"/>
              <a:t>S=0  	</a:t>
            </a:r>
            <a:r>
              <a:rPr lang="es-ES_tradnl">
                <a:sym typeface="Symbol" pitchFamily="18" charset="2"/>
              </a:rPr>
              <a:t> + </a:t>
            </a:r>
            <a:endParaRPr lang="es-ES_tradnl"/>
          </a:p>
          <a:p>
            <a:pPr lvl="2" eaLnBrk="1" hangingPunct="1"/>
            <a:r>
              <a:rPr lang="es-ES_tradnl"/>
              <a:t>S=1 	</a:t>
            </a:r>
            <a:r>
              <a:rPr lang="es-ES_tradnl">
                <a:sym typeface="Symbol" pitchFamily="18" charset="2"/>
              </a:rPr>
              <a:t> - </a:t>
            </a:r>
            <a:endParaRPr lang="es-ES_tradnl"/>
          </a:p>
          <a:p>
            <a:pPr lvl="1" eaLnBrk="1" hangingPunct="1"/>
            <a:r>
              <a:rPr lang="es-ES_tradnl"/>
              <a:t>M</a:t>
            </a:r>
            <a:r>
              <a:rPr lang="es-ES_tradnl">
                <a:sym typeface="Symbol" pitchFamily="18" charset="2"/>
              </a:rPr>
              <a:t>0 	 NaN   (Not A Number)</a:t>
            </a:r>
          </a:p>
          <a:p>
            <a:pPr eaLnBrk="1" hangingPunct="1"/>
            <a:r>
              <a:rPr lang="es-ES_tradnl"/>
              <a:t>E=0 (00000000) </a:t>
            </a:r>
          </a:p>
          <a:p>
            <a:pPr lvl="1" eaLnBrk="1" hangingPunct="1"/>
            <a:r>
              <a:rPr lang="es-ES_tradnl"/>
              <a:t>M=0	</a:t>
            </a:r>
            <a:r>
              <a:rPr lang="es-ES_tradnl">
                <a:sym typeface="Symbol" pitchFamily="18" charset="2"/>
              </a:rPr>
              <a:t> 0</a:t>
            </a:r>
            <a:endParaRPr lang="es-ES_tradnl"/>
          </a:p>
          <a:p>
            <a:pPr lvl="1" eaLnBrk="1" hangingPunct="1"/>
            <a:r>
              <a:rPr lang="es-ES_tradnl"/>
              <a:t>M</a:t>
            </a:r>
            <a:r>
              <a:rPr lang="es-ES_tradnl">
                <a:sym typeface="Symbol" pitchFamily="18" charset="2"/>
              </a:rPr>
              <a:t>0 	 (-1)</a:t>
            </a:r>
            <a:r>
              <a:rPr lang="es-ES_tradnl" baseline="30000">
                <a:sym typeface="Symbol" pitchFamily="18" charset="2"/>
              </a:rPr>
              <a:t>s</a:t>
            </a:r>
            <a:r>
              <a:rPr lang="es-ES_tradnl">
                <a:sym typeface="Symbol" pitchFamily="18" charset="2"/>
              </a:rPr>
              <a:t>· 0.M · 2</a:t>
            </a:r>
            <a:r>
              <a:rPr lang="es-ES_tradnl" baseline="30000">
                <a:sym typeface="Symbol" pitchFamily="18" charset="2"/>
              </a:rPr>
              <a:t>-126</a:t>
            </a:r>
            <a:r>
              <a:rPr lang="es-ES_tradnl">
                <a:sym typeface="Symbol" pitchFamily="18" charset="2"/>
              </a:rPr>
              <a:t>  (no está normalizado)</a:t>
            </a:r>
            <a:endParaRPr lang="es-ES">
              <a:sym typeface="Symbol" pitchFamily="18" charset="2"/>
            </a:endParaRPr>
          </a:p>
          <a:p>
            <a:pPr lvl="1" eaLnBrk="1" hangingPunct="1"/>
            <a:endParaRPr lang="es-ES">
              <a:sym typeface="Symbol" pitchFamily="18" charset="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2"/>
          <p:cNvSpPr>
            <a:spLocks noGrp="1" noChangeArrowheads="1"/>
          </p:cNvSpPr>
          <p:nvPr>
            <p:ph type="title"/>
          </p:nvPr>
        </p:nvSpPr>
        <p:spPr/>
        <p:txBody>
          <a:bodyPr/>
          <a:lstStyle/>
          <a:p>
            <a:pPr eaLnBrk="1" hangingPunct="1"/>
            <a:r>
              <a:rPr lang="es-ES_tradnl"/>
              <a:t>IEEE–754 de 64 bits</a:t>
            </a:r>
            <a:endParaRPr lang="es-ES"/>
          </a:p>
        </p:txBody>
      </p:sp>
      <p:sp>
        <p:nvSpPr>
          <p:cNvPr id="80900" name="Rectangle 3"/>
          <p:cNvSpPr>
            <a:spLocks noGrp="1" noChangeArrowheads="1"/>
          </p:cNvSpPr>
          <p:nvPr>
            <p:ph sz="quarter" idx="1"/>
          </p:nvPr>
        </p:nvSpPr>
        <p:spPr/>
        <p:txBody>
          <a:bodyPr/>
          <a:lstStyle/>
          <a:p>
            <a:pPr eaLnBrk="1" hangingPunct="1"/>
            <a:r>
              <a:rPr lang="es-ES_tradnl"/>
              <a:t>11 bits para exponentes  (rangos de 10</a:t>
            </a:r>
            <a:r>
              <a:rPr lang="es-ES_tradnl">
                <a:sym typeface="Symbol" pitchFamily="18" charset="2"/>
              </a:rPr>
              <a:t></a:t>
            </a:r>
            <a:r>
              <a:rPr lang="es-ES_tradnl"/>
              <a:t>308 !)</a:t>
            </a:r>
          </a:p>
          <a:p>
            <a:pPr eaLnBrk="1" hangingPunct="1"/>
            <a:r>
              <a:rPr lang="es-ES_tradnl"/>
              <a:t>52 bits para mantisa (precisión equivalente a 15 dígitos en base 10)</a:t>
            </a:r>
            <a:endParaRPr lang="es-ES"/>
          </a:p>
        </p:txBody>
      </p:sp>
      <p:sp>
        <p:nvSpPr>
          <p:cNvPr id="80901" name="Rectangle 4"/>
          <p:cNvSpPr>
            <a:spLocks noChangeArrowheads="1"/>
          </p:cNvSpPr>
          <p:nvPr/>
        </p:nvSpPr>
        <p:spPr bwMode="auto">
          <a:xfrm>
            <a:off x="2330450" y="4410075"/>
            <a:ext cx="7570788" cy="3179763"/>
          </a:xfrm>
          <a:prstGeom prst="rect">
            <a:avLst/>
          </a:prstGeom>
          <a:noFill/>
          <a:ln w="9525">
            <a:noFill/>
            <a:miter lim="800000"/>
            <a:headEnd/>
            <a:tailEnd/>
          </a:ln>
        </p:spPr>
        <p:txBody>
          <a:bodyPr lIns="100191" tIns="50095" rIns="100191" bIns="50095">
            <a:spAutoFit/>
          </a:bodyPr>
          <a:lstStyle/>
          <a:p>
            <a:pPr algn="l" defTabSz="1001713">
              <a:spcBef>
                <a:spcPct val="50000"/>
              </a:spcBef>
            </a:pPr>
            <a:r>
              <a:rPr lang="en-US" sz="2000">
                <a:latin typeface="Courier New" pitchFamily="49" charset="0"/>
                <a:cs typeface="Courier New" pitchFamily="49" charset="0"/>
              </a:rPr>
              <a:t>double a=3.14159263523452345;</a:t>
            </a:r>
          </a:p>
          <a:p>
            <a:pPr algn="l" defTabSz="1001713">
              <a:spcBef>
                <a:spcPct val="50000"/>
              </a:spcBef>
            </a:pPr>
            <a:r>
              <a:rPr lang="en-US" sz="2000">
                <a:latin typeface="Courier New" pitchFamily="49" charset="0"/>
                <a:cs typeface="Courier New" pitchFamily="49" charset="0"/>
              </a:rPr>
              <a:t>main()</a:t>
            </a:r>
          </a:p>
          <a:p>
            <a:pPr algn="l" defTabSz="1001713">
              <a:spcBef>
                <a:spcPct val="50000"/>
              </a:spcBef>
            </a:pPr>
            <a:r>
              <a:rPr lang="en-US" sz="2000">
                <a:latin typeface="Courier New" pitchFamily="49" charset="0"/>
                <a:cs typeface="Courier New" pitchFamily="49" charset="0"/>
              </a:rPr>
              <a:t>{</a:t>
            </a:r>
          </a:p>
          <a:p>
            <a:pPr algn="l" defTabSz="1001713">
              <a:spcBef>
                <a:spcPct val="50000"/>
              </a:spcBef>
            </a:pPr>
            <a:r>
              <a:rPr lang="en-US" sz="2000">
                <a:latin typeface="Courier New" pitchFamily="49" charset="0"/>
                <a:cs typeface="Courier New" pitchFamily="49" charset="0"/>
              </a:rPr>
              <a:t>printf("%22.20f\n",a);</a:t>
            </a:r>
          </a:p>
          <a:p>
            <a:pPr algn="l" defTabSz="1001713">
              <a:spcBef>
                <a:spcPct val="50000"/>
              </a:spcBef>
            </a:pPr>
            <a:r>
              <a:rPr lang="en-US" sz="2000">
                <a:latin typeface="Courier New" pitchFamily="49" charset="0"/>
                <a:cs typeface="Courier New" pitchFamily="49" charset="0"/>
              </a:rPr>
              <a:t>}</a:t>
            </a:r>
          </a:p>
          <a:p>
            <a:pPr algn="l" defTabSz="1001713">
              <a:spcBef>
                <a:spcPct val="50000"/>
              </a:spcBef>
            </a:pPr>
            <a:r>
              <a:rPr lang="en-US" sz="2000">
                <a:latin typeface="Courier New" pitchFamily="49" charset="0"/>
                <a:cs typeface="Courier New" pitchFamily="49" charset="0"/>
              </a:rPr>
              <a:t>3.14159263523452336742</a:t>
            </a:r>
          </a:p>
          <a:p>
            <a:pPr algn="l" defTabSz="1001713">
              <a:spcBef>
                <a:spcPct val="50000"/>
              </a:spcBef>
            </a:pPr>
            <a:endParaRPr lang="es-ES_tradnl" sz="2000">
              <a:latin typeface="Courier New" pitchFamily="49" charset="0"/>
              <a:cs typeface="Courier New" pitchFamily="49"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2"/>
          <p:cNvSpPr>
            <a:spLocks noGrp="1" noChangeArrowheads="1"/>
          </p:cNvSpPr>
          <p:nvPr>
            <p:ph type="ctrTitle"/>
          </p:nvPr>
        </p:nvSpPr>
        <p:spPr>
          <a:xfrm>
            <a:off x="558131" y="4338538"/>
            <a:ext cx="8415338" cy="1350962"/>
          </a:xfrm>
        </p:spPr>
        <p:txBody>
          <a:bodyPr/>
          <a:lstStyle/>
          <a:p>
            <a:pPr eaLnBrk="1" hangingPunct="1"/>
            <a:r>
              <a:rPr lang="es-ES_tradnl" dirty="0"/>
              <a:t>Representación de datos alfanuméricos</a:t>
            </a:r>
            <a:endParaRPr lang="es-E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ChangeArrowheads="1"/>
          </p:cNvSpPr>
          <p:nvPr>
            <p:ph type="title"/>
          </p:nvPr>
        </p:nvSpPr>
        <p:spPr/>
        <p:txBody>
          <a:bodyPr/>
          <a:lstStyle/>
          <a:p>
            <a:pPr eaLnBrk="1" hangingPunct="1"/>
            <a:r>
              <a:rPr lang="es-ES_tradnl"/>
              <a:t>ASCII</a:t>
            </a:r>
            <a:endParaRPr lang="es-ES"/>
          </a:p>
        </p:txBody>
      </p:sp>
      <p:pic>
        <p:nvPicPr>
          <p:cNvPr id="82948" name="Picture 3" descr="ASCII"/>
          <p:cNvPicPr>
            <a:picLocks noChangeAspect="1" noChangeArrowheads="1"/>
          </p:cNvPicPr>
          <p:nvPr/>
        </p:nvPicPr>
        <p:blipFill>
          <a:blip r:embed="rId3" cstate="print"/>
          <a:srcRect/>
          <a:stretch>
            <a:fillRect/>
          </a:stretch>
        </p:blipFill>
        <p:spPr bwMode="auto">
          <a:xfrm>
            <a:off x="1565275" y="2085975"/>
            <a:ext cx="6770688" cy="3927475"/>
          </a:xfrm>
          <a:prstGeom prst="rect">
            <a:avLst/>
          </a:prstGeom>
          <a:noFill/>
          <a:ln w="9525">
            <a:noFill/>
            <a:miter lim="800000"/>
            <a:headEnd/>
            <a:tailEnd/>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74155" y="378098"/>
            <a:ext cx="8415338" cy="846906"/>
          </a:xfrm>
        </p:spPr>
        <p:txBody>
          <a:bodyPr/>
          <a:lstStyle/>
          <a:p>
            <a:r>
              <a:rPr lang="en-US" dirty="0"/>
              <a:t>UNICODE</a:t>
            </a:r>
          </a:p>
        </p:txBody>
      </p:sp>
      <p:sp>
        <p:nvSpPr>
          <p:cNvPr id="4" name="3 Marcador de contenido"/>
          <p:cNvSpPr>
            <a:spLocks noGrp="1"/>
          </p:cNvSpPr>
          <p:nvPr>
            <p:ph sz="quarter" idx="1"/>
          </p:nvPr>
        </p:nvSpPr>
        <p:spPr>
          <a:xfrm>
            <a:off x="774154" y="1602234"/>
            <a:ext cx="9127083" cy="5616624"/>
          </a:xfrm>
        </p:spPr>
        <p:txBody>
          <a:bodyPr>
            <a:normAutofit fontScale="77500" lnSpcReduction="20000"/>
          </a:bodyPr>
          <a:lstStyle/>
          <a:p>
            <a:r>
              <a:rPr lang="en-US" dirty="0" err="1"/>
              <a:t>Lista</a:t>
            </a:r>
            <a:r>
              <a:rPr lang="en-US" dirty="0"/>
              <a:t> </a:t>
            </a:r>
            <a:r>
              <a:rPr lang="en-US" dirty="0" err="1"/>
              <a:t>ordenada</a:t>
            </a:r>
            <a:r>
              <a:rPr lang="en-US" dirty="0"/>
              <a:t> de </a:t>
            </a:r>
            <a:r>
              <a:rPr lang="en-US" dirty="0" err="1"/>
              <a:t>todos</a:t>
            </a:r>
            <a:r>
              <a:rPr lang="en-US" dirty="0"/>
              <a:t> los </a:t>
            </a:r>
            <a:r>
              <a:rPr lang="en-US" dirty="0" err="1"/>
              <a:t>caracteres</a:t>
            </a:r>
            <a:r>
              <a:rPr lang="en-US" dirty="0"/>
              <a:t> </a:t>
            </a:r>
            <a:r>
              <a:rPr lang="en-US" dirty="0" err="1"/>
              <a:t>conocidos</a:t>
            </a:r>
            <a:endParaRPr lang="en-US" dirty="0"/>
          </a:p>
          <a:p>
            <a:pPr lvl="1"/>
            <a:r>
              <a:rPr lang="en-US" dirty="0"/>
              <a:t>Universal Character Set</a:t>
            </a:r>
          </a:p>
          <a:p>
            <a:pPr lvl="1"/>
            <a:r>
              <a:rPr lang="en-US" dirty="0" err="1"/>
              <a:t>Cada</a:t>
            </a:r>
            <a:r>
              <a:rPr lang="en-US" dirty="0"/>
              <a:t> </a:t>
            </a:r>
            <a:r>
              <a:rPr lang="en-US" dirty="0" err="1"/>
              <a:t>símbolo</a:t>
            </a:r>
            <a:r>
              <a:rPr lang="en-US" dirty="0"/>
              <a:t> </a:t>
            </a:r>
            <a:r>
              <a:rPr lang="en-US" dirty="0" err="1"/>
              <a:t>tiene</a:t>
            </a:r>
            <a:r>
              <a:rPr lang="en-US" dirty="0"/>
              <a:t> </a:t>
            </a:r>
            <a:r>
              <a:rPr lang="en-US" dirty="0" err="1"/>
              <a:t>asignado</a:t>
            </a:r>
            <a:r>
              <a:rPr lang="en-US" dirty="0"/>
              <a:t> un </a:t>
            </a:r>
            <a:r>
              <a:rPr lang="en-US" dirty="0" err="1"/>
              <a:t>número</a:t>
            </a:r>
            <a:r>
              <a:rPr lang="en-US" dirty="0"/>
              <a:t> de 32 bits: Code Point</a:t>
            </a:r>
          </a:p>
          <a:p>
            <a:r>
              <a:rPr lang="en-US" dirty="0"/>
              <a:t>¿8bit, 16bit, 32bit?</a:t>
            </a:r>
          </a:p>
          <a:p>
            <a:pPr lvl="1"/>
            <a:r>
              <a:rPr lang="en-US" dirty="0" err="1"/>
              <a:t>Opc</a:t>
            </a:r>
            <a:r>
              <a:rPr lang="en-US" dirty="0"/>
              <a:t>. A: </a:t>
            </a:r>
            <a:r>
              <a:rPr lang="en-US" dirty="0" err="1"/>
              <a:t>Compromiso</a:t>
            </a:r>
            <a:r>
              <a:rPr lang="en-US" dirty="0"/>
              <a:t> entre </a:t>
            </a:r>
            <a:r>
              <a:rPr lang="en-US" dirty="0" err="1"/>
              <a:t>eficiencia</a:t>
            </a:r>
            <a:r>
              <a:rPr lang="en-US" dirty="0"/>
              <a:t> y </a:t>
            </a:r>
            <a:r>
              <a:rPr lang="en-US" dirty="0" err="1"/>
              <a:t>universalidad</a:t>
            </a:r>
            <a:r>
              <a:rPr lang="en-US" dirty="0"/>
              <a:t>. </a:t>
            </a:r>
          </a:p>
          <a:p>
            <a:pPr lvl="1"/>
            <a:r>
              <a:rPr lang="en-US" dirty="0" err="1"/>
              <a:t>Opc</a:t>
            </a:r>
            <a:r>
              <a:rPr lang="en-US" dirty="0"/>
              <a:t>. B: UTF-8 </a:t>
            </a:r>
            <a:r>
              <a:rPr lang="en-US" b="1" dirty="0">
                <a:solidFill>
                  <a:schemeClr val="accent1">
                    <a:lumMod val="75000"/>
                  </a:schemeClr>
                </a:solidFill>
                <a:sym typeface="Wingdings 2"/>
              </a:rPr>
              <a:t></a:t>
            </a:r>
            <a:endParaRPr lang="en-US" b="1" dirty="0">
              <a:solidFill>
                <a:schemeClr val="accent1">
                  <a:lumMod val="75000"/>
                </a:schemeClr>
              </a:solidFill>
            </a:endParaRPr>
          </a:p>
          <a:p>
            <a:pPr lvl="2"/>
            <a:r>
              <a:rPr lang="en-US" dirty="0" err="1"/>
              <a:t>Utilizar</a:t>
            </a:r>
            <a:r>
              <a:rPr lang="en-US" dirty="0"/>
              <a:t> 1 (</a:t>
            </a:r>
            <a:r>
              <a:rPr lang="en-US" dirty="0" err="1"/>
              <a:t>ascii</a:t>
            </a:r>
            <a:r>
              <a:rPr lang="en-US" dirty="0"/>
              <a:t>), 2 o 4 bytes (n </a:t>
            </a:r>
            <a:r>
              <a:rPr lang="en-US" dirty="0" err="1"/>
              <a:t>ascii</a:t>
            </a:r>
            <a:r>
              <a:rPr lang="en-US" dirty="0"/>
              <a:t>)</a:t>
            </a:r>
          </a:p>
          <a:p>
            <a:pPr lvl="2"/>
            <a:r>
              <a:rPr lang="en-US" dirty="0"/>
              <a:t>1 byte, a </a:t>
            </a:r>
            <a:r>
              <a:rPr lang="en-US" dirty="0" err="1"/>
              <a:t>menos</a:t>
            </a:r>
            <a:r>
              <a:rPr lang="en-US" dirty="0"/>
              <a:t> </a:t>
            </a:r>
            <a:r>
              <a:rPr lang="en-US" dirty="0" err="1"/>
              <a:t>que</a:t>
            </a:r>
            <a:r>
              <a:rPr lang="en-US" dirty="0"/>
              <a:t> sea 11XXXXXX (</a:t>
            </a:r>
            <a:r>
              <a:rPr lang="en-US" dirty="0" err="1"/>
              <a:t>multibyte</a:t>
            </a:r>
            <a:r>
              <a:rPr lang="en-US" dirty="0"/>
              <a:t> char)</a:t>
            </a:r>
          </a:p>
          <a:p>
            <a:pPr lvl="2"/>
            <a:r>
              <a:rPr lang="en-US" dirty="0"/>
              <a:t>10XXXXXX (continuation chars)</a:t>
            </a:r>
          </a:p>
          <a:p>
            <a:pPr lvl="2"/>
            <a:endParaRPr lang="en-US" dirty="0"/>
          </a:p>
          <a:p>
            <a:pPr lvl="2"/>
            <a:endParaRPr lang="en-US" dirty="0"/>
          </a:p>
          <a:p>
            <a:pPr lvl="2"/>
            <a:endParaRPr lang="en-US" dirty="0"/>
          </a:p>
          <a:p>
            <a:pPr lvl="2"/>
            <a:endParaRPr lang="en-US" dirty="0"/>
          </a:p>
          <a:p>
            <a:endParaRPr lang="en-US" dirty="0"/>
          </a:p>
          <a:p>
            <a:r>
              <a:rPr lang="en-US" dirty="0"/>
              <a:t>UNICODE </a:t>
            </a:r>
            <a:r>
              <a:rPr lang="en-US" dirty="0" err="1"/>
              <a:t>también</a:t>
            </a:r>
            <a:r>
              <a:rPr lang="en-US" dirty="0"/>
              <a:t> define UTF-16 y UTF-32</a:t>
            </a:r>
          </a:p>
          <a:p>
            <a:pPr lvl="1"/>
            <a:r>
              <a:rPr lang="en-US" dirty="0" err="1"/>
              <a:t>necesitan</a:t>
            </a:r>
            <a:r>
              <a:rPr lang="en-US" dirty="0"/>
              <a:t> </a:t>
            </a:r>
            <a:r>
              <a:rPr lang="en-US" dirty="0" err="1"/>
              <a:t>especificar</a:t>
            </a:r>
            <a:r>
              <a:rPr lang="en-US" dirty="0"/>
              <a:t> </a:t>
            </a:r>
            <a:r>
              <a:rPr lang="en-US" dirty="0" err="1"/>
              <a:t>endianismo</a:t>
            </a:r>
            <a:endParaRPr lang="en-US" dirty="0"/>
          </a:p>
          <a:p>
            <a:pPr lvl="1"/>
            <a:r>
              <a:rPr lang="en-US" dirty="0"/>
              <a:t>Byte Ordering Mask: FEFF (big), FFFE (little)</a:t>
            </a:r>
          </a:p>
          <a:p>
            <a:pPr lvl="1"/>
            <a:endParaRPr lang="en-US" dirty="0"/>
          </a:p>
          <a:p>
            <a:pPr lvl="2"/>
            <a:endParaRPr lang="en-US" dirty="0"/>
          </a:p>
        </p:txBody>
      </p:sp>
      <p:sp>
        <p:nvSpPr>
          <p:cNvPr id="3" name="2 CuadroTexto"/>
          <p:cNvSpPr txBox="1"/>
          <p:nvPr/>
        </p:nvSpPr>
        <p:spPr>
          <a:xfrm>
            <a:off x="1206203" y="4842594"/>
            <a:ext cx="2952328" cy="707886"/>
          </a:xfrm>
          <a:prstGeom prst="rect">
            <a:avLst/>
          </a:prstGeom>
          <a:noFill/>
        </p:spPr>
        <p:txBody>
          <a:bodyPr wrap="square" rtlCol="0">
            <a:spAutoFit/>
          </a:bodyPr>
          <a:lstStyle/>
          <a:p>
            <a:pPr algn="l"/>
            <a:r>
              <a:rPr lang="en-US" sz="2000" dirty="0" err="1"/>
              <a:t>Hola</a:t>
            </a:r>
            <a:r>
              <a:rPr lang="en-US" sz="2000" dirty="0"/>
              <a:t> </a:t>
            </a:r>
            <a:r>
              <a:rPr lang="en-US" sz="2000" dirty="0" err="1"/>
              <a:t>este</a:t>
            </a:r>
            <a:r>
              <a:rPr lang="en-US" sz="2000" dirty="0"/>
              <a:t> </a:t>
            </a:r>
            <a:r>
              <a:rPr lang="en-US" sz="2000" dirty="0" err="1"/>
              <a:t>es</a:t>
            </a:r>
            <a:r>
              <a:rPr lang="en-US" sz="2000" dirty="0"/>
              <a:t> un </a:t>
            </a:r>
            <a:r>
              <a:rPr lang="en-US" sz="2000" dirty="0" err="1"/>
              <a:t>ejemplo</a:t>
            </a:r>
            <a:r>
              <a:rPr lang="en-US" sz="2000" dirty="0"/>
              <a:t>:</a:t>
            </a:r>
          </a:p>
          <a:p>
            <a:pPr algn="l"/>
            <a:r>
              <a:rPr lang="ar-AE" sz="2000" dirty="0"/>
              <a:t>وسایل </a:t>
            </a:r>
            <a:endParaRPr lang="en-US" sz="2000" dirty="0"/>
          </a:p>
        </p:txBody>
      </p:sp>
      <p:pic>
        <p:nvPicPr>
          <p:cNvPr id="27136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6747" t="40254" r="7506" b="20989"/>
          <a:stretch/>
        </p:blipFill>
        <p:spPr bwMode="auto">
          <a:xfrm>
            <a:off x="3870499" y="4842296"/>
            <a:ext cx="4885283" cy="7078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493681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2"/>
          <p:cNvSpPr>
            <a:spLocks noGrp="1" noChangeArrowheads="1"/>
          </p:cNvSpPr>
          <p:nvPr>
            <p:ph type="subTitle" idx="1"/>
          </p:nvPr>
        </p:nvSpPr>
        <p:spPr>
          <a:xfrm>
            <a:off x="0" y="4338538"/>
            <a:ext cx="8911059" cy="2071687"/>
          </a:xfrm>
        </p:spPr>
        <p:txBody>
          <a:bodyPr>
            <a:normAutofit/>
          </a:bodyPr>
          <a:lstStyle/>
          <a:p>
            <a:pPr eaLnBrk="1" hangingPunct="1"/>
            <a:r>
              <a:rPr lang="es-ES_tradnl" sz="4000" dirty="0"/>
              <a:t>Instrucciones y Direcciones</a:t>
            </a:r>
          </a:p>
        </p:txBody>
      </p:sp>
      <p:sp>
        <p:nvSpPr>
          <p:cNvPr id="83970" name="4 Marcador de número de diapositiva"/>
          <p:cNvSpPr>
            <a:spLocks noGrp="1"/>
          </p:cNvSpPr>
          <p:nvPr>
            <p:ph type="sldNum" sz="quarter" idx="4294967295"/>
          </p:nvPr>
        </p:nvSpPr>
        <p:spPr>
          <a:xfrm>
            <a:off x="1316865" y="7506939"/>
            <a:ext cx="1320165" cy="432054"/>
          </a:xfrm>
          <a:prstGeom prst="rect">
            <a:avLst/>
          </a:prstGeom>
          <a:noFill/>
        </p:spPr>
        <p:txBody>
          <a:bodyPr/>
          <a:lstStyle/>
          <a:p>
            <a:pPr defTabSz="1001713"/>
            <a:fld id="{F67EE218-ADC0-4532-B5B6-D0FECA91229A}" type="slidenum">
              <a:rPr lang="es-ES" smtClean="0"/>
              <a:pPr defTabSz="1001713"/>
              <a:t>85</a:t>
            </a:fld>
            <a:endParaRPr lang="es-E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4"/>
          <p:cNvSpPr>
            <a:spLocks noGrp="1" noChangeArrowheads="1"/>
          </p:cNvSpPr>
          <p:nvPr>
            <p:ph type="title"/>
          </p:nvPr>
        </p:nvSpPr>
        <p:spPr/>
        <p:txBody>
          <a:bodyPr/>
          <a:lstStyle/>
          <a:p>
            <a:pPr eaLnBrk="1" hangingPunct="1"/>
            <a:r>
              <a:rPr lang="es-ES_tradnl"/>
              <a:t>Arquitectura del Juego de Instrucciones</a:t>
            </a:r>
          </a:p>
        </p:txBody>
      </p:sp>
      <p:sp>
        <p:nvSpPr>
          <p:cNvPr id="84995" name="AutoShape 2"/>
          <p:cNvSpPr>
            <a:spLocks noChangeArrowheads="1"/>
          </p:cNvSpPr>
          <p:nvPr/>
        </p:nvSpPr>
        <p:spPr bwMode="auto">
          <a:xfrm>
            <a:off x="3052763" y="2700338"/>
            <a:ext cx="3960812" cy="3394075"/>
          </a:xfrm>
          <a:prstGeom prst="triangle">
            <a:avLst>
              <a:gd name="adj" fmla="val 50000"/>
            </a:avLst>
          </a:prstGeom>
          <a:gradFill rotWithShape="0">
            <a:gsLst>
              <a:gs pos="0">
                <a:srgbClr val="FFCC66"/>
              </a:gs>
              <a:gs pos="100000">
                <a:srgbClr val="669900"/>
              </a:gs>
            </a:gsLst>
            <a:lin ang="5400000" scaled="1"/>
          </a:gradFill>
          <a:ln w="9525">
            <a:solidFill>
              <a:schemeClr val="tx1"/>
            </a:solidFill>
            <a:miter lim="800000"/>
            <a:headEnd/>
            <a:tailEnd/>
          </a:ln>
        </p:spPr>
        <p:txBody>
          <a:bodyPr lIns="90000" tIns="46800" rIns="90000" bIns="46800" anchor="ctr">
            <a:spAutoFit/>
          </a:bodyPr>
          <a:lstStyle/>
          <a:p>
            <a:endParaRPr lang="es-ES"/>
          </a:p>
        </p:txBody>
      </p:sp>
      <p:grpSp>
        <p:nvGrpSpPr>
          <p:cNvPr id="2" name="Group 19"/>
          <p:cNvGrpSpPr>
            <a:grpSpLocks/>
          </p:cNvGrpSpPr>
          <p:nvPr/>
        </p:nvGrpSpPr>
        <p:grpSpPr bwMode="auto">
          <a:xfrm>
            <a:off x="3300413" y="2700338"/>
            <a:ext cx="3465512" cy="2970212"/>
            <a:chOff x="2079" y="1701"/>
            <a:chExt cx="2183" cy="1871"/>
          </a:xfrm>
        </p:grpSpPr>
        <p:sp>
          <p:nvSpPr>
            <p:cNvPr id="85019" name="AutoShape 5"/>
            <p:cNvSpPr>
              <a:spLocks noChangeArrowheads="1"/>
            </p:cNvSpPr>
            <p:nvPr/>
          </p:nvSpPr>
          <p:spPr bwMode="auto">
            <a:xfrm>
              <a:off x="2079" y="1701"/>
              <a:ext cx="2183" cy="1871"/>
            </a:xfrm>
            <a:prstGeom prst="triangle">
              <a:avLst>
                <a:gd name="adj" fmla="val 50000"/>
              </a:avLst>
            </a:prstGeom>
            <a:solidFill>
              <a:schemeClr val="bg1">
                <a:alpha val="50195"/>
              </a:schemeClr>
            </a:solidFill>
            <a:ln w="9525">
              <a:solidFill>
                <a:schemeClr val="tx1"/>
              </a:solidFill>
              <a:miter lim="800000"/>
              <a:headEnd/>
              <a:tailEnd/>
            </a:ln>
          </p:spPr>
          <p:txBody>
            <a:bodyPr wrap="none" lIns="90000" tIns="46800" rIns="90000" bIns="46800" anchor="ctr">
              <a:spAutoFit/>
            </a:bodyPr>
            <a:lstStyle/>
            <a:p>
              <a:endParaRPr lang="es-ES"/>
            </a:p>
          </p:txBody>
        </p:sp>
        <p:sp>
          <p:nvSpPr>
            <p:cNvPr id="85020" name="Text Box 6"/>
            <p:cNvSpPr txBox="1">
              <a:spLocks noChangeArrowheads="1"/>
            </p:cNvSpPr>
            <p:nvPr/>
          </p:nvSpPr>
          <p:spPr bwMode="auto">
            <a:xfrm>
              <a:off x="2641" y="3298"/>
              <a:ext cx="1077" cy="256"/>
            </a:xfrm>
            <a:prstGeom prst="rect">
              <a:avLst/>
            </a:prstGeom>
            <a:noFill/>
            <a:ln w="9525">
              <a:noFill/>
              <a:miter lim="800000"/>
              <a:headEnd/>
              <a:tailEnd/>
            </a:ln>
          </p:spPr>
          <p:txBody>
            <a:bodyPr wrap="none" lIns="98613" tIns="51279" rIns="98613" bIns="51279" anchor="ctr">
              <a:spAutoFit/>
            </a:bodyPr>
            <a:lstStyle/>
            <a:p>
              <a:pPr defTabSz="1001713" eaLnBrk="0" hangingPunct="0">
                <a:spcBef>
                  <a:spcPct val="50000"/>
                </a:spcBef>
              </a:pPr>
              <a:r>
                <a:rPr lang="es-ES_tradnl" sz="2000"/>
                <a:t>puertas lógicas</a:t>
              </a:r>
            </a:p>
          </p:txBody>
        </p:sp>
      </p:grpSp>
      <p:sp>
        <p:nvSpPr>
          <p:cNvPr id="84998" name="Text Box 7"/>
          <p:cNvSpPr txBox="1">
            <a:spLocks noChangeArrowheads="1"/>
          </p:cNvSpPr>
          <p:nvPr/>
        </p:nvSpPr>
        <p:spPr bwMode="auto">
          <a:xfrm>
            <a:off x="3892550" y="5659438"/>
            <a:ext cx="2249488" cy="457200"/>
          </a:xfrm>
          <a:prstGeom prst="rect">
            <a:avLst/>
          </a:prstGeom>
          <a:noFill/>
          <a:ln w="9525">
            <a:noFill/>
            <a:miter lim="800000"/>
            <a:headEnd/>
            <a:tailEnd/>
          </a:ln>
        </p:spPr>
        <p:txBody>
          <a:bodyPr wrap="none" lIns="98613" tIns="51279" rIns="98613" bIns="51279" anchor="ctr">
            <a:spAutoFit/>
          </a:bodyPr>
          <a:lstStyle/>
          <a:p>
            <a:pPr defTabSz="1001713" eaLnBrk="0" hangingPunct="0">
              <a:spcBef>
                <a:spcPct val="50000"/>
              </a:spcBef>
            </a:pPr>
            <a:r>
              <a:rPr lang="es-ES_tradnl" sz="2000"/>
              <a:t>transistores, circuitos</a:t>
            </a:r>
          </a:p>
        </p:txBody>
      </p:sp>
      <p:grpSp>
        <p:nvGrpSpPr>
          <p:cNvPr id="3" name="Group 18"/>
          <p:cNvGrpSpPr>
            <a:grpSpLocks/>
          </p:cNvGrpSpPr>
          <p:nvPr/>
        </p:nvGrpSpPr>
        <p:grpSpPr bwMode="auto">
          <a:xfrm>
            <a:off x="3052763" y="4224338"/>
            <a:ext cx="3052762" cy="303212"/>
            <a:chOff x="1923" y="2661"/>
            <a:chExt cx="1923" cy="191"/>
          </a:xfrm>
        </p:grpSpPr>
        <p:sp>
          <p:nvSpPr>
            <p:cNvPr id="85016" name="Line 9"/>
            <p:cNvSpPr>
              <a:spLocks noChangeShapeType="1"/>
            </p:cNvSpPr>
            <p:nvPr/>
          </p:nvSpPr>
          <p:spPr bwMode="auto">
            <a:xfrm>
              <a:off x="2495" y="2835"/>
              <a:ext cx="1351"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85017" name="Line 10"/>
            <p:cNvSpPr>
              <a:spLocks noChangeShapeType="1"/>
            </p:cNvSpPr>
            <p:nvPr/>
          </p:nvSpPr>
          <p:spPr bwMode="auto">
            <a:xfrm>
              <a:off x="1923" y="2835"/>
              <a:ext cx="468" cy="0"/>
            </a:xfrm>
            <a:prstGeom prst="line">
              <a:avLst/>
            </a:prstGeom>
            <a:noFill/>
            <a:ln w="9525">
              <a:solidFill>
                <a:schemeClr val="tx1"/>
              </a:solidFill>
              <a:round/>
              <a:headEnd/>
              <a:tailEnd type="triangle" w="med" len="med"/>
            </a:ln>
          </p:spPr>
          <p:txBody>
            <a:bodyPr wrap="none" lIns="90000" tIns="46800" rIns="90000" bIns="46800" anchor="ctr">
              <a:spAutoFit/>
            </a:bodyPr>
            <a:lstStyle/>
            <a:p>
              <a:endParaRPr lang="es-ES"/>
            </a:p>
          </p:txBody>
        </p:sp>
        <p:sp>
          <p:nvSpPr>
            <p:cNvPr id="85018" name="Text Box 16"/>
            <p:cNvSpPr txBox="1">
              <a:spLocks noChangeArrowheads="1"/>
            </p:cNvSpPr>
            <p:nvPr/>
          </p:nvSpPr>
          <p:spPr bwMode="auto">
            <a:xfrm>
              <a:off x="2564" y="2661"/>
              <a:ext cx="1215" cy="191"/>
            </a:xfrm>
            <a:prstGeom prst="rect">
              <a:avLst/>
            </a:prstGeom>
            <a:noFill/>
            <a:ln w="9525">
              <a:noFill/>
              <a:miter lim="800000"/>
              <a:headEnd/>
              <a:tailEnd/>
            </a:ln>
          </p:spPr>
          <p:txBody>
            <a:bodyPr wrap="none" lIns="98613" tIns="51279" rIns="98613" bIns="51279" anchor="ctr">
              <a:spAutoFit/>
            </a:bodyPr>
            <a:lstStyle/>
            <a:p>
              <a:pPr defTabSz="1001713" eaLnBrk="0" hangingPunct="0">
                <a:spcBef>
                  <a:spcPct val="50000"/>
                </a:spcBef>
              </a:pPr>
              <a:r>
                <a:rPr lang="es-ES_tradnl" sz="1100"/>
                <a:t>00101011100111010100100110</a:t>
              </a:r>
            </a:p>
          </p:txBody>
        </p:sp>
      </p:grpSp>
      <p:grpSp>
        <p:nvGrpSpPr>
          <p:cNvPr id="4" name="Group 23"/>
          <p:cNvGrpSpPr>
            <a:grpSpLocks/>
          </p:cNvGrpSpPr>
          <p:nvPr/>
        </p:nvGrpSpPr>
        <p:grpSpPr bwMode="auto">
          <a:xfrm>
            <a:off x="3582988" y="4841875"/>
            <a:ext cx="2879725" cy="360363"/>
            <a:chOff x="2257" y="3050"/>
            <a:chExt cx="1814" cy="227"/>
          </a:xfrm>
        </p:grpSpPr>
        <p:sp>
          <p:nvSpPr>
            <p:cNvPr id="85014" name="Line 21"/>
            <p:cNvSpPr>
              <a:spLocks noChangeShapeType="1"/>
            </p:cNvSpPr>
            <p:nvPr/>
          </p:nvSpPr>
          <p:spPr bwMode="auto">
            <a:xfrm>
              <a:off x="2257" y="3277"/>
              <a:ext cx="1814" cy="0"/>
            </a:xfrm>
            <a:prstGeom prst="line">
              <a:avLst/>
            </a:prstGeom>
            <a:noFill/>
            <a:ln w="9525">
              <a:solidFill>
                <a:schemeClr val="tx1"/>
              </a:solidFill>
              <a:round/>
              <a:headEnd/>
              <a:tailEnd/>
            </a:ln>
          </p:spPr>
          <p:txBody>
            <a:bodyPr lIns="90000" tIns="46800" rIns="90000" bIns="46800">
              <a:spAutoFit/>
            </a:bodyPr>
            <a:lstStyle/>
            <a:p>
              <a:endParaRPr lang="es-ES"/>
            </a:p>
          </p:txBody>
        </p:sp>
        <p:sp>
          <p:nvSpPr>
            <p:cNvPr id="85015" name="Text Box 22"/>
            <p:cNvSpPr txBox="1">
              <a:spLocks noChangeArrowheads="1"/>
            </p:cNvSpPr>
            <p:nvPr/>
          </p:nvSpPr>
          <p:spPr bwMode="auto">
            <a:xfrm>
              <a:off x="2710" y="3050"/>
              <a:ext cx="907" cy="192"/>
            </a:xfrm>
            <a:prstGeom prst="rect">
              <a:avLst/>
            </a:prstGeom>
            <a:noFill/>
            <a:ln w="9525" algn="ctr">
              <a:noFill/>
              <a:miter lim="800000"/>
              <a:headEnd/>
              <a:tailEnd/>
            </a:ln>
          </p:spPr>
          <p:txBody>
            <a:bodyPr lIns="90000" tIns="46800" rIns="90000" bIns="46800">
              <a:spAutoFit/>
            </a:bodyPr>
            <a:lstStyle/>
            <a:p>
              <a:pPr defTabSz="1001713">
                <a:spcBef>
                  <a:spcPct val="50000"/>
                </a:spcBef>
              </a:pPr>
              <a:r>
                <a:rPr lang="es-ES" sz="1400"/>
                <a:t>bloques lógicos</a:t>
              </a:r>
            </a:p>
          </p:txBody>
        </p:sp>
      </p:grpSp>
      <p:grpSp>
        <p:nvGrpSpPr>
          <p:cNvPr id="5" name="Group 27"/>
          <p:cNvGrpSpPr>
            <a:grpSpLocks/>
          </p:cNvGrpSpPr>
          <p:nvPr/>
        </p:nvGrpSpPr>
        <p:grpSpPr bwMode="auto">
          <a:xfrm>
            <a:off x="3798888" y="4483100"/>
            <a:ext cx="2447925" cy="287338"/>
            <a:chOff x="2393" y="2824"/>
            <a:chExt cx="1542" cy="181"/>
          </a:xfrm>
        </p:grpSpPr>
        <p:sp>
          <p:nvSpPr>
            <p:cNvPr id="85012" name="Line 24"/>
            <p:cNvSpPr>
              <a:spLocks noChangeShapeType="1"/>
            </p:cNvSpPr>
            <p:nvPr/>
          </p:nvSpPr>
          <p:spPr bwMode="auto">
            <a:xfrm>
              <a:off x="2393" y="3005"/>
              <a:ext cx="1542" cy="0"/>
            </a:xfrm>
            <a:prstGeom prst="line">
              <a:avLst/>
            </a:prstGeom>
            <a:noFill/>
            <a:ln w="9525">
              <a:solidFill>
                <a:schemeClr val="tx1"/>
              </a:solidFill>
              <a:round/>
              <a:headEnd/>
              <a:tailEnd/>
            </a:ln>
          </p:spPr>
          <p:txBody>
            <a:bodyPr lIns="90000" tIns="46800" rIns="90000" bIns="46800">
              <a:spAutoFit/>
            </a:bodyPr>
            <a:lstStyle/>
            <a:p>
              <a:endParaRPr lang="es-ES"/>
            </a:p>
          </p:txBody>
        </p:sp>
        <p:sp>
          <p:nvSpPr>
            <p:cNvPr id="85013" name="Text Box 25"/>
            <p:cNvSpPr txBox="1">
              <a:spLocks noChangeArrowheads="1"/>
            </p:cNvSpPr>
            <p:nvPr/>
          </p:nvSpPr>
          <p:spPr bwMode="auto">
            <a:xfrm>
              <a:off x="2620" y="2824"/>
              <a:ext cx="1088" cy="173"/>
            </a:xfrm>
            <a:prstGeom prst="rect">
              <a:avLst/>
            </a:prstGeom>
            <a:noFill/>
            <a:ln w="9525" algn="ctr">
              <a:noFill/>
              <a:miter lim="800000"/>
              <a:headEnd/>
              <a:tailEnd/>
            </a:ln>
          </p:spPr>
          <p:txBody>
            <a:bodyPr lIns="90000" tIns="46800" rIns="90000" bIns="46800">
              <a:spAutoFit/>
            </a:bodyPr>
            <a:lstStyle/>
            <a:p>
              <a:pPr defTabSz="1001713">
                <a:spcBef>
                  <a:spcPct val="50000"/>
                </a:spcBef>
              </a:pPr>
              <a:r>
                <a:rPr lang="es-ES" sz="1200"/>
                <a:t>bloques funcionales</a:t>
              </a:r>
            </a:p>
          </p:txBody>
        </p:sp>
      </p:grpSp>
      <p:grpSp>
        <p:nvGrpSpPr>
          <p:cNvPr id="6" name="Group 30"/>
          <p:cNvGrpSpPr>
            <a:grpSpLocks/>
          </p:cNvGrpSpPr>
          <p:nvPr/>
        </p:nvGrpSpPr>
        <p:grpSpPr bwMode="auto">
          <a:xfrm>
            <a:off x="4159250" y="3906838"/>
            <a:ext cx="1727200" cy="287337"/>
            <a:chOff x="2620" y="2461"/>
            <a:chExt cx="1088" cy="181"/>
          </a:xfrm>
        </p:grpSpPr>
        <p:sp>
          <p:nvSpPr>
            <p:cNvPr id="85010" name="Text Box 26"/>
            <p:cNvSpPr txBox="1">
              <a:spLocks noChangeArrowheads="1"/>
            </p:cNvSpPr>
            <p:nvPr/>
          </p:nvSpPr>
          <p:spPr bwMode="auto">
            <a:xfrm>
              <a:off x="2620" y="2461"/>
              <a:ext cx="1088" cy="173"/>
            </a:xfrm>
            <a:prstGeom prst="rect">
              <a:avLst/>
            </a:prstGeom>
            <a:noFill/>
            <a:ln w="9525" algn="ctr">
              <a:noFill/>
              <a:miter lim="800000"/>
              <a:headEnd/>
              <a:tailEnd/>
            </a:ln>
          </p:spPr>
          <p:txBody>
            <a:bodyPr lIns="90000" tIns="46800" rIns="90000" bIns="46800">
              <a:spAutoFit/>
            </a:bodyPr>
            <a:lstStyle/>
            <a:p>
              <a:pPr defTabSz="1001713">
                <a:spcBef>
                  <a:spcPct val="50000"/>
                </a:spcBef>
              </a:pPr>
              <a:r>
                <a:rPr lang="es-ES" sz="1200"/>
                <a:t>ensamblador</a:t>
              </a:r>
            </a:p>
          </p:txBody>
        </p:sp>
        <p:sp>
          <p:nvSpPr>
            <p:cNvPr id="85011" name="Line 29"/>
            <p:cNvSpPr>
              <a:spLocks noChangeShapeType="1"/>
            </p:cNvSpPr>
            <p:nvPr/>
          </p:nvSpPr>
          <p:spPr bwMode="auto">
            <a:xfrm>
              <a:off x="2620" y="2642"/>
              <a:ext cx="1088" cy="0"/>
            </a:xfrm>
            <a:prstGeom prst="line">
              <a:avLst/>
            </a:prstGeom>
            <a:noFill/>
            <a:ln w="9525">
              <a:solidFill>
                <a:schemeClr val="tx1"/>
              </a:solidFill>
              <a:round/>
              <a:headEnd/>
              <a:tailEnd/>
            </a:ln>
          </p:spPr>
          <p:txBody>
            <a:bodyPr wrap="none" lIns="90000" tIns="46800" rIns="90000" bIns="46800">
              <a:spAutoFit/>
            </a:bodyPr>
            <a:lstStyle/>
            <a:p>
              <a:endParaRPr lang="es-ES"/>
            </a:p>
          </p:txBody>
        </p:sp>
      </p:grpSp>
      <p:grpSp>
        <p:nvGrpSpPr>
          <p:cNvPr id="7" name="Group 32"/>
          <p:cNvGrpSpPr>
            <a:grpSpLocks/>
          </p:cNvGrpSpPr>
          <p:nvPr/>
        </p:nvGrpSpPr>
        <p:grpSpPr bwMode="auto">
          <a:xfrm>
            <a:off x="4159250" y="3617913"/>
            <a:ext cx="1727200" cy="288925"/>
            <a:chOff x="2620" y="2279"/>
            <a:chExt cx="1088" cy="182"/>
          </a:xfrm>
        </p:grpSpPr>
        <p:sp>
          <p:nvSpPr>
            <p:cNvPr id="85008" name="Text Box 28"/>
            <p:cNvSpPr txBox="1">
              <a:spLocks noChangeArrowheads="1"/>
            </p:cNvSpPr>
            <p:nvPr/>
          </p:nvSpPr>
          <p:spPr bwMode="auto">
            <a:xfrm>
              <a:off x="2620" y="2279"/>
              <a:ext cx="1088" cy="173"/>
            </a:xfrm>
            <a:prstGeom prst="rect">
              <a:avLst/>
            </a:prstGeom>
            <a:noFill/>
            <a:ln w="9525" algn="ctr">
              <a:noFill/>
              <a:miter lim="800000"/>
              <a:headEnd/>
              <a:tailEnd/>
            </a:ln>
          </p:spPr>
          <p:txBody>
            <a:bodyPr lIns="90000" tIns="46800" rIns="90000" bIns="46800">
              <a:spAutoFit/>
            </a:bodyPr>
            <a:lstStyle/>
            <a:p>
              <a:pPr defTabSz="1001713">
                <a:spcBef>
                  <a:spcPct val="50000"/>
                </a:spcBef>
              </a:pPr>
              <a:r>
                <a:rPr lang="es-ES" sz="1200"/>
                <a:t>lenguaje alto nivel</a:t>
              </a:r>
            </a:p>
          </p:txBody>
        </p:sp>
        <p:sp>
          <p:nvSpPr>
            <p:cNvPr id="85009" name="Line 31"/>
            <p:cNvSpPr>
              <a:spLocks noChangeShapeType="1"/>
            </p:cNvSpPr>
            <p:nvPr/>
          </p:nvSpPr>
          <p:spPr bwMode="auto">
            <a:xfrm>
              <a:off x="2710" y="2461"/>
              <a:ext cx="907" cy="0"/>
            </a:xfrm>
            <a:prstGeom prst="line">
              <a:avLst/>
            </a:prstGeom>
            <a:noFill/>
            <a:ln w="9525">
              <a:solidFill>
                <a:schemeClr val="tx1"/>
              </a:solidFill>
              <a:round/>
              <a:headEnd/>
              <a:tailEnd/>
            </a:ln>
          </p:spPr>
          <p:txBody>
            <a:bodyPr lIns="90000" tIns="46800" rIns="90000" bIns="46800">
              <a:spAutoFit/>
            </a:bodyPr>
            <a:lstStyle/>
            <a:p>
              <a:endParaRPr lang="es-ES"/>
            </a:p>
          </p:txBody>
        </p:sp>
      </p:grpSp>
      <p:grpSp>
        <p:nvGrpSpPr>
          <p:cNvPr id="8" name="Group 35"/>
          <p:cNvGrpSpPr>
            <a:grpSpLocks/>
          </p:cNvGrpSpPr>
          <p:nvPr/>
        </p:nvGrpSpPr>
        <p:grpSpPr bwMode="auto">
          <a:xfrm>
            <a:off x="4591050" y="2741613"/>
            <a:ext cx="869950" cy="939800"/>
            <a:chOff x="2892" y="1727"/>
            <a:chExt cx="548" cy="592"/>
          </a:xfrm>
        </p:grpSpPr>
        <p:sp>
          <p:nvSpPr>
            <p:cNvPr id="85006" name="Text Box 33"/>
            <p:cNvSpPr txBox="1">
              <a:spLocks noChangeArrowheads="1"/>
            </p:cNvSpPr>
            <p:nvPr/>
          </p:nvSpPr>
          <p:spPr bwMode="auto">
            <a:xfrm>
              <a:off x="2937" y="1727"/>
              <a:ext cx="503" cy="592"/>
            </a:xfrm>
            <a:prstGeom prst="rect">
              <a:avLst/>
            </a:prstGeom>
            <a:noFill/>
            <a:ln w="9525">
              <a:noFill/>
              <a:miter lim="800000"/>
              <a:headEnd/>
              <a:tailEnd/>
            </a:ln>
          </p:spPr>
          <p:txBody>
            <a:bodyPr lIns="98613" tIns="51279" rIns="98613" bIns="51279" anchor="ctr">
              <a:spAutoFit/>
            </a:bodyPr>
            <a:lstStyle/>
            <a:p>
              <a:pPr defTabSz="1001713" eaLnBrk="0" hangingPunct="0">
                <a:spcBef>
                  <a:spcPct val="50000"/>
                </a:spcBef>
              </a:pPr>
              <a:r>
                <a:rPr lang="es-ES_tradnl" sz="5500">
                  <a:sym typeface="Webdings" pitchFamily="18" charset="2"/>
                </a:rPr>
                <a:t></a:t>
              </a:r>
              <a:endParaRPr lang="es-ES_tradnl" sz="2600"/>
            </a:p>
          </p:txBody>
        </p:sp>
        <p:sp>
          <p:nvSpPr>
            <p:cNvPr id="85007" name="Line 34"/>
            <p:cNvSpPr>
              <a:spLocks noChangeShapeType="1"/>
            </p:cNvSpPr>
            <p:nvPr/>
          </p:nvSpPr>
          <p:spPr bwMode="auto">
            <a:xfrm>
              <a:off x="2892" y="2189"/>
              <a:ext cx="544" cy="0"/>
            </a:xfrm>
            <a:prstGeom prst="line">
              <a:avLst/>
            </a:prstGeom>
            <a:noFill/>
            <a:ln w="9525">
              <a:solidFill>
                <a:schemeClr val="tx1"/>
              </a:solidFill>
              <a:round/>
              <a:headEnd/>
              <a:tailEnd/>
            </a:ln>
          </p:spPr>
          <p:txBody>
            <a:bodyPr wrap="none" lIns="90000" tIns="46800" rIns="90000" bIns="46800">
              <a:spAutoFit/>
            </a:bodyPr>
            <a:lstStyle/>
            <a:p>
              <a:endParaRPr lang="es-E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2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20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20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fade">
                                      <p:cBhvr>
                                        <p:cTn id="3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1" name="Rectangle 4"/>
          <p:cNvSpPr>
            <a:spLocks noGrp="1" noChangeArrowheads="1"/>
          </p:cNvSpPr>
          <p:nvPr>
            <p:ph type="title"/>
          </p:nvPr>
        </p:nvSpPr>
        <p:spPr/>
        <p:txBody>
          <a:bodyPr/>
          <a:lstStyle/>
          <a:p>
            <a:pPr eaLnBrk="1" hangingPunct="1"/>
            <a:r>
              <a:rPr lang="es-ES_tradnl"/>
              <a:t>Arquitectura del Juego de Instrucciones</a:t>
            </a:r>
          </a:p>
        </p:txBody>
      </p:sp>
      <p:sp>
        <p:nvSpPr>
          <p:cNvPr id="86018" name="4 Marcador de número de diapositiva"/>
          <p:cNvSpPr>
            <a:spLocks noGrp="1"/>
          </p:cNvSpPr>
          <p:nvPr>
            <p:ph type="sldNum" sz="quarter" idx="11"/>
          </p:nvPr>
        </p:nvSpPr>
        <p:spPr>
          <a:noFill/>
        </p:spPr>
        <p:txBody>
          <a:bodyPr/>
          <a:lstStyle/>
          <a:p>
            <a:pPr defTabSz="1001713"/>
            <a:fld id="{C2DF9A3D-13E9-4A2F-890D-92AA63A1AEE1}" type="slidenum">
              <a:rPr lang="es-ES" smtClean="0"/>
              <a:pPr defTabSz="1001713"/>
              <a:t>87</a:t>
            </a:fld>
            <a:endParaRPr lang="es-ES"/>
          </a:p>
        </p:txBody>
      </p:sp>
      <p:sp>
        <p:nvSpPr>
          <p:cNvPr id="86019" name="AutoShape 2"/>
          <p:cNvSpPr>
            <a:spLocks noChangeArrowheads="1"/>
          </p:cNvSpPr>
          <p:nvPr/>
        </p:nvSpPr>
        <p:spPr bwMode="auto">
          <a:xfrm>
            <a:off x="3052763" y="2700338"/>
            <a:ext cx="3960812" cy="3394075"/>
          </a:xfrm>
          <a:prstGeom prst="triangle">
            <a:avLst>
              <a:gd name="adj" fmla="val 50000"/>
            </a:avLst>
          </a:prstGeom>
          <a:gradFill rotWithShape="0">
            <a:gsLst>
              <a:gs pos="0">
                <a:srgbClr val="FFCC66"/>
              </a:gs>
              <a:gs pos="100000">
                <a:srgbClr val="669900"/>
              </a:gs>
            </a:gsLst>
            <a:lin ang="5400000" scaled="1"/>
          </a:gradFill>
          <a:ln w="9525">
            <a:solidFill>
              <a:schemeClr val="tx1"/>
            </a:solidFill>
            <a:miter lim="800000"/>
            <a:headEnd/>
            <a:tailEnd/>
          </a:ln>
        </p:spPr>
        <p:txBody>
          <a:bodyPr lIns="90000" tIns="46800" rIns="90000" bIns="46800" anchor="ctr">
            <a:spAutoFit/>
          </a:bodyPr>
          <a:lstStyle/>
          <a:p>
            <a:endParaRPr lang="es-ES"/>
          </a:p>
        </p:txBody>
      </p:sp>
      <p:sp>
        <p:nvSpPr>
          <p:cNvPr id="86020" name="Text Box 3"/>
          <p:cNvSpPr txBox="1">
            <a:spLocks noChangeArrowheads="1"/>
          </p:cNvSpPr>
          <p:nvPr/>
        </p:nvSpPr>
        <p:spPr bwMode="auto">
          <a:xfrm>
            <a:off x="4703763" y="2676525"/>
            <a:ext cx="798512" cy="1057275"/>
          </a:xfrm>
          <a:prstGeom prst="rect">
            <a:avLst/>
          </a:prstGeom>
          <a:noFill/>
          <a:ln w="9525">
            <a:noFill/>
            <a:miter lim="800000"/>
            <a:headEnd/>
            <a:tailEnd/>
          </a:ln>
        </p:spPr>
        <p:txBody>
          <a:bodyPr lIns="98613" tIns="51279" rIns="98613" bIns="51279" anchor="ctr">
            <a:spAutoFit/>
          </a:bodyPr>
          <a:lstStyle/>
          <a:p>
            <a:pPr defTabSz="1001713" eaLnBrk="0" hangingPunct="0">
              <a:spcBef>
                <a:spcPct val="50000"/>
              </a:spcBef>
            </a:pPr>
            <a:r>
              <a:rPr lang="es-ES_tradnl" sz="5500">
                <a:sym typeface="Webdings" pitchFamily="18" charset="2"/>
              </a:rPr>
              <a:t></a:t>
            </a:r>
            <a:endParaRPr lang="es-ES_tradnl" sz="2600"/>
          </a:p>
        </p:txBody>
      </p:sp>
      <p:sp>
        <p:nvSpPr>
          <p:cNvPr id="86022" name="AutoShape 5"/>
          <p:cNvSpPr>
            <a:spLocks noChangeArrowheads="1"/>
          </p:cNvSpPr>
          <p:nvPr/>
        </p:nvSpPr>
        <p:spPr bwMode="auto">
          <a:xfrm>
            <a:off x="3300413" y="2700338"/>
            <a:ext cx="3465512" cy="2970212"/>
          </a:xfrm>
          <a:prstGeom prst="triangle">
            <a:avLst>
              <a:gd name="adj" fmla="val 50000"/>
            </a:avLst>
          </a:prstGeom>
          <a:solidFill>
            <a:schemeClr val="bg1">
              <a:alpha val="50195"/>
            </a:schemeClr>
          </a:solidFill>
          <a:ln w="9525">
            <a:solidFill>
              <a:schemeClr val="tx1"/>
            </a:solidFill>
            <a:miter lim="800000"/>
            <a:headEnd/>
            <a:tailEnd/>
          </a:ln>
        </p:spPr>
        <p:txBody>
          <a:bodyPr wrap="none" lIns="90000" tIns="46800" rIns="90000" bIns="46800" anchor="ctr">
            <a:spAutoFit/>
          </a:bodyPr>
          <a:lstStyle/>
          <a:p>
            <a:endParaRPr lang="es-ES"/>
          </a:p>
        </p:txBody>
      </p:sp>
      <p:sp>
        <p:nvSpPr>
          <p:cNvPr id="86023" name="Text Box 6"/>
          <p:cNvSpPr txBox="1">
            <a:spLocks noChangeArrowheads="1"/>
          </p:cNvSpPr>
          <p:nvPr/>
        </p:nvSpPr>
        <p:spPr bwMode="auto">
          <a:xfrm>
            <a:off x="4225925" y="5210175"/>
            <a:ext cx="1638300" cy="457200"/>
          </a:xfrm>
          <a:prstGeom prst="rect">
            <a:avLst/>
          </a:prstGeom>
          <a:noFill/>
          <a:ln w="9525">
            <a:noFill/>
            <a:miter lim="800000"/>
            <a:headEnd/>
            <a:tailEnd/>
          </a:ln>
        </p:spPr>
        <p:txBody>
          <a:bodyPr wrap="none" lIns="98613" tIns="51279" rIns="98613" bIns="51279" anchor="ctr">
            <a:spAutoFit/>
          </a:bodyPr>
          <a:lstStyle/>
          <a:p>
            <a:pPr defTabSz="1001713" eaLnBrk="0" hangingPunct="0">
              <a:spcBef>
                <a:spcPct val="50000"/>
              </a:spcBef>
            </a:pPr>
            <a:r>
              <a:rPr lang="es-ES_tradnl" sz="2000"/>
              <a:t>puertas lógicas</a:t>
            </a:r>
          </a:p>
        </p:txBody>
      </p:sp>
      <p:sp>
        <p:nvSpPr>
          <p:cNvPr id="86024" name="Text Box 7"/>
          <p:cNvSpPr txBox="1">
            <a:spLocks noChangeArrowheads="1"/>
          </p:cNvSpPr>
          <p:nvPr/>
        </p:nvSpPr>
        <p:spPr bwMode="auto">
          <a:xfrm>
            <a:off x="3892550" y="5659438"/>
            <a:ext cx="2249488" cy="457200"/>
          </a:xfrm>
          <a:prstGeom prst="rect">
            <a:avLst/>
          </a:prstGeom>
          <a:noFill/>
          <a:ln w="9525">
            <a:noFill/>
            <a:miter lim="800000"/>
            <a:headEnd/>
            <a:tailEnd/>
          </a:ln>
        </p:spPr>
        <p:txBody>
          <a:bodyPr wrap="none" lIns="98613" tIns="51279" rIns="98613" bIns="51279" anchor="ctr">
            <a:spAutoFit/>
          </a:bodyPr>
          <a:lstStyle/>
          <a:p>
            <a:pPr defTabSz="1001713" eaLnBrk="0" hangingPunct="0">
              <a:spcBef>
                <a:spcPct val="50000"/>
              </a:spcBef>
            </a:pPr>
            <a:r>
              <a:rPr lang="es-ES_tradnl" sz="2000"/>
              <a:t>transistores, circuitos</a:t>
            </a:r>
          </a:p>
        </p:txBody>
      </p:sp>
      <p:sp>
        <p:nvSpPr>
          <p:cNvPr id="86025" name="Text Box 8"/>
          <p:cNvSpPr txBox="1">
            <a:spLocks noChangeArrowheads="1"/>
          </p:cNvSpPr>
          <p:nvPr/>
        </p:nvSpPr>
        <p:spPr bwMode="auto">
          <a:xfrm>
            <a:off x="3895725" y="2239963"/>
            <a:ext cx="2366963" cy="457200"/>
          </a:xfrm>
          <a:prstGeom prst="rect">
            <a:avLst/>
          </a:prstGeom>
          <a:noFill/>
          <a:ln w="9525">
            <a:noFill/>
            <a:miter lim="800000"/>
            <a:headEnd/>
            <a:tailEnd/>
          </a:ln>
        </p:spPr>
        <p:txBody>
          <a:bodyPr wrap="none" lIns="98613" tIns="51279" rIns="98613" bIns="51279" anchor="ctr">
            <a:spAutoFit/>
          </a:bodyPr>
          <a:lstStyle/>
          <a:p>
            <a:pPr defTabSz="1001713" eaLnBrk="0" hangingPunct="0">
              <a:spcBef>
                <a:spcPct val="50000"/>
              </a:spcBef>
            </a:pPr>
            <a:r>
              <a:rPr lang="es-ES_tradnl" sz="2000"/>
              <a:t>lenguajes de alto nivel</a:t>
            </a:r>
          </a:p>
        </p:txBody>
      </p:sp>
      <p:sp>
        <p:nvSpPr>
          <p:cNvPr id="86026" name="Line 9"/>
          <p:cNvSpPr>
            <a:spLocks noChangeShapeType="1"/>
          </p:cNvSpPr>
          <p:nvPr/>
        </p:nvSpPr>
        <p:spPr bwMode="auto">
          <a:xfrm>
            <a:off x="3960813" y="4500563"/>
            <a:ext cx="2144712"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86027" name="Line 10"/>
          <p:cNvSpPr>
            <a:spLocks noChangeShapeType="1"/>
          </p:cNvSpPr>
          <p:nvPr/>
        </p:nvSpPr>
        <p:spPr bwMode="auto">
          <a:xfrm>
            <a:off x="3052763" y="4500563"/>
            <a:ext cx="742950" cy="0"/>
          </a:xfrm>
          <a:prstGeom prst="line">
            <a:avLst/>
          </a:prstGeom>
          <a:noFill/>
          <a:ln w="9525">
            <a:solidFill>
              <a:schemeClr val="tx1"/>
            </a:solidFill>
            <a:round/>
            <a:headEnd/>
            <a:tailEnd type="triangle" w="med" len="med"/>
          </a:ln>
        </p:spPr>
        <p:txBody>
          <a:bodyPr wrap="none" lIns="90000" tIns="46800" rIns="90000" bIns="46800" anchor="ctr">
            <a:spAutoFit/>
          </a:bodyPr>
          <a:lstStyle/>
          <a:p>
            <a:endParaRPr lang="es-ES"/>
          </a:p>
        </p:txBody>
      </p:sp>
      <p:sp>
        <p:nvSpPr>
          <p:cNvPr id="86028" name="Text Box 11"/>
          <p:cNvSpPr txBox="1">
            <a:spLocks noChangeArrowheads="1"/>
          </p:cNvSpPr>
          <p:nvPr/>
        </p:nvSpPr>
        <p:spPr bwMode="auto">
          <a:xfrm>
            <a:off x="258763" y="2425700"/>
            <a:ext cx="2416175" cy="2857500"/>
          </a:xfrm>
          <a:prstGeom prst="rect">
            <a:avLst/>
          </a:prstGeom>
          <a:noFill/>
          <a:ln w="9525">
            <a:noFill/>
            <a:miter lim="800000"/>
            <a:headEnd/>
            <a:tailEnd/>
          </a:ln>
        </p:spPr>
        <p:txBody>
          <a:bodyPr lIns="98613" tIns="51279" rIns="98613" bIns="51279" anchor="ctr">
            <a:spAutoFit/>
          </a:bodyPr>
          <a:lstStyle/>
          <a:p>
            <a:pPr defTabSz="1001713" eaLnBrk="0" hangingPunct="0">
              <a:spcBef>
                <a:spcPct val="50000"/>
              </a:spcBef>
            </a:pPr>
            <a:r>
              <a:rPr lang="es-ES_tradnl" sz="2000"/>
              <a:t>nivel ISA: Instruction Set Architecture:</a:t>
            </a:r>
          </a:p>
          <a:p>
            <a:pPr defTabSz="1001713" eaLnBrk="0" hangingPunct="0">
              <a:spcBef>
                <a:spcPct val="50000"/>
              </a:spcBef>
            </a:pPr>
            <a:r>
              <a:rPr lang="es-ES_tradnl" sz="2000"/>
              <a:t>La barrera entre el hardware y el software</a:t>
            </a:r>
          </a:p>
          <a:p>
            <a:pPr defTabSz="1001713" eaLnBrk="0" hangingPunct="0">
              <a:spcBef>
                <a:spcPct val="50000"/>
              </a:spcBef>
            </a:pPr>
            <a:r>
              <a:rPr lang="es-ES_tradnl" sz="2000"/>
              <a:t>Inteligible para nosotros, también para los circuitos</a:t>
            </a:r>
          </a:p>
        </p:txBody>
      </p:sp>
      <p:sp>
        <p:nvSpPr>
          <p:cNvPr id="86029" name="Line 12"/>
          <p:cNvSpPr>
            <a:spLocks noChangeShapeType="1"/>
          </p:cNvSpPr>
          <p:nvPr/>
        </p:nvSpPr>
        <p:spPr bwMode="auto">
          <a:xfrm>
            <a:off x="6931025" y="4589463"/>
            <a:ext cx="0" cy="992187"/>
          </a:xfrm>
          <a:prstGeom prst="line">
            <a:avLst/>
          </a:prstGeom>
          <a:noFill/>
          <a:ln w="9525">
            <a:solidFill>
              <a:schemeClr val="tx1"/>
            </a:solidFill>
            <a:round/>
            <a:headEnd type="triangle" w="lg" len="lg"/>
            <a:tailEnd type="triangle" w="lg" len="lg"/>
          </a:ln>
        </p:spPr>
        <p:txBody>
          <a:bodyPr lIns="90000" tIns="46800" rIns="90000" bIns="46800" anchor="ctr">
            <a:spAutoFit/>
          </a:bodyPr>
          <a:lstStyle/>
          <a:p>
            <a:endParaRPr lang="es-ES"/>
          </a:p>
        </p:txBody>
      </p:sp>
      <p:sp>
        <p:nvSpPr>
          <p:cNvPr id="86030" name="Line 13"/>
          <p:cNvSpPr>
            <a:spLocks noChangeShapeType="1"/>
          </p:cNvSpPr>
          <p:nvPr/>
        </p:nvSpPr>
        <p:spPr bwMode="auto">
          <a:xfrm>
            <a:off x="6931025" y="3060700"/>
            <a:ext cx="0" cy="1439863"/>
          </a:xfrm>
          <a:prstGeom prst="line">
            <a:avLst/>
          </a:prstGeom>
          <a:noFill/>
          <a:ln w="9525">
            <a:solidFill>
              <a:schemeClr val="tx1"/>
            </a:solidFill>
            <a:round/>
            <a:headEnd type="triangle" w="lg" len="lg"/>
            <a:tailEnd type="triangle" w="lg" len="lg"/>
          </a:ln>
        </p:spPr>
        <p:txBody>
          <a:bodyPr lIns="90000" tIns="46800" rIns="90000" bIns="46800" anchor="ctr">
            <a:spAutoFit/>
          </a:bodyPr>
          <a:lstStyle/>
          <a:p>
            <a:endParaRPr lang="es-ES"/>
          </a:p>
        </p:txBody>
      </p:sp>
      <p:sp>
        <p:nvSpPr>
          <p:cNvPr id="86031" name="Text Box 14"/>
          <p:cNvSpPr txBox="1">
            <a:spLocks noChangeArrowheads="1"/>
          </p:cNvSpPr>
          <p:nvPr/>
        </p:nvSpPr>
        <p:spPr bwMode="auto">
          <a:xfrm>
            <a:off x="7013575" y="3327400"/>
            <a:ext cx="1649413" cy="800100"/>
          </a:xfrm>
          <a:prstGeom prst="rect">
            <a:avLst/>
          </a:prstGeom>
          <a:noFill/>
          <a:ln w="9525">
            <a:noFill/>
            <a:miter lim="800000"/>
            <a:headEnd/>
            <a:tailEnd/>
          </a:ln>
        </p:spPr>
        <p:txBody>
          <a:bodyPr lIns="98613" tIns="51279" rIns="98613" bIns="51279" anchor="ctr">
            <a:spAutoFit/>
          </a:bodyPr>
          <a:lstStyle/>
          <a:p>
            <a:pPr defTabSz="1001713" eaLnBrk="0" hangingPunct="0">
              <a:spcBef>
                <a:spcPct val="50000"/>
              </a:spcBef>
            </a:pPr>
            <a:r>
              <a:rPr lang="es-ES_tradnl" sz="2000"/>
              <a:t>traducción software</a:t>
            </a:r>
          </a:p>
        </p:txBody>
      </p:sp>
      <p:sp>
        <p:nvSpPr>
          <p:cNvPr id="86032" name="Text Box 15"/>
          <p:cNvSpPr txBox="1">
            <a:spLocks noChangeArrowheads="1"/>
          </p:cNvSpPr>
          <p:nvPr/>
        </p:nvSpPr>
        <p:spPr bwMode="auto">
          <a:xfrm>
            <a:off x="7013575" y="4659313"/>
            <a:ext cx="1649413" cy="800100"/>
          </a:xfrm>
          <a:prstGeom prst="rect">
            <a:avLst/>
          </a:prstGeom>
          <a:noFill/>
          <a:ln w="9525">
            <a:noFill/>
            <a:miter lim="800000"/>
            <a:headEnd/>
            <a:tailEnd/>
          </a:ln>
        </p:spPr>
        <p:txBody>
          <a:bodyPr lIns="98613" tIns="51279" rIns="98613" bIns="51279" anchor="ctr">
            <a:spAutoFit/>
          </a:bodyPr>
          <a:lstStyle/>
          <a:p>
            <a:pPr defTabSz="1001713" eaLnBrk="0" hangingPunct="0">
              <a:spcBef>
                <a:spcPct val="50000"/>
              </a:spcBef>
            </a:pPr>
            <a:r>
              <a:rPr lang="es-ES_tradnl" sz="2000"/>
              <a:t>traducción hardware</a:t>
            </a:r>
          </a:p>
        </p:txBody>
      </p:sp>
      <p:sp>
        <p:nvSpPr>
          <p:cNvPr id="86033" name="Text Box 16"/>
          <p:cNvSpPr txBox="1">
            <a:spLocks noChangeArrowheads="1"/>
          </p:cNvSpPr>
          <p:nvPr/>
        </p:nvSpPr>
        <p:spPr bwMode="auto">
          <a:xfrm>
            <a:off x="4070350" y="4224338"/>
            <a:ext cx="1928813" cy="303212"/>
          </a:xfrm>
          <a:prstGeom prst="rect">
            <a:avLst/>
          </a:prstGeom>
          <a:noFill/>
          <a:ln w="9525">
            <a:noFill/>
            <a:miter lim="800000"/>
            <a:headEnd/>
            <a:tailEnd/>
          </a:ln>
        </p:spPr>
        <p:txBody>
          <a:bodyPr wrap="none" lIns="98613" tIns="51279" rIns="98613" bIns="51279" anchor="ctr">
            <a:spAutoFit/>
          </a:bodyPr>
          <a:lstStyle/>
          <a:p>
            <a:pPr defTabSz="1001713" eaLnBrk="0" hangingPunct="0">
              <a:spcBef>
                <a:spcPct val="50000"/>
              </a:spcBef>
            </a:pPr>
            <a:r>
              <a:rPr lang="es-ES_tradnl" sz="1100"/>
              <a:t>00101011100111010100100110</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2"/>
          <p:cNvSpPr>
            <a:spLocks noGrp="1" noChangeArrowheads="1"/>
          </p:cNvSpPr>
          <p:nvPr>
            <p:ph type="title"/>
          </p:nvPr>
        </p:nvSpPr>
        <p:spPr>
          <a:xfrm>
            <a:off x="742950" y="1081088"/>
            <a:ext cx="8339138" cy="808037"/>
          </a:xfrm>
        </p:spPr>
        <p:txBody>
          <a:bodyPr>
            <a:normAutofit fontScale="90000"/>
          </a:bodyPr>
          <a:lstStyle/>
          <a:p>
            <a:pPr eaLnBrk="1" hangingPunct="1"/>
            <a:r>
              <a:rPr lang="es-ES_tradnl"/>
              <a:t>Las operaciones del hardware</a:t>
            </a:r>
            <a:br>
              <a:rPr lang="es-ES_tradnl"/>
            </a:br>
            <a:endParaRPr lang="es-ES_tradnl"/>
          </a:p>
        </p:txBody>
      </p:sp>
      <p:sp>
        <p:nvSpPr>
          <p:cNvPr id="87042" name="4 Marcador de número de diapositiva"/>
          <p:cNvSpPr>
            <a:spLocks noGrp="1"/>
          </p:cNvSpPr>
          <p:nvPr>
            <p:ph type="sldNum" sz="quarter" idx="4294967295"/>
          </p:nvPr>
        </p:nvSpPr>
        <p:spPr>
          <a:xfrm>
            <a:off x="663383" y="7508439"/>
            <a:ext cx="2145268" cy="432054"/>
          </a:xfrm>
          <a:prstGeom prst="rect">
            <a:avLst/>
          </a:prstGeom>
          <a:noFill/>
        </p:spPr>
        <p:txBody>
          <a:bodyPr/>
          <a:lstStyle/>
          <a:p>
            <a:pPr defTabSz="1001713"/>
            <a:fld id="{4836EEF4-1C4D-4ABA-95C8-0DA2588AF393}" type="slidenum">
              <a:rPr lang="es-ES" smtClean="0"/>
              <a:pPr defTabSz="1001713"/>
              <a:t>88</a:t>
            </a:fld>
            <a:endParaRPr lang="es-ES"/>
          </a:p>
        </p:txBody>
      </p:sp>
      <p:sp>
        <p:nvSpPr>
          <p:cNvPr id="87044" name="Rectangle 3"/>
          <p:cNvSpPr>
            <a:spLocks noGrp="1" noChangeArrowheads="1"/>
          </p:cNvSpPr>
          <p:nvPr>
            <p:ph sz="quarter" idx="1"/>
          </p:nvPr>
        </p:nvSpPr>
        <p:spPr>
          <a:xfrm>
            <a:off x="577850" y="1889125"/>
            <a:ext cx="9323388" cy="4862513"/>
          </a:xfrm>
        </p:spPr>
        <p:txBody>
          <a:bodyPr>
            <a:normAutofit fontScale="92500" lnSpcReduction="20000"/>
          </a:bodyPr>
          <a:lstStyle/>
          <a:p>
            <a:pPr eaLnBrk="1" hangingPunct="1">
              <a:lnSpc>
                <a:spcPct val="90000"/>
              </a:lnSpc>
            </a:pPr>
            <a:r>
              <a:rPr lang="es-ES_tradnl" sz="2200" dirty="0"/>
              <a:t>Operaciones que el computador realiza en el nivel que estudiamos:</a:t>
            </a:r>
          </a:p>
          <a:p>
            <a:pPr lvl="1" eaLnBrk="1" hangingPunct="1">
              <a:lnSpc>
                <a:spcPct val="90000"/>
              </a:lnSpc>
            </a:pPr>
            <a:r>
              <a:rPr lang="es-ES_tradnl" sz="2000" dirty="0"/>
              <a:t>Ejemplos:</a:t>
            </a:r>
          </a:p>
          <a:p>
            <a:pPr lvl="2">
              <a:lnSpc>
                <a:spcPct val="90000"/>
              </a:lnSpc>
            </a:pPr>
            <a:r>
              <a:rPr lang="es-ES_tradnl" sz="2200" dirty="0"/>
              <a:t>Mover</a:t>
            </a:r>
            <a:r>
              <a:rPr lang="es-ES_tradnl" sz="1800" dirty="0"/>
              <a:t> (en realidad, es copiar, y equivale al típico  x = y de alto nivel)</a:t>
            </a:r>
          </a:p>
          <a:p>
            <a:pPr lvl="2">
              <a:lnSpc>
                <a:spcPct val="90000"/>
              </a:lnSpc>
            </a:pPr>
            <a:r>
              <a:rPr lang="es-ES_tradnl" sz="2200" dirty="0"/>
              <a:t>Sumar (x = </a:t>
            </a:r>
            <a:r>
              <a:rPr lang="es-ES_tradnl" sz="2200" dirty="0" err="1"/>
              <a:t>y+z</a:t>
            </a:r>
            <a:r>
              <a:rPr lang="es-ES_tradnl" sz="2200" dirty="0"/>
              <a:t>)</a:t>
            </a:r>
            <a:endParaRPr lang="es-ES_tradnl" sz="1800" dirty="0"/>
          </a:p>
          <a:p>
            <a:pPr eaLnBrk="1" hangingPunct="1">
              <a:lnSpc>
                <a:spcPct val="90000"/>
              </a:lnSpc>
            </a:pPr>
            <a:endParaRPr lang="es-ES_tradnl" sz="2200" dirty="0"/>
          </a:p>
          <a:p>
            <a:pPr eaLnBrk="1" hangingPunct="1">
              <a:lnSpc>
                <a:spcPct val="90000"/>
              </a:lnSpc>
            </a:pPr>
            <a:r>
              <a:rPr lang="es-ES_tradnl" sz="2200" dirty="0"/>
              <a:t>Instrucción: Secuencia binaria donde se indica:</a:t>
            </a:r>
          </a:p>
          <a:p>
            <a:pPr lvl="2" eaLnBrk="1" hangingPunct="1">
              <a:lnSpc>
                <a:spcPct val="90000"/>
              </a:lnSpc>
            </a:pPr>
            <a:r>
              <a:rPr lang="es-ES_tradnl" sz="2200" dirty="0"/>
              <a:t>La operación a realizar (Código de Operación)</a:t>
            </a:r>
          </a:p>
          <a:p>
            <a:pPr lvl="2" eaLnBrk="1" hangingPunct="1">
              <a:lnSpc>
                <a:spcPct val="90000"/>
              </a:lnSpc>
            </a:pPr>
            <a:r>
              <a:rPr lang="es-ES_tradnl" sz="2200" dirty="0"/>
              <a:t>Con qué datos la va a realizar</a:t>
            </a:r>
          </a:p>
          <a:p>
            <a:pPr lvl="2" eaLnBrk="1" hangingPunct="1">
              <a:lnSpc>
                <a:spcPct val="90000"/>
              </a:lnSpc>
            </a:pPr>
            <a:r>
              <a:rPr lang="es-ES_tradnl" sz="2200" dirty="0"/>
              <a:t>Ejemplo: </a:t>
            </a:r>
            <a:r>
              <a:rPr lang="es-ES_tradnl" sz="2200" dirty="0">
                <a:solidFill>
                  <a:srgbClr val="C00000"/>
                </a:solidFill>
              </a:rPr>
              <a:t>sumar</a:t>
            </a:r>
            <a:r>
              <a:rPr lang="es-ES_tradnl" sz="2200" dirty="0"/>
              <a:t> </a:t>
            </a:r>
            <a:r>
              <a:rPr lang="es-ES_tradnl" sz="2200" dirty="0">
                <a:solidFill>
                  <a:srgbClr val="0070C0"/>
                </a:solidFill>
              </a:rPr>
              <a:t>x</a:t>
            </a:r>
            <a:r>
              <a:rPr lang="es-ES_tradnl" sz="2200" dirty="0"/>
              <a:t> </a:t>
            </a:r>
            <a:r>
              <a:rPr lang="es-ES_tradnl" sz="2200" dirty="0">
                <a:solidFill>
                  <a:srgbClr val="7030A0"/>
                </a:solidFill>
              </a:rPr>
              <a:t>y</a:t>
            </a:r>
            <a:r>
              <a:rPr lang="es-ES_tradnl" sz="2200" dirty="0"/>
              <a:t> </a:t>
            </a:r>
            <a:r>
              <a:rPr lang="es-ES_tradnl" sz="2200" dirty="0">
                <a:solidFill>
                  <a:srgbClr val="00B050"/>
                </a:solidFill>
              </a:rPr>
              <a:t>z:   </a:t>
            </a:r>
            <a:r>
              <a:rPr lang="es-ES_tradnl" sz="2200" dirty="0">
                <a:solidFill>
                  <a:srgbClr val="C00000"/>
                </a:solidFill>
              </a:rPr>
              <a:t>01000</a:t>
            </a:r>
            <a:r>
              <a:rPr lang="es-ES_tradnl" sz="2200" dirty="0">
                <a:solidFill>
                  <a:srgbClr val="00B050"/>
                </a:solidFill>
              </a:rPr>
              <a:t> </a:t>
            </a:r>
            <a:r>
              <a:rPr lang="es-ES_tradnl" sz="2200" dirty="0">
                <a:solidFill>
                  <a:srgbClr val="00B0F0"/>
                </a:solidFill>
              </a:rPr>
              <a:t>01010</a:t>
            </a:r>
            <a:r>
              <a:rPr lang="es-ES_tradnl" sz="2200" dirty="0">
                <a:solidFill>
                  <a:srgbClr val="00B050"/>
                </a:solidFill>
              </a:rPr>
              <a:t> </a:t>
            </a:r>
            <a:r>
              <a:rPr lang="es-ES_tradnl" sz="2200" dirty="0">
                <a:solidFill>
                  <a:srgbClr val="7030A0"/>
                </a:solidFill>
              </a:rPr>
              <a:t>01001</a:t>
            </a:r>
            <a:r>
              <a:rPr lang="es-ES_tradnl" sz="2200" dirty="0">
                <a:solidFill>
                  <a:srgbClr val="00B050"/>
                </a:solidFill>
              </a:rPr>
              <a:t> 01001</a:t>
            </a:r>
          </a:p>
          <a:p>
            <a:pPr eaLnBrk="1" hangingPunct="1">
              <a:lnSpc>
                <a:spcPct val="90000"/>
              </a:lnSpc>
            </a:pPr>
            <a:endParaRPr lang="es-ES_tradnl" sz="2200" dirty="0"/>
          </a:p>
          <a:p>
            <a:pPr eaLnBrk="1" hangingPunct="1">
              <a:lnSpc>
                <a:spcPct val="90000"/>
              </a:lnSpc>
            </a:pPr>
            <a:r>
              <a:rPr lang="es-ES_tradnl" sz="2200" dirty="0"/>
              <a:t>Lenguaje </a:t>
            </a:r>
            <a:r>
              <a:rPr lang="es-ES_tradnl" sz="2200" dirty="0" err="1"/>
              <a:t>ensamblador:representación</a:t>
            </a:r>
            <a:r>
              <a:rPr lang="es-ES_tradnl" sz="2200" dirty="0"/>
              <a:t> intermedia formada por:</a:t>
            </a:r>
            <a:endParaRPr lang="es-ES_tradnl" sz="2600" dirty="0"/>
          </a:p>
          <a:p>
            <a:pPr lvl="1" eaLnBrk="1" hangingPunct="1">
              <a:lnSpc>
                <a:spcPct val="90000"/>
              </a:lnSpc>
            </a:pPr>
            <a:r>
              <a:rPr lang="es-ES_tradnl" sz="2000" dirty="0"/>
              <a:t>Mnemónico</a:t>
            </a:r>
            <a:r>
              <a:rPr lang="es-ES_tradnl" sz="2200" dirty="0"/>
              <a:t>. </a:t>
            </a:r>
            <a:r>
              <a:rPr lang="es-ES_tradnl" sz="2000" dirty="0"/>
              <a:t>Ej.: </a:t>
            </a:r>
            <a:r>
              <a:rPr lang="es-ES_tradnl" sz="1800" dirty="0"/>
              <a:t>ADD, MOVE, JUMP</a:t>
            </a:r>
          </a:p>
          <a:p>
            <a:pPr lvl="1" eaLnBrk="1" hangingPunct="1">
              <a:lnSpc>
                <a:spcPct val="90000"/>
              </a:lnSpc>
            </a:pPr>
            <a:r>
              <a:rPr lang="es-ES_tradnl" sz="2000" dirty="0" err="1"/>
              <a:t>Operandos</a:t>
            </a:r>
            <a:r>
              <a:rPr lang="es-ES_tradnl" sz="2000" dirty="0"/>
              <a:t>	- </a:t>
            </a:r>
            <a:r>
              <a:rPr lang="es-ES_tradnl" sz="1500" dirty="0"/>
              <a:t>El nombre de un registro, un dato, una dirección</a:t>
            </a:r>
          </a:p>
          <a:p>
            <a:pPr lvl="1" eaLnBrk="1" hangingPunct="1">
              <a:lnSpc>
                <a:spcPct val="90000"/>
              </a:lnSpc>
              <a:buFontTx/>
              <a:buNone/>
            </a:pPr>
            <a:r>
              <a:rPr lang="es-ES_tradnl" sz="1500" dirty="0"/>
              <a:t>	ADD REG1, REG2, REG3</a:t>
            </a:r>
          </a:p>
          <a:p>
            <a:pPr lvl="1" eaLnBrk="1" hangingPunct="1">
              <a:lnSpc>
                <a:spcPct val="90000"/>
              </a:lnSpc>
              <a:buFontTx/>
              <a:buNone/>
            </a:pPr>
            <a:endParaRPr lang="es-ES_tradnl" sz="1500" dirty="0"/>
          </a:p>
          <a:p>
            <a:pPr eaLnBrk="1" hangingPunct="1">
              <a:lnSpc>
                <a:spcPct val="90000"/>
              </a:lnSpc>
            </a:pPr>
            <a:r>
              <a:rPr lang="es-ES_tradnl" sz="2200" dirty="0"/>
              <a:t>La traducción es simple. Tablas específicas para diferentes </a:t>
            </a:r>
            <a:r>
              <a:rPr lang="es-ES_tradnl" sz="2200" i="1" dirty="0"/>
              <a:t>arquitecturas</a:t>
            </a:r>
            <a:endParaRPr lang="es-ES_tradnl" sz="2200" dirty="0"/>
          </a:p>
          <a:p>
            <a:pPr lvl="1" eaLnBrk="1" hangingPunct="1">
              <a:lnSpc>
                <a:spcPct val="90000"/>
              </a:lnSpc>
            </a:pPr>
            <a:r>
              <a:rPr lang="es-ES_tradnl" sz="1800" dirty="0"/>
              <a:t>Ej.: </a:t>
            </a:r>
            <a:r>
              <a:rPr lang="es-ES_tradnl" sz="1500" dirty="0"/>
              <a:t>ADD </a:t>
            </a:r>
            <a:r>
              <a:rPr lang="es-ES_tradnl" sz="1500" noProof="1">
                <a:sym typeface="Wingdings" pitchFamily="2" charset="2"/>
              </a:rPr>
              <a:t></a:t>
            </a:r>
            <a:r>
              <a:rPr lang="es-ES_tradnl" sz="1500" dirty="0"/>
              <a:t> 0010</a:t>
            </a:r>
            <a:r>
              <a:rPr lang="es-ES_tradnl" sz="1800" dirty="0"/>
              <a:t>. </a:t>
            </a:r>
          </a:p>
          <a:p>
            <a:pPr algn="just" eaLnBrk="1" hangingPunct="1">
              <a:lnSpc>
                <a:spcPct val="90000"/>
              </a:lnSpc>
            </a:pPr>
            <a:endParaRPr lang="es-ES_tradnl" dirty="0"/>
          </a:p>
          <a:p>
            <a:pPr eaLnBrk="1" hangingPunct="1">
              <a:lnSpc>
                <a:spcPct val="90000"/>
              </a:lnSpc>
            </a:pPr>
            <a:endParaRPr lang="es-ES_tradnl"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2"/>
          <p:cNvSpPr>
            <a:spLocks noGrp="1" noChangeArrowheads="1"/>
          </p:cNvSpPr>
          <p:nvPr>
            <p:ph type="title"/>
          </p:nvPr>
        </p:nvSpPr>
        <p:spPr>
          <a:xfrm>
            <a:off x="823913" y="269875"/>
            <a:ext cx="8416925" cy="1349375"/>
          </a:xfrm>
        </p:spPr>
        <p:txBody>
          <a:bodyPr/>
          <a:lstStyle/>
          <a:p>
            <a:pPr eaLnBrk="1" hangingPunct="1"/>
            <a:r>
              <a:rPr lang="es-ES_tradnl">
                <a:solidFill>
                  <a:schemeClr val="tx1"/>
                </a:solidFill>
              </a:rPr>
              <a:t>Operandos y direcciones</a:t>
            </a:r>
          </a:p>
        </p:txBody>
      </p:sp>
      <p:sp>
        <p:nvSpPr>
          <p:cNvPr id="88068" name="Rectangle 3"/>
          <p:cNvSpPr>
            <a:spLocks noGrp="1" noChangeArrowheads="1"/>
          </p:cNvSpPr>
          <p:nvPr>
            <p:ph sz="quarter" idx="1"/>
          </p:nvPr>
        </p:nvSpPr>
        <p:spPr>
          <a:xfrm>
            <a:off x="990600" y="1981200"/>
            <a:ext cx="8416925" cy="5489575"/>
          </a:xfrm>
        </p:spPr>
        <p:txBody>
          <a:bodyPr>
            <a:normAutofit/>
          </a:bodyPr>
          <a:lstStyle/>
          <a:p>
            <a:pPr eaLnBrk="1" hangingPunct="1"/>
            <a:r>
              <a:rPr lang="es-ES_tradnl" dirty="0"/>
              <a:t>Las operaciones requieren </a:t>
            </a:r>
            <a:r>
              <a:rPr lang="es-ES_tradnl" b="1" dirty="0" err="1"/>
              <a:t>operandos</a:t>
            </a:r>
            <a:endParaRPr lang="es-ES_tradnl" dirty="0"/>
          </a:p>
          <a:p>
            <a:pPr lvl="2" eaLnBrk="1" hangingPunct="1">
              <a:spcBef>
                <a:spcPct val="0"/>
              </a:spcBef>
            </a:pPr>
            <a:r>
              <a:rPr lang="es-ES_tradnl" sz="2000" dirty="0" err="1"/>
              <a:t>add</a:t>
            </a:r>
            <a:r>
              <a:rPr lang="es-ES_tradnl" sz="2000" dirty="0"/>
              <a:t>  destino, dato1 (“fuente 1”), dato2 (“fuente 2”)</a:t>
            </a:r>
          </a:p>
          <a:p>
            <a:pPr lvl="2" eaLnBrk="1" hangingPunct="1">
              <a:spcBef>
                <a:spcPct val="0"/>
              </a:spcBef>
            </a:pPr>
            <a:r>
              <a:rPr lang="es-ES_tradnl" sz="2000" dirty="0" err="1"/>
              <a:t>jump</a:t>
            </a:r>
            <a:r>
              <a:rPr lang="es-ES_tradnl" sz="2000" dirty="0"/>
              <a:t> destino</a:t>
            </a:r>
          </a:p>
          <a:p>
            <a:pPr lvl="2" eaLnBrk="1" hangingPunct="1">
              <a:spcBef>
                <a:spcPct val="0"/>
              </a:spcBef>
            </a:pPr>
            <a:r>
              <a:rPr lang="es-ES_tradnl" sz="2000" dirty="0" err="1"/>
              <a:t>mov</a:t>
            </a:r>
            <a:r>
              <a:rPr lang="es-ES_tradnl" sz="2000" dirty="0"/>
              <a:t> destino, dato fuente   x=y , a=</a:t>
            </a:r>
            <a:r>
              <a:rPr lang="es-ES_tradnl" sz="2000" dirty="0">
                <a:solidFill>
                  <a:srgbClr val="FF0000"/>
                </a:solidFill>
              </a:rPr>
              <a:t>17</a:t>
            </a:r>
          </a:p>
          <a:p>
            <a:pPr lvl="2" eaLnBrk="1" hangingPunct="1">
              <a:spcBef>
                <a:spcPct val="0"/>
              </a:spcBef>
            </a:pPr>
            <a:endParaRPr lang="es-ES_tradnl" dirty="0"/>
          </a:p>
          <a:p>
            <a:pPr eaLnBrk="1" hangingPunct="1"/>
            <a:r>
              <a:rPr lang="es-ES_tradnl" dirty="0">
                <a:solidFill>
                  <a:srgbClr val="FF0000"/>
                </a:solidFill>
              </a:rPr>
              <a:t>Constantes</a:t>
            </a:r>
            <a:r>
              <a:rPr lang="es-ES_tradnl" dirty="0"/>
              <a:t> o </a:t>
            </a:r>
            <a:r>
              <a:rPr lang="es-ES_tradnl" b="1" dirty="0"/>
              <a:t>variables</a:t>
            </a:r>
          </a:p>
          <a:p>
            <a:pPr lvl="1" eaLnBrk="1" hangingPunct="1">
              <a:buFontTx/>
              <a:buNone/>
            </a:pPr>
            <a:r>
              <a:rPr lang="es-ES_tradnl" sz="2200" dirty="0">
                <a:solidFill>
                  <a:schemeClr val="tx1">
                    <a:lumMod val="75000"/>
                    <a:lumOff val="25000"/>
                  </a:schemeClr>
                </a:solidFill>
              </a:rPr>
              <a:t>Las variables se conocen como </a:t>
            </a:r>
            <a:r>
              <a:rPr lang="es-ES_tradnl" sz="2200" b="1" dirty="0"/>
              <a:t>direcciones (residencia del dato)</a:t>
            </a:r>
            <a:endParaRPr lang="es-ES_tradnl" dirty="0"/>
          </a:p>
          <a:p>
            <a:pPr lvl="2" eaLnBrk="1" hangingPunct="1"/>
            <a:r>
              <a:rPr lang="es-ES_tradnl" sz="2000" dirty="0" err="1"/>
              <a:t>mov</a:t>
            </a:r>
            <a:r>
              <a:rPr lang="es-ES_tradnl" sz="2000" dirty="0"/>
              <a:t> </a:t>
            </a:r>
            <a:r>
              <a:rPr lang="es-ES_tradnl" sz="2000" dirty="0" err="1"/>
              <a:t>dirección_destino</a:t>
            </a:r>
            <a:r>
              <a:rPr lang="es-ES_tradnl" sz="2000" dirty="0"/>
              <a:t>, </a:t>
            </a:r>
            <a:r>
              <a:rPr lang="es-ES_tradnl" sz="2000" dirty="0" err="1"/>
              <a:t>dirección_fuente</a:t>
            </a:r>
            <a:endParaRPr lang="es-ES_tradnl" sz="2000" dirty="0"/>
          </a:p>
          <a:p>
            <a:pPr lvl="2" eaLnBrk="1" hangingPunct="1"/>
            <a:r>
              <a:rPr lang="es-ES_tradnl" dirty="0"/>
              <a:t>Sólo hay dos almacenes: </a:t>
            </a:r>
            <a:r>
              <a:rPr lang="es-ES_tradnl" dirty="0">
                <a:solidFill>
                  <a:srgbClr val="0070C0"/>
                </a:solidFill>
              </a:rPr>
              <a:t>Registros y Memoria</a:t>
            </a:r>
          </a:p>
          <a:p>
            <a:pPr eaLnBrk="1" hangingPunct="1"/>
            <a:r>
              <a:rPr lang="es-ES_tradnl" dirty="0"/>
              <a:t>Modos de direccionamiento</a:t>
            </a:r>
          </a:p>
          <a:p>
            <a:pPr lvl="1"/>
            <a:r>
              <a:rPr lang="es-ES_tradnl" dirty="0"/>
              <a:t>Diferentes formas de indicar la residencia del dato</a:t>
            </a:r>
          </a:p>
          <a:p>
            <a:pPr eaLnBrk="1" hangingPunct="1"/>
            <a:r>
              <a:rPr lang="es-ES_tradnl" dirty="0"/>
              <a:t>Operandos implícitos: </a:t>
            </a:r>
            <a:r>
              <a:rPr lang="es-ES_tradnl" sz="2600" dirty="0"/>
              <a:t>Ej.: </a:t>
            </a:r>
            <a:r>
              <a:rPr lang="es-ES_tradnl" sz="2000" dirty="0"/>
              <a:t>INCR X</a:t>
            </a:r>
          </a:p>
          <a:p>
            <a:pPr eaLnBrk="1" hangingPunct="1"/>
            <a:endParaRPr lang="es-ES_tradnl" dirty="0"/>
          </a:p>
          <a:p>
            <a:pPr eaLnBrk="1" hangingPunct="1"/>
            <a:endParaRPr lang="es-ES_tradnl"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2"/>
          <p:cNvSpPr>
            <a:spLocks noGrp="1" noChangeArrowheads="1"/>
          </p:cNvSpPr>
          <p:nvPr>
            <p:ph type="subTitle" idx="1"/>
          </p:nvPr>
        </p:nvSpPr>
        <p:spPr>
          <a:xfrm>
            <a:off x="1710259" y="4266530"/>
            <a:ext cx="6931025" cy="2071687"/>
          </a:xfrm>
        </p:spPr>
        <p:txBody>
          <a:bodyPr/>
          <a:lstStyle/>
          <a:p>
            <a:pPr eaLnBrk="1" hangingPunct="1"/>
            <a:r>
              <a:rPr lang="es-ES_tradnl" sz="4100" dirty="0"/>
              <a:t>Modos de</a:t>
            </a:r>
          </a:p>
          <a:p>
            <a:pPr eaLnBrk="1" hangingPunct="1"/>
            <a:r>
              <a:rPr lang="es-ES_tradnl" sz="4100" dirty="0"/>
              <a:t>direccionamiento</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2"/>
          <p:cNvSpPr>
            <a:spLocks noGrp="1" noChangeArrowheads="1"/>
          </p:cNvSpPr>
          <p:nvPr>
            <p:ph type="title"/>
          </p:nvPr>
        </p:nvSpPr>
        <p:spPr>
          <a:xfrm>
            <a:off x="742950" y="269875"/>
            <a:ext cx="8415338" cy="1350963"/>
          </a:xfrm>
        </p:spPr>
        <p:txBody>
          <a:bodyPr/>
          <a:lstStyle/>
          <a:p>
            <a:pPr eaLnBrk="1" hangingPunct="1"/>
            <a:r>
              <a:rPr lang="es-ES_tradnl" sz="2600" dirty="0"/>
              <a:t>Direcciones de memoria</a:t>
            </a:r>
            <a:endParaRPr lang="es-ES_tradnl" dirty="0"/>
          </a:p>
        </p:txBody>
      </p:sp>
      <p:sp>
        <p:nvSpPr>
          <p:cNvPr id="94212" name="Rectangle 3"/>
          <p:cNvSpPr>
            <a:spLocks noGrp="1" noChangeArrowheads="1"/>
          </p:cNvSpPr>
          <p:nvPr>
            <p:ph sz="quarter" idx="1"/>
          </p:nvPr>
        </p:nvSpPr>
        <p:spPr>
          <a:xfrm>
            <a:off x="412750" y="1979613"/>
            <a:ext cx="9158288" cy="4772025"/>
          </a:xfrm>
        </p:spPr>
        <p:txBody>
          <a:bodyPr/>
          <a:lstStyle/>
          <a:p>
            <a:pPr marL="342900" indent="-342900" defTabSz="914400" eaLnBrk="1" hangingPunct="1">
              <a:lnSpc>
                <a:spcPct val="120000"/>
              </a:lnSpc>
            </a:pPr>
            <a:r>
              <a:rPr lang="es-ES_tradnl" sz="2200"/>
              <a:t>La memoria es una estructura ordenada de los datos</a:t>
            </a:r>
          </a:p>
          <a:p>
            <a:pPr marL="342900" indent="-342900" defTabSz="914400" eaLnBrk="1" hangingPunct="1">
              <a:lnSpc>
                <a:spcPct val="120000"/>
              </a:lnSpc>
            </a:pPr>
            <a:r>
              <a:rPr lang="es-ES_tradnl" sz="2200"/>
              <a:t>Un dato puede ocupar más de una posición</a:t>
            </a:r>
          </a:p>
          <a:p>
            <a:pPr marL="819150" lvl="1" indent="-285750" defTabSz="914400" eaLnBrk="1" hangingPunct="1">
              <a:lnSpc>
                <a:spcPct val="120000"/>
              </a:lnSpc>
              <a:buFont typeface="Wingdings" pitchFamily="2" charset="2"/>
              <a:buChar char="ü"/>
            </a:pPr>
            <a:r>
              <a:rPr lang="es-ES_tradnl" sz="1700"/>
              <a:t> La dirección del dato es la de la posición más baja</a:t>
            </a:r>
          </a:p>
          <a:p>
            <a:pPr marL="342900" indent="-342900" defTabSz="914400" eaLnBrk="1" hangingPunct="1">
              <a:lnSpc>
                <a:spcPct val="120000"/>
              </a:lnSpc>
            </a:pPr>
            <a:r>
              <a:rPr lang="es-ES_tradnl" sz="2200"/>
              <a:t>Los datos deben estar alineados en memoria</a:t>
            </a:r>
          </a:p>
          <a:p>
            <a:pPr marL="819150" lvl="1" indent="-285750" defTabSz="914400" eaLnBrk="1" hangingPunct="1">
              <a:lnSpc>
                <a:spcPct val="120000"/>
              </a:lnSpc>
              <a:buFont typeface="Wingdings" pitchFamily="2" charset="2"/>
              <a:buChar char="ü"/>
            </a:pPr>
            <a:r>
              <a:rPr lang="es-ES_tradnl" sz="1700"/>
              <a:t>Datos de tamaño n en direcciones múltiplo de n</a:t>
            </a:r>
          </a:p>
          <a:p>
            <a:pPr marL="819150" lvl="1" indent="-285750" defTabSz="914400" eaLnBrk="1" hangingPunct="1">
              <a:lnSpc>
                <a:spcPct val="120000"/>
              </a:lnSpc>
              <a:buFont typeface="Monotype Sorts" pitchFamily="2" charset="2"/>
              <a:buChar char="*"/>
            </a:pPr>
            <a:endParaRPr lang="es-ES_tradnl" sz="1700"/>
          </a:p>
          <a:p>
            <a:pPr marL="342900" indent="-342900" defTabSz="914400" eaLnBrk="1" hangingPunct="1">
              <a:lnSpc>
                <a:spcPct val="120000"/>
              </a:lnSpc>
            </a:pPr>
            <a:r>
              <a:rPr lang="es-ES_tradnl" sz="2200"/>
              <a:t>Situación del dato en múltiples posiciones</a:t>
            </a:r>
          </a:p>
          <a:p>
            <a:pPr marL="819150" lvl="1" indent="-285750" defTabSz="914400" eaLnBrk="1" hangingPunct="1">
              <a:lnSpc>
                <a:spcPct val="120000"/>
              </a:lnSpc>
              <a:buFont typeface="Wingdings" pitchFamily="2" charset="2"/>
              <a:buChar char="ü"/>
            </a:pPr>
            <a:r>
              <a:rPr lang="es-ES_tradnl" sz="1700"/>
              <a:t>Big “endian”     </a:t>
            </a:r>
            <a:r>
              <a:rPr lang="es-ES_tradnl" sz="1700">
                <a:sym typeface="Webdings" pitchFamily="18" charset="2"/>
              </a:rPr>
              <a:t></a:t>
            </a:r>
            <a:r>
              <a:rPr lang="es-ES_tradnl" sz="1700">
                <a:sym typeface="Monotype Sorts" pitchFamily="2" charset="2"/>
              </a:rPr>
              <a:t> </a:t>
            </a:r>
            <a:r>
              <a:rPr lang="es-ES_tradnl" sz="1700"/>
              <a:t>dirección (dato) = dirección (</a:t>
            </a:r>
            <a:r>
              <a:rPr lang="es-ES_tradnl" sz="1700">
                <a:solidFill>
                  <a:schemeClr val="accent2"/>
                </a:solidFill>
              </a:rPr>
              <a:t>palabra más significativa</a:t>
            </a:r>
            <a:r>
              <a:rPr lang="es-ES_tradnl" sz="1700"/>
              <a:t>)</a:t>
            </a:r>
            <a:endParaRPr lang="es-ES_tradnl" sz="2000"/>
          </a:p>
          <a:p>
            <a:pPr marL="819150" lvl="1" indent="-285750" defTabSz="914400" eaLnBrk="1" hangingPunct="1">
              <a:lnSpc>
                <a:spcPct val="120000"/>
              </a:lnSpc>
              <a:buFont typeface="Wingdings" pitchFamily="2" charset="2"/>
              <a:buChar char="ü"/>
            </a:pPr>
            <a:r>
              <a:rPr lang="es-ES_tradnl" sz="1700"/>
              <a:t>Little “endian” </a:t>
            </a:r>
            <a:r>
              <a:rPr lang="es-ES_tradnl" sz="1700">
                <a:sym typeface="Webdings" pitchFamily="18" charset="2"/>
              </a:rPr>
              <a:t></a:t>
            </a:r>
            <a:r>
              <a:rPr lang="es-ES_tradnl" sz="1700">
                <a:sym typeface="Monotype Sorts" pitchFamily="2" charset="2"/>
              </a:rPr>
              <a:t> </a:t>
            </a:r>
            <a:r>
              <a:rPr lang="es-ES_tradnl" sz="1700"/>
              <a:t>dirección (dato) = dirección(</a:t>
            </a:r>
            <a:r>
              <a:rPr lang="es-ES_tradnl" sz="1700">
                <a:solidFill>
                  <a:srgbClr val="669900"/>
                </a:solidFill>
              </a:rPr>
              <a:t>palabra menos significativa</a:t>
            </a:r>
            <a:r>
              <a:rPr lang="es-ES_tradnl" sz="1700"/>
              <a:t>)</a:t>
            </a:r>
          </a:p>
          <a:p>
            <a:pPr marL="342900" indent="-342900" defTabSz="914400" eaLnBrk="1" hangingPunct="1"/>
            <a:endParaRPr lang="es-ES_tradnl" sz="2800"/>
          </a:p>
          <a:p>
            <a:pPr marL="342900" indent="-342900" defTabSz="914400" eaLnBrk="1" hangingPunct="1"/>
            <a:endParaRPr lang="es-ES_tradnl" sz="2800"/>
          </a:p>
          <a:p>
            <a:pPr marL="819150" lvl="1" indent="-285750" defTabSz="914400" eaLnBrk="1" hangingPunct="1">
              <a:buFont typeface="Monotype Sorts" pitchFamily="2" charset="2"/>
              <a:buChar char="*"/>
            </a:pPr>
            <a:endParaRPr lang="es-ES_tradnl"/>
          </a:p>
        </p:txBody>
      </p:sp>
      <p:sp>
        <p:nvSpPr>
          <p:cNvPr id="94214" name="Line 5"/>
          <p:cNvSpPr>
            <a:spLocks noChangeShapeType="1"/>
          </p:cNvSpPr>
          <p:nvPr/>
        </p:nvSpPr>
        <p:spPr bwMode="auto">
          <a:xfrm>
            <a:off x="8169275" y="2160588"/>
            <a:ext cx="0" cy="3240087"/>
          </a:xfrm>
          <a:prstGeom prst="line">
            <a:avLst/>
          </a:prstGeom>
          <a:noFill/>
          <a:ln w="19050">
            <a:solidFill>
              <a:schemeClr val="tx1"/>
            </a:solidFill>
            <a:round/>
            <a:headEnd/>
            <a:tailEnd/>
          </a:ln>
        </p:spPr>
        <p:txBody>
          <a:bodyPr lIns="90000" tIns="46800" rIns="90000" bIns="46800" anchor="ctr">
            <a:spAutoFit/>
          </a:bodyPr>
          <a:lstStyle/>
          <a:p>
            <a:endParaRPr lang="es-ES"/>
          </a:p>
        </p:txBody>
      </p:sp>
      <p:sp>
        <p:nvSpPr>
          <p:cNvPr id="94215" name="Line 6"/>
          <p:cNvSpPr>
            <a:spLocks noChangeShapeType="1"/>
          </p:cNvSpPr>
          <p:nvPr/>
        </p:nvSpPr>
        <p:spPr bwMode="auto">
          <a:xfrm>
            <a:off x="9158288" y="2160588"/>
            <a:ext cx="0" cy="3240087"/>
          </a:xfrm>
          <a:prstGeom prst="line">
            <a:avLst/>
          </a:prstGeom>
          <a:noFill/>
          <a:ln w="19050">
            <a:solidFill>
              <a:schemeClr val="tx1"/>
            </a:solidFill>
            <a:round/>
            <a:headEnd/>
            <a:tailEnd/>
          </a:ln>
        </p:spPr>
        <p:txBody>
          <a:bodyPr lIns="90000" tIns="46800" rIns="90000" bIns="46800" anchor="ctr">
            <a:spAutoFit/>
          </a:bodyPr>
          <a:lstStyle/>
          <a:p>
            <a:endParaRPr lang="es-ES"/>
          </a:p>
        </p:txBody>
      </p:sp>
      <p:sp>
        <p:nvSpPr>
          <p:cNvPr id="94216" name="Line 7"/>
          <p:cNvSpPr>
            <a:spLocks noChangeShapeType="1"/>
          </p:cNvSpPr>
          <p:nvPr/>
        </p:nvSpPr>
        <p:spPr bwMode="auto">
          <a:xfrm>
            <a:off x="8169275" y="3421063"/>
            <a:ext cx="989013" cy="0"/>
          </a:xfrm>
          <a:prstGeom prst="line">
            <a:avLst/>
          </a:prstGeom>
          <a:noFill/>
          <a:ln w="19050">
            <a:solidFill>
              <a:schemeClr val="tx1"/>
            </a:solidFill>
            <a:round/>
            <a:headEnd/>
            <a:tailEnd/>
          </a:ln>
        </p:spPr>
        <p:txBody>
          <a:bodyPr wrap="none" lIns="90000" tIns="46800" rIns="90000" bIns="46800" anchor="ctr">
            <a:spAutoFit/>
          </a:bodyPr>
          <a:lstStyle/>
          <a:p>
            <a:endParaRPr lang="es-ES"/>
          </a:p>
        </p:txBody>
      </p:sp>
      <p:sp>
        <p:nvSpPr>
          <p:cNvPr id="94217" name="Line 8"/>
          <p:cNvSpPr>
            <a:spLocks noChangeShapeType="1"/>
          </p:cNvSpPr>
          <p:nvPr/>
        </p:nvSpPr>
        <p:spPr bwMode="auto">
          <a:xfrm>
            <a:off x="8169275" y="3240088"/>
            <a:ext cx="989013" cy="0"/>
          </a:xfrm>
          <a:prstGeom prst="line">
            <a:avLst/>
          </a:prstGeom>
          <a:noFill/>
          <a:ln w="19050">
            <a:solidFill>
              <a:schemeClr val="tx1"/>
            </a:solidFill>
            <a:round/>
            <a:headEnd/>
            <a:tailEnd/>
          </a:ln>
        </p:spPr>
        <p:txBody>
          <a:bodyPr wrap="none" lIns="90000" tIns="46800" rIns="90000" bIns="46800" anchor="ctr">
            <a:spAutoFit/>
          </a:bodyPr>
          <a:lstStyle/>
          <a:p>
            <a:endParaRPr lang="es-ES"/>
          </a:p>
        </p:txBody>
      </p:sp>
      <p:sp>
        <p:nvSpPr>
          <p:cNvPr id="94218" name="Line 9"/>
          <p:cNvSpPr>
            <a:spLocks noChangeShapeType="1"/>
          </p:cNvSpPr>
          <p:nvPr/>
        </p:nvSpPr>
        <p:spPr bwMode="auto">
          <a:xfrm>
            <a:off x="8169275" y="3060700"/>
            <a:ext cx="989013" cy="0"/>
          </a:xfrm>
          <a:prstGeom prst="line">
            <a:avLst/>
          </a:prstGeom>
          <a:noFill/>
          <a:ln w="19050">
            <a:solidFill>
              <a:schemeClr val="tx1"/>
            </a:solidFill>
            <a:round/>
            <a:headEnd/>
            <a:tailEnd/>
          </a:ln>
        </p:spPr>
        <p:txBody>
          <a:bodyPr wrap="none" lIns="90000" tIns="46800" rIns="90000" bIns="46800" anchor="ctr">
            <a:spAutoFit/>
          </a:bodyPr>
          <a:lstStyle/>
          <a:p>
            <a:endParaRPr lang="es-ES"/>
          </a:p>
        </p:txBody>
      </p:sp>
      <p:sp>
        <p:nvSpPr>
          <p:cNvPr id="94219" name="Line 10"/>
          <p:cNvSpPr>
            <a:spLocks noChangeShapeType="1"/>
          </p:cNvSpPr>
          <p:nvPr/>
        </p:nvSpPr>
        <p:spPr bwMode="auto">
          <a:xfrm>
            <a:off x="8169275" y="3600450"/>
            <a:ext cx="989013" cy="0"/>
          </a:xfrm>
          <a:prstGeom prst="line">
            <a:avLst/>
          </a:prstGeom>
          <a:noFill/>
          <a:ln w="19050">
            <a:solidFill>
              <a:schemeClr val="tx1"/>
            </a:solidFill>
            <a:round/>
            <a:headEnd/>
            <a:tailEnd/>
          </a:ln>
        </p:spPr>
        <p:txBody>
          <a:bodyPr wrap="none" lIns="90000" tIns="46800" rIns="90000" bIns="46800" anchor="ctr">
            <a:spAutoFit/>
          </a:bodyPr>
          <a:lstStyle/>
          <a:p>
            <a:endParaRPr lang="es-ES"/>
          </a:p>
        </p:txBody>
      </p:sp>
      <p:sp>
        <p:nvSpPr>
          <p:cNvPr id="94220" name="Line 11"/>
          <p:cNvSpPr>
            <a:spLocks noChangeShapeType="1"/>
          </p:cNvSpPr>
          <p:nvPr/>
        </p:nvSpPr>
        <p:spPr bwMode="auto">
          <a:xfrm>
            <a:off x="8169275" y="3779838"/>
            <a:ext cx="989013" cy="0"/>
          </a:xfrm>
          <a:prstGeom prst="line">
            <a:avLst/>
          </a:prstGeom>
          <a:noFill/>
          <a:ln w="19050">
            <a:solidFill>
              <a:schemeClr val="tx1"/>
            </a:solidFill>
            <a:round/>
            <a:headEnd/>
            <a:tailEnd/>
          </a:ln>
        </p:spPr>
        <p:txBody>
          <a:bodyPr wrap="none" lIns="90000" tIns="46800" rIns="90000" bIns="46800" anchor="ctr">
            <a:spAutoFit/>
          </a:bodyPr>
          <a:lstStyle/>
          <a:p>
            <a:endParaRPr lang="es-ES"/>
          </a:p>
        </p:txBody>
      </p:sp>
      <p:sp>
        <p:nvSpPr>
          <p:cNvPr id="94221" name="Line 12"/>
          <p:cNvSpPr>
            <a:spLocks noChangeShapeType="1"/>
          </p:cNvSpPr>
          <p:nvPr/>
        </p:nvSpPr>
        <p:spPr bwMode="auto">
          <a:xfrm>
            <a:off x="8169275" y="3960813"/>
            <a:ext cx="989013" cy="0"/>
          </a:xfrm>
          <a:prstGeom prst="line">
            <a:avLst/>
          </a:prstGeom>
          <a:noFill/>
          <a:ln w="19050">
            <a:solidFill>
              <a:schemeClr val="tx1"/>
            </a:solidFill>
            <a:round/>
            <a:headEnd/>
            <a:tailEnd/>
          </a:ln>
        </p:spPr>
        <p:txBody>
          <a:bodyPr wrap="none" lIns="90000" tIns="46800" rIns="90000" bIns="46800" anchor="ctr">
            <a:spAutoFit/>
          </a:bodyPr>
          <a:lstStyle/>
          <a:p>
            <a:endParaRPr lang="es-ES"/>
          </a:p>
        </p:txBody>
      </p:sp>
      <p:sp>
        <p:nvSpPr>
          <p:cNvPr id="94222" name="Line 13"/>
          <p:cNvSpPr>
            <a:spLocks noChangeShapeType="1"/>
          </p:cNvSpPr>
          <p:nvPr/>
        </p:nvSpPr>
        <p:spPr bwMode="auto">
          <a:xfrm>
            <a:off x="8169275" y="4140200"/>
            <a:ext cx="989013" cy="0"/>
          </a:xfrm>
          <a:prstGeom prst="line">
            <a:avLst/>
          </a:prstGeom>
          <a:noFill/>
          <a:ln w="19050">
            <a:solidFill>
              <a:schemeClr val="tx1"/>
            </a:solidFill>
            <a:round/>
            <a:headEnd/>
            <a:tailEnd/>
          </a:ln>
        </p:spPr>
        <p:txBody>
          <a:bodyPr wrap="none" lIns="90000" tIns="46800" rIns="90000" bIns="46800" anchor="ctr">
            <a:spAutoFit/>
          </a:bodyPr>
          <a:lstStyle/>
          <a:p>
            <a:endParaRPr lang="es-ES"/>
          </a:p>
        </p:txBody>
      </p:sp>
      <p:sp>
        <p:nvSpPr>
          <p:cNvPr id="94223" name="Line 14"/>
          <p:cNvSpPr>
            <a:spLocks noChangeShapeType="1"/>
          </p:cNvSpPr>
          <p:nvPr/>
        </p:nvSpPr>
        <p:spPr bwMode="auto">
          <a:xfrm>
            <a:off x="8169275" y="4321175"/>
            <a:ext cx="989013" cy="0"/>
          </a:xfrm>
          <a:prstGeom prst="line">
            <a:avLst/>
          </a:prstGeom>
          <a:noFill/>
          <a:ln w="19050">
            <a:solidFill>
              <a:schemeClr val="tx1"/>
            </a:solidFill>
            <a:round/>
            <a:headEnd/>
            <a:tailEnd/>
          </a:ln>
        </p:spPr>
        <p:txBody>
          <a:bodyPr wrap="none" lIns="90000" tIns="46800" rIns="90000" bIns="46800" anchor="ctr">
            <a:spAutoFit/>
          </a:bodyPr>
          <a:lstStyle/>
          <a:p>
            <a:endParaRPr lang="es-ES"/>
          </a:p>
        </p:txBody>
      </p:sp>
      <p:sp>
        <p:nvSpPr>
          <p:cNvPr id="94224" name="Line 15"/>
          <p:cNvSpPr>
            <a:spLocks noChangeShapeType="1"/>
          </p:cNvSpPr>
          <p:nvPr/>
        </p:nvSpPr>
        <p:spPr bwMode="auto">
          <a:xfrm>
            <a:off x="8169275" y="4500563"/>
            <a:ext cx="989013" cy="0"/>
          </a:xfrm>
          <a:prstGeom prst="line">
            <a:avLst/>
          </a:prstGeom>
          <a:noFill/>
          <a:ln w="19050">
            <a:solidFill>
              <a:schemeClr val="tx1"/>
            </a:solidFill>
            <a:round/>
            <a:headEnd/>
            <a:tailEnd/>
          </a:ln>
        </p:spPr>
        <p:txBody>
          <a:bodyPr wrap="none" lIns="90000" tIns="46800" rIns="90000" bIns="46800" anchor="ctr">
            <a:spAutoFit/>
          </a:bodyPr>
          <a:lstStyle/>
          <a:p>
            <a:endParaRPr lang="es-ES"/>
          </a:p>
        </p:txBody>
      </p:sp>
      <p:sp>
        <p:nvSpPr>
          <p:cNvPr id="94225" name="Line 16"/>
          <p:cNvSpPr>
            <a:spLocks noChangeShapeType="1"/>
          </p:cNvSpPr>
          <p:nvPr/>
        </p:nvSpPr>
        <p:spPr bwMode="auto">
          <a:xfrm>
            <a:off x="8169275" y="4679950"/>
            <a:ext cx="989013" cy="0"/>
          </a:xfrm>
          <a:prstGeom prst="line">
            <a:avLst/>
          </a:prstGeom>
          <a:noFill/>
          <a:ln w="19050">
            <a:solidFill>
              <a:schemeClr val="tx1"/>
            </a:solidFill>
            <a:round/>
            <a:headEnd/>
            <a:tailEnd/>
          </a:ln>
        </p:spPr>
        <p:txBody>
          <a:bodyPr wrap="none" lIns="90000" tIns="46800" rIns="90000" bIns="46800" anchor="ctr">
            <a:spAutoFit/>
          </a:bodyPr>
          <a:lstStyle/>
          <a:p>
            <a:endParaRPr lang="es-ES"/>
          </a:p>
        </p:txBody>
      </p:sp>
      <p:sp>
        <p:nvSpPr>
          <p:cNvPr id="94226" name="Line 17"/>
          <p:cNvSpPr>
            <a:spLocks noChangeShapeType="1"/>
          </p:cNvSpPr>
          <p:nvPr/>
        </p:nvSpPr>
        <p:spPr bwMode="auto">
          <a:xfrm>
            <a:off x="8169275" y="4860925"/>
            <a:ext cx="989013" cy="0"/>
          </a:xfrm>
          <a:prstGeom prst="line">
            <a:avLst/>
          </a:prstGeom>
          <a:noFill/>
          <a:ln w="19050">
            <a:solidFill>
              <a:schemeClr val="tx1"/>
            </a:solidFill>
            <a:round/>
            <a:headEnd/>
            <a:tailEnd/>
          </a:ln>
        </p:spPr>
        <p:txBody>
          <a:bodyPr wrap="none" lIns="90000" tIns="46800" rIns="90000" bIns="46800" anchor="ctr">
            <a:spAutoFit/>
          </a:bodyPr>
          <a:lstStyle/>
          <a:p>
            <a:endParaRPr lang="es-ES"/>
          </a:p>
        </p:txBody>
      </p:sp>
      <p:sp>
        <p:nvSpPr>
          <p:cNvPr id="94227" name="Line 18"/>
          <p:cNvSpPr>
            <a:spLocks noChangeShapeType="1"/>
          </p:cNvSpPr>
          <p:nvPr/>
        </p:nvSpPr>
        <p:spPr bwMode="auto">
          <a:xfrm>
            <a:off x="8169275" y="2879725"/>
            <a:ext cx="989013" cy="0"/>
          </a:xfrm>
          <a:prstGeom prst="line">
            <a:avLst/>
          </a:prstGeom>
          <a:noFill/>
          <a:ln w="19050">
            <a:solidFill>
              <a:schemeClr val="tx1"/>
            </a:solidFill>
            <a:round/>
            <a:headEnd/>
            <a:tailEnd/>
          </a:ln>
        </p:spPr>
        <p:txBody>
          <a:bodyPr lIns="90000" tIns="46800" rIns="90000" bIns="46800" anchor="ctr">
            <a:spAutoFit/>
          </a:bodyPr>
          <a:lstStyle/>
          <a:p>
            <a:endParaRPr lang="es-ES"/>
          </a:p>
        </p:txBody>
      </p:sp>
      <p:sp>
        <p:nvSpPr>
          <p:cNvPr id="94228" name="Line 19"/>
          <p:cNvSpPr>
            <a:spLocks noChangeShapeType="1"/>
          </p:cNvSpPr>
          <p:nvPr/>
        </p:nvSpPr>
        <p:spPr bwMode="auto">
          <a:xfrm>
            <a:off x="8169275" y="2160588"/>
            <a:ext cx="989013" cy="0"/>
          </a:xfrm>
          <a:prstGeom prst="line">
            <a:avLst/>
          </a:prstGeom>
          <a:noFill/>
          <a:ln w="19050">
            <a:solidFill>
              <a:schemeClr val="tx1"/>
            </a:solidFill>
            <a:round/>
            <a:headEnd/>
            <a:tailEnd/>
          </a:ln>
        </p:spPr>
        <p:txBody>
          <a:bodyPr lIns="90000" tIns="46800" rIns="90000" bIns="46800" anchor="ctr">
            <a:spAutoFit/>
          </a:bodyPr>
          <a:lstStyle/>
          <a:p>
            <a:endParaRPr lang="es-ES"/>
          </a:p>
        </p:txBody>
      </p:sp>
      <p:sp>
        <p:nvSpPr>
          <p:cNvPr id="94229" name="Line 20"/>
          <p:cNvSpPr>
            <a:spLocks noChangeShapeType="1"/>
          </p:cNvSpPr>
          <p:nvPr/>
        </p:nvSpPr>
        <p:spPr bwMode="auto">
          <a:xfrm>
            <a:off x="8169275" y="2339975"/>
            <a:ext cx="989013" cy="0"/>
          </a:xfrm>
          <a:prstGeom prst="line">
            <a:avLst/>
          </a:prstGeom>
          <a:noFill/>
          <a:ln w="19050">
            <a:solidFill>
              <a:schemeClr val="tx1"/>
            </a:solidFill>
            <a:round/>
            <a:headEnd/>
            <a:tailEnd/>
          </a:ln>
        </p:spPr>
        <p:txBody>
          <a:bodyPr lIns="90000" tIns="46800" rIns="90000" bIns="46800" anchor="ctr">
            <a:spAutoFit/>
          </a:bodyPr>
          <a:lstStyle/>
          <a:p>
            <a:endParaRPr lang="es-ES"/>
          </a:p>
        </p:txBody>
      </p:sp>
      <p:sp>
        <p:nvSpPr>
          <p:cNvPr id="94230" name="Line 21"/>
          <p:cNvSpPr>
            <a:spLocks noChangeShapeType="1"/>
          </p:cNvSpPr>
          <p:nvPr/>
        </p:nvSpPr>
        <p:spPr bwMode="auto">
          <a:xfrm>
            <a:off x="8169275" y="2520950"/>
            <a:ext cx="989013" cy="0"/>
          </a:xfrm>
          <a:prstGeom prst="line">
            <a:avLst/>
          </a:prstGeom>
          <a:noFill/>
          <a:ln w="19050">
            <a:solidFill>
              <a:schemeClr val="tx1"/>
            </a:solidFill>
            <a:round/>
            <a:headEnd/>
            <a:tailEnd/>
          </a:ln>
        </p:spPr>
        <p:txBody>
          <a:bodyPr lIns="90000" tIns="46800" rIns="90000" bIns="46800" anchor="ctr">
            <a:spAutoFit/>
          </a:bodyPr>
          <a:lstStyle/>
          <a:p>
            <a:endParaRPr lang="es-ES"/>
          </a:p>
        </p:txBody>
      </p:sp>
      <p:sp>
        <p:nvSpPr>
          <p:cNvPr id="94231" name="Line 22"/>
          <p:cNvSpPr>
            <a:spLocks noChangeShapeType="1"/>
          </p:cNvSpPr>
          <p:nvPr/>
        </p:nvSpPr>
        <p:spPr bwMode="auto">
          <a:xfrm>
            <a:off x="8169275" y="5040313"/>
            <a:ext cx="989013" cy="0"/>
          </a:xfrm>
          <a:prstGeom prst="line">
            <a:avLst/>
          </a:prstGeom>
          <a:noFill/>
          <a:ln w="19050">
            <a:solidFill>
              <a:schemeClr val="tx1"/>
            </a:solidFill>
            <a:round/>
            <a:headEnd/>
            <a:tailEnd/>
          </a:ln>
        </p:spPr>
        <p:txBody>
          <a:bodyPr lIns="90000" tIns="46800" rIns="90000" bIns="46800" anchor="ctr">
            <a:spAutoFit/>
          </a:bodyPr>
          <a:lstStyle/>
          <a:p>
            <a:endParaRPr lang="es-ES"/>
          </a:p>
        </p:txBody>
      </p:sp>
      <p:sp>
        <p:nvSpPr>
          <p:cNvPr id="94232" name="Line 23"/>
          <p:cNvSpPr>
            <a:spLocks noChangeShapeType="1"/>
          </p:cNvSpPr>
          <p:nvPr/>
        </p:nvSpPr>
        <p:spPr bwMode="auto">
          <a:xfrm>
            <a:off x="8169275" y="5221288"/>
            <a:ext cx="989013" cy="0"/>
          </a:xfrm>
          <a:prstGeom prst="line">
            <a:avLst/>
          </a:prstGeom>
          <a:noFill/>
          <a:ln w="19050">
            <a:solidFill>
              <a:schemeClr val="tx1"/>
            </a:solidFill>
            <a:round/>
            <a:headEnd/>
            <a:tailEnd/>
          </a:ln>
        </p:spPr>
        <p:txBody>
          <a:bodyPr lIns="90000" tIns="46800" rIns="90000" bIns="46800" anchor="ctr">
            <a:spAutoFit/>
          </a:bodyPr>
          <a:lstStyle/>
          <a:p>
            <a:endParaRPr lang="es-ES"/>
          </a:p>
        </p:txBody>
      </p:sp>
      <p:sp>
        <p:nvSpPr>
          <p:cNvPr id="94233" name="Text Box 24"/>
          <p:cNvSpPr txBox="1">
            <a:spLocks noChangeArrowheads="1"/>
          </p:cNvSpPr>
          <p:nvPr/>
        </p:nvSpPr>
        <p:spPr bwMode="auto">
          <a:xfrm>
            <a:off x="9232900" y="2143125"/>
            <a:ext cx="280988" cy="288925"/>
          </a:xfrm>
          <a:prstGeom prst="rect">
            <a:avLst/>
          </a:prstGeom>
          <a:noFill/>
          <a:ln w="19050">
            <a:noFill/>
            <a:miter lim="800000"/>
            <a:headEnd/>
            <a:tailEnd/>
          </a:ln>
        </p:spPr>
        <p:txBody>
          <a:bodyPr wrap="none" lIns="101250" tIns="52650" rIns="101250" bIns="52650" anchor="ctr">
            <a:spAutoFit/>
          </a:bodyPr>
          <a:lstStyle/>
          <a:p>
            <a:pPr defTabSz="1028700" eaLnBrk="0" hangingPunct="0">
              <a:spcBef>
                <a:spcPct val="50000"/>
              </a:spcBef>
            </a:pPr>
            <a:r>
              <a:rPr lang="es-ES_tradnl" sz="1100">
                <a:latin typeface="Univers" pitchFamily="34" charset="0"/>
              </a:rPr>
              <a:t>0</a:t>
            </a:r>
          </a:p>
        </p:txBody>
      </p:sp>
      <p:sp>
        <p:nvSpPr>
          <p:cNvPr id="94234" name="Text Box 25"/>
          <p:cNvSpPr txBox="1">
            <a:spLocks noChangeArrowheads="1"/>
          </p:cNvSpPr>
          <p:nvPr/>
        </p:nvSpPr>
        <p:spPr bwMode="auto">
          <a:xfrm>
            <a:off x="9232900" y="2324100"/>
            <a:ext cx="280988" cy="287338"/>
          </a:xfrm>
          <a:prstGeom prst="rect">
            <a:avLst/>
          </a:prstGeom>
          <a:noFill/>
          <a:ln w="19050">
            <a:noFill/>
            <a:miter lim="800000"/>
            <a:headEnd/>
            <a:tailEnd/>
          </a:ln>
        </p:spPr>
        <p:txBody>
          <a:bodyPr wrap="none" lIns="101250" tIns="52650" rIns="101250" bIns="52650" anchor="ctr">
            <a:spAutoFit/>
          </a:bodyPr>
          <a:lstStyle/>
          <a:p>
            <a:pPr defTabSz="1028700" eaLnBrk="0" hangingPunct="0">
              <a:spcBef>
                <a:spcPct val="50000"/>
              </a:spcBef>
            </a:pPr>
            <a:r>
              <a:rPr lang="es-ES_tradnl" sz="1100">
                <a:latin typeface="Univers" pitchFamily="34" charset="0"/>
              </a:rPr>
              <a:t>1</a:t>
            </a:r>
          </a:p>
        </p:txBody>
      </p:sp>
      <p:sp>
        <p:nvSpPr>
          <p:cNvPr id="94235" name="Text Box 26"/>
          <p:cNvSpPr txBox="1">
            <a:spLocks noChangeArrowheads="1"/>
          </p:cNvSpPr>
          <p:nvPr/>
        </p:nvSpPr>
        <p:spPr bwMode="auto">
          <a:xfrm>
            <a:off x="9232900" y="2863850"/>
            <a:ext cx="280988" cy="288925"/>
          </a:xfrm>
          <a:prstGeom prst="rect">
            <a:avLst/>
          </a:prstGeom>
          <a:noFill/>
          <a:ln w="19050">
            <a:noFill/>
            <a:miter lim="800000"/>
            <a:headEnd/>
            <a:tailEnd/>
          </a:ln>
        </p:spPr>
        <p:txBody>
          <a:bodyPr wrap="none" lIns="101250" tIns="52650" rIns="101250" bIns="52650" anchor="ctr">
            <a:spAutoFit/>
          </a:bodyPr>
          <a:lstStyle/>
          <a:p>
            <a:pPr defTabSz="1028700" eaLnBrk="0" hangingPunct="0">
              <a:spcBef>
                <a:spcPct val="50000"/>
              </a:spcBef>
            </a:pPr>
            <a:r>
              <a:rPr lang="es-ES_tradnl" sz="1100">
                <a:latin typeface="Univers" pitchFamily="34" charset="0"/>
              </a:rPr>
              <a:t>7</a:t>
            </a:r>
          </a:p>
        </p:txBody>
      </p:sp>
      <p:sp>
        <p:nvSpPr>
          <p:cNvPr id="94236" name="Text Box 27"/>
          <p:cNvSpPr txBox="1">
            <a:spLocks noChangeArrowheads="1"/>
          </p:cNvSpPr>
          <p:nvPr/>
        </p:nvSpPr>
        <p:spPr bwMode="auto">
          <a:xfrm>
            <a:off x="9232900" y="3043238"/>
            <a:ext cx="280988" cy="288925"/>
          </a:xfrm>
          <a:prstGeom prst="rect">
            <a:avLst/>
          </a:prstGeom>
          <a:noFill/>
          <a:ln w="19050">
            <a:noFill/>
            <a:miter lim="800000"/>
            <a:headEnd/>
            <a:tailEnd/>
          </a:ln>
        </p:spPr>
        <p:txBody>
          <a:bodyPr wrap="none" lIns="101250" tIns="52650" rIns="101250" bIns="52650" anchor="ctr">
            <a:spAutoFit/>
          </a:bodyPr>
          <a:lstStyle/>
          <a:p>
            <a:pPr defTabSz="1028700" eaLnBrk="0" hangingPunct="0">
              <a:spcBef>
                <a:spcPct val="50000"/>
              </a:spcBef>
            </a:pPr>
            <a:r>
              <a:rPr lang="es-ES_tradnl" sz="1100">
                <a:latin typeface="Univers" pitchFamily="34" charset="0"/>
              </a:rPr>
              <a:t>8</a:t>
            </a:r>
          </a:p>
        </p:txBody>
      </p:sp>
      <p:sp>
        <p:nvSpPr>
          <p:cNvPr id="94237" name="Text Box 28"/>
          <p:cNvSpPr txBox="1">
            <a:spLocks noChangeArrowheads="1"/>
          </p:cNvSpPr>
          <p:nvPr/>
        </p:nvSpPr>
        <p:spPr bwMode="auto">
          <a:xfrm>
            <a:off x="9232900" y="3224213"/>
            <a:ext cx="280988" cy="287337"/>
          </a:xfrm>
          <a:prstGeom prst="rect">
            <a:avLst/>
          </a:prstGeom>
          <a:noFill/>
          <a:ln w="19050">
            <a:noFill/>
            <a:miter lim="800000"/>
            <a:headEnd/>
            <a:tailEnd/>
          </a:ln>
        </p:spPr>
        <p:txBody>
          <a:bodyPr wrap="none" lIns="101250" tIns="52650" rIns="101250" bIns="52650" anchor="ctr">
            <a:spAutoFit/>
          </a:bodyPr>
          <a:lstStyle/>
          <a:p>
            <a:pPr defTabSz="1028700" eaLnBrk="0" hangingPunct="0">
              <a:spcBef>
                <a:spcPct val="50000"/>
              </a:spcBef>
            </a:pPr>
            <a:r>
              <a:rPr lang="es-ES_tradnl" sz="1100">
                <a:latin typeface="Univers" pitchFamily="34" charset="0"/>
              </a:rPr>
              <a:t>9</a:t>
            </a:r>
          </a:p>
        </p:txBody>
      </p:sp>
      <p:sp>
        <p:nvSpPr>
          <p:cNvPr id="94238" name="Text Box 29"/>
          <p:cNvSpPr txBox="1">
            <a:spLocks noChangeArrowheads="1"/>
          </p:cNvSpPr>
          <p:nvPr/>
        </p:nvSpPr>
        <p:spPr bwMode="auto">
          <a:xfrm>
            <a:off x="9190038" y="3403600"/>
            <a:ext cx="366712" cy="288925"/>
          </a:xfrm>
          <a:prstGeom prst="rect">
            <a:avLst/>
          </a:prstGeom>
          <a:noFill/>
          <a:ln w="19050">
            <a:noFill/>
            <a:miter lim="800000"/>
            <a:headEnd/>
            <a:tailEnd/>
          </a:ln>
        </p:spPr>
        <p:txBody>
          <a:bodyPr wrap="none" lIns="101250" tIns="52650" rIns="101250" bIns="52650" anchor="ctr">
            <a:spAutoFit/>
          </a:bodyPr>
          <a:lstStyle/>
          <a:p>
            <a:pPr defTabSz="1028700" eaLnBrk="0" hangingPunct="0">
              <a:spcBef>
                <a:spcPct val="50000"/>
              </a:spcBef>
            </a:pPr>
            <a:r>
              <a:rPr lang="es-ES_tradnl" sz="1100">
                <a:latin typeface="Univers" pitchFamily="34" charset="0"/>
              </a:rPr>
              <a:t>10</a:t>
            </a:r>
          </a:p>
        </p:txBody>
      </p:sp>
      <p:sp>
        <p:nvSpPr>
          <p:cNvPr id="94239" name="Text Box 30"/>
          <p:cNvSpPr txBox="1">
            <a:spLocks noChangeArrowheads="1"/>
          </p:cNvSpPr>
          <p:nvPr/>
        </p:nvSpPr>
        <p:spPr bwMode="auto">
          <a:xfrm>
            <a:off x="9190038" y="3582988"/>
            <a:ext cx="366712" cy="288925"/>
          </a:xfrm>
          <a:prstGeom prst="rect">
            <a:avLst/>
          </a:prstGeom>
          <a:noFill/>
          <a:ln w="19050">
            <a:noFill/>
            <a:miter lim="800000"/>
            <a:headEnd/>
            <a:tailEnd/>
          </a:ln>
        </p:spPr>
        <p:txBody>
          <a:bodyPr wrap="none" lIns="101250" tIns="52650" rIns="101250" bIns="52650" anchor="ctr">
            <a:spAutoFit/>
          </a:bodyPr>
          <a:lstStyle/>
          <a:p>
            <a:pPr defTabSz="1028700" eaLnBrk="0" hangingPunct="0">
              <a:spcBef>
                <a:spcPct val="50000"/>
              </a:spcBef>
            </a:pPr>
            <a:r>
              <a:rPr lang="es-ES_tradnl" sz="1100">
                <a:latin typeface="Univers" pitchFamily="34" charset="0"/>
              </a:rPr>
              <a:t>11</a:t>
            </a:r>
          </a:p>
        </p:txBody>
      </p:sp>
      <p:sp>
        <p:nvSpPr>
          <p:cNvPr id="94240" name="Text Box 31"/>
          <p:cNvSpPr txBox="1">
            <a:spLocks noChangeArrowheads="1"/>
          </p:cNvSpPr>
          <p:nvPr/>
        </p:nvSpPr>
        <p:spPr bwMode="auto">
          <a:xfrm>
            <a:off x="9190038" y="3763963"/>
            <a:ext cx="366712" cy="288925"/>
          </a:xfrm>
          <a:prstGeom prst="rect">
            <a:avLst/>
          </a:prstGeom>
          <a:noFill/>
          <a:ln w="19050">
            <a:noFill/>
            <a:miter lim="800000"/>
            <a:headEnd/>
            <a:tailEnd/>
          </a:ln>
        </p:spPr>
        <p:txBody>
          <a:bodyPr wrap="none" lIns="101250" tIns="52650" rIns="101250" bIns="52650" anchor="ctr">
            <a:spAutoFit/>
          </a:bodyPr>
          <a:lstStyle/>
          <a:p>
            <a:pPr defTabSz="1028700" eaLnBrk="0" hangingPunct="0">
              <a:spcBef>
                <a:spcPct val="50000"/>
              </a:spcBef>
            </a:pPr>
            <a:r>
              <a:rPr lang="es-ES_tradnl" sz="1100">
                <a:latin typeface="Univers" pitchFamily="34" charset="0"/>
              </a:rPr>
              <a:t>12</a:t>
            </a:r>
          </a:p>
        </p:txBody>
      </p:sp>
      <p:sp>
        <p:nvSpPr>
          <p:cNvPr id="94241" name="Text Box 32"/>
          <p:cNvSpPr txBox="1">
            <a:spLocks noChangeArrowheads="1"/>
          </p:cNvSpPr>
          <p:nvPr/>
        </p:nvSpPr>
        <p:spPr bwMode="auto">
          <a:xfrm>
            <a:off x="9190038" y="3943350"/>
            <a:ext cx="366712" cy="288925"/>
          </a:xfrm>
          <a:prstGeom prst="rect">
            <a:avLst/>
          </a:prstGeom>
          <a:noFill/>
          <a:ln w="19050">
            <a:noFill/>
            <a:miter lim="800000"/>
            <a:headEnd/>
            <a:tailEnd/>
          </a:ln>
        </p:spPr>
        <p:txBody>
          <a:bodyPr wrap="none" lIns="101250" tIns="52650" rIns="101250" bIns="52650" anchor="ctr">
            <a:spAutoFit/>
          </a:bodyPr>
          <a:lstStyle/>
          <a:p>
            <a:pPr defTabSz="1028700" eaLnBrk="0" hangingPunct="0">
              <a:spcBef>
                <a:spcPct val="50000"/>
              </a:spcBef>
            </a:pPr>
            <a:r>
              <a:rPr lang="es-ES_tradnl" sz="1100">
                <a:latin typeface="Univers" pitchFamily="34" charset="0"/>
              </a:rPr>
              <a:t>13</a:t>
            </a:r>
          </a:p>
        </p:txBody>
      </p:sp>
      <p:sp>
        <p:nvSpPr>
          <p:cNvPr id="536609" name="Rectangle 33"/>
          <p:cNvSpPr>
            <a:spLocks noChangeArrowheads="1"/>
          </p:cNvSpPr>
          <p:nvPr/>
        </p:nvSpPr>
        <p:spPr bwMode="auto">
          <a:xfrm>
            <a:off x="8169275" y="2879725"/>
            <a:ext cx="989013" cy="720725"/>
          </a:xfrm>
          <a:prstGeom prst="rect">
            <a:avLst/>
          </a:prstGeom>
          <a:gradFill rotWithShape="0">
            <a:gsLst>
              <a:gs pos="0">
                <a:schemeClr val="accent2"/>
              </a:gs>
              <a:gs pos="100000">
                <a:srgbClr val="00FF00"/>
              </a:gs>
            </a:gsLst>
            <a:lin ang="5400000" scaled="1"/>
          </a:gradFill>
          <a:ln w="19050">
            <a:solidFill>
              <a:schemeClr val="tx1"/>
            </a:solidFill>
            <a:miter lim="800000"/>
            <a:headEnd/>
            <a:tailEnd/>
          </a:ln>
        </p:spPr>
        <p:txBody>
          <a:bodyPr wrap="none" lIns="101250" tIns="52650" rIns="101250" bIns="52650" anchor="ctr">
            <a:spAutoFit/>
          </a:bodyPr>
          <a:lstStyle/>
          <a:p>
            <a:pPr defTabSz="1028700" eaLnBrk="0" hangingPunct="0"/>
            <a:endParaRPr lang="es-ES" sz="2700"/>
          </a:p>
        </p:txBody>
      </p:sp>
      <p:sp>
        <p:nvSpPr>
          <p:cNvPr id="536610" name="Rectangle 34"/>
          <p:cNvSpPr>
            <a:spLocks noChangeArrowheads="1"/>
          </p:cNvSpPr>
          <p:nvPr/>
        </p:nvSpPr>
        <p:spPr bwMode="auto">
          <a:xfrm>
            <a:off x="8169275" y="4140200"/>
            <a:ext cx="989013" cy="360363"/>
          </a:xfrm>
          <a:prstGeom prst="rect">
            <a:avLst/>
          </a:prstGeom>
          <a:gradFill rotWithShape="0">
            <a:gsLst>
              <a:gs pos="0">
                <a:schemeClr val="accent2"/>
              </a:gs>
              <a:gs pos="100000">
                <a:srgbClr val="00FF00"/>
              </a:gs>
            </a:gsLst>
            <a:lin ang="5400000" scaled="1"/>
          </a:gradFill>
          <a:ln w="19050">
            <a:solidFill>
              <a:schemeClr val="tx1"/>
            </a:solidFill>
            <a:miter lim="800000"/>
            <a:headEnd/>
            <a:tailEnd/>
          </a:ln>
        </p:spPr>
        <p:txBody>
          <a:bodyPr lIns="90000" tIns="46800" rIns="90000" bIns="46800" anchor="ctr">
            <a:spAutoFit/>
          </a:bodyPr>
          <a:lstStyle/>
          <a:p>
            <a:endParaRPr lang="es-ES"/>
          </a:p>
        </p:txBody>
      </p:sp>
      <p:sp>
        <p:nvSpPr>
          <p:cNvPr id="94244" name="Text Box 35"/>
          <p:cNvSpPr txBox="1">
            <a:spLocks noChangeArrowheads="1"/>
          </p:cNvSpPr>
          <p:nvPr/>
        </p:nvSpPr>
        <p:spPr bwMode="auto">
          <a:xfrm>
            <a:off x="9158288" y="4140200"/>
            <a:ext cx="412750" cy="288925"/>
          </a:xfrm>
          <a:prstGeom prst="rect">
            <a:avLst/>
          </a:prstGeom>
          <a:noFill/>
          <a:ln w="19050">
            <a:noFill/>
            <a:miter lim="800000"/>
            <a:headEnd/>
            <a:tailEnd/>
          </a:ln>
        </p:spPr>
        <p:txBody>
          <a:bodyPr wrap="none" lIns="101250" tIns="52650" rIns="101250" bIns="52650" anchor="ctr">
            <a:spAutoFit/>
          </a:bodyPr>
          <a:lstStyle/>
          <a:p>
            <a:pPr defTabSz="1028700" eaLnBrk="0" hangingPunct="0">
              <a:spcBef>
                <a:spcPct val="50000"/>
              </a:spcBef>
            </a:pPr>
            <a:r>
              <a:rPr lang="es-ES_tradnl" sz="1100">
                <a:latin typeface="Univers" pitchFamily="34" charset="0"/>
              </a:rPr>
              <a:t> 14</a:t>
            </a:r>
          </a:p>
        </p:txBody>
      </p:sp>
      <p:sp>
        <p:nvSpPr>
          <p:cNvPr id="536612" name="Oval 36"/>
          <p:cNvSpPr>
            <a:spLocks noChangeArrowheads="1"/>
          </p:cNvSpPr>
          <p:nvPr/>
        </p:nvSpPr>
        <p:spPr bwMode="auto">
          <a:xfrm>
            <a:off x="9240838" y="2827338"/>
            <a:ext cx="247650" cy="269875"/>
          </a:xfrm>
          <a:prstGeom prst="ellipse">
            <a:avLst/>
          </a:prstGeom>
          <a:noFill/>
          <a:ln w="19050">
            <a:solidFill>
              <a:schemeClr val="tx1"/>
            </a:solidFill>
            <a:round/>
            <a:headEnd/>
            <a:tailEnd/>
          </a:ln>
        </p:spPr>
        <p:txBody>
          <a:bodyPr wrap="none" lIns="90000" tIns="46800" rIns="90000" bIns="46800" anchor="ctr">
            <a:spAutoFit/>
          </a:bodyPr>
          <a:lstStyle/>
          <a:p>
            <a:endParaRPr lang="es-ES"/>
          </a:p>
        </p:txBody>
      </p:sp>
      <p:sp>
        <p:nvSpPr>
          <p:cNvPr id="536613" name="Oval 37"/>
          <p:cNvSpPr>
            <a:spLocks noChangeArrowheads="1"/>
          </p:cNvSpPr>
          <p:nvPr/>
        </p:nvSpPr>
        <p:spPr bwMode="auto">
          <a:xfrm>
            <a:off x="9259888" y="4127500"/>
            <a:ext cx="247650" cy="269875"/>
          </a:xfrm>
          <a:prstGeom prst="ellipse">
            <a:avLst/>
          </a:prstGeom>
          <a:noFill/>
          <a:ln w="19050">
            <a:solidFill>
              <a:schemeClr val="tx1"/>
            </a:solidFill>
            <a:round/>
            <a:headEnd/>
            <a:tailEnd/>
          </a:ln>
        </p:spPr>
        <p:txBody>
          <a:bodyPr wrap="none" lIns="90000" tIns="46800" rIns="90000" bIns="46800" anchor="ctr">
            <a:spAutoFit/>
          </a:bodyPr>
          <a:lstStyle/>
          <a:p>
            <a:endParaRPr lang="es-ES"/>
          </a:p>
        </p:txBody>
      </p:sp>
      <p:sp>
        <p:nvSpPr>
          <p:cNvPr id="94247" name="Text Box 38"/>
          <p:cNvSpPr txBox="1">
            <a:spLocks noChangeArrowheads="1"/>
          </p:cNvSpPr>
          <p:nvPr/>
        </p:nvSpPr>
        <p:spPr bwMode="auto">
          <a:xfrm>
            <a:off x="9158288" y="4321175"/>
            <a:ext cx="412750" cy="288925"/>
          </a:xfrm>
          <a:prstGeom prst="rect">
            <a:avLst/>
          </a:prstGeom>
          <a:noFill/>
          <a:ln w="19050">
            <a:noFill/>
            <a:miter lim="800000"/>
            <a:headEnd/>
            <a:tailEnd/>
          </a:ln>
        </p:spPr>
        <p:txBody>
          <a:bodyPr wrap="none" lIns="101250" tIns="52650" rIns="101250" bIns="52650" anchor="ctr">
            <a:spAutoFit/>
          </a:bodyPr>
          <a:lstStyle/>
          <a:p>
            <a:pPr defTabSz="1028700" eaLnBrk="0" hangingPunct="0">
              <a:spcBef>
                <a:spcPct val="50000"/>
              </a:spcBef>
            </a:pPr>
            <a:r>
              <a:rPr lang="es-ES_tradnl" sz="1100">
                <a:latin typeface="Univers" pitchFamily="34" charset="0"/>
              </a:rPr>
              <a:t> 15</a:t>
            </a:r>
          </a:p>
        </p:txBody>
      </p:sp>
      <p:sp>
        <p:nvSpPr>
          <p:cNvPr id="94248" name="Line 39"/>
          <p:cNvSpPr>
            <a:spLocks noChangeShapeType="1"/>
          </p:cNvSpPr>
          <p:nvPr/>
        </p:nvSpPr>
        <p:spPr bwMode="auto">
          <a:xfrm>
            <a:off x="8169275" y="2700338"/>
            <a:ext cx="989013" cy="0"/>
          </a:xfrm>
          <a:prstGeom prst="line">
            <a:avLst/>
          </a:prstGeom>
          <a:noFill/>
          <a:ln w="19050">
            <a:solidFill>
              <a:schemeClr val="tx1"/>
            </a:solidFill>
            <a:round/>
            <a:headEnd/>
            <a:tailEnd/>
          </a:ln>
        </p:spPr>
        <p:txBody>
          <a:bodyPr lIns="90000" tIns="46800" rIns="90000" bIns="46800" anchor="ctr">
            <a:spAutoFit/>
          </a:bodyPr>
          <a:lstStyle/>
          <a:p>
            <a:endParaRPr lang="es-ES"/>
          </a:p>
        </p:txBody>
      </p:sp>
      <p:sp>
        <p:nvSpPr>
          <p:cNvPr id="94249" name="Rectangle 40"/>
          <p:cNvSpPr>
            <a:spLocks noChangeArrowheads="1"/>
          </p:cNvSpPr>
          <p:nvPr/>
        </p:nvSpPr>
        <p:spPr bwMode="auto">
          <a:xfrm>
            <a:off x="8169275" y="2339975"/>
            <a:ext cx="989013" cy="180975"/>
          </a:xfrm>
          <a:prstGeom prst="rect">
            <a:avLst/>
          </a:prstGeom>
          <a:gradFill rotWithShape="0">
            <a:gsLst>
              <a:gs pos="0">
                <a:schemeClr val="accent2"/>
              </a:gs>
              <a:gs pos="100000">
                <a:srgbClr val="00FF00"/>
              </a:gs>
            </a:gsLst>
            <a:lin ang="0" scaled="1"/>
          </a:gradFill>
          <a:ln w="19050">
            <a:solidFill>
              <a:schemeClr val="tx1"/>
            </a:solidFill>
            <a:miter lim="800000"/>
            <a:headEnd/>
            <a:tailEnd/>
          </a:ln>
        </p:spPr>
        <p:txBody>
          <a:bodyPr lIns="90000" tIns="46800" rIns="90000" bIns="46800" anchor="ctr">
            <a:spAutoFit/>
          </a:bodyPr>
          <a:lstStyle/>
          <a:p>
            <a:endParaRPr lang="es-E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36609"/>
                                        </p:tgtEl>
                                        <p:attrNameLst>
                                          <p:attrName>style.visibility</p:attrName>
                                        </p:attrNameLst>
                                      </p:cBhvr>
                                      <p:to>
                                        <p:strVal val="visible"/>
                                      </p:to>
                                    </p:set>
                                    <p:anim calcmode="lin" valueType="num">
                                      <p:cBhvr>
                                        <p:cTn id="7" dur="500" fill="hold"/>
                                        <p:tgtEl>
                                          <p:spTgt spid="536609"/>
                                        </p:tgtEl>
                                        <p:attrNameLst>
                                          <p:attrName>ppt_w</p:attrName>
                                        </p:attrNameLst>
                                      </p:cBhvr>
                                      <p:tavLst>
                                        <p:tav tm="0">
                                          <p:val>
                                            <p:fltVal val="0"/>
                                          </p:val>
                                        </p:tav>
                                        <p:tav tm="100000">
                                          <p:val>
                                            <p:strVal val="#ppt_w"/>
                                          </p:val>
                                        </p:tav>
                                      </p:tavLst>
                                    </p:anim>
                                    <p:anim calcmode="lin" valueType="num">
                                      <p:cBhvr>
                                        <p:cTn id="8" dur="500" fill="hold"/>
                                        <p:tgtEl>
                                          <p:spTgt spid="536609"/>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3" presetClass="entr" presetSubtype="16" fill="hold" grpId="0" nodeType="afterEffect">
                                  <p:stCondLst>
                                    <p:cond delay="0"/>
                                  </p:stCondLst>
                                  <p:childTnLst>
                                    <p:set>
                                      <p:cBhvr>
                                        <p:cTn id="11" dur="1" fill="hold">
                                          <p:stCondLst>
                                            <p:cond delay="0"/>
                                          </p:stCondLst>
                                        </p:cTn>
                                        <p:tgtEl>
                                          <p:spTgt spid="536610"/>
                                        </p:tgtEl>
                                        <p:attrNameLst>
                                          <p:attrName>style.visibility</p:attrName>
                                        </p:attrNameLst>
                                      </p:cBhvr>
                                      <p:to>
                                        <p:strVal val="visible"/>
                                      </p:to>
                                    </p:set>
                                    <p:anim calcmode="lin" valueType="num">
                                      <p:cBhvr>
                                        <p:cTn id="12" dur="500" fill="hold"/>
                                        <p:tgtEl>
                                          <p:spTgt spid="536610"/>
                                        </p:tgtEl>
                                        <p:attrNameLst>
                                          <p:attrName>ppt_w</p:attrName>
                                        </p:attrNameLst>
                                      </p:cBhvr>
                                      <p:tavLst>
                                        <p:tav tm="0">
                                          <p:val>
                                            <p:fltVal val="0"/>
                                          </p:val>
                                        </p:tav>
                                        <p:tav tm="100000">
                                          <p:val>
                                            <p:strVal val="#ppt_w"/>
                                          </p:val>
                                        </p:tav>
                                      </p:tavLst>
                                    </p:anim>
                                    <p:anim calcmode="lin" valueType="num">
                                      <p:cBhvr>
                                        <p:cTn id="13" dur="500" fill="hold"/>
                                        <p:tgtEl>
                                          <p:spTgt spid="536610"/>
                                        </p:tgtEl>
                                        <p:attrNameLst>
                                          <p:attrName>ppt_h</p:attrName>
                                        </p:attrNameLst>
                                      </p:cBhvr>
                                      <p:tavLst>
                                        <p:tav tm="0">
                                          <p:val>
                                            <p:fltVal val="0"/>
                                          </p:val>
                                        </p:tav>
                                        <p:tav tm="100000">
                                          <p:val>
                                            <p:strVal val="#ppt_h"/>
                                          </p:val>
                                        </p:tav>
                                      </p:tavLst>
                                    </p:anim>
                                  </p:childTnLst>
                                </p:cTn>
                              </p:par>
                            </p:childTnLst>
                          </p:cTn>
                        </p:par>
                        <p:par>
                          <p:cTn id="14" fill="hold">
                            <p:stCondLst>
                              <p:cond delay="1000"/>
                            </p:stCondLst>
                            <p:childTnLst>
                              <p:par>
                                <p:cTn id="15" presetID="2" presetClass="entr" presetSubtype="8" fill="hold" grpId="0" nodeType="afterEffect">
                                  <p:stCondLst>
                                    <p:cond delay="4000"/>
                                  </p:stCondLst>
                                  <p:childTnLst>
                                    <p:set>
                                      <p:cBhvr>
                                        <p:cTn id="16" dur="1" fill="hold">
                                          <p:stCondLst>
                                            <p:cond delay="0"/>
                                          </p:stCondLst>
                                        </p:cTn>
                                        <p:tgtEl>
                                          <p:spTgt spid="536612"/>
                                        </p:tgtEl>
                                        <p:attrNameLst>
                                          <p:attrName>style.visibility</p:attrName>
                                        </p:attrNameLst>
                                      </p:cBhvr>
                                      <p:to>
                                        <p:strVal val="visible"/>
                                      </p:to>
                                    </p:set>
                                    <p:anim calcmode="lin" valueType="num">
                                      <p:cBhvr additive="base">
                                        <p:cTn id="17" dur="500" fill="hold"/>
                                        <p:tgtEl>
                                          <p:spTgt spid="536612"/>
                                        </p:tgtEl>
                                        <p:attrNameLst>
                                          <p:attrName>ppt_x</p:attrName>
                                        </p:attrNameLst>
                                      </p:cBhvr>
                                      <p:tavLst>
                                        <p:tav tm="0">
                                          <p:val>
                                            <p:strVal val="0-#ppt_w/2"/>
                                          </p:val>
                                        </p:tav>
                                        <p:tav tm="100000">
                                          <p:val>
                                            <p:strVal val="#ppt_x"/>
                                          </p:val>
                                        </p:tav>
                                      </p:tavLst>
                                    </p:anim>
                                    <p:anim calcmode="lin" valueType="num">
                                      <p:cBhvr additive="base">
                                        <p:cTn id="18" dur="500" fill="hold"/>
                                        <p:tgtEl>
                                          <p:spTgt spid="536612"/>
                                        </p:tgtEl>
                                        <p:attrNameLst>
                                          <p:attrName>ppt_y</p:attrName>
                                        </p:attrNameLst>
                                      </p:cBhvr>
                                      <p:tavLst>
                                        <p:tav tm="0">
                                          <p:val>
                                            <p:strVal val="#ppt_y"/>
                                          </p:val>
                                        </p:tav>
                                        <p:tav tm="100000">
                                          <p:val>
                                            <p:strVal val="#ppt_y"/>
                                          </p:val>
                                        </p:tav>
                                      </p:tavLst>
                                    </p:anim>
                                  </p:childTnLst>
                                </p:cTn>
                              </p:par>
                            </p:childTnLst>
                          </p:cTn>
                        </p:par>
                        <p:par>
                          <p:cTn id="19" fill="hold">
                            <p:stCondLst>
                              <p:cond delay="5500"/>
                            </p:stCondLst>
                            <p:childTnLst>
                              <p:par>
                                <p:cTn id="20" presetID="2" presetClass="entr" presetSubtype="8" fill="hold" grpId="0" nodeType="afterEffect">
                                  <p:stCondLst>
                                    <p:cond delay="0"/>
                                  </p:stCondLst>
                                  <p:childTnLst>
                                    <p:set>
                                      <p:cBhvr>
                                        <p:cTn id="21" dur="1" fill="hold">
                                          <p:stCondLst>
                                            <p:cond delay="0"/>
                                          </p:stCondLst>
                                        </p:cTn>
                                        <p:tgtEl>
                                          <p:spTgt spid="536613"/>
                                        </p:tgtEl>
                                        <p:attrNameLst>
                                          <p:attrName>style.visibility</p:attrName>
                                        </p:attrNameLst>
                                      </p:cBhvr>
                                      <p:to>
                                        <p:strVal val="visible"/>
                                      </p:to>
                                    </p:set>
                                    <p:anim calcmode="lin" valueType="num">
                                      <p:cBhvr additive="base">
                                        <p:cTn id="22" dur="500" fill="hold"/>
                                        <p:tgtEl>
                                          <p:spTgt spid="536613"/>
                                        </p:tgtEl>
                                        <p:attrNameLst>
                                          <p:attrName>ppt_x</p:attrName>
                                        </p:attrNameLst>
                                      </p:cBhvr>
                                      <p:tavLst>
                                        <p:tav tm="0">
                                          <p:val>
                                            <p:strVal val="0-#ppt_w/2"/>
                                          </p:val>
                                        </p:tav>
                                        <p:tav tm="100000">
                                          <p:val>
                                            <p:strVal val="#ppt_x"/>
                                          </p:val>
                                        </p:tav>
                                      </p:tavLst>
                                    </p:anim>
                                    <p:anim calcmode="lin" valueType="num">
                                      <p:cBhvr additive="base">
                                        <p:cTn id="23" dur="500" fill="hold"/>
                                        <p:tgtEl>
                                          <p:spTgt spid="5366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6609" grpId="0" animBg="1" autoUpdateAnimBg="0"/>
      <p:bldP spid="536610" grpId="0" animBg="1"/>
      <p:bldP spid="536612" grpId="0" animBg="1"/>
      <p:bldP spid="536613"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2"/>
          <p:cNvSpPr>
            <a:spLocks noGrp="1" noChangeArrowheads="1"/>
          </p:cNvSpPr>
          <p:nvPr>
            <p:ph type="title"/>
          </p:nvPr>
        </p:nvSpPr>
        <p:spPr>
          <a:xfrm>
            <a:off x="742950" y="269875"/>
            <a:ext cx="8415338" cy="1350963"/>
          </a:xfrm>
        </p:spPr>
        <p:txBody>
          <a:bodyPr/>
          <a:lstStyle/>
          <a:p>
            <a:pPr eaLnBrk="1" hangingPunct="1"/>
            <a:r>
              <a:rPr lang="es-ES_tradnl" sz="2600"/>
              <a:t>Direcciones de memoria</a:t>
            </a:r>
            <a:endParaRPr lang="es-ES_tradnl"/>
          </a:p>
        </p:txBody>
      </p:sp>
      <p:sp>
        <p:nvSpPr>
          <p:cNvPr id="95236" name="Rectangle 3"/>
          <p:cNvSpPr>
            <a:spLocks noGrp="1" noChangeArrowheads="1"/>
          </p:cNvSpPr>
          <p:nvPr>
            <p:ph sz="quarter" idx="1"/>
          </p:nvPr>
        </p:nvSpPr>
        <p:spPr>
          <a:xfrm>
            <a:off x="412750" y="1979613"/>
            <a:ext cx="9158288" cy="4772025"/>
          </a:xfrm>
        </p:spPr>
        <p:txBody>
          <a:bodyPr/>
          <a:lstStyle/>
          <a:p>
            <a:pPr marL="342900" indent="-342900" defTabSz="914400" eaLnBrk="1" hangingPunct="1">
              <a:lnSpc>
                <a:spcPct val="120000"/>
              </a:lnSpc>
            </a:pPr>
            <a:r>
              <a:rPr lang="es-ES_tradnl" sz="2200"/>
              <a:t>La memoria es una estructura ordenada de los datos</a:t>
            </a:r>
          </a:p>
          <a:p>
            <a:pPr marL="342900" indent="-342900" defTabSz="914400" eaLnBrk="1" hangingPunct="1">
              <a:lnSpc>
                <a:spcPct val="120000"/>
              </a:lnSpc>
            </a:pPr>
            <a:r>
              <a:rPr lang="es-ES_tradnl" sz="2200"/>
              <a:t>Un dato puede ocupar más de una posición</a:t>
            </a:r>
          </a:p>
          <a:p>
            <a:pPr marL="819150" lvl="1" indent="-285750" defTabSz="914400" eaLnBrk="1" hangingPunct="1">
              <a:lnSpc>
                <a:spcPct val="120000"/>
              </a:lnSpc>
              <a:buFont typeface="Wingdings" pitchFamily="2" charset="2"/>
              <a:buChar char="ü"/>
            </a:pPr>
            <a:r>
              <a:rPr lang="es-ES_tradnl" sz="1700"/>
              <a:t> La dirección del dato es la de la posición más baja</a:t>
            </a:r>
          </a:p>
          <a:p>
            <a:pPr marL="342900" indent="-342900" defTabSz="914400" eaLnBrk="1" hangingPunct="1">
              <a:lnSpc>
                <a:spcPct val="120000"/>
              </a:lnSpc>
            </a:pPr>
            <a:r>
              <a:rPr lang="es-ES_tradnl" sz="2200"/>
              <a:t>Los datos deben estar alineados en memoria</a:t>
            </a:r>
          </a:p>
          <a:p>
            <a:pPr marL="819150" lvl="1" indent="-285750" defTabSz="914400" eaLnBrk="1" hangingPunct="1">
              <a:lnSpc>
                <a:spcPct val="120000"/>
              </a:lnSpc>
              <a:buFont typeface="Wingdings" pitchFamily="2" charset="2"/>
              <a:buChar char="ü"/>
            </a:pPr>
            <a:r>
              <a:rPr lang="es-ES_tradnl" sz="1700"/>
              <a:t>Datos de tamaño n en direcciones múltiplo de n</a:t>
            </a:r>
          </a:p>
          <a:p>
            <a:pPr marL="819150" lvl="1" indent="-285750" defTabSz="914400" eaLnBrk="1" hangingPunct="1">
              <a:lnSpc>
                <a:spcPct val="120000"/>
              </a:lnSpc>
              <a:buFont typeface="Monotype Sorts" pitchFamily="2" charset="2"/>
              <a:buChar char="*"/>
            </a:pPr>
            <a:endParaRPr lang="es-ES_tradnl" sz="1700"/>
          </a:p>
          <a:p>
            <a:pPr marL="342900" indent="-342900" defTabSz="914400" eaLnBrk="1" hangingPunct="1">
              <a:lnSpc>
                <a:spcPct val="120000"/>
              </a:lnSpc>
            </a:pPr>
            <a:r>
              <a:rPr lang="es-ES_tradnl" sz="2200"/>
              <a:t>Situación del dato en múltiples posiciones</a:t>
            </a:r>
          </a:p>
          <a:p>
            <a:pPr marL="819150" lvl="1" indent="-285750" defTabSz="914400" eaLnBrk="1" hangingPunct="1">
              <a:lnSpc>
                <a:spcPct val="120000"/>
              </a:lnSpc>
              <a:buFont typeface="Wingdings" pitchFamily="2" charset="2"/>
              <a:buChar char="ü"/>
            </a:pPr>
            <a:r>
              <a:rPr lang="es-ES_tradnl" sz="1700"/>
              <a:t>Big “endian”     </a:t>
            </a:r>
            <a:r>
              <a:rPr lang="es-ES_tradnl" sz="1700">
                <a:sym typeface="Webdings" pitchFamily="18" charset="2"/>
              </a:rPr>
              <a:t></a:t>
            </a:r>
            <a:r>
              <a:rPr lang="es-ES_tradnl" sz="1700">
                <a:sym typeface="Monotype Sorts" pitchFamily="2" charset="2"/>
              </a:rPr>
              <a:t> </a:t>
            </a:r>
            <a:r>
              <a:rPr lang="es-ES_tradnl" sz="1700"/>
              <a:t>dirección (dato) = dirección (</a:t>
            </a:r>
            <a:r>
              <a:rPr lang="es-ES_tradnl" sz="1700">
                <a:solidFill>
                  <a:schemeClr val="accent2"/>
                </a:solidFill>
              </a:rPr>
              <a:t>palabra más significativa</a:t>
            </a:r>
            <a:r>
              <a:rPr lang="es-ES_tradnl" sz="1700"/>
              <a:t>)</a:t>
            </a:r>
            <a:endParaRPr lang="es-ES_tradnl" sz="2000"/>
          </a:p>
          <a:p>
            <a:pPr marL="819150" lvl="1" indent="-285750" defTabSz="914400" eaLnBrk="1" hangingPunct="1">
              <a:lnSpc>
                <a:spcPct val="120000"/>
              </a:lnSpc>
              <a:buFont typeface="Wingdings" pitchFamily="2" charset="2"/>
              <a:buChar char="ü"/>
            </a:pPr>
            <a:r>
              <a:rPr lang="es-ES_tradnl" sz="1700"/>
              <a:t>Little “endian” </a:t>
            </a:r>
            <a:r>
              <a:rPr lang="es-ES_tradnl" sz="1700">
                <a:sym typeface="Webdings" pitchFamily="18" charset="2"/>
              </a:rPr>
              <a:t></a:t>
            </a:r>
            <a:r>
              <a:rPr lang="es-ES_tradnl" sz="1700">
                <a:sym typeface="Monotype Sorts" pitchFamily="2" charset="2"/>
              </a:rPr>
              <a:t> </a:t>
            </a:r>
            <a:r>
              <a:rPr lang="es-ES_tradnl" sz="1700"/>
              <a:t>dirección (dato) = dirección(</a:t>
            </a:r>
            <a:r>
              <a:rPr lang="es-ES_tradnl" sz="1700">
                <a:solidFill>
                  <a:srgbClr val="669900"/>
                </a:solidFill>
              </a:rPr>
              <a:t>palabra menos significativa</a:t>
            </a:r>
            <a:r>
              <a:rPr lang="es-ES_tradnl" sz="1700"/>
              <a:t>)</a:t>
            </a:r>
          </a:p>
          <a:p>
            <a:pPr marL="342900" indent="-342900" defTabSz="914400" eaLnBrk="1" hangingPunct="1"/>
            <a:endParaRPr lang="es-ES_tradnl" sz="2800"/>
          </a:p>
          <a:p>
            <a:pPr marL="342900" indent="-342900" defTabSz="914400" eaLnBrk="1" hangingPunct="1"/>
            <a:endParaRPr lang="es-ES_tradnl" sz="2800"/>
          </a:p>
          <a:p>
            <a:pPr marL="819150" lvl="1" indent="-285750" defTabSz="914400" eaLnBrk="1" hangingPunct="1">
              <a:buFont typeface="Monotype Sorts" pitchFamily="2" charset="2"/>
              <a:buChar char="*"/>
            </a:pPr>
            <a:endParaRPr lang="es-ES_tradnl"/>
          </a:p>
        </p:txBody>
      </p:sp>
      <p:sp>
        <p:nvSpPr>
          <p:cNvPr id="95238" name="Line 5"/>
          <p:cNvSpPr>
            <a:spLocks noChangeShapeType="1"/>
          </p:cNvSpPr>
          <p:nvPr/>
        </p:nvSpPr>
        <p:spPr bwMode="auto">
          <a:xfrm>
            <a:off x="8169275" y="2160588"/>
            <a:ext cx="0" cy="3240087"/>
          </a:xfrm>
          <a:prstGeom prst="line">
            <a:avLst/>
          </a:prstGeom>
          <a:noFill/>
          <a:ln w="19050">
            <a:solidFill>
              <a:schemeClr val="tx1"/>
            </a:solidFill>
            <a:round/>
            <a:headEnd/>
            <a:tailEnd/>
          </a:ln>
        </p:spPr>
        <p:txBody>
          <a:bodyPr lIns="90000" tIns="46800" rIns="90000" bIns="46800" anchor="ctr">
            <a:spAutoFit/>
          </a:bodyPr>
          <a:lstStyle/>
          <a:p>
            <a:endParaRPr lang="es-ES"/>
          </a:p>
        </p:txBody>
      </p:sp>
      <p:sp>
        <p:nvSpPr>
          <p:cNvPr id="95239" name="Line 6"/>
          <p:cNvSpPr>
            <a:spLocks noChangeShapeType="1"/>
          </p:cNvSpPr>
          <p:nvPr/>
        </p:nvSpPr>
        <p:spPr bwMode="auto">
          <a:xfrm>
            <a:off x="9158288" y="2160588"/>
            <a:ext cx="0" cy="3240087"/>
          </a:xfrm>
          <a:prstGeom prst="line">
            <a:avLst/>
          </a:prstGeom>
          <a:noFill/>
          <a:ln w="19050">
            <a:solidFill>
              <a:schemeClr val="tx1"/>
            </a:solidFill>
            <a:round/>
            <a:headEnd/>
            <a:tailEnd/>
          </a:ln>
        </p:spPr>
        <p:txBody>
          <a:bodyPr lIns="90000" tIns="46800" rIns="90000" bIns="46800" anchor="ctr">
            <a:spAutoFit/>
          </a:bodyPr>
          <a:lstStyle/>
          <a:p>
            <a:endParaRPr lang="es-ES"/>
          </a:p>
        </p:txBody>
      </p:sp>
      <p:sp>
        <p:nvSpPr>
          <p:cNvPr id="95240" name="Line 7"/>
          <p:cNvSpPr>
            <a:spLocks noChangeShapeType="1"/>
          </p:cNvSpPr>
          <p:nvPr/>
        </p:nvSpPr>
        <p:spPr bwMode="auto">
          <a:xfrm>
            <a:off x="8169275" y="3421063"/>
            <a:ext cx="989013" cy="0"/>
          </a:xfrm>
          <a:prstGeom prst="line">
            <a:avLst/>
          </a:prstGeom>
          <a:noFill/>
          <a:ln w="19050">
            <a:solidFill>
              <a:schemeClr val="tx1"/>
            </a:solidFill>
            <a:round/>
            <a:headEnd/>
            <a:tailEnd/>
          </a:ln>
        </p:spPr>
        <p:txBody>
          <a:bodyPr wrap="none" lIns="90000" tIns="46800" rIns="90000" bIns="46800" anchor="ctr">
            <a:spAutoFit/>
          </a:bodyPr>
          <a:lstStyle/>
          <a:p>
            <a:endParaRPr lang="es-ES"/>
          </a:p>
        </p:txBody>
      </p:sp>
      <p:sp>
        <p:nvSpPr>
          <p:cNvPr id="95241" name="Line 8"/>
          <p:cNvSpPr>
            <a:spLocks noChangeShapeType="1"/>
          </p:cNvSpPr>
          <p:nvPr/>
        </p:nvSpPr>
        <p:spPr bwMode="auto">
          <a:xfrm>
            <a:off x="8169275" y="3240088"/>
            <a:ext cx="989013" cy="0"/>
          </a:xfrm>
          <a:prstGeom prst="line">
            <a:avLst/>
          </a:prstGeom>
          <a:noFill/>
          <a:ln w="19050">
            <a:solidFill>
              <a:schemeClr val="tx1"/>
            </a:solidFill>
            <a:round/>
            <a:headEnd/>
            <a:tailEnd/>
          </a:ln>
        </p:spPr>
        <p:txBody>
          <a:bodyPr wrap="none" lIns="90000" tIns="46800" rIns="90000" bIns="46800" anchor="ctr">
            <a:spAutoFit/>
          </a:bodyPr>
          <a:lstStyle/>
          <a:p>
            <a:endParaRPr lang="es-ES"/>
          </a:p>
        </p:txBody>
      </p:sp>
      <p:sp>
        <p:nvSpPr>
          <p:cNvPr id="95242" name="Line 9"/>
          <p:cNvSpPr>
            <a:spLocks noChangeShapeType="1"/>
          </p:cNvSpPr>
          <p:nvPr/>
        </p:nvSpPr>
        <p:spPr bwMode="auto">
          <a:xfrm>
            <a:off x="8169275" y="3060700"/>
            <a:ext cx="989013" cy="0"/>
          </a:xfrm>
          <a:prstGeom prst="line">
            <a:avLst/>
          </a:prstGeom>
          <a:noFill/>
          <a:ln w="19050">
            <a:solidFill>
              <a:schemeClr val="tx1"/>
            </a:solidFill>
            <a:round/>
            <a:headEnd/>
            <a:tailEnd/>
          </a:ln>
        </p:spPr>
        <p:txBody>
          <a:bodyPr wrap="none" lIns="90000" tIns="46800" rIns="90000" bIns="46800" anchor="ctr">
            <a:spAutoFit/>
          </a:bodyPr>
          <a:lstStyle/>
          <a:p>
            <a:endParaRPr lang="es-ES"/>
          </a:p>
        </p:txBody>
      </p:sp>
      <p:sp>
        <p:nvSpPr>
          <p:cNvPr id="95243" name="Line 10"/>
          <p:cNvSpPr>
            <a:spLocks noChangeShapeType="1"/>
          </p:cNvSpPr>
          <p:nvPr/>
        </p:nvSpPr>
        <p:spPr bwMode="auto">
          <a:xfrm>
            <a:off x="8169275" y="3600450"/>
            <a:ext cx="989013" cy="0"/>
          </a:xfrm>
          <a:prstGeom prst="line">
            <a:avLst/>
          </a:prstGeom>
          <a:noFill/>
          <a:ln w="19050">
            <a:solidFill>
              <a:schemeClr val="tx1"/>
            </a:solidFill>
            <a:round/>
            <a:headEnd/>
            <a:tailEnd/>
          </a:ln>
        </p:spPr>
        <p:txBody>
          <a:bodyPr wrap="none" lIns="90000" tIns="46800" rIns="90000" bIns="46800" anchor="ctr">
            <a:spAutoFit/>
          </a:bodyPr>
          <a:lstStyle/>
          <a:p>
            <a:endParaRPr lang="es-ES"/>
          </a:p>
        </p:txBody>
      </p:sp>
      <p:sp>
        <p:nvSpPr>
          <p:cNvPr id="95244" name="Line 11"/>
          <p:cNvSpPr>
            <a:spLocks noChangeShapeType="1"/>
          </p:cNvSpPr>
          <p:nvPr/>
        </p:nvSpPr>
        <p:spPr bwMode="auto">
          <a:xfrm>
            <a:off x="8169275" y="3779838"/>
            <a:ext cx="989013" cy="0"/>
          </a:xfrm>
          <a:prstGeom prst="line">
            <a:avLst/>
          </a:prstGeom>
          <a:noFill/>
          <a:ln w="19050">
            <a:solidFill>
              <a:schemeClr val="tx1"/>
            </a:solidFill>
            <a:round/>
            <a:headEnd/>
            <a:tailEnd/>
          </a:ln>
        </p:spPr>
        <p:txBody>
          <a:bodyPr wrap="none" lIns="90000" tIns="46800" rIns="90000" bIns="46800" anchor="ctr">
            <a:spAutoFit/>
          </a:bodyPr>
          <a:lstStyle/>
          <a:p>
            <a:endParaRPr lang="es-ES"/>
          </a:p>
        </p:txBody>
      </p:sp>
      <p:sp>
        <p:nvSpPr>
          <p:cNvPr id="95245" name="Line 12"/>
          <p:cNvSpPr>
            <a:spLocks noChangeShapeType="1"/>
          </p:cNvSpPr>
          <p:nvPr/>
        </p:nvSpPr>
        <p:spPr bwMode="auto">
          <a:xfrm>
            <a:off x="8169275" y="3960813"/>
            <a:ext cx="989013" cy="0"/>
          </a:xfrm>
          <a:prstGeom prst="line">
            <a:avLst/>
          </a:prstGeom>
          <a:noFill/>
          <a:ln w="19050">
            <a:solidFill>
              <a:schemeClr val="tx1"/>
            </a:solidFill>
            <a:round/>
            <a:headEnd/>
            <a:tailEnd/>
          </a:ln>
        </p:spPr>
        <p:txBody>
          <a:bodyPr wrap="none" lIns="90000" tIns="46800" rIns="90000" bIns="46800" anchor="ctr">
            <a:spAutoFit/>
          </a:bodyPr>
          <a:lstStyle/>
          <a:p>
            <a:endParaRPr lang="es-ES"/>
          </a:p>
        </p:txBody>
      </p:sp>
      <p:sp>
        <p:nvSpPr>
          <p:cNvPr id="95246" name="Line 13"/>
          <p:cNvSpPr>
            <a:spLocks noChangeShapeType="1"/>
          </p:cNvSpPr>
          <p:nvPr/>
        </p:nvSpPr>
        <p:spPr bwMode="auto">
          <a:xfrm>
            <a:off x="8169275" y="4140200"/>
            <a:ext cx="989013" cy="0"/>
          </a:xfrm>
          <a:prstGeom prst="line">
            <a:avLst/>
          </a:prstGeom>
          <a:noFill/>
          <a:ln w="19050">
            <a:solidFill>
              <a:schemeClr val="tx1"/>
            </a:solidFill>
            <a:round/>
            <a:headEnd/>
            <a:tailEnd/>
          </a:ln>
        </p:spPr>
        <p:txBody>
          <a:bodyPr wrap="none" lIns="90000" tIns="46800" rIns="90000" bIns="46800" anchor="ctr">
            <a:spAutoFit/>
          </a:bodyPr>
          <a:lstStyle/>
          <a:p>
            <a:endParaRPr lang="es-ES"/>
          </a:p>
        </p:txBody>
      </p:sp>
      <p:sp>
        <p:nvSpPr>
          <p:cNvPr id="95247" name="Line 14"/>
          <p:cNvSpPr>
            <a:spLocks noChangeShapeType="1"/>
          </p:cNvSpPr>
          <p:nvPr/>
        </p:nvSpPr>
        <p:spPr bwMode="auto">
          <a:xfrm>
            <a:off x="8169275" y="4321175"/>
            <a:ext cx="989013" cy="0"/>
          </a:xfrm>
          <a:prstGeom prst="line">
            <a:avLst/>
          </a:prstGeom>
          <a:noFill/>
          <a:ln w="19050">
            <a:solidFill>
              <a:schemeClr val="tx1"/>
            </a:solidFill>
            <a:round/>
            <a:headEnd/>
            <a:tailEnd/>
          </a:ln>
        </p:spPr>
        <p:txBody>
          <a:bodyPr wrap="none" lIns="90000" tIns="46800" rIns="90000" bIns="46800" anchor="ctr">
            <a:spAutoFit/>
          </a:bodyPr>
          <a:lstStyle/>
          <a:p>
            <a:endParaRPr lang="es-ES"/>
          </a:p>
        </p:txBody>
      </p:sp>
      <p:sp>
        <p:nvSpPr>
          <p:cNvPr id="95248" name="Line 15"/>
          <p:cNvSpPr>
            <a:spLocks noChangeShapeType="1"/>
          </p:cNvSpPr>
          <p:nvPr/>
        </p:nvSpPr>
        <p:spPr bwMode="auto">
          <a:xfrm>
            <a:off x="8169275" y="4500563"/>
            <a:ext cx="989013" cy="0"/>
          </a:xfrm>
          <a:prstGeom prst="line">
            <a:avLst/>
          </a:prstGeom>
          <a:noFill/>
          <a:ln w="19050">
            <a:solidFill>
              <a:schemeClr val="tx1"/>
            </a:solidFill>
            <a:round/>
            <a:headEnd/>
            <a:tailEnd/>
          </a:ln>
        </p:spPr>
        <p:txBody>
          <a:bodyPr wrap="none" lIns="90000" tIns="46800" rIns="90000" bIns="46800" anchor="ctr">
            <a:spAutoFit/>
          </a:bodyPr>
          <a:lstStyle/>
          <a:p>
            <a:endParaRPr lang="es-ES"/>
          </a:p>
        </p:txBody>
      </p:sp>
      <p:sp>
        <p:nvSpPr>
          <p:cNvPr id="95249" name="Line 16"/>
          <p:cNvSpPr>
            <a:spLocks noChangeShapeType="1"/>
          </p:cNvSpPr>
          <p:nvPr/>
        </p:nvSpPr>
        <p:spPr bwMode="auto">
          <a:xfrm>
            <a:off x="8169275" y="4679950"/>
            <a:ext cx="989013" cy="0"/>
          </a:xfrm>
          <a:prstGeom prst="line">
            <a:avLst/>
          </a:prstGeom>
          <a:noFill/>
          <a:ln w="19050">
            <a:solidFill>
              <a:schemeClr val="tx1"/>
            </a:solidFill>
            <a:round/>
            <a:headEnd/>
            <a:tailEnd/>
          </a:ln>
        </p:spPr>
        <p:txBody>
          <a:bodyPr wrap="none" lIns="90000" tIns="46800" rIns="90000" bIns="46800" anchor="ctr">
            <a:spAutoFit/>
          </a:bodyPr>
          <a:lstStyle/>
          <a:p>
            <a:endParaRPr lang="es-ES"/>
          </a:p>
        </p:txBody>
      </p:sp>
      <p:sp>
        <p:nvSpPr>
          <p:cNvPr id="95250" name="Line 17"/>
          <p:cNvSpPr>
            <a:spLocks noChangeShapeType="1"/>
          </p:cNvSpPr>
          <p:nvPr/>
        </p:nvSpPr>
        <p:spPr bwMode="auto">
          <a:xfrm>
            <a:off x="8169275" y="4860925"/>
            <a:ext cx="989013" cy="0"/>
          </a:xfrm>
          <a:prstGeom prst="line">
            <a:avLst/>
          </a:prstGeom>
          <a:noFill/>
          <a:ln w="19050">
            <a:solidFill>
              <a:schemeClr val="tx1"/>
            </a:solidFill>
            <a:round/>
            <a:headEnd/>
            <a:tailEnd/>
          </a:ln>
        </p:spPr>
        <p:txBody>
          <a:bodyPr wrap="none" lIns="90000" tIns="46800" rIns="90000" bIns="46800" anchor="ctr">
            <a:spAutoFit/>
          </a:bodyPr>
          <a:lstStyle/>
          <a:p>
            <a:endParaRPr lang="es-ES"/>
          </a:p>
        </p:txBody>
      </p:sp>
      <p:sp>
        <p:nvSpPr>
          <p:cNvPr id="95251" name="Line 18"/>
          <p:cNvSpPr>
            <a:spLocks noChangeShapeType="1"/>
          </p:cNvSpPr>
          <p:nvPr/>
        </p:nvSpPr>
        <p:spPr bwMode="auto">
          <a:xfrm>
            <a:off x="8169275" y="2879725"/>
            <a:ext cx="989013" cy="0"/>
          </a:xfrm>
          <a:prstGeom prst="line">
            <a:avLst/>
          </a:prstGeom>
          <a:noFill/>
          <a:ln w="19050">
            <a:solidFill>
              <a:schemeClr val="tx1"/>
            </a:solidFill>
            <a:round/>
            <a:headEnd/>
            <a:tailEnd/>
          </a:ln>
        </p:spPr>
        <p:txBody>
          <a:bodyPr lIns="90000" tIns="46800" rIns="90000" bIns="46800" anchor="ctr">
            <a:spAutoFit/>
          </a:bodyPr>
          <a:lstStyle/>
          <a:p>
            <a:endParaRPr lang="es-ES"/>
          </a:p>
        </p:txBody>
      </p:sp>
      <p:sp>
        <p:nvSpPr>
          <p:cNvPr id="95252" name="Line 19"/>
          <p:cNvSpPr>
            <a:spLocks noChangeShapeType="1"/>
          </p:cNvSpPr>
          <p:nvPr/>
        </p:nvSpPr>
        <p:spPr bwMode="auto">
          <a:xfrm>
            <a:off x="8169275" y="2160588"/>
            <a:ext cx="989013" cy="0"/>
          </a:xfrm>
          <a:prstGeom prst="line">
            <a:avLst/>
          </a:prstGeom>
          <a:noFill/>
          <a:ln w="19050">
            <a:solidFill>
              <a:schemeClr val="tx1"/>
            </a:solidFill>
            <a:round/>
            <a:headEnd/>
            <a:tailEnd/>
          </a:ln>
        </p:spPr>
        <p:txBody>
          <a:bodyPr lIns="90000" tIns="46800" rIns="90000" bIns="46800" anchor="ctr">
            <a:spAutoFit/>
          </a:bodyPr>
          <a:lstStyle/>
          <a:p>
            <a:endParaRPr lang="es-ES"/>
          </a:p>
        </p:txBody>
      </p:sp>
      <p:sp>
        <p:nvSpPr>
          <p:cNvPr id="95253" name="Line 20"/>
          <p:cNvSpPr>
            <a:spLocks noChangeShapeType="1"/>
          </p:cNvSpPr>
          <p:nvPr/>
        </p:nvSpPr>
        <p:spPr bwMode="auto">
          <a:xfrm>
            <a:off x="8169275" y="2339975"/>
            <a:ext cx="989013" cy="0"/>
          </a:xfrm>
          <a:prstGeom prst="line">
            <a:avLst/>
          </a:prstGeom>
          <a:noFill/>
          <a:ln w="19050">
            <a:solidFill>
              <a:schemeClr val="tx1"/>
            </a:solidFill>
            <a:round/>
            <a:headEnd/>
            <a:tailEnd/>
          </a:ln>
        </p:spPr>
        <p:txBody>
          <a:bodyPr lIns="90000" tIns="46800" rIns="90000" bIns="46800" anchor="ctr">
            <a:spAutoFit/>
          </a:bodyPr>
          <a:lstStyle/>
          <a:p>
            <a:endParaRPr lang="es-ES"/>
          </a:p>
        </p:txBody>
      </p:sp>
      <p:sp>
        <p:nvSpPr>
          <p:cNvPr id="95254" name="Line 21"/>
          <p:cNvSpPr>
            <a:spLocks noChangeShapeType="1"/>
          </p:cNvSpPr>
          <p:nvPr/>
        </p:nvSpPr>
        <p:spPr bwMode="auto">
          <a:xfrm>
            <a:off x="8169275" y="2520950"/>
            <a:ext cx="989013" cy="0"/>
          </a:xfrm>
          <a:prstGeom prst="line">
            <a:avLst/>
          </a:prstGeom>
          <a:noFill/>
          <a:ln w="19050">
            <a:solidFill>
              <a:schemeClr val="tx1"/>
            </a:solidFill>
            <a:round/>
            <a:headEnd/>
            <a:tailEnd/>
          </a:ln>
        </p:spPr>
        <p:txBody>
          <a:bodyPr lIns="90000" tIns="46800" rIns="90000" bIns="46800" anchor="ctr">
            <a:spAutoFit/>
          </a:bodyPr>
          <a:lstStyle/>
          <a:p>
            <a:endParaRPr lang="es-ES"/>
          </a:p>
        </p:txBody>
      </p:sp>
      <p:sp>
        <p:nvSpPr>
          <p:cNvPr id="95255" name="Line 22"/>
          <p:cNvSpPr>
            <a:spLocks noChangeShapeType="1"/>
          </p:cNvSpPr>
          <p:nvPr/>
        </p:nvSpPr>
        <p:spPr bwMode="auto">
          <a:xfrm>
            <a:off x="8169275" y="5040313"/>
            <a:ext cx="989013" cy="0"/>
          </a:xfrm>
          <a:prstGeom prst="line">
            <a:avLst/>
          </a:prstGeom>
          <a:noFill/>
          <a:ln w="19050">
            <a:solidFill>
              <a:schemeClr val="tx1"/>
            </a:solidFill>
            <a:round/>
            <a:headEnd/>
            <a:tailEnd/>
          </a:ln>
        </p:spPr>
        <p:txBody>
          <a:bodyPr lIns="90000" tIns="46800" rIns="90000" bIns="46800" anchor="ctr">
            <a:spAutoFit/>
          </a:bodyPr>
          <a:lstStyle/>
          <a:p>
            <a:endParaRPr lang="es-ES"/>
          </a:p>
        </p:txBody>
      </p:sp>
      <p:sp>
        <p:nvSpPr>
          <p:cNvPr id="95256" name="Line 23"/>
          <p:cNvSpPr>
            <a:spLocks noChangeShapeType="1"/>
          </p:cNvSpPr>
          <p:nvPr/>
        </p:nvSpPr>
        <p:spPr bwMode="auto">
          <a:xfrm>
            <a:off x="8169275" y="5221288"/>
            <a:ext cx="989013" cy="0"/>
          </a:xfrm>
          <a:prstGeom prst="line">
            <a:avLst/>
          </a:prstGeom>
          <a:noFill/>
          <a:ln w="19050">
            <a:solidFill>
              <a:schemeClr val="tx1"/>
            </a:solidFill>
            <a:round/>
            <a:headEnd/>
            <a:tailEnd/>
          </a:ln>
        </p:spPr>
        <p:txBody>
          <a:bodyPr lIns="90000" tIns="46800" rIns="90000" bIns="46800" anchor="ctr">
            <a:spAutoFit/>
          </a:bodyPr>
          <a:lstStyle/>
          <a:p>
            <a:endParaRPr lang="es-ES"/>
          </a:p>
        </p:txBody>
      </p:sp>
      <p:sp>
        <p:nvSpPr>
          <p:cNvPr id="95257" name="Text Box 24"/>
          <p:cNvSpPr txBox="1">
            <a:spLocks noChangeArrowheads="1"/>
          </p:cNvSpPr>
          <p:nvPr/>
        </p:nvSpPr>
        <p:spPr bwMode="auto">
          <a:xfrm>
            <a:off x="9232900" y="2143125"/>
            <a:ext cx="280988" cy="288925"/>
          </a:xfrm>
          <a:prstGeom prst="rect">
            <a:avLst/>
          </a:prstGeom>
          <a:noFill/>
          <a:ln w="19050">
            <a:noFill/>
            <a:miter lim="800000"/>
            <a:headEnd/>
            <a:tailEnd/>
          </a:ln>
        </p:spPr>
        <p:txBody>
          <a:bodyPr wrap="none" lIns="101250" tIns="52650" rIns="101250" bIns="52650" anchor="ctr">
            <a:spAutoFit/>
          </a:bodyPr>
          <a:lstStyle/>
          <a:p>
            <a:pPr defTabSz="1028700" eaLnBrk="0" hangingPunct="0">
              <a:spcBef>
                <a:spcPct val="50000"/>
              </a:spcBef>
            </a:pPr>
            <a:r>
              <a:rPr lang="es-ES_tradnl" sz="1100">
                <a:latin typeface="Univers" pitchFamily="34" charset="0"/>
              </a:rPr>
              <a:t>0</a:t>
            </a:r>
          </a:p>
        </p:txBody>
      </p:sp>
      <p:sp>
        <p:nvSpPr>
          <p:cNvPr id="95258" name="Text Box 25"/>
          <p:cNvSpPr txBox="1">
            <a:spLocks noChangeArrowheads="1"/>
          </p:cNvSpPr>
          <p:nvPr/>
        </p:nvSpPr>
        <p:spPr bwMode="auto">
          <a:xfrm>
            <a:off x="9232900" y="2324100"/>
            <a:ext cx="280988" cy="287338"/>
          </a:xfrm>
          <a:prstGeom prst="rect">
            <a:avLst/>
          </a:prstGeom>
          <a:noFill/>
          <a:ln w="19050">
            <a:noFill/>
            <a:miter lim="800000"/>
            <a:headEnd/>
            <a:tailEnd/>
          </a:ln>
        </p:spPr>
        <p:txBody>
          <a:bodyPr wrap="none" lIns="101250" tIns="52650" rIns="101250" bIns="52650" anchor="ctr">
            <a:spAutoFit/>
          </a:bodyPr>
          <a:lstStyle/>
          <a:p>
            <a:pPr defTabSz="1028700" eaLnBrk="0" hangingPunct="0">
              <a:spcBef>
                <a:spcPct val="50000"/>
              </a:spcBef>
            </a:pPr>
            <a:r>
              <a:rPr lang="es-ES_tradnl" sz="1100">
                <a:latin typeface="Univers" pitchFamily="34" charset="0"/>
              </a:rPr>
              <a:t>1</a:t>
            </a:r>
          </a:p>
        </p:txBody>
      </p:sp>
      <p:sp>
        <p:nvSpPr>
          <p:cNvPr id="95259" name="Text Box 26"/>
          <p:cNvSpPr txBox="1">
            <a:spLocks noChangeArrowheads="1"/>
          </p:cNvSpPr>
          <p:nvPr/>
        </p:nvSpPr>
        <p:spPr bwMode="auto">
          <a:xfrm>
            <a:off x="9232900" y="2863850"/>
            <a:ext cx="280988" cy="288925"/>
          </a:xfrm>
          <a:prstGeom prst="rect">
            <a:avLst/>
          </a:prstGeom>
          <a:noFill/>
          <a:ln w="19050">
            <a:noFill/>
            <a:miter lim="800000"/>
            <a:headEnd/>
            <a:tailEnd/>
          </a:ln>
        </p:spPr>
        <p:txBody>
          <a:bodyPr wrap="none" lIns="101250" tIns="52650" rIns="101250" bIns="52650" anchor="ctr">
            <a:spAutoFit/>
          </a:bodyPr>
          <a:lstStyle/>
          <a:p>
            <a:pPr defTabSz="1028700" eaLnBrk="0" hangingPunct="0">
              <a:spcBef>
                <a:spcPct val="50000"/>
              </a:spcBef>
            </a:pPr>
            <a:r>
              <a:rPr lang="es-ES_tradnl" sz="1100">
                <a:latin typeface="Univers" pitchFamily="34" charset="0"/>
              </a:rPr>
              <a:t>7</a:t>
            </a:r>
          </a:p>
        </p:txBody>
      </p:sp>
      <p:sp>
        <p:nvSpPr>
          <p:cNvPr id="95260" name="Text Box 27"/>
          <p:cNvSpPr txBox="1">
            <a:spLocks noChangeArrowheads="1"/>
          </p:cNvSpPr>
          <p:nvPr/>
        </p:nvSpPr>
        <p:spPr bwMode="auto">
          <a:xfrm>
            <a:off x="9232900" y="3043238"/>
            <a:ext cx="280988" cy="288925"/>
          </a:xfrm>
          <a:prstGeom prst="rect">
            <a:avLst/>
          </a:prstGeom>
          <a:noFill/>
          <a:ln w="19050">
            <a:noFill/>
            <a:miter lim="800000"/>
            <a:headEnd/>
            <a:tailEnd/>
          </a:ln>
        </p:spPr>
        <p:txBody>
          <a:bodyPr wrap="none" lIns="101250" tIns="52650" rIns="101250" bIns="52650" anchor="ctr">
            <a:spAutoFit/>
          </a:bodyPr>
          <a:lstStyle/>
          <a:p>
            <a:pPr defTabSz="1028700" eaLnBrk="0" hangingPunct="0">
              <a:spcBef>
                <a:spcPct val="50000"/>
              </a:spcBef>
            </a:pPr>
            <a:r>
              <a:rPr lang="es-ES_tradnl" sz="1100">
                <a:latin typeface="Univers" pitchFamily="34" charset="0"/>
              </a:rPr>
              <a:t>8</a:t>
            </a:r>
          </a:p>
        </p:txBody>
      </p:sp>
      <p:sp>
        <p:nvSpPr>
          <p:cNvPr id="95261" name="Text Box 28"/>
          <p:cNvSpPr txBox="1">
            <a:spLocks noChangeArrowheads="1"/>
          </p:cNvSpPr>
          <p:nvPr/>
        </p:nvSpPr>
        <p:spPr bwMode="auto">
          <a:xfrm>
            <a:off x="9232900" y="3224213"/>
            <a:ext cx="280988" cy="287337"/>
          </a:xfrm>
          <a:prstGeom prst="rect">
            <a:avLst/>
          </a:prstGeom>
          <a:noFill/>
          <a:ln w="19050">
            <a:noFill/>
            <a:miter lim="800000"/>
            <a:headEnd/>
            <a:tailEnd/>
          </a:ln>
        </p:spPr>
        <p:txBody>
          <a:bodyPr wrap="none" lIns="101250" tIns="52650" rIns="101250" bIns="52650" anchor="ctr">
            <a:spAutoFit/>
          </a:bodyPr>
          <a:lstStyle/>
          <a:p>
            <a:pPr defTabSz="1028700" eaLnBrk="0" hangingPunct="0">
              <a:spcBef>
                <a:spcPct val="50000"/>
              </a:spcBef>
            </a:pPr>
            <a:r>
              <a:rPr lang="es-ES_tradnl" sz="1100">
                <a:latin typeface="Univers" pitchFamily="34" charset="0"/>
              </a:rPr>
              <a:t>9</a:t>
            </a:r>
          </a:p>
        </p:txBody>
      </p:sp>
      <p:sp>
        <p:nvSpPr>
          <p:cNvPr id="95262" name="Text Box 29"/>
          <p:cNvSpPr txBox="1">
            <a:spLocks noChangeArrowheads="1"/>
          </p:cNvSpPr>
          <p:nvPr/>
        </p:nvSpPr>
        <p:spPr bwMode="auto">
          <a:xfrm>
            <a:off x="9190038" y="3403600"/>
            <a:ext cx="366712" cy="288925"/>
          </a:xfrm>
          <a:prstGeom prst="rect">
            <a:avLst/>
          </a:prstGeom>
          <a:noFill/>
          <a:ln w="19050">
            <a:noFill/>
            <a:miter lim="800000"/>
            <a:headEnd/>
            <a:tailEnd/>
          </a:ln>
        </p:spPr>
        <p:txBody>
          <a:bodyPr wrap="none" lIns="101250" tIns="52650" rIns="101250" bIns="52650" anchor="ctr">
            <a:spAutoFit/>
          </a:bodyPr>
          <a:lstStyle/>
          <a:p>
            <a:pPr defTabSz="1028700" eaLnBrk="0" hangingPunct="0">
              <a:spcBef>
                <a:spcPct val="50000"/>
              </a:spcBef>
            </a:pPr>
            <a:r>
              <a:rPr lang="es-ES_tradnl" sz="1100">
                <a:latin typeface="Univers" pitchFamily="34" charset="0"/>
              </a:rPr>
              <a:t>10</a:t>
            </a:r>
          </a:p>
        </p:txBody>
      </p:sp>
      <p:sp>
        <p:nvSpPr>
          <p:cNvPr id="95263" name="Text Box 30"/>
          <p:cNvSpPr txBox="1">
            <a:spLocks noChangeArrowheads="1"/>
          </p:cNvSpPr>
          <p:nvPr/>
        </p:nvSpPr>
        <p:spPr bwMode="auto">
          <a:xfrm>
            <a:off x="9190038" y="3582988"/>
            <a:ext cx="366712" cy="288925"/>
          </a:xfrm>
          <a:prstGeom prst="rect">
            <a:avLst/>
          </a:prstGeom>
          <a:noFill/>
          <a:ln w="19050">
            <a:noFill/>
            <a:miter lim="800000"/>
            <a:headEnd/>
            <a:tailEnd/>
          </a:ln>
        </p:spPr>
        <p:txBody>
          <a:bodyPr wrap="none" lIns="101250" tIns="52650" rIns="101250" bIns="52650" anchor="ctr">
            <a:spAutoFit/>
          </a:bodyPr>
          <a:lstStyle/>
          <a:p>
            <a:pPr defTabSz="1028700" eaLnBrk="0" hangingPunct="0">
              <a:spcBef>
                <a:spcPct val="50000"/>
              </a:spcBef>
            </a:pPr>
            <a:r>
              <a:rPr lang="es-ES_tradnl" sz="1100">
                <a:latin typeface="Univers" pitchFamily="34" charset="0"/>
              </a:rPr>
              <a:t>11</a:t>
            </a:r>
          </a:p>
        </p:txBody>
      </p:sp>
      <p:sp>
        <p:nvSpPr>
          <p:cNvPr id="95264" name="Text Box 31"/>
          <p:cNvSpPr txBox="1">
            <a:spLocks noChangeArrowheads="1"/>
          </p:cNvSpPr>
          <p:nvPr/>
        </p:nvSpPr>
        <p:spPr bwMode="auto">
          <a:xfrm>
            <a:off x="9190038" y="3763963"/>
            <a:ext cx="366712" cy="288925"/>
          </a:xfrm>
          <a:prstGeom prst="rect">
            <a:avLst/>
          </a:prstGeom>
          <a:noFill/>
          <a:ln w="19050">
            <a:noFill/>
            <a:miter lim="800000"/>
            <a:headEnd/>
            <a:tailEnd/>
          </a:ln>
        </p:spPr>
        <p:txBody>
          <a:bodyPr wrap="none" lIns="101250" tIns="52650" rIns="101250" bIns="52650" anchor="ctr">
            <a:spAutoFit/>
          </a:bodyPr>
          <a:lstStyle/>
          <a:p>
            <a:pPr defTabSz="1028700" eaLnBrk="0" hangingPunct="0">
              <a:spcBef>
                <a:spcPct val="50000"/>
              </a:spcBef>
            </a:pPr>
            <a:r>
              <a:rPr lang="es-ES_tradnl" sz="1100">
                <a:latin typeface="Univers" pitchFamily="34" charset="0"/>
              </a:rPr>
              <a:t>12</a:t>
            </a:r>
          </a:p>
        </p:txBody>
      </p:sp>
      <p:sp>
        <p:nvSpPr>
          <p:cNvPr id="95265" name="Text Box 32"/>
          <p:cNvSpPr txBox="1">
            <a:spLocks noChangeArrowheads="1"/>
          </p:cNvSpPr>
          <p:nvPr/>
        </p:nvSpPr>
        <p:spPr bwMode="auto">
          <a:xfrm>
            <a:off x="9190038" y="3943350"/>
            <a:ext cx="366712" cy="288925"/>
          </a:xfrm>
          <a:prstGeom prst="rect">
            <a:avLst/>
          </a:prstGeom>
          <a:noFill/>
          <a:ln w="19050">
            <a:noFill/>
            <a:miter lim="800000"/>
            <a:headEnd/>
            <a:tailEnd/>
          </a:ln>
        </p:spPr>
        <p:txBody>
          <a:bodyPr wrap="none" lIns="101250" tIns="52650" rIns="101250" bIns="52650" anchor="ctr">
            <a:spAutoFit/>
          </a:bodyPr>
          <a:lstStyle/>
          <a:p>
            <a:pPr defTabSz="1028700" eaLnBrk="0" hangingPunct="0">
              <a:spcBef>
                <a:spcPct val="50000"/>
              </a:spcBef>
            </a:pPr>
            <a:r>
              <a:rPr lang="es-ES_tradnl" sz="1100">
                <a:latin typeface="Univers" pitchFamily="34" charset="0"/>
              </a:rPr>
              <a:t>13</a:t>
            </a:r>
          </a:p>
        </p:txBody>
      </p:sp>
      <p:sp>
        <p:nvSpPr>
          <p:cNvPr id="95266" name="Rectangle 33"/>
          <p:cNvSpPr>
            <a:spLocks noChangeArrowheads="1"/>
          </p:cNvSpPr>
          <p:nvPr/>
        </p:nvSpPr>
        <p:spPr bwMode="auto">
          <a:xfrm>
            <a:off x="8169275" y="4140200"/>
            <a:ext cx="989013" cy="360363"/>
          </a:xfrm>
          <a:prstGeom prst="rect">
            <a:avLst/>
          </a:prstGeom>
          <a:gradFill rotWithShape="0">
            <a:gsLst>
              <a:gs pos="0">
                <a:schemeClr val="accent2"/>
              </a:gs>
              <a:gs pos="100000">
                <a:srgbClr val="00FF00"/>
              </a:gs>
            </a:gsLst>
            <a:lin ang="5400000" scaled="1"/>
          </a:gradFill>
          <a:ln w="19050">
            <a:solidFill>
              <a:schemeClr val="tx1"/>
            </a:solidFill>
            <a:miter lim="800000"/>
            <a:headEnd/>
            <a:tailEnd/>
          </a:ln>
        </p:spPr>
        <p:txBody>
          <a:bodyPr lIns="90000" tIns="46800" rIns="90000" bIns="46800" anchor="ctr">
            <a:spAutoFit/>
          </a:bodyPr>
          <a:lstStyle/>
          <a:p>
            <a:endParaRPr lang="es-ES"/>
          </a:p>
        </p:txBody>
      </p:sp>
      <p:sp>
        <p:nvSpPr>
          <p:cNvPr id="95267" name="Text Box 34"/>
          <p:cNvSpPr txBox="1">
            <a:spLocks noChangeArrowheads="1"/>
          </p:cNvSpPr>
          <p:nvPr/>
        </p:nvSpPr>
        <p:spPr bwMode="auto">
          <a:xfrm>
            <a:off x="9158288" y="4140200"/>
            <a:ext cx="412750" cy="288925"/>
          </a:xfrm>
          <a:prstGeom prst="rect">
            <a:avLst/>
          </a:prstGeom>
          <a:noFill/>
          <a:ln w="19050">
            <a:noFill/>
            <a:miter lim="800000"/>
            <a:headEnd/>
            <a:tailEnd/>
          </a:ln>
        </p:spPr>
        <p:txBody>
          <a:bodyPr wrap="none" lIns="101250" tIns="52650" rIns="101250" bIns="52650" anchor="ctr">
            <a:spAutoFit/>
          </a:bodyPr>
          <a:lstStyle/>
          <a:p>
            <a:pPr defTabSz="1028700" eaLnBrk="0" hangingPunct="0">
              <a:spcBef>
                <a:spcPct val="50000"/>
              </a:spcBef>
            </a:pPr>
            <a:r>
              <a:rPr lang="es-ES_tradnl" sz="1100">
                <a:latin typeface="Univers" pitchFamily="34" charset="0"/>
              </a:rPr>
              <a:t> 14</a:t>
            </a:r>
          </a:p>
        </p:txBody>
      </p:sp>
      <p:sp>
        <p:nvSpPr>
          <p:cNvPr id="95268" name="Oval 35"/>
          <p:cNvSpPr>
            <a:spLocks noChangeArrowheads="1"/>
          </p:cNvSpPr>
          <p:nvPr/>
        </p:nvSpPr>
        <p:spPr bwMode="auto">
          <a:xfrm>
            <a:off x="9240838" y="3040063"/>
            <a:ext cx="247650" cy="269875"/>
          </a:xfrm>
          <a:prstGeom prst="ellipse">
            <a:avLst/>
          </a:prstGeom>
          <a:noFill/>
          <a:ln w="19050">
            <a:solidFill>
              <a:schemeClr val="tx1"/>
            </a:solidFill>
            <a:round/>
            <a:headEnd/>
            <a:tailEnd/>
          </a:ln>
        </p:spPr>
        <p:txBody>
          <a:bodyPr wrap="none" lIns="90000" tIns="46800" rIns="90000" bIns="46800" anchor="ctr">
            <a:spAutoFit/>
          </a:bodyPr>
          <a:lstStyle/>
          <a:p>
            <a:endParaRPr lang="es-ES"/>
          </a:p>
        </p:txBody>
      </p:sp>
      <p:sp>
        <p:nvSpPr>
          <p:cNvPr id="95269" name="Oval 36"/>
          <p:cNvSpPr>
            <a:spLocks noChangeArrowheads="1"/>
          </p:cNvSpPr>
          <p:nvPr/>
        </p:nvSpPr>
        <p:spPr bwMode="auto">
          <a:xfrm>
            <a:off x="9259888" y="4127500"/>
            <a:ext cx="247650" cy="269875"/>
          </a:xfrm>
          <a:prstGeom prst="ellipse">
            <a:avLst/>
          </a:prstGeom>
          <a:noFill/>
          <a:ln w="19050">
            <a:solidFill>
              <a:schemeClr val="tx1"/>
            </a:solidFill>
            <a:round/>
            <a:headEnd/>
            <a:tailEnd/>
          </a:ln>
        </p:spPr>
        <p:txBody>
          <a:bodyPr wrap="none" lIns="90000" tIns="46800" rIns="90000" bIns="46800" anchor="ctr">
            <a:spAutoFit/>
          </a:bodyPr>
          <a:lstStyle/>
          <a:p>
            <a:endParaRPr lang="es-ES"/>
          </a:p>
        </p:txBody>
      </p:sp>
      <p:sp>
        <p:nvSpPr>
          <p:cNvPr id="95270" name="Text Box 37"/>
          <p:cNvSpPr txBox="1">
            <a:spLocks noChangeArrowheads="1"/>
          </p:cNvSpPr>
          <p:nvPr/>
        </p:nvSpPr>
        <p:spPr bwMode="auto">
          <a:xfrm>
            <a:off x="9158288" y="4321175"/>
            <a:ext cx="412750" cy="288925"/>
          </a:xfrm>
          <a:prstGeom prst="rect">
            <a:avLst/>
          </a:prstGeom>
          <a:noFill/>
          <a:ln w="19050">
            <a:noFill/>
            <a:miter lim="800000"/>
            <a:headEnd/>
            <a:tailEnd/>
          </a:ln>
        </p:spPr>
        <p:txBody>
          <a:bodyPr wrap="none" lIns="101250" tIns="52650" rIns="101250" bIns="52650" anchor="ctr">
            <a:spAutoFit/>
          </a:bodyPr>
          <a:lstStyle/>
          <a:p>
            <a:pPr defTabSz="1028700" eaLnBrk="0" hangingPunct="0">
              <a:spcBef>
                <a:spcPct val="50000"/>
              </a:spcBef>
            </a:pPr>
            <a:r>
              <a:rPr lang="es-ES_tradnl" sz="1100">
                <a:latin typeface="Univers" pitchFamily="34" charset="0"/>
              </a:rPr>
              <a:t> 15</a:t>
            </a:r>
          </a:p>
        </p:txBody>
      </p:sp>
      <p:sp>
        <p:nvSpPr>
          <p:cNvPr id="95271" name="Rectangle 38"/>
          <p:cNvSpPr>
            <a:spLocks noChangeArrowheads="1"/>
          </p:cNvSpPr>
          <p:nvPr/>
        </p:nvSpPr>
        <p:spPr bwMode="auto">
          <a:xfrm>
            <a:off x="8169275" y="3060700"/>
            <a:ext cx="989013" cy="719138"/>
          </a:xfrm>
          <a:prstGeom prst="rect">
            <a:avLst/>
          </a:prstGeom>
          <a:gradFill rotWithShape="0">
            <a:gsLst>
              <a:gs pos="0">
                <a:schemeClr val="accent2"/>
              </a:gs>
              <a:gs pos="100000">
                <a:srgbClr val="00FF00"/>
              </a:gs>
            </a:gsLst>
            <a:lin ang="5400000" scaled="1"/>
          </a:gradFill>
          <a:ln w="19050">
            <a:solidFill>
              <a:schemeClr val="tx1"/>
            </a:solidFill>
            <a:miter lim="800000"/>
            <a:headEnd/>
            <a:tailEnd/>
          </a:ln>
        </p:spPr>
        <p:txBody>
          <a:bodyPr wrap="none" lIns="90000" tIns="46800" rIns="90000" bIns="46800" anchor="ctr">
            <a:spAutoFit/>
          </a:bodyPr>
          <a:lstStyle/>
          <a:p>
            <a:endParaRPr lang="es-ES"/>
          </a:p>
        </p:txBody>
      </p:sp>
      <p:sp>
        <p:nvSpPr>
          <p:cNvPr id="538663" name="Rectangle 39"/>
          <p:cNvSpPr>
            <a:spLocks noChangeArrowheads="1"/>
          </p:cNvSpPr>
          <p:nvPr/>
        </p:nvSpPr>
        <p:spPr bwMode="auto">
          <a:xfrm>
            <a:off x="8169275" y="3060700"/>
            <a:ext cx="989013" cy="719138"/>
          </a:xfrm>
          <a:prstGeom prst="rect">
            <a:avLst/>
          </a:prstGeom>
          <a:gradFill rotWithShape="0">
            <a:gsLst>
              <a:gs pos="0">
                <a:srgbClr val="00FF00"/>
              </a:gs>
              <a:gs pos="100000">
                <a:schemeClr val="accent2"/>
              </a:gs>
            </a:gsLst>
            <a:lin ang="5400000" scaled="1"/>
          </a:gradFill>
          <a:ln w="19050">
            <a:solidFill>
              <a:schemeClr val="tx1"/>
            </a:solidFill>
            <a:miter lim="800000"/>
            <a:headEnd/>
            <a:tailEnd/>
          </a:ln>
        </p:spPr>
        <p:txBody>
          <a:bodyPr wrap="none" lIns="90000" tIns="46800" rIns="90000" bIns="46800" anchor="ctr">
            <a:spAutoFit/>
          </a:bodyPr>
          <a:lstStyle/>
          <a:p>
            <a:endParaRPr lang="es-ES"/>
          </a:p>
        </p:txBody>
      </p:sp>
      <p:sp>
        <p:nvSpPr>
          <p:cNvPr id="538664" name="Rectangle 40"/>
          <p:cNvSpPr>
            <a:spLocks noChangeArrowheads="1"/>
          </p:cNvSpPr>
          <p:nvPr/>
        </p:nvSpPr>
        <p:spPr bwMode="auto">
          <a:xfrm>
            <a:off x="8169275" y="4140200"/>
            <a:ext cx="989013" cy="360363"/>
          </a:xfrm>
          <a:prstGeom prst="rect">
            <a:avLst/>
          </a:prstGeom>
          <a:gradFill rotWithShape="0">
            <a:gsLst>
              <a:gs pos="0">
                <a:srgbClr val="00FF00"/>
              </a:gs>
              <a:gs pos="100000">
                <a:schemeClr val="accent2"/>
              </a:gs>
            </a:gsLst>
            <a:lin ang="5400000" scaled="1"/>
          </a:gradFill>
          <a:ln w="19050">
            <a:solidFill>
              <a:schemeClr val="tx1"/>
            </a:solidFill>
            <a:miter lim="800000"/>
            <a:headEnd/>
            <a:tailEnd/>
          </a:ln>
        </p:spPr>
        <p:txBody>
          <a:bodyPr lIns="90000" tIns="46800" rIns="90000" bIns="46800" anchor="ctr">
            <a:spAutoFit/>
          </a:bodyPr>
          <a:lstStyle/>
          <a:p>
            <a:endParaRPr lang="es-ES"/>
          </a:p>
        </p:txBody>
      </p:sp>
      <p:sp>
        <p:nvSpPr>
          <p:cNvPr id="95274" name="Line 41"/>
          <p:cNvSpPr>
            <a:spLocks noChangeShapeType="1"/>
          </p:cNvSpPr>
          <p:nvPr/>
        </p:nvSpPr>
        <p:spPr bwMode="auto">
          <a:xfrm>
            <a:off x="8169275" y="2700338"/>
            <a:ext cx="989013" cy="0"/>
          </a:xfrm>
          <a:prstGeom prst="line">
            <a:avLst/>
          </a:prstGeom>
          <a:noFill/>
          <a:ln w="19050">
            <a:solidFill>
              <a:schemeClr val="tx1"/>
            </a:solidFill>
            <a:round/>
            <a:headEnd/>
            <a:tailEnd/>
          </a:ln>
        </p:spPr>
        <p:txBody>
          <a:bodyPr lIns="90000" tIns="46800" rIns="90000" bIns="46800" anchor="ctr">
            <a:spAutoFit/>
          </a:bodyPr>
          <a:lstStyle/>
          <a:p>
            <a:endParaRPr lang="es-ES"/>
          </a:p>
        </p:txBody>
      </p:sp>
      <p:sp>
        <p:nvSpPr>
          <p:cNvPr id="95275" name="Rectangle 42"/>
          <p:cNvSpPr>
            <a:spLocks noChangeArrowheads="1"/>
          </p:cNvSpPr>
          <p:nvPr/>
        </p:nvSpPr>
        <p:spPr bwMode="auto">
          <a:xfrm>
            <a:off x="8169275" y="2339975"/>
            <a:ext cx="989013" cy="180975"/>
          </a:xfrm>
          <a:prstGeom prst="rect">
            <a:avLst/>
          </a:prstGeom>
          <a:gradFill rotWithShape="0">
            <a:gsLst>
              <a:gs pos="0">
                <a:schemeClr val="accent2"/>
              </a:gs>
              <a:gs pos="100000">
                <a:srgbClr val="00FF00"/>
              </a:gs>
            </a:gsLst>
            <a:lin ang="0" scaled="1"/>
          </a:gradFill>
          <a:ln w="19050">
            <a:solidFill>
              <a:schemeClr val="tx1"/>
            </a:solidFill>
            <a:miter lim="800000"/>
            <a:headEnd/>
            <a:tailEnd/>
          </a:ln>
        </p:spPr>
        <p:txBody>
          <a:bodyPr lIns="90000" tIns="46800" rIns="90000" bIns="46800" anchor="ctr">
            <a:spAutoFit/>
          </a:bodyPr>
          <a:lstStyle/>
          <a:p>
            <a:endParaRPr lang="es-E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38663"/>
                                        </p:tgtEl>
                                        <p:attrNameLst>
                                          <p:attrName>style.visibility</p:attrName>
                                        </p:attrNameLst>
                                      </p:cBhvr>
                                      <p:to>
                                        <p:strVal val="visible"/>
                                      </p:to>
                                    </p:set>
                                    <p:animEffect transition="in" filter="blinds(horizontal)">
                                      <p:cBhvr>
                                        <p:cTn id="7" dur="500"/>
                                        <p:tgtEl>
                                          <p:spTgt spid="538663"/>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538664"/>
                                        </p:tgtEl>
                                        <p:attrNameLst>
                                          <p:attrName>style.visibility</p:attrName>
                                        </p:attrNameLst>
                                      </p:cBhvr>
                                      <p:to>
                                        <p:strVal val="visible"/>
                                      </p:to>
                                    </p:set>
                                    <p:animEffect transition="in" filter="blinds(horizontal)">
                                      <p:cBhvr>
                                        <p:cTn id="11" dur="500"/>
                                        <p:tgtEl>
                                          <p:spTgt spid="5386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8663" grpId="0" animBg="1"/>
      <p:bldP spid="538664"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Rectangle 2"/>
          <p:cNvSpPr>
            <a:spLocks noGrp="1" noChangeArrowheads="1"/>
          </p:cNvSpPr>
          <p:nvPr>
            <p:ph type="title"/>
          </p:nvPr>
        </p:nvSpPr>
        <p:spPr>
          <a:xfrm>
            <a:off x="660400" y="269875"/>
            <a:ext cx="8828088" cy="1044327"/>
          </a:xfrm>
        </p:spPr>
        <p:txBody>
          <a:bodyPr>
            <a:normAutofit/>
          </a:bodyPr>
          <a:lstStyle/>
          <a:p>
            <a:pPr eaLnBrk="1" hangingPunct="1"/>
            <a:r>
              <a:rPr lang="es-ES_tradnl" sz="2800" dirty="0"/>
              <a:t>Modos de direccionamiento directos</a:t>
            </a:r>
            <a:endParaRPr lang="es-ES_tradnl" sz="4400" dirty="0"/>
          </a:p>
        </p:txBody>
      </p:sp>
      <p:sp>
        <p:nvSpPr>
          <p:cNvPr id="98308" name="Rectangle 3"/>
          <p:cNvSpPr>
            <a:spLocks noGrp="1" noChangeArrowheads="1"/>
          </p:cNvSpPr>
          <p:nvPr>
            <p:ph sz="quarter" idx="1"/>
          </p:nvPr>
        </p:nvSpPr>
        <p:spPr>
          <a:xfrm>
            <a:off x="990600" y="1439863"/>
            <a:ext cx="8415338" cy="4860925"/>
          </a:xfrm>
        </p:spPr>
        <p:txBody>
          <a:bodyPr>
            <a:normAutofit/>
          </a:bodyPr>
          <a:lstStyle/>
          <a:p>
            <a:pPr eaLnBrk="1" hangingPunct="1">
              <a:lnSpc>
                <a:spcPct val="320000"/>
              </a:lnSpc>
            </a:pPr>
            <a:r>
              <a:rPr lang="es-ES_tradnl" sz="2400" dirty="0"/>
              <a:t>Almacén del computador: registros y memoria. </a:t>
            </a:r>
          </a:p>
          <a:p>
            <a:pPr eaLnBrk="1" hangingPunct="1"/>
            <a:r>
              <a:rPr lang="es-ES_tradnl" sz="2400" dirty="0"/>
              <a:t>El operando establece  “directamente” la residencia del dato</a:t>
            </a:r>
          </a:p>
          <a:p>
            <a:pPr lvl="2" eaLnBrk="1" hangingPunct="1">
              <a:buFont typeface="Wingdings" pitchFamily="2" charset="2"/>
              <a:buChar char="ü"/>
            </a:pPr>
            <a:r>
              <a:rPr lang="es-ES_tradnl" sz="2000" dirty="0"/>
              <a:t>el nombre de un registro (MD directo por registro) </a:t>
            </a:r>
          </a:p>
          <a:p>
            <a:pPr lvl="2" eaLnBrk="1" hangingPunct="1">
              <a:buFont typeface="Wingdings" pitchFamily="2" charset="2"/>
              <a:buChar char="ü"/>
            </a:pPr>
            <a:r>
              <a:rPr lang="es-ES_tradnl" sz="2000" dirty="0"/>
              <a:t>la posición en la memoria (MD directo por memoria)</a:t>
            </a:r>
          </a:p>
          <a:p>
            <a:pPr lvl="2" eaLnBrk="1" hangingPunct="1">
              <a:buFont typeface="Wingdings" pitchFamily="2" charset="2"/>
              <a:buChar char="ü"/>
            </a:pPr>
            <a:endParaRPr lang="es-ES_tradnl" sz="1600" dirty="0"/>
          </a:p>
          <a:p>
            <a:pPr eaLnBrk="1" hangingPunct="1"/>
            <a:r>
              <a:rPr lang="es-ES_tradnl" sz="2400" dirty="0"/>
              <a:t>MD directo por registro se usa en el 50% de instrucciones</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2"/>
          <p:cNvSpPr>
            <a:spLocks noGrp="1" noChangeArrowheads="1"/>
          </p:cNvSpPr>
          <p:nvPr>
            <p:ph type="title"/>
          </p:nvPr>
        </p:nvSpPr>
        <p:spPr>
          <a:xfrm>
            <a:off x="742950" y="0"/>
            <a:ext cx="8415338" cy="1350963"/>
          </a:xfrm>
        </p:spPr>
        <p:txBody>
          <a:bodyPr/>
          <a:lstStyle/>
          <a:p>
            <a:pPr eaLnBrk="1" hangingPunct="1"/>
            <a:r>
              <a:rPr lang="es-ES_tradnl" sz="1800"/>
              <a:t>Modos directos, Ejemplo</a:t>
            </a:r>
            <a:endParaRPr lang="es-ES_tradnl"/>
          </a:p>
        </p:txBody>
      </p:sp>
      <p:sp>
        <p:nvSpPr>
          <p:cNvPr id="96260" name="Text Box 3"/>
          <p:cNvSpPr txBox="1">
            <a:spLocks noChangeArrowheads="1"/>
          </p:cNvSpPr>
          <p:nvPr/>
        </p:nvSpPr>
        <p:spPr bwMode="auto">
          <a:xfrm>
            <a:off x="3495675" y="1439863"/>
            <a:ext cx="2590800" cy="539750"/>
          </a:xfrm>
          <a:prstGeom prst="rect">
            <a:avLst/>
          </a:prstGeom>
          <a:noFill/>
          <a:ln w="9525">
            <a:noFill/>
            <a:miter lim="800000"/>
            <a:headEnd/>
            <a:tailEnd/>
          </a:ln>
        </p:spPr>
        <p:txBody>
          <a:bodyPr wrap="none" lIns="101250" tIns="52650" rIns="101250" bIns="52650" anchor="ctr">
            <a:spAutoFit/>
          </a:bodyPr>
          <a:lstStyle/>
          <a:p>
            <a:pPr defTabSz="1028700" eaLnBrk="0" hangingPunct="0">
              <a:spcBef>
                <a:spcPct val="50000"/>
              </a:spcBef>
            </a:pPr>
            <a:r>
              <a:rPr lang="es-ES_tradnl" sz="2700"/>
              <a:t>ADD R1,R2,1021</a:t>
            </a:r>
          </a:p>
        </p:txBody>
      </p:sp>
      <p:sp>
        <p:nvSpPr>
          <p:cNvPr id="96261" name="Line 4"/>
          <p:cNvSpPr>
            <a:spLocks noChangeShapeType="1"/>
          </p:cNvSpPr>
          <p:nvPr/>
        </p:nvSpPr>
        <p:spPr bwMode="auto">
          <a:xfrm>
            <a:off x="1979613" y="3151188"/>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6262" name="Line 5"/>
          <p:cNvSpPr>
            <a:spLocks noChangeShapeType="1"/>
          </p:cNvSpPr>
          <p:nvPr/>
        </p:nvSpPr>
        <p:spPr bwMode="auto">
          <a:xfrm>
            <a:off x="1979613" y="3421063"/>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6263" name="Line 6"/>
          <p:cNvSpPr>
            <a:spLocks noChangeShapeType="1"/>
          </p:cNvSpPr>
          <p:nvPr/>
        </p:nvSpPr>
        <p:spPr bwMode="auto">
          <a:xfrm>
            <a:off x="1979613" y="3690938"/>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6264" name="Line 7"/>
          <p:cNvSpPr>
            <a:spLocks noChangeShapeType="1"/>
          </p:cNvSpPr>
          <p:nvPr/>
        </p:nvSpPr>
        <p:spPr bwMode="auto">
          <a:xfrm>
            <a:off x="1979613" y="3960813"/>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6265" name="Line 8"/>
          <p:cNvSpPr>
            <a:spLocks noChangeShapeType="1"/>
          </p:cNvSpPr>
          <p:nvPr/>
        </p:nvSpPr>
        <p:spPr bwMode="auto">
          <a:xfrm>
            <a:off x="1979613" y="4230688"/>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6266" name="Line 9"/>
          <p:cNvSpPr>
            <a:spLocks noChangeShapeType="1"/>
          </p:cNvSpPr>
          <p:nvPr/>
        </p:nvSpPr>
        <p:spPr bwMode="auto">
          <a:xfrm>
            <a:off x="1979613" y="4500563"/>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6267" name="Text Box 10"/>
          <p:cNvSpPr txBox="1">
            <a:spLocks noChangeArrowheads="1"/>
          </p:cNvSpPr>
          <p:nvPr/>
        </p:nvSpPr>
        <p:spPr bwMode="auto">
          <a:xfrm>
            <a:off x="3551238" y="2070100"/>
            <a:ext cx="1366837" cy="539750"/>
          </a:xfrm>
          <a:prstGeom prst="rect">
            <a:avLst/>
          </a:prstGeom>
          <a:noFill/>
          <a:ln w="9525">
            <a:noFill/>
            <a:miter lim="800000"/>
            <a:headEnd/>
            <a:tailEnd/>
          </a:ln>
        </p:spPr>
        <p:txBody>
          <a:bodyPr wrap="none" lIns="101250" tIns="52650" rIns="101250" bIns="52650" anchor="ctr">
            <a:spAutoFit/>
          </a:bodyPr>
          <a:lstStyle/>
          <a:p>
            <a:pPr defTabSz="1028700" eaLnBrk="0" hangingPunct="0">
              <a:spcBef>
                <a:spcPct val="50000"/>
              </a:spcBef>
            </a:pPr>
            <a:r>
              <a:rPr lang="es-ES_tradnl" sz="2700"/>
              <a:t>memoria</a:t>
            </a:r>
          </a:p>
        </p:txBody>
      </p:sp>
      <p:sp>
        <p:nvSpPr>
          <p:cNvPr id="96268" name="Text Box 11"/>
          <p:cNvSpPr txBox="1">
            <a:spLocks noChangeArrowheads="1"/>
          </p:cNvSpPr>
          <p:nvPr/>
        </p:nvSpPr>
        <p:spPr bwMode="auto">
          <a:xfrm>
            <a:off x="6197600" y="2251075"/>
            <a:ext cx="1331913" cy="539750"/>
          </a:xfrm>
          <a:prstGeom prst="rect">
            <a:avLst/>
          </a:prstGeom>
          <a:noFill/>
          <a:ln w="9525">
            <a:noFill/>
            <a:miter lim="800000"/>
            <a:headEnd/>
            <a:tailEnd/>
          </a:ln>
        </p:spPr>
        <p:txBody>
          <a:bodyPr wrap="none" lIns="101250" tIns="52650" rIns="101250" bIns="52650" anchor="ctr">
            <a:spAutoFit/>
          </a:bodyPr>
          <a:lstStyle/>
          <a:p>
            <a:pPr defTabSz="1028700" eaLnBrk="0" hangingPunct="0">
              <a:spcBef>
                <a:spcPct val="50000"/>
              </a:spcBef>
            </a:pPr>
            <a:r>
              <a:rPr lang="es-ES_tradnl" sz="2700"/>
              <a:t>registros</a:t>
            </a:r>
          </a:p>
        </p:txBody>
      </p:sp>
      <p:sp>
        <p:nvSpPr>
          <p:cNvPr id="96269" name="Rectangle 12"/>
          <p:cNvSpPr>
            <a:spLocks noChangeArrowheads="1"/>
          </p:cNvSpPr>
          <p:nvPr/>
        </p:nvSpPr>
        <p:spPr bwMode="auto">
          <a:xfrm>
            <a:off x="6188075" y="2879725"/>
            <a:ext cx="1320800" cy="1890713"/>
          </a:xfrm>
          <a:prstGeom prst="rect">
            <a:avLst/>
          </a:prstGeom>
          <a:noFill/>
          <a:ln w="9525">
            <a:solidFill>
              <a:schemeClr val="tx1"/>
            </a:solidFill>
            <a:miter lim="800000"/>
            <a:headEnd/>
            <a:tailEnd/>
          </a:ln>
        </p:spPr>
        <p:txBody>
          <a:bodyPr lIns="90000" tIns="46800" rIns="90000" bIns="46800" anchor="ctr">
            <a:spAutoFit/>
          </a:bodyPr>
          <a:lstStyle/>
          <a:p>
            <a:endParaRPr lang="es-ES"/>
          </a:p>
        </p:txBody>
      </p:sp>
      <p:sp>
        <p:nvSpPr>
          <p:cNvPr id="96270" name="Line 13"/>
          <p:cNvSpPr>
            <a:spLocks noChangeShapeType="1"/>
          </p:cNvSpPr>
          <p:nvPr/>
        </p:nvSpPr>
        <p:spPr bwMode="auto">
          <a:xfrm>
            <a:off x="6188075" y="3151188"/>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6271" name="Line 14"/>
          <p:cNvSpPr>
            <a:spLocks noChangeShapeType="1"/>
          </p:cNvSpPr>
          <p:nvPr/>
        </p:nvSpPr>
        <p:spPr bwMode="auto">
          <a:xfrm>
            <a:off x="6188075" y="3421063"/>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6272" name="Line 15"/>
          <p:cNvSpPr>
            <a:spLocks noChangeShapeType="1"/>
          </p:cNvSpPr>
          <p:nvPr/>
        </p:nvSpPr>
        <p:spPr bwMode="auto">
          <a:xfrm>
            <a:off x="6188075" y="3690938"/>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6273" name="Line 16"/>
          <p:cNvSpPr>
            <a:spLocks noChangeShapeType="1"/>
          </p:cNvSpPr>
          <p:nvPr/>
        </p:nvSpPr>
        <p:spPr bwMode="auto">
          <a:xfrm>
            <a:off x="6188075" y="3960813"/>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6274" name="Line 17"/>
          <p:cNvSpPr>
            <a:spLocks noChangeShapeType="1"/>
          </p:cNvSpPr>
          <p:nvPr/>
        </p:nvSpPr>
        <p:spPr bwMode="auto">
          <a:xfrm>
            <a:off x="6188075" y="4230688"/>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6275" name="Line 18"/>
          <p:cNvSpPr>
            <a:spLocks noChangeShapeType="1"/>
          </p:cNvSpPr>
          <p:nvPr/>
        </p:nvSpPr>
        <p:spPr bwMode="auto">
          <a:xfrm>
            <a:off x="6188075" y="4500563"/>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6276" name="Text Box 19"/>
          <p:cNvSpPr txBox="1">
            <a:spLocks noChangeArrowheads="1"/>
          </p:cNvSpPr>
          <p:nvPr/>
        </p:nvSpPr>
        <p:spPr bwMode="auto">
          <a:xfrm>
            <a:off x="1984375" y="2251075"/>
            <a:ext cx="1365250" cy="539750"/>
          </a:xfrm>
          <a:prstGeom prst="rect">
            <a:avLst/>
          </a:prstGeom>
          <a:noFill/>
          <a:ln w="9525">
            <a:noFill/>
            <a:miter lim="800000"/>
            <a:headEnd/>
            <a:tailEnd/>
          </a:ln>
        </p:spPr>
        <p:txBody>
          <a:bodyPr wrap="none" lIns="101250" tIns="52650" rIns="101250" bIns="52650" anchor="ctr">
            <a:spAutoFit/>
          </a:bodyPr>
          <a:lstStyle/>
          <a:p>
            <a:pPr defTabSz="1028700" eaLnBrk="0" hangingPunct="0">
              <a:spcBef>
                <a:spcPct val="50000"/>
              </a:spcBef>
            </a:pPr>
            <a:r>
              <a:rPr lang="es-ES_tradnl" sz="2700"/>
              <a:t>memoria</a:t>
            </a:r>
          </a:p>
        </p:txBody>
      </p:sp>
      <p:sp>
        <p:nvSpPr>
          <p:cNvPr id="96277" name="Line 20"/>
          <p:cNvSpPr>
            <a:spLocks noChangeShapeType="1"/>
          </p:cNvSpPr>
          <p:nvPr/>
        </p:nvSpPr>
        <p:spPr bwMode="auto">
          <a:xfrm>
            <a:off x="1979613" y="4770438"/>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6278" name="Line 21"/>
          <p:cNvSpPr>
            <a:spLocks noChangeShapeType="1"/>
          </p:cNvSpPr>
          <p:nvPr/>
        </p:nvSpPr>
        <p:spPr bwMode="auto">
          <a:xfrm>
            <a:off x="1979613" y="5040313"/>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6279" name="Line 22"/>
          <p:cNvSpPr>
            <a:spLocks noChangeShapeType="1"/>
          </p:cNvSpPr>
          <p:nvPr/>
        </p:nvSpPr>
        <p:spPr bwMode="auto">
          <a:xfrm>
            <a:off x="1979613" y="5310188"/>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6280" name="Line 23"/>
          <p:cNvSpPr>
            <a:spLocks noChangeShapeType="1"/>
          </p:cNvSpPr>
          <p:nvPr/>
        </p:nvSpPr>
        <p:spPr bwMode="auto">
          <a:xfrm>
            <a:off x="1979613" y="5580063"/>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6281" name="Line 24"/>
          <p:cNvSpPr>
            <a:spLocks noChangeShapeType="1"/>
          </p:cNvSpPr>
          <p:nvPr/>
        </p:nvSpPr>
        <p:spPr bwMode="auto">
          <a:xfrm>
            <a:off x="1979613" y="5851525"/>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6282" name="Line 25"/>
          <p:cNvSpPr>
            <a:spLocks noChangeShapeType="1"/>
          </p:cNvSpPr>
          <p:nvPr/>
        </p:nvSpPr>
        <p:spPr bwMode="auto">
          <a:xfrm>
            <a:off x="1979613" y="6121400"/>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6283" name="Line 26"/>
          <p:cNvSpPr>
            <a:spLocks noChangeShapeType="1"/>
          </p:cNvSpPr>
          <p:nvPr/>
        </p:nvSpPr>
        <p:spPr bwMode="auto">
          <a:xfrm>
            <a:off x="1979613" y="2879725"/>
            <a:ext cx="0" cy="351155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6284" name="Line 27"/>
          <p:cNvSpPr>
            <a:spLocks noChangeShapeType="1"/>
          </p:cNvSpPr>
          <p:nvPr/>
        </p:nvSpPr>
        <p:spPr bwMode="auto">
          <a:xfrm>
            <a:off x="3300413" y="2879725"/>
            <a:ext cx="0" cy="351155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6285" name="Freeform 28"/>
          <p:cNvSpPr>
            <a:spLocks/>
          </p:cNvSpPr>
          <p:nvPr/>
        </p:nvSpPr>
        <p:spPr bwMode="auto">
          <a:xfrm>
            <a:off x="2805113" y="3314700"/>
            <a:ext cx="1403350" cy="1006475"/>
          </a:xfrm>
          <a:custGeom>
            <a:avLst/>
            <a:gdLst>
              <a:gd name="T0" fmla="*/ 0 w 816"/>
              <a:gd name="T1" fmla="*/ 1889909918 h 536"/>
              <a:gd name="T2" fmla="*/ 1277719266 w 816"/>
              <a:gd name="T3" fmla="*/ 197453088 h 536"/>
              <a:gd name="T4" fmla="*/ 2147483647 w 816"/>
              <a:gd name="T5" fmla="*/ 705189627 h 536"/>
              <a:gd name="T6" fmla="*/ 0 60000 65536"/>
              <a:gd name="T7" fmla="*/ 0 60000 65536"/>
              <a:gd name="T8" fmla="*/ 0 60000 65536"/>
              <a:gd name="T9" fmla="*/ 0 w 816"/>
              <a:gd name="T10" fmla="*/ 0 h 536"/>
              <a:gd name="T11" fmla="*/ 816 w 816"/>
              <a:gd name="T12" fmla="*/ 536 h 536"/>
            </a:gdLst>
            <a:ahLst/>
            <a:cxnLst>
              <a:cxn ang="T6">
                <a:pos x="T0" y="T1"/>
              </a:cxn>
              <a:cxn ang="T7">
                <a:pos x="T2" y="T3"/>
              </a:cxn>
              <a:cxn ang="T8">
                <a:pos x="T4" y="T5"/>
              </a:cxn>
            </a:cxnLst>
            <a:rect l="T9" t="T10" r="T11" b="T12"/>
            <a:pathLst>
              <a:path w="816" h="536">
                <a:moveTo>
                  <a:pt x="0" y="536"/>
                </a:moveTo>
                <a:cubicBezTo>
                  <a:pt x="148" y="324"/>
                  <a:pt x="296" y="112"/>
                  <a:pt x="432" y="56"/>
                </a:cubicBezTo>
                <a:cubicBezTo>
                  <a:pt x="568" y="0"/>
                  <a:pt x="744" y="152"/>
                  <a:pt x="816" y="200"/>
                </a:cubicBezTo>
              </a:path>
            </a:pathLst>
          </a:custGeom>
          <a:noFill/>
          <a:ln w="50800" cap="flat" cmpd="sng">
            <a:solidFill>
              <a:schemeClr val="tx1"/>
            </a:solidFill>
            <a:prstDash val="solid"/>
            <a:round/>
            <a:headEnd/>
            <a:tailEnd type="triangle" w="med" len="med"/>
          </a:ln>
        </p:spPr>
        <p:txBody>
          <a:bodyPr wrap="none" lIns="90000" tIns="46800" rIns="90000" bIns="46800" anchor="ctr">
            <a:spAutoFit/>
          </a:bodyPr>
          <a:lstStyle/>
          <a:p>
            <a:endParaRPr lang="es-ES"/>
          </a:p>
        </p:txBody>
      </p:sp>
      <p:sp>
        <p:nvSpPr>
          <p:cNvPr id="96286" name="Text Box 29"/>
          <p:cNvSpPr txBox="1">
            <a:spLocks noChangeArrowheads="1"/>
          </p:cNvSpPr>
          <p:nvPr/>
        </p:nvSpPr>
        <p:spPr bwMode="auto">
          <a:xfrm>
            <a:off x="1316038" y="4140200"/>
            <a:ext cx="636587" cy="398463"/>
          </a:xfrm>
          <a:prstGeom prst="rect">
            <a:avLst/>
          </a:prstGeom>
          <a:noFill/>
          <a:ln w="9525">
            <a:noFill/>
            <a:miter lim="800000"/>
            <a:headEnd/>
            <a:tailEnd/>
          </a:ln>
        </p:spPr>
        <p:txBody>
          <a:bodyPr wrap="none" lIns="101250" tIns="52650" rIns="101250" bIns="52650" anchor="ctr">
            <a:spAutoFit/>
          </a:bodyPr>
          <a:lstStyle/>
          <a:p>
            <a:pPr defTabSz="1028700" eaLnBrk="0" hangingPunct="0">
              <a:spcBef>
                <a:spcPct val="50000"/>
              </a:spcBef>
            </a:pPr>
            <a:r>
              <a:rPr lang="es-ES_tradnl" sz="1800"/>
              <a:t>1021</a:t>
            </a:r>
          </a:p>
        </p:txBody>
      </p:sp>
      <p:sp>
        <p:nvSpPr>
          <p:cNvPr id="96287" name="Text Box 30"/>
          <p:cNvSpPr txBox="1">
            <a:spLocks noChangeArrowheads="1"/>
          </p:cNvSpPr>
          <p:nvPr/>
        </p:nvSpPr>
        <p:spPr bwMode="auto">
          <a:xfrm>
            <a:off x="1316038" y="4410075"/>
            <a:ext cx="636587" cy="398463"/>
          </a:xfrm>
          <a:prstGeom prst="rect">
            <a:avLst/>
          </a:prstGeom>
          <a:noFill/>
          <a:ln w="9525">
            <a:noFill/>
            <a:miter lim="800000"/>
            <a:headEnd/>
            <a:tailEnd/>
          </a:ln>
        </p:spPr>
        <p:txBody>
          <a:bodyPr wrap="none" lIns="101250" tIns="52650" rIns="101250" bIns="52650" anchor="ctr">
            <a:spAutoFit/>
          </a:bodyPr>
          <a:lstStyle/>
          <a:p>
            <a:pPr defTabSz="1028700" eaLnBrk="0" hangingPunct="0">
              <a:spcBef>
                <a:spcPct val="50000"/>
              </a:spcBef>
            </a:pPr>
            <a:r>
              <a:rPr lang="es-ES_tradnl" sz="1800"/>
              <a:t>1022</a:t>
            </a:r>
          </a:p>
        </p:txBody>
      </p:sp>
      <p:sp>
        <p:nvSpPr>
          <p:cNvPr id="96288" name="Text Box 31"/>
          <p:cNvSpPr txBox="1">
            <a:spLocks noChangeArrowheads="1"/>
          </p:cNvSpPr>
          <p:nvPr/>
        </p:nvSpPr>
        <p:spPr bwMode="auto">
          <a:xfrm>
            <a:off x="7661275" y="3060700"/>
            <a:ext cx="490538" cy="396875"/>
          </a:xfrm>
          <a:prstGeom prst="rect">
            <a:avLst/>
          </a:prstGeom>
          <a:noFill/>
          <a:ln w="9525">
            <a:noFill/>
            <a:miter lim="800000"/>
            <a:headEnd/>
            <a:tailEnd/>
          </a:ln>
        </p:spPr>
        <p:txBody>
          <a:bodyPr wrap="none" lIns="101250" tIns="52650" rIns="101250" bIns="52650" anchor="ctr">
            <a:spAutoFit/>
          </a:bodyPr>
          <a:lstStyle/>
          <a:p>
            <a:pPr defTabSz="1028700" eaLnBrk="0" hangingPunct="0">
              <a:spcBef>
                <a:spcPct val="50000"/>
              </a:spcBef>
            </a:pPr>
            <a:r>
              <a:rPr lang="es-ES_tradnl" sz="1800"/>
              <a:t>rg1</a:t>
            </a:r>
          </a:p>
        </p:txBody>
      </p:sp>
      <p:sp>
        <p:nvSpPr>
          <p:cNvPr id="96289" name="Text Box 32"/>
          <p:cNvSpPr txBox="1">
            <a:spLocks noChangeArrowheads="1"/>
          </p:cNvSpPr>
          <p:nvPr/>
        </p:nvSpPr>
        <p:spPr bwMode="auto">
          <a:xfrm>
            <a:off x="7661275" y="3330575"/>
            <a:ext cx="490538" cy="396875"/>
          </a:xfrm>
          <a:prstGeom prst="rect">
            <a:avLst/>
          </a:prstGeom>
          <a:noFill/>
          <a:ln w="9525">
            <a:noFill/>
            <a:miter lim="800000"/>
            <a:headEnd/>
            <a:tailEnd/>
          </a:ln>
        </p:spPr>
        <p:txBody>
          <a:bodyPr wrap="none" lIns="101250" tIns="52650" rIns="101250" bIns="52650" anchor="ctr">
            <a:spAutoFit/>
          </a:bodyPr>
          <a:lstStyle/>
          <a:p>
            <a:pPr defTabSz="1028700" eaLnBrk="0" hangingPunct="0">
              <a:spcBef>
                <a:spcPct val="50000"/>
              </a:spcBef>
            </a:pPr>
            <a:r>
              <a:rPr lang="es-ES_tradnl" sz="1800"/>
              <a:t>rg2</a:t>
            </a:r>
          </a:p>
        </p:txBody>
      </p:sp>
      <p:sp>
        <p:nvSpPr>
          <p:cNvPr id="96290" name="Text Box 33"/>
          <p:cNvSpPr txBox="1">
            <a:spLocks noChangeArrowheads="1"/>
          </p:cNvSpPr>
          <p:nvPr/>
        </p:nvSpPr>
        <p:spPr bwMode="auto">
          <a:xfrm>
            <a:off x="7661275" y="2790825"/>
            <a:ext cx="490538" cy="396875"/>
          </a:xfrm>
          <a:prstGeom prst="rect">
            <a:avLst/>
          </a:prstGeom>
          <a:noFill/>
          <a:ln w="9525">
            <a:noFill/>
            <a:miter lim="800000"/>
            <a:headEnd/>
            <a:tailEnd/>
          </a:ln>
        </p:spPr>
        <p:txBody>
          <a:bodyPr wrap="none" lIns="101250" tIns="52650" rIns="101250" bIns="52650" anchor="ctr">
            <a:spAutoFit/>
          </a:bodyPr>
          <a:lstStyle/>
          <a:p>
            <a:pPr defTabSz="1028700" eaLnBrk="0" hangingPunct="0">
              <a:spcBef>
                <a:spcPct val="50000"/>
              </a:spcBef>
            </a:pPr>
            <a:r>
              <a:rPr lang="es-ES_tradnl" sz="1800"/>
              <a:t>rg0</a:t>
            </a:r>
          </a:p>
        </p:txBody>
      </p:sp>
      <p:sp>
        <p:nvSpPr>
          <p:cNvPr id="96291" name="Text Box 34"/>
          <p:cNvSpPr txBox="1">
            <a:spLocks noChangeArrowheads="1"/>
          </p:cNvSpPr>
          <p:nvPr/>
        </p:nvSpPr>
        <p:spPr bwMode="auto">
          <a:xfrm>
            <a:off x="1316038" y="3870325"/>
            <a:ext cx="636587" cy="398463"/>
          </a:xfrm>
          <a:prstGeom prst="rect">
            <a:avLst/>
          </a:prstGeom>
          <a:noFill/>
          <a:ln w="9525">
            <a:noFill/>
            <a:miter lim="800000"/>
            <a:headEnd/>
            <a:tailEnd/>
          </a:ln>
        </p:spPr>
        <p:txBody>
          <a:bodyPr wrap="none" lIns="101250" tIns="52650" rIns="101250" bIns="52650" anchor="ctr">
            <a:spAutoFit/>
          </a:bodyPr>
          <a:lstStyle/>
          <a:p>
            <a:pPr defTabSz="1028700" eaLnBrk="0" hangingPunct="0">
              <a:spcBef>
                <a:spcPct val="50000"/>
              </a:spcBef>
            </a:pPr>
            <a:r>
              <a:rPr lang="es-ES_tradnl" sz="1800"/>
              <a:t>1020</a:t>
            </a:r>
          </a:p>
        </p:txBody>
      </p:sp>
      <p:sp>
        <p:nvSpPr>
          <p:cNvPr id="96292" name="Freeform 35"/>
          <p:cNvSpPr>
            <a:spLocks/>
          </p:cNvSpPr>
          <p:nvPr/>
        </p:nvSpPr>
        <p:spPr bwMode="auto">
          <a:xfrm>
            <a:off x="5197475" y="3240088"/>
            <a:ext cx="1485900" cy="374650"/>
          </a:xfrm>
          <a:custGeom>
            <a:avLst/>
            <a:gdLst>
              <a:gd name="T0" fmla="*/ 2147483647 w 864"/>
              <a:gd name="T1" fmla="*/ 533378037 h 200"/>
              <a:gd name="T2" fmla="*/ 851812787 w 864"/>
              <a:gd name="T3" fmla="*/ 28072523 h 200"/>
              <a:gd name="T4" fmla="*/ 0 w 864"/>
              <a:gd name="T5" fmla="*/ 701813132 h 200"/>
              <a:gd name="T6" fmla="*/ 0 60000 65536"/>
              <a:gd name="T7" fmla="*/ 0 60000 65536"/>
              <a:gd name="T8" fmla="*/ 0 60000 65536"/>
              <a:gd name="T9" fmla="*/ 0 w 864"/>
              <a:gd name="T10" fmla="*/ 0 h 200"/>
              <a:gd name="T11" fmla="*/ 864 w 864"/>
              <a:gd name="T12" fmla="*/ 200 h 200"/>
            </a:gdLst>
            <a:ahLst/>
            <a:cxnLst>
              <a:cxn ang="T6">
                <a:pos x="T0" y="T1"/>
              </a:cxn>
              <a:cxn ang="T7">
                <a:pos x="T2" y="T3"/>
              </a:cxn>
              <a:cxn ang="T8">
                <a:pos x="T4" y="T5"/>
              </a:cxn>
            </a:cxnLst>
            <a:rect l="T9" t="T10" r="T11" b="T12"/>
            <a:pathLst>
              <a:path w="864" h="200">
                <a:moveTo>
                  <a:pt x="864" y="152"/>
                </a:moveTo>
                <a:cubicBezTo>
                  <a:pt x="648" y="76"/>
                  <a:pt x="432" y="0"/>
                  <a:pt x="288" y="8"/>
                </a:cubicBezTo>
                <a:cubicBezTo>
                  <a:pt x="144" y="16"/>
                  <a:pt x="56" y="152"/>
                  <a:pt x="0" y="200"/>
                </a:cubicBezTo>
              </a:path>
            </a:pathLst>
          </a:custGeom>
          <a:noFill/>
          <a:ln w="50800" cap="flat" cmpd="sng">
            <a:solidFill>
              <a:schemeClr val="tx1"/>
            </a:solidFill>
            <a:prstDash val="solid"/>
            <a:round/>
            <a:headEnd type="none" w="med" len="med"/>
            <a:tailEnd type="triangle" w="med" len="med"/>
          </a:ln>
        </p:spPr>
        <p:txBody>
          <a:bodyPr wrap="none" lIns="90000" tIns="46800" rIns="90000" bIns="46800" anchor="ctr">
            <a:spAutoFit/>
          </a:bodyPr>
          <a:lstStyle/>
          <a:p>
            <a:endParaRPr lang="es-ES"/>
          </a:p>
        </p:txBody>
      </p:sp>
      <p:sp>
        <p:nvSpPr>
          <p:cNvPr id="96293" name="Text Box 36"/>
          <p:cNvSpPr txBox="1">
            <a:spLocks noChangeArrowheads="1"/>
          </p:cNvSpPr>
          <p:nvPr/>
        </p:nvSpPr>
        <p:spPr bwMode="auto">
          <a:xfrm>
            <a:off x="4125913" y="3600450"/>
            <a:ext cx="1401762" cy="396875"/>
          </a:xfrm>
          <a:prstGeom prst="rect">
            <a:avLst/>
          </a:prstGeom>
          <a:noFill/>
          <a:ln w="9525">
            <a:noFill/>
            <a:miter lim="800000"/>
            <a:headEnd/>
            <a:tailEnd/>
          </a:ln>
        </p:spPr>
        <p:txBody>
          <a:bodyPr lIns="101250" tIns="52650" rIns="101250" bIns="52650" anchor="ctr">
            <a:spAutoFit/>
          </a:bodyPr>
          <a:lstStyle/>
          <a:p>
            <a:pPr defTabSz="1028700" eaLnBrk="0" hangingPunct="0">
              <a:spcBef>
                <a:spcPct val="50000"/>
              </a:spcBef>
            </a:pPr>
            <a:r>
              <a:rPr lang="es-ES_tradnl" sz="1800"/>
              <a:t>1.5 + 3.3</a:t>
            </a:r>
          </a:p>
        </p:txBody>
      </p:sp>
      <p:sp>
        <p:nvSpPr>
          <p:cNvPr id="96294" name="Text Box 37"/>
          <p:cNvSpPr txBox="1">
            <a:spLocks noChangeArrowheads="1"/>
          </p:cNvSpPr>
          <p:nvPr/>
        </p:nvSpPr>
        <p:spPr bwMode="auto">
          <a:xfrm>
            <a:off x="2319338" y="4189413"/>
            <a:ext cx="469900" cy="396875"/>
          </a:xfrm>
          <a:prstGeom prst="rect">
            <a:avLst/>
          </a:prstGeom>
          <a:noFill/>
          <a:ln w="9525">
            <a:noFill/>
            <a:miter lim="800000"/>
            <a:headEnd/>
            <a:tailEnd/>
          </a:ln>
        </p:spPr>
        <p:txBody>
          <a:bodyPr wrap="none" lIns="101250" tIns="52650" rIns="101250" bIns="52650" anchor="ctr">
            <a:spAutoFit/>
          </a:bodyPr>
          <a:lstStyle/>
          <a:p>
            <a:pPr defTabSz="1028700" eaLnBrk="0" hangingPunct="0">
              <a:spcBef>
                <a:spcPct val="50000"/>
              </a:spcBef>
            </a:pPr>
            <a:r>
              <a:rPr lang="es-ES_tradnl" sz="1800"/>
              <a:t>1.5</a:t>
            </a:r>
          </a:p>
        </p:txBody>
      </p:sp>
      <p:sp>
        <p:nvSpPr>
          <p:cNvPr id="96295" name="Text Box 38"/>
          <p:cNvSpPr txBox="1">
            <a:spLocks noChangeArrowheads="1"/>
          </p:cNvSpPr>
          <p:nvPr/>
        </p:nvSpPr>
        <p:spPr bwMode="auto">
          <a:xfrm>
            <a:off x="6616700" y="3376613"/>
            <a:ext cx="577850" cy="398462"/>
          </a:xfrm>
          <a:prstGeom prst="rect">
            <a:avLst/>
          </a:prstGeom>
          <a:noFill/>
          <a:ln w="9525">
            <a:noFill/>
            <a:miter lim="800000"/>
            <a:headEnd/>
            <a:tailEnd/>
          </a:ln>
        </p:spPr>
        <p:txBody>
          <a:bodyPr lIns="101250" tIns="52650" rIns="101250" bIns="52650" anchor="ctr">
            <a:spAutoFit/>
          </a:bodyPr>
          <a:lstStyle/>
          <a:p>
            <a:pPr defTabSz="1028700" eaLnBrk="0" hangingPunct="0">
              <a:spcBef>
                <a:spcPct val="50000"/>
              </a:spcBef>
            </a:pPr>
            <a:r>
              <a:rPr lang="es-ES_tradnl" sz="1800"/>
              <a:t>3.3</a:t>
            </a:r>
          </a:p>
        </p:txBody>
      </p:sp>
      <p:sp>
        <p:nvSpPr>
          <p:cNvPr id="96296" name="Text Box 39"/>
          <p:cNvSpPr txBox="1">
            <a:spLocks noChangeArrowheads="1"/>
          </p:cNvSpPr>
          <p:nvPr/>
        </p:nvSpPr>
        <p:spPr bwMode="auto">
          <a:xfrm>
            <a:off x="7650163" y="3600450"/>
            <a:ext cx="544512" cy="396875"/>
          </a:xfrm>
          <a:prstGeom prst="rect">
            <a:avLst/>
          </a:prstGeom>
          <a:noFill/>
          <a:ln w="9525">
            <a:noFill/>
            <a:miter lim="800000"/>
            <a:headEnd/>
            <a:tailEnd/>
          </a:ln>
        </p:spPr>
        <p:txBody>
          <a:bodyPr wrap="none" lIns="101250" tIns="52650" rIns="101250" bIns="52650" anchor="ctr">
            <a:spAutoFit/>
          </a:bodyPr>
          <a:lstStyle/>
          <a:p>
            <a:pPr defTabSz="1028700" eaLnBrk="0" hangingPunct="0">
              <a:spcBef>
                <a:spcPct val="50000"/>
              </a:spcBef>
            </a:pPr>
            <a:r>
              <a:rPr lang="es-ES_tradnl" sz="1800"/>
              <a:t>rg3 </a:t>
            </a:r>
          </a:p>
        </p:txBody>
      </p:sp>
      <p:grpSp>
        <p:nvGrpSpPr>
          <p:cNvPr id="2" name="Group 40"/>
          <p:cNvGrpSpPr>
            <a:grpSpLocks/>
          </p:cNvGrpSpPr>
          <p:nvPr/>
        </p:nvGrpSpPr>
        <p:grpSpPr bwMode="auto">
          <a:xfrm>
            <a:off x="4703763" y="3092450"/>
            <a:ext cx="2557462" cy="2352675"/>
            <a:chOff x="2736" y="1649"/>
            <a:chExt cx="1488" cy="1255"/>
          </a:xfrm>
        </p:grpSpPr>
        <p:sp>
          <p:nvSpPr>
            <p:cNvPr id="96299" name="Freeform 41"/>
            <p:cNvSpPr>
              <a:spLocks/>
            </p:cNvSpPr>
            <p:nvPr/>
          </p:nvSpPr>
          <p:spPr bwMode="auto">
            <a:xfrm>
              <a:off x="2736" y="1776"/>
              <a:ext cx="1488" cy="1128"/>
            </a:xfrm>
            <a:custGeom>
              <a:avLst/>
              <a:gdLst>
                <a:gd name="T0" fmla="*/ 0 w 1488"/>
                <a:gd name="T1" fmla="*/ 432 h 1128"/>
                <a:gd name="T2" fmla="*/ 1248 w 1488"/>
                <a:gd name="T3" fmla="*/ 1056 h 1128"/>
                <a:gd name="T4" fmla="*/ 1440 w 1488"/>
                <a:gd name="T5" fmla="*/ 0 h 1128"/>
                <a:gd name="T6" fmla="*/ 0 60000 65536"/>
                <a:gd name="T7" fmla="*/ 0 60000 65536"/>
                <a:gd name="T8" fmla="*/ 0 60000 65536"/>
                <a:gd name="T9" fmla="*/ 0 w 1488"/>
                <a:gd name="T10" fmla="*/ 0 h 1128"/>
                <a:gd name="T11" fmla="*/ 1488 w 1488"/>
                <a:gd name="T12" fmla="*/ 1128 h 1128"/>
              </a:gdLst>
              <a:ahLst/>
              <a:cxnLst>
                <a:cxn ang="T6">
                  <a:pos x="T0" y="T1"/>
                </a:cxn>
                <a:cxn ang="T7">
                  <a:pos x="T2" y="T3"/>
                </a:cxn>
                <a:cxn ang="T8">
                  <a:pos x="T4" y="T5"/>
                </a:cxn>
              </a:cxnLst>
              <a:rect l="T9" t="T10" r="T11" b="T12"/>
              <a:pathLst>
                <a:path w="1488" h="1128">
                  <a:moveTo>
                    <a:pt x="0" y="432"/>
                  </a:moveTo>
                  <a:cubicBezTo>
                    <a:pt x="504" y="780"/>
                    <a:pt x="1008" y="1128"/>
                    <a:pt x="1248" y="1056"/>
                  </a:cubicBezTo>
                  <a:cubicBezTo>
                    <a:pt x="1488" y="984"/>
                    <a:pt x="1464" y="492"/>
                    <a:pt x="1440" y="0"/>
                  </a:cubicBezTo>
                </a:path>
              </a:pathLst>
            </a:custGeom>
            <a:noFill/>
            <a:ln w="50800" cap="flat" cmpd="sng">
              <a:solidFill>
                <a:schemeClr val="tx1"/>
              </a:solidFill>
              <a:prstDash val="solid"/>
              <a:round/>
              <a:headEnd type="none" w="med" len="med"/>
              <a:tailEnd type="triangle" w="med" len="med"/>
            </a:ln>
          </p:spPr>
          <p:txBody>
            <a:bodyPr wrap="none" lIns="90000" tIns="46800" rIns="90000" bIns="46800" anchor="ctr">
              <a:spAutoFit/>
            </a:bodyPr>
            <a:lstStyle/>
            <a:p>
              <a:endParaRPr lang="es-ES"/>
            </a:p>
          </p:txBody>
        </p:sp>
        <p:sp>
          <p:nvSpPr>
            <p:cNvPr id="96300" name="Text Box 42"/>
            <p:cNvSpPr txBox="1">
              <a:spLocks noChangeArrowheads="1"/>
            </p:cNvSpPr>
            <p:nvPr/>
          </p:nvSpPr>
          <p:spPr bwMode="auto">
            <a:xfrm>
              <a:off x="3856" y="1649"/>
              <a:ext cx="336" cy="212"/>
            </a:xfrm>
            <a:prstGeom prst="rect">
              <a:avLst/>
            </a:prstGeom>
            <a:noFill/>
            <a:ln w="9525">
              <a:noFill/>
              <a:miter lim="800000"/>
              <a:headEnd/>
              <a:tailEnd/>
            </a:ln>
          </p:spPr>
          <p:txBody>
            <a:bodyPr lIns="101250" tIns="52650" rIns="101250" bIns="52650" anchor="ctr">
              <a:spAutoFit/>
            </a:bodyPr>
            <a:lstStyle/>
            <a:p>
              <a:pPr defTabSz="1028700" eaLnBrk="0" hangingPunct="0">
                <a:spcBef>
                  <a:spcPct val="50000"/>
                </a:spcBef>
              </a:pPr>
              <a:r>
                <a:rPr lang="es-ES_tradnl" sz="1800"/>
                <a:t>4.8</a:t>
              </a:r>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2"/>
          <p:cNvSpPr>
            <a:spLocks noGrp="1" noChangeArrowheads="1"/>
          </p:cNvSpPr>
          <p:nvPr>
            <p:ph type="title"/>
          </p:nvPr>
        </p:nvSpPr>
        <p:spPr>
          <a:xfrm>
            <a:off x="825500" y="269875"/>
            <a:ext cx="8415338" cy="1081088"/>
          </a:xfrm>
        </p:spPr>
        <p:txBody>
          <a:bodyPr/>
          <a:lstStyle/>
          <a:p>
            <a:pPr eaLnBrk="1" hangingPunct="1"/>
            <a:r>
              <a:rPr lang="es-ES_tradnl" sz="2800" dirty="0"/>
              <a:t>MD indirectos</a:t>
            </a:r>
            <a:endParaRPr lang="es-ES_tradnl" sz="5400" dirty="0"/>
          </a:p>
        </p:txBody>
      </p:sp>
      <p:sp>
        <p:nvSpPr>
          <p:cNvPr id="97284" name="Rectangle 3"/>
          <p:cNvSpPr>
            <a:spLocks noGrp="1" noChangeArrowheads="1"/>
          </p:cNvSpPr>
          <p:nvPr>
            <p:ph sz="quarter" idx="1"/>
          </p:nvPr>
        </p:nvSpPr>
        <p:spPr>
          <a:xfrm>
            <a:off x="742950" y="1709738"/>
            <a:ext cx="8415338" cy="4860925"/>
          </a:xfrm>
        </p:spPr>
        <p:txBody>
          <a:bodyPr>
            <a:normAutofit lnSpcReduction="10000"/>
          </a:bodyPr>
          <a:lstStyle/>
          <a:p>
            <a:pPr eaLnBrk="1" hangingPunct="1"/>
            <a:r>
              <a:rPr lang="es-ES_tradnl" sz="2800" dirty="0"/>
              <a:t>La instrucción indica el lugar donde se encuentra la dirección del dato (</a:t>
            </a:r>
            <a:r>
              <a:rPr lang="es-ES_tradnl" sz="2800" b="1" dirty="0"/>
              <a:t>“</a:t>
            </a:r>
            <a:r>
              <a:rPr lang="es-ES_tradnl" sz="2800" b="1" dirty="0">
                <a:solidFill>
                  <a:srgbClr val="FF0000"/>
                </a:solidFill>
              </a:rPr>
              <a:t>indirecciones</a:t>
            </a:r>
            <a:r>
              <a:rPr lang="es-ES_tradnl" sz="2800" b="1" dirty="0"/>
              <a:t>” o punteros</a:t>
            </a:r>
            <a:r>
              <a:rPr lang="es-ES_tradnl" sz="2800" dirty="0"/>
              <a:t>)</a:t>
            </a:r>
          </a:p>
          <a:p>
            <a:pPr eaLnBrk="1" hangingPunct="1"/>
            <a:endParaRPr lang="es-ES_tradnl" sz="2800" dirty="0"/>
          </a:p>
          <a:p>
            <a:pPr lvl="2" eaLnBrk="1" hangingPunct="1">
              <a:buFont typeface="Wingdings" pitchFamily="2" charset="2"/>
              <a:buChar char="ü"/>
            </a:pPr>
            <a:r>
              <a:rPr lang="es-ES_tradnl" sz="1800" dirty="0"/>
              <a:t>un registro que guarda la dirección en memoria de un dato (</a:t>
            </a:r>
            <a:r>
              <a:rPr lang="es-ES_tradnl" sz="1800" b="1" dirty="0"/>
              <a:t>MD indirecto por registro, indirecto</a:t>
            </a:r>
            <a:r>
              <a:rPr lang="es-ES_tradnl" sz="1800" dirty="0"/>
              <a:t>)</a:t>
            </a:r>
          </a:p>
          <a:p>
            <a:pPr lvl="2" eaLnBrk="1" hangingPunct="1">
              <a:buFont typeface="Wingdings" pitchFamily="2" charset="2"/>
              <a:buChar char="ü"/>
            </a:pPr>
            <a:r>
              <a:rPr lang="es-ES_tradnl" sz="1800" dirty="0"/>
              <a:t>una posición de memoria que guarda la dirección en memoria de un dato (</a:t>
            </a:r>
            <a:r>
              <a:rPr lang="es-ES_tradnl" sz="1800" b="1" dirty="0"/>
              <a:t>MD indirecto por memoria</a:t>
            </a:r>
            <a:r>
              <a:rPr lang="es-ES_tradnl" sz="1800" dirty="0"/>
              <a:t>)</a:t>
            </a:r>
          </a:p>
          <a:p>
            <a:pPr lvl="2" eaLnBrk="1" hangingPunct="1">
              <a:buFont typeface="Wingdings" pitchFamily="2" charset="2"/>
              <a:buChar char="ü"/>
            </a:pPr>
            <a:endParaRPr lang="es-ES_tradnl" sz="1800" dirty="0"/>
          </a:p>
          <a:p>
            <a:pPr eaLnBrk="1" hangingPunct="1"/>
            <a:r>
              <a:rPr lang="es-ES_tradnl" sz="2800" dirty="0"/>
              <a:t>En los MD indirectos, el dato casi siempre se encuentra en la memoria.</a:t>
            </a:r>
          </a:p>
          <a:p>
            <a:pPr eaLnBrk="1" hangingPunct="1"/>
            <a:endParaRPr lang="es-ES_tradnl" sz="2800" dirty="0"/>
          </a:p>
          <a:p>
            <a:pPr eaLnBrk="1" hangingPunct="1"/>
            <a:r>
              <a:rPr lang="es-ES_tradnl" sz="2800" dirty="0"/>
              <a:t>Puede haber varios grados de indirección</a:t>
            </a:r>
          </a:p>
          <a:p>
            <a:pPr eaLnBrk="1" hangingPunct="1"/>
            <a:endParaRPr lang="es-ES_tradnl" sz="28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Rectangle 2"/>
          <p:cNvSpPr>
            <a:spLocks noGrp="1" noChangeArrowheads="1"/>
          </p:cNvSpPr>
          <p:nvPr>
            <p:ph type="title"/>
          </p:nvPr>
        </p:nvSpPr>
        <p:spPr>
          <a:xfrm>
            <a:off x="742950" y="0"/>
            <a:ext cx="8415338" cy="1350963"/>
          </a:xfrm>
        </p:spPr>
        <p:txBody>
          <a:bodyPr/>
          <a:lstStyle/>
          <a:p>
            <a:pPr eaLnBrk="1" hangingPunct="1"/>
            <a:r>
              <a:rPr lang="es-ES_tradnl" sz="2000"/>
              <a:t>Modos indirectos, ejemplo</a:t>
            </a:r>
            <a:endParaRPr lang="es-ES_tradnl"/>
          </a:p>
        </p:txBody>
      </p:sp>
      <p:sp>
        <p:nvSpPr>
          <p:cNvPr id="99332" name="Text Box 3"/>
          <p:cNvSpPr txBox="1">
            <a:spLocks noChangeArrowheads="1"/>
          </p:cNvSpPr>
          <p:nvPr/>
        </p:nvSpPr>
        <p:spPr bwMode="auto">
          <a:xfrm>
            <a:off x="3244850" y="1439863"/>
            <a:ext cx="3113088" cy="539750"/>
          </a:xfrm>
          <a:prstGeom prst="rect">
            <a:avLst/>
          </a:prstGeom>
          <a:noFill/>
          <a:ln w="9525">
            <a:noFill/>
            <a:miter lim="800000"/>
            <a:headEnd/>
            <a:tailEnd/>
          </a:ln>
        </p:spPr>
        <p:txBody>
          <a:bodyPr wrap="none" lIns="101250" tIns="52650" rIns="101250" bIns="52650" anchor="ctr">
            <a:spAutoFit/>
          </a:bodyPr>
          <a:lstStyle/>
          <a:p>
            <a:pPr defTabSz="1028700" eaLnBrk="0" hangingPunct="0">
              <a:spcBef>
                <a:spcPct val="50000"/>
              </a:spcBef>
            </a:pPr>
            <a:r>
              <a:rPr lang="es-ES_tradnl" sz="2700"/>
              <a:t>ADD R1, </a:t>
            </a:r>
            <a:r>
              <a:rPr lang="es-ES_tradnl" sz="2700">
                <a:solidFill>
                  <a:srgbClr val="FF0000"/>
                </a:solidFill>
              </a:rPr>
              <a:t>(</a:t>
            </a:r>
            <a:r>
              <a:rPr lang="es-ES_tradnl" sz="2700"/>
              <a:t>R2</a:t>
            </a:r>
            <a:r>
              <a:rPr lang="es-ES_tradnl" sz="2700">
                <a:solidFill>
                  <a:srgbClr val="FF0000"/>
                </a:solidFill>
              </a:rPr>
              <a:t>)</a:t>
            </a:r>
            <a:r>
              <a:rPr lang="es-ES_tradnl" sz="2700"/>
              <a:t>,</a:t>
            </a:r>
            <a:r>
              <a:rPr lang="es-ES_tradnl" sz="2700">
                <a:solidFill>
                  <a:srgbClr val="FF0000"/>
                </a:solidFill>
              </a:rPr>
              <a:t>(</a:t>
            </a:r>
            <a:r>
              <a:rPr lang="es-ES_tradnl" sz="2700"/>
              <a:t>1021</a:t>
            </a:r>
            <a:r>
              <a:rPr lang="es-ES_tradnl" sz="2700">
                <a:solidFill>
                  <a:srgbClr val="FF0000"/>
                </a:solidFill>
              </a:rPr>
              <a:t>)</a:t>
            </a:r>
            <a:endParaRPr lang="es-ES_tradnl" sz="2700"/>
          </a:p>
        </p:txBody>
      </p:sp>
      <p:sp>
        <p:nvSpPr>
          <p:cNvPr id="99333" name="Line 4"/>
          <p:cNvSpPr>
            <a:spLocks noChangeShapeType="1"/>
          </p:cNvSpPr>
          <p:nvPr/>
        </p:nvSpPr>
        <p:spPr bwMode="auto">
          <a:xfrm>
            <a:off x="2062163" y="4051300"/>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9334" name="Line 5"/>
          <p:cNvSpPr>
            <a:spLocks noChangeShapeType="1"/>
          </p:cNvSpPr>
          <p:nvPr/>
        </p:nvSpPr>
        <p:spPr bwMode="auto">
          <a:xfrm>
            <a:off x="2062163" y="4321175"/>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9335" name="Line 6"/>
          <p:cNvSpPr>
            <a:spLocks noChangeShapeType="1"/>
          </p:cNvSpPr>
          <p:nvPr/>
        </p:nvSpPr>
        <p:spPr bwMode="auto">
          <a:xfrm>
            <a:off x="2062163" y="4591050"/>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9336" name="Line 7"/>
          <p:cNvSpPr>
            <a:spLocks noChangeShapeType="1"/>
          </p:cNvSpPr>
          <p:nvPr/>
        </p:nvSpPr>
        <p:spPr bwMode="auto">
          <a:xfrm>
            <a:off x="2062163" y="4860925"/>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9337" name="Line 8"/>
          <p:cNvSpPr>
            <a:spLocks noChangeShapeType="1"/>
          </p:cNvSpPr>
          <p:nvPr/>
        </p:nvSpPr>
        <p:spPr bwMode="auto">
          <a:xfrm>
            <a:off x="2062163" y="5130800"/>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9338" name="Line 9"/>
          <p:cNvSpPr>
            <a:spLocks noChangeShapeType="1"/>
          </p:cNvSpPr>
          <p:nvPr/>
        </p:nvSpPr>
        <p:spPr bwMode="auto">
          <a:xfrm>
            <a:off x="2062163" y="5400675"/>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9339" name="Text Box 10"/>
          <p:cNvSpPr txBox="1">
            <a:spLocks noChangeArrowheads="1"/>
          </p:cNvSpPr>
          <p:nvPr/>
        </p:nvSpPr>
        <p:spPr bwMode="auto">
          <a:xfrm>
            <a:off x="6280150" y="3151188"/>
            <a:ext cx="1331913" cy="539750"/>
          </a:xfrm>
          <a:prstGeom prst="rect">
            <a:avLst/>
          </a:prstGeom>
          <a:noFill/>
          <a:ln w="9525">
            <a:noFill/>
            <a:miter lim="800000"/>
            <a:headEnd/>
            <a:tailEnd/>
          </a:ln>
        </p:spPr>
        <p:txBody>
          <a:bodyPr wrap="none" lIns="101250" tIns="52650" rIns="101250" bIns="52650" anchor="ctr">
            <a:spAutoFit/>
          </a:bodyPr>
          <a:lstStyle/>
          <a:p>
            <a:pPr defTabSz="1028700" eaLnBrk="0" hangingPunct="0">
              <a:spcBef>
                <a:spcPct val="50000"/>
              </a:spcBef>
            </a:pPr>
            <a:r>
              <a:rPr lang="es-ES_tradnl" sz="2700"/>
              <a:t>registros</a:t>
            </a:r>
          </a:p>
        </p:txBody>
      </p:sp>
      <p:grpSp>
        <p:nvGrpSpPr>
          <p:cNvPr id="99340" name="Group 11"/>
          <p:cNvGrpSpPr>
            <a:grpSpLocks/>
          </p:cNvGrpSpPr>
          <p:nvPr/>
        </p:nvGrpSpPr>
        <p:grpSpPr bwMode="auto">
          <a:xfrm>
            <a:off x="6270625" y="3779838"/>
            <a:ext cx="1320800" cy="1890712"/>
            <a:chOff x="3648" y="2016"/>
            <a:chExt cx="768" cy="1008"/>
          </a:xfrm>
        </p:grpSpPr>
        <p:sp>
          <p:nvSpPr>
            <p:cNvPr id="99372" name="Rectangle 12"/>
            <p:cNvSpPr>
              <a:spLocks noChangeArrowheads="1"/>
            </p:cNvSpPr>
            <p:nvPr/>
          </p:nvSpPr>
          <p:spPr bwMode="auto">
            <a:xfrm>
              <a:off x="3648" y="2016"/>
              <a:ext cx="768" cy="1008"/>
            </a:xfrm>
            <a:prstGeom prst="rect">
              <a:avLst/>
            </a:prstGeom>
            <a:noFill/>
            <a:ln w="9525">
              <a:solidFill>
                <a:schemeClr val="tx1"/>
              </a:solidFill>
              <a:miter lim="800000"/>
              <a:headEnd/>
              <a:tailEnd/>
            </a:ln>
          </p:spPr>
          <p:txBody>
            <a:bodyPr lIns="90000" tIns="46800" rIns="90000" bIns="46800" anchor="ctr">
              <a:spAutoFit/>
            </a:bodyPr>
            <a:lstStyle/>
            <a:p>
              <a:endParaRPr lang="es-ES"/>
            </a:p>
          </p:txBody>
        </p:sp>
        <p:sp>
          <p:nvSpPr>
            <p:cNvPr id="99373" name="Line 13"/>
            <p:cNvSpPr>
              <a:spLocks noChangeShapeType="1"/>
            </p:cNvSpPr>
            <p:nvPr/>
          </p:nvSpPr>
          <p:spPr bwMode="auto">
            <a:xfrm>
              <a:off x="3648" y="2160"/>
              <a:ext cx="768"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9374" name="Line 14"/>
            <p:cNvSpPr>
              <a:spLocks noChangeShapeType="1"/>
            </p:cNvSpPr>
            <p:nvPr/>
          </p:nvSpPr>
          <p:spPr bwMode="auto">
            <a:xfrm>
              <a:off x="3648" y="2304"/>
              <a:ext cx="768"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9375" name="Line 15"/>
            <p:cNvSpPr>
              <a:spLocks noChangeShapeType="1"/>
            </p:cNvSpPr>
            <p:nvPr/>
          </p:nvSpPr>
          <p:spPr bwMode="auto">
            <a:xfrm>
              <a:off x="3648" y="2448"/>
              <a:ext cx="768"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9376" name="Line 16"/>
            <p:cNvSpPr>
              <a:spLocks noChangeShapeType="1"/>
            </p:cNvSpPr>
            <p:nvPr/>
          </p:nvSpPr>
          <p:spPr bwMode="auto">
            <a:xfrm>
              <a:off x="3648" y="2592"/>
              <a:ext cx="768"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9377" name="Line 17"/>
            <p:cNvSpPr>
              <a:spLocks noChangeShapeType="1"/>
            </p:cNvSpPr>
            <p:nvPr/>
          </p:nvSpPr>
          <p:spPr bwMode="auto">
            <a:xfrm>
              <a:off x="3648" y="2736"/>
              <a:ext cx="768"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9378" name="Line 18"/>
            <p:cNvSpPr>
              <a:spLocks noChangeShapeType="1"/>
            </p:cNvSpPr>
            <p:nvPr/>
          </p:nvSpPr>
          <p:spPr bwMode="auto">
            <a:xfrm>
              <a:off x="3648" y="2880"/>
              <a:ext cx="768"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grpSp>
      <p:sp>
        <p:nvSpPr>
          <p:cNvPr id="99341" name="Text Box 19"/>
          <p:cNvSpPr txBox="1">
            <a:spLocks noChangeArrowheads="1"/>
          </p:cNvSpPr>
          <p:nvPr/>
        </p:nvSpPr>
        <p:spPr bwMode="auto">
          <a:xfrm>
            <a:off x="2066925" y="3151188"/>
            <a:ext cx="1365250" cy="539750"/>
          </a:xfrm>
          <a:prstGeom prst="rect">
            <a:avLst/>
          </a:prstGeom>
          <a:noFill/>
          <a:ln w="9525">
            <a:noFill/>
            <a:miter lim="800000"/>
            <a:headEnd/>
            <a:tailEnd/>
          </a:ln>
        </p:spPr>
        <p:txBody>
          <a:bodyPr wrap="none" lIns="101250" tIns="52650" rIns="101250" bIns="52650" anchor="ctr">
            <a:spAutoFit/>
          </a:bodyPr>
          <a:lstStyle/>
          <a:p>
            <a:pPr defTabSz="1028700" eaLnBrk="0" hangingPunct="0">
              <a:spcBef>
                <a:spcPct val="50000"/>
              </a:spcBef>
            </a:pPr>
            <a:r>
              <a:rPr lang="es-ES_tradnl" sz="2700"/>
              <a:t>memoria</a:t>
            </a:r>
          </a:p>
        </p:txBody>
      </p:sp>
      <p:sp>
        <p:nvSpPr>
          <p:cNvPr id="99342" name="Line 20"/>
          <p:cNvSpPr>
            <a:spLocks noChangeShapeType="1"/>
          </p:cNvSpPr>
          <p:nvPr/>
        </p:nvSpPr>
        <p:spPr bwMode="auto">
          <a:xfrm>
            <a:off x="2062163" y="5670550"/>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9343" name="Line 21"/>
          <p:cNvSpPr>
            <a:spLocks noChangeShapeType="1"/>
          </p:cNvSpPr>
          <p:nvPr/>
        </p:nvSpPr>
        <p:spPr bwMode="auto">
          <a:xfrm>
            <a:off x="2062163" y="5940425"/>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9344" name="Line 22"/>
          <p:cNvSpPr>
            <a:spLocks noChangeShapeType="1"/>
          </p:cNvSpPr>
          <p:nvPr/>
        </p:nvSpPr>
        <p:spPr bwMode="auto">
          <a:xfrm>
            <a:off x="2062163" y="6210300"/>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9345" name="Line 23"/>
          <p:cNvSpPr>
            <a:spLocks noChangeShapeType="1"/>
          </p:cNvSpPr>
          <p:nvPr/>
        </p:nvSpPr>
        <p:spPr bwMode="auto">
          <a:xfrm>
            <a:off x="2062163" y="6480175"/>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9346" name="Line 24"/>
          <p:cNvSpPr>
            <a:spLocks noChangeShapeType="1"/>
          </p:cNvSpPr>
          <p:nvPr/>
        </p:nvSpPr>
        <p:spPr bwMode="auto">
          <a:xfrm>
            <a:off x="2062163" y="6751638"/>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9347" name="Line 25"/>
          <p:cNvSpPr>
            <a:spLocks noChangeShapeType="1"/>
          </p:cNvSpPr>
          <p:nvPr/>
        </p:nvSpPr>
        <p:spPr bwMode="auto">
          <a:xfrm>
            <a:off x="2062163" y="7021513"/>
            <a:ext cx="1320800"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9348" name="Line 26"/>
          <p:cNvSpPr>
            <a:spLocks noChangeShapeType="1"/>
          </p:cNvSpPr>
          <p:nvPr/>
        </p:nvSpPr>
        <p:spPr bwMode="auto">
          <a:xfrm>
            <a:off x="2062163" y="3779838"/>
            <a:ext cx="0" cy="351155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9349" name="Line 27"/>
          <p:cNvSpPr>
            <a:spLocks noChangeShapeType="1"/>
          </p:cNvSpPr>
          <p:nvPr/>
        </p:nvSpPr>
        <p:spPr bwMode="auto">
          <a:xfrm>
            <a:off x="3382963" y="3779838"/>
            <a:ext cx="0" cy="351155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99350" name="Text Box 28"/>
          <p:cNvSpPr txBox="1">
            <a:spLocks noChangeArrowheads="1"/>
          </p:cNvSpPr>
          <p:nvPr/>
        </p:nvSpPr>
        <p:spPr bwMode="auto">
          <a:xfrm>
            <a:off x="1398588" y="5040313"/>
            <a:ext cx="636587" cy="398462"/>
          </a:xfrm>
          <a:prstGeom prst="rect">
            <a:avLst/>
          </a:prstGeom>
          <a:noFill/>
          <a:ln w="9525">
            <a:noFill/>
            <a:miter lim="800000"/>
            <a:headEnd/>
            <a:tailEnd/>
          </a:ln>
        </p:spPr>
        <p:txBody>
          <a:bodyPr wrap="none" lIns="101250" tIns="52650" rIns="101250" bIns="52650" anchor="ctr">
            <a:spAutoFit/>
          </a:bodyPr>
          <a:lstStyle/>
          <a:p>
            <a:pPr defTabSz="1028700" eaLnBrk="0" hangingPunct="0">
              <a:spcBef>
                <a:spcPct val="50000"/>
              </a:spcBef>
            </a:pPr>
            <a:r>
              <a:rPr lang="es-ES_tradnl" sz="1800"/>
              <a:t>1021</a:t>
            </a:r>
          </a:p>
        </p:txBody>
      </p:sp>
      <p:sp>
        <p:nvSpPr>
          <p:cNvPr id="99351" name="Text Box 29"/>
          <p:cNvSpPr txBox="1">
            <a:spLocks noChangeArrowheads="1"/>
          </p:cNvSpPr>
          <p:nvPr/>
        </p:nvSpPr>
        <p:spPr bwMode="auto">
          <a:xfrm>
            <a:off x="1398588" y="5310188"/>
            <a:ext cx="636587" cy="398462"/>
          </a:xfrm>
          <a:prstGeom prst="rect">
            <a:avLst/>
          </a:prstGeom>
          <a:noFill/>
          <a:ln w="9525">
            <a:noFill/>
            <a:miter lim="800000"/>
            <a:headEnd/>
            <a:tailEnd/>
          </a:ln>
        </p:spPr>
        <p:txBody>
          <a:bodyPr wrap="none" lIns="101250" tIns="52650" rIns="101250" bIns="52650" anchor="ctr">
            <a:spAutoFit/>
          </a:bodyPr>
          <a:lstStyle/>
          <a:p>
            <a:pPr defTabSz="1028700" eaLnBrk="0" hangingPunct="0">
              <a:spcBef>
                <a:spcPct val="50000"/>
              </a:spcBef>
            </a:pPr>
            <a:r>
              <a:rPr lang="es-ES_tradnl" sz="1800"/>
              <a:t>1022</a:t>
            </a:r>
          </a:p>
        </p:txBody>
      </p:sp>
      <p:sp>
        <p:nvSpPr>
          <p:cNvPr id="99352" name="Text Box 30"/>
          <p:cNvSpPr txBox="1">
            <a:spLocks noChangeArrowheads="1"/>
          </p:cNvSpPr>
          <p:nvPr/>
        </p:nvSpPr>
        <p:spPr bwMode="auto">
          <a:xfrm>
            <a:off x="7743825" y="3960813"/>
            <a:ext cx="490538" cy="396875"/>
          </a:xfrm>
          <a:prstGeom prst="rect">
            <a:avLst/>
          </a:prstGeom>
          <a:noFill/>
          <a:ln w="9525">
            <a:noFill/>
            <a:miter lim="800000"/>
            <a:headEnd/>
            <a:tailEnd/>
          </a:ln>
        </p:spPr>
        <p:txBody>
          <a:bodyPr wrap="none" lIns="101250" tIns="52650" rIns="101250" bIns="52650" anchor="ctr">
            <a:spAutoFit/>
          </a:bodyPr>
          <a:lstStyle/>
          <a:p>
            <a:pPr defTabSz="1028700" eaLnBrk="0" hangingPunct="0">
              <a:spcBef>
                <a:spcPct val="50000"/>
              </a:spcBef>
            </a:pPr>
            <a:r>
              <a:rPr lang="es-ES_tradnl" sz="1800"/>
              <a:t>rg1</a:t>
            </a:r>
          </a:p>
        </p:txBody>
      </p:sp>
      <p:sp>
        <p:nvSpPr>
          <p:cNvPr id="99353" name="Text Box 31"/>
          <p:cNvSpPr txBox="1">
            <a:spLocks noChangeArrowheads="1"/>
          </p:cNvSpPr>
          <p:nvPr/>
        </p:nvSpPr>
        <p:spPr bwMode="auto">
          <a:xfrm>
            <a:off x="7743825" y="4230688"/>
            <a:ext cx="490538" cy="396875"/>
          </a:xfrm>
          <a:prstGeom prst="rect">
            <a:avLst/>
          </a:prstGeom>
          <a:noFill/>
          <a:ln w="9525">
            <a:noFill/>
            <a:miter lim="800000"/>
            <a:headEnd/>
            <a:tailEnd/>
          </a:ln>
        </p:spPr>
        <p:txBody>
          <a:bodyPr wrap="none" lIns="101250" tIns="52650" rIns="101250" bIns="52650" anchor="ctr">
            <a:spAutoFit/>
          </a:bodyPr>
          <a:lstStyle/>
          <a:p>
            <a:pPr defTabSz="1028700" eaLnBrk="0" hangingPunct="0">
              <a:spcBef>
                <a:spcPct val="50000"/>
              </a:spcBef>
            </a:pPr>
            <a:r>
              <a:rPr lang="es-ES_tradnl" sz="1800"/>
              <a:t>rg2</a:t>
            </a:r>
          </a:p>
        </p:txBody>
      </p:sp>
      <p:sp>
        <p:nvSpPr>
          <p:cNvPr id="99354" name="Text Box 32"/>
          <p:cNvSpPr txBox="1">
            <a:spLocks noChangeArrowheads="1"/>
          </p:cNvSpPr>
          <p:nvPr/>
        </p:nvSpPr>
        <p:spPr bwMode="auto">
          <a:xfrm>
            <a:off x="7743825" y="3690938"/>
            <a:ext cx="490538" cy="396875"/>
          </a:xfrm>
          <a:prstGeom prst="rect">
            <a:avLst/>
          </a:prstGeom>
          <a:noFill/>
          <a:ln w="9525">
            <a:noFill/>
            <a:miter lim="800000"/>
            <a:headEnd/>
            <a:tailEnd/>
          </a:ln>
        </p:spPr>
        <p:txBody>
          <a:bodyPr wrap="none" lIns="101250" tIns="52650" rIns="101250" bIns="52650" anchor="ctr">
            <a:spAutoFit/>
          </a:bodyPr>
          <a:lstStyle/>
          <a:p>
            <a:pPr defTabSz="1028700" eaLnBrk="0" hangingPunct="0">
              <a:spcBef>
                <a:spcPct val="50000"/>
              </a:spcBef>
            </a:pPr>
            <a:r>
              <a:rPr lang="es-ES_tradnl" sz="1800"/>
              <a:t>rg0</a:t>
            </a:r>
          </a:p>
        </p:txBody>
      </p:sp>
      <p:sp>
        <p:nvSpPr>
          <p:cNvPr id="99355" name="Text Box 33"/>
          <p:cNvSpPr txBox="1">
            <a:spLocks noChangeArrowheads="1"/>
          </p:cNvSpPr>
          <p:nvPr/>
        </p:nvSpPr>
        <p:spPr bwMode="auto">
          <a:xfrm>
            <a:off x="1398588" y="4770438"/>
            <a:ext cx="636587" cy="398462"/>
          </a:xfrm>
          <a:prstGeom prst="rect">
            <a:avLst/>
          </a:prstGeom>
          <a:noFill/>
          <a:ln w="9525">
            <a:noFill/>
            <a:miter lim="800000"/>
            <a:headEnd/>
            <a:tailEnd/>
          </a:ln>
        </p:spPr>
        <p:txBody>
          <a:bodyPr wrap="none" lIns="101250" tIns="52650" rIns="101250" bIns="52650" anchor="ctr">
            <a:spAutoFit/>
          </a:bodyPr>
          <a:lstStyle/>
          <a:p>
            <a:pPr defTabSz="1028700" eaLnBrk="0" hangingPunct="0">
              <a:spcBef>
                <a:spcPct val="50000"/>
              </a:spcBef>
            </a:pPr>
            <a:r>
              <a:rPr lang="es-ES_tradnl" sz="1800"/>
              <a:t>1020</a:t>
            </a:r>
          </a:p>
        </p:txBody>
      </p:sp>
      <p:sp>
        <p:nvSpPr>
          <p:cNvPr id="99356" name="Text Box 34"/>
          <p:cNvSpPr txBox="1">
            <a:spLocks noChangeArrowheads="1"/>
          </p:cNvSpPr>
          <p:nvPr/>
        </p:nvSpPr>
        <p:spPr bwMode="auto">
          <a:xfrm>
            <a:off x="2320925" y="5089525"/>
            <a:ext cx="635000" cy="396875"/>
          </a:xfrm>
          <a:prstGeom prst="rect">
            <a:avLst/>
          </a:prstGeom>
          <a:noFill/>
          <a:ln w="9525">
            <a:noFill/>
            <a:miter lim="800000"/>
            <a:headEnd/>
            <a:tailEnd/>
          </a:ln>
        </p:spPr>
        <p:txBody>
          <a:bodyPr wrap="none" lIns="101250" tIns="52650" rIns="101250" bIns="52650" anchor="ctr">
            <a:spAutoFit/>
          </a:bodyPr>
          <a:lstStyle/>
          <a:p>
            <a:pPr defTabSz="1028700" eaLnBrk="0" hangingPunct="0">
              <a:spcBef>
                <a:spcPct val="50000"/>
              </a:spcBef>
            </a:pPr>
            <a:r>
              <a:rPr lang="es-ES_tradnl" sz="1800">
                <a:solidFill>
                  <a:srgbClr val="FF0000"/>
                </a:solidFill>
              </a:rPr>
              <a:t>1026</a:t>
            </a:r>
          </a:p>
        </p:txBody>
      </p:sp>
      <p:sp>
        <p:nvSpPr>
          <p:cNvPr id="99357" name="Text Box 35"/>
          <p:cNvSpPr txBox="1">
            <a:spLocks noChangeArrowheads="1"/>
          </p:cNvSpPr>
          <p:nvPr/>
        </p:nvSpPr>
        <p:spPr bwMode="auto">
          <a:xfrm>
            <a:off x="6518275" y="4276725"/>
            <a:ext cx="758825" cy="398463"/>
          </a:xfrm>
          <a:prstGeom prst="rect">
            <a:avLst/>
          </a:prstGeom>
          <a:noFill/>
          <a:ln w="9525">
            <a:noFill/>
            <a:miter lim="800000"/>
            <a:headEnd/>
            <a:tailEnd/>
          </a:ln>
        </p:spPr>
        <p:txBody>
          <a:bodyPr lIns="101250" tIns="52650" rIns="101250" bIns="52650" anchor="ctr">
            <a:spAutoFit/>
          </a:bodyPr>
          <a:lstStyle/>
          <a:p>
            <a:pPr defTabSz="1028700" eaLnBrk="0" hangingPunct="0">
              <a:spcBef>
                <a:spcPct val="50000"/>
              </a:spcBef>
            </a:pPr>
            <a:r>
              <a:rPr lang="es-ES_tradnl" sz="1800">
                <a:solidFill>
                  <a:srgbClr val="FF0000"/>
                </a:solidFill>
              </a:rPr>
              <a:t>1017</a:t>
            </a:r>
          </a:p>
        </p:txBody>
      </p:sp>
      <p:sp>
        <p:nvSpPr>
          <p:cNvPr id="99358" name="Text Box 36"/>
          <p:cNvSpPr txBox="1">
            <a:spLocks noChangeArrowheads="1"/>
          </p:cNvSpPr>
          <p:nvPr/>
        </p:nvSpPr>
        <p:spPr bwMode="auto">
          <a:xfrm>
            <a:off x="7731125" y="4500563"/>
            <a:ext cx="546100" cy="396875"/>
          </a:xfrm>
          <a:prstGeom prst="rect">
            <a:avLst/>
          </a:prstGeom>
          <a:noFill/>
          <a:ln w="9525">
            <a:noFill/>
            <a:miter lim="800000"/>
            <a:headEnd/>
            <a:tailEnd/>
          </a:ln>
        </p:spPr>
        <p:txBody>
          <a:bodyPr wrap="none" lIns="101250" tIns="52650" rIns="101250" bIns="52650" anchor="ctr">
            <a:spAutoFit/>
          </a:bodyPr>
          <a:lstStyle/>
          <a:p>
            <a:pPr defTabSz="1028700" eaLnBrk="0" hangingPunct="0">
              <a:spcBef>
                <a:spcPct val="50000"/>
              </a:spcBef>
            </a:pPr>
            <a:r>
              <a:rPr lang="es-ES_tradnl" sz="1800"/>
              <a:t>rg3 </a:t>
            </a:r>
          </a:p>
        </p:txBody>
      </p:sp>
      <p:sp>
        <p:nvSpPr>
          <p:cNvPr id="99359" name="Text Box 37"/>
          <p:cNvSpPr txBox="1">
            <a:spLocks noChangeArrowheads="1"/>
          </p:cNvSpPr>
          <p:nvPr/>
        </p:nvSpPr>
        <p:spPr bwMode="auto">
          <a:xfrm>
            <a:off x="1398588" y="6391275"/>
            <a:ext cx="636587" cy="396875"/>
          </a:xfrm>
          <a:prstGeom prst="rect">
            <a:avLst/>
          </a:prstGeom>
          <a:noFill/>
          <a:ln w="9525">
            <a:noFill/>
            <a:miter lim="800000"/>
            <a:headEnd/>
            <a:tailEnd/>
          </a:ln>
        </p:spPr>
        <p:txBody>
          <a:bodyPr wrap="none" lIns="101250" tIns="52650" rIns="101250" bIns="52650" anchor="ctr">
            <a:spAutoFit/>
          </a:bodyPr>
          <a:lstStyle/>
          <a:p>
            <a:pPr defTabSz="1028700" eaLnBrk="0" hangingPunct="0">
              <a:spcBef>
                <a:spcPct val="50000"/>
              </a:spcBef>
            </a:pPr>
            <a:r>
              <a:rPr lang="es-ES_tradnl" sz="1800"/>
              <a:t>1026</a:t>
            </a:r>
          </a:p>
        </p:txBody>
      </p:sp>
      <p:sp>
        <p:nvSpPr>
          <p:cNvPr id="99360" name="Text Box 38"/>
          <p:cNvSpPr txBox="1">
            <a:spLocks noChangeArrowheads="1"/>
          </p:cNvSpPr>
          <p:nvPr/>
        </p:nvSpPr>
        <p:spPr bwMode="auto">
          <a:xfrm>
            <a:off x="1398588" y="3960813"/>
            <a:ext cx="636587" cy="396875"/>
          </a:xfrm>
          <a:prstGeom prst="rect">
            <a:avLst/>
          </a:prstGeom>
          <a:noFill/>
          <a:ln w="9525">
            <a:noFill/>
            <a:miter lim="800000"/>
            <a:headEnd/>
            <a:tailEnd/>
          </a:ln>
        </p:spPr>
        <p:txBody>
          <a:bodyPr wrap="none" lIns="101250" tIns="52650" rIns="101250" bIns="52650" anchor="ctr">
            <a:spAutoFit/>
          </a:bodyPr>
          <a:lstStyle/>
          <a:p>
            <a:pPr defTabSz="1028700" eaLnBrk="0" hangingPunct="0">
              <a:spcBef>
                <a:spcPct val="50000"/>
              </a:spcBef>
            </a:pPr>
            <a:r>
              <a:rPr lang="es-ES_tradnl" sz="1800"/>
              <a:t>1017</a:t>
            </a:r>
          </a:p>
        </p:txBody>
      </p:sp>
      <p:sp>
        <p:nvSpPr>
          <p:cNvPr id="99361" name="Freeform 39"/>
          <p:cNvSpPr>
            <a:spLocks/>
          </p:cNvSpPr>
          <p:nvPr/>
        </p:nvSpPr>
        <p:spPr bwMode="auto">
          <a:xfrm>
            <a:off x="1839913" y="5486400"/>
            <a:ext cx="658812" cy="857250"/>
          </a:xfrm>
          <a:custGeom>
            <a:avLst/>
            <a:gdLst>
              <a:gd name="T0" fmla="*/ 1130294995 w 384"/>
              <a:gd name="T1" fmla="*/ 0 h 457"/>
              <a:gd name="T2" fmla="*/ 0 w 384"/>
              <a:gd name="T3" fmla="*/ 1608047222 h 457"/>
              <a:gd name="T4" fmla="*/ 0 60000 65536"/>
              <a:gd name="T5" fmla="*/ 0 60000 65536"/>
              <a:gd name="T6" fmla="*/ 0 w 384"/>
              <a:gd name="T7" fmla="*/ 0 h 457"/>
              <a:gd name="T8" fmla="*/ 384 w 384"/>
              <a:gd name="T9" fmla="*/ 457 h 457"/>
            </a:gdLst>
            <a:ahLst/>
            <a:cxnLst>
              <a:cxn ang="T4">
                <a:pos x="T0" y="T1"/>
              </a:cxn>
              <a:cxn ang="T5">
                <a:pos x="T2" y="T3"/>
              </a:cxn>
            </a:cxnLst>
            <a:rect l="T6" t="T7" r="T8" b="T9"/>
            <a:pathLst>
              <a:path w="384" h="457">
                <a:moveTo>
                  <a:pt x="384" y="0"/>
                </a:moveTo>
                <a:lnTo>
                  <a:pt x="0" y="457"/>
                </a:lnTo>
              </a:path>
            </a:pathLst>
          </a:custGeom>
          <a:noFill/>
          <a:ln w="50800">
            <a:solidFill>
              <a:srgbClr val="FF0000"/>
            </a:solidFill>
            <a:round/>
            <a:headEnd/>
            <a:tailEnd type="triangle" w="med" len="med"/>
          </a:ln>
        </p:spPr>
        <p:txBody>
          <a:bodyPr wrap="none" lIns="90000" tIns="46800" rIns="90000" bIns="46800" anchor="ctr">
            <a:spAutoFit/>
          </a:bodyPr>
          <a:lstStyle/>
          <a:p>
            <a:endParaRPr lang="es-ES"/>
          </a:p>
        </p:txBody>
      </p:sp>
      <p:sp>
        <p:nvSpPr>
          <p:cNvPr id="99362" name="Text Box 40"/>
          <p:cNvSpPr txBox="1">
            <a:spLocks noChangeArrowheads="1"/>
          </p:cNvSpPr>
          <p:nvPr/>
        </p:nvSpPr>
        <p:spPr bwMode="auto">
          <a:xfrm>
            <a:off x="2392363" y="4002088"/>
            <a:ext cx="577850" cy="396875"/>
          </a:xfrm>
          <a:prstGeom prst="rect">
            <a:avLst/>
          </a:prstGeom>
          <a:noFill/>
          <a:ln w="9525">
            <a:noFill/>
            <a:miter lim="800000"/>
            <a:headEnd/>
            <a:tailEnd/>
          </a:ln>
        </p:spPr>
        <p:txBody>
          <a:bodyPr lIns="101250" tIns="52650" rIns="101250" bIns="52650" anchor="ctr">
            <a:spAutoFit/>
          </a:bodyPr>
          <a:lstStyle/>
          <a:p>
            <a:pPr defTabSz="1028700" eaLnBrk="0" hangingPunct="0">
              <a:spcBef>
                <a:spcPct val="50000"/>
              </a:spcBef>
            </a:pPr>
            <a:r>
              <a:rPr lang="es-ES_tradnl" sz="1800"/>
              <a:t>1.5</a:t>
            </a:r>
          </a:p>
        </p:txBody>
      </p:sp>
      <p:sp>
        <p:nvSpPr>
          <p:cNvPr id="99363" name="Text Box 41"/>
          <p:cNvSpPr txBox="1">
            <a:spLocks noChangeArrowheads="1"/>
          </p:cNvSpPr>
          <p:nvPr/>
        </p:nvSpPr>
        <p:spPr bwMode="auto">
          <a:xfrm>
            <a:off x="2392363" y="6445250"/>
            <a:ext cx="577850" cy="396875"/>
          </a:xfrm>
          <a:prstGeom prst="rect">
            <a:avLst/>
          </a:prstGeom>
          <a:noFill/>
          <a:ln w="9525">
            <a:noFill/>
            <a:miter lim="800000"/>
            <a:headEnd/>
            <a:tailEnd/>
          </a:ln>
        </p:spPr>
        <p:txBody>
          <a:bodyPr lIns="101250" tIns="52650" rIns="101250" bIns="52650" anchor="ctr">
            <a:spAutoFit/>
          </a:bodyPr>
          <a:lstStyle/>
          <a:p>
            <a:pPr defTabSz="1028700" eaLnBrk="0" hangingPunct="0">
              <a:spcBef>
                <a:spcPct val="50000"/>
              </a:spcBef>
            </a:pPr>
            <a:r>
              <a:rPr lang="es-ES_tradnl" sz="1800"/>
              <a:t>3.3</a:t>
            </a:r>
          </a:p>
        </p:txBody>
      </p:sp>
      <p:sp>
        <p:nvSpPr>
          <p:cNvPr id="99364" name="Freeform 42"/>
          <p:cNvSpPr>
            <a:spLocks/>
          </p:cNvSpPr>
          <p:nvPr/>
        </p:nvSpPr>
        <p:spPr bwMode="auto">
          <a:xfrm>
            <a:off x="2074863" y="3509963"/>
            <a:ext cx="4629150" cy="849312"/>
          </a:xfrm>
          <a:custGeom>
            <a:avLst/>
            <a:gdLst>
              <a:gd name="T0" fmla="*/ 2147483647 w 2693"/>
              <a:gd name="T1" fmla="*/ 1592341923 h 453"/>
              <a:gd name="T2" fmla="*/ 2147483647 w 2693"/>
              <a:gd name="T3" fmla="*/ 161695521 h 453"/>
              <a:gd name="T4" fmla="*/ 460950280 w 2693"/>
              <a:gd name="T5" fmla="*/ 611628450 h 453"/>
              <a:gd name="T6" fmla="*/ 0 w 2693"/>
              <a:gd name="T7" fmla="*/ 938532863 h 453"/>
              <a:gd name="T8" fmla="*/ 0 60000 65536"/>
              <a:gd name="T9" fmla="*/ 0 60000 65536"/>
              <a:gd name="T10" fmla="*/ 0 60000 65536"/>
              <a:gd name="T11" fmla="*/ 0 60000 65536"/>
              <a:gd name="T12" fmla="*/ 0 w 2693"/>
              <a:gd name="T13" fmla="*/ 0 h 453"/>
              <a:gd name="T14" fmla="*/ 2693 w 2693"/>
              <a:gd name="T15" fmla="*/ 453 h 453"/>
            </a:gdLst>
            <a:ahLst/>
            <a:cxnLst>
              <a:cxn ang="T8">
                <a:pos x="T0" y="T1"/>
              </a:cxn>
              <a:cxn ang="T9">
                <a:pos x="T2" y="T3"/>
              </a:cxn>
              <a:cxn ang="T10">
                <a:pos x="T4" y="T5"/>
              </a:cxn>
              <a:cxn ang="T11">
                <a:pos x="T6" y="T7"/>
              </a:cxn>
            </a:cxnLst>
            <a:rect l="T12" t="T13" r="T14" b="T15"/>
            <a:pathLst>
              <a:path w="2693" h="453">
                <a:moveTo>
                  <a:pt x="2693" y="453"/>
                </a:moveTo>
                <a:cubicBezTo>
                  <a:pt x="2385" y="385"/>
                  <a:pt x="1265" y="92"/>
                  <a:pt x="842" y="46"/>
                </a:cubicBezTo>
                <a:cubicBezTo>
                  <a:pt x="419" y="0"/>
                  <a:pt x="296" y="137"/>
                  <a:pt x="156" y="174"/>
                </a:cubicBezTo>
                <a:cubicBezTo>
                  <a:pt x="16" y="211"/>
                  <a:pt x="33" y="248"/>
                  <a:pt x="0" y="267"/>
                </a:cubicBezTo>
              </a:path>
            </a:pathLst>
          </a:custGeom>
          <a:noFill/>
          <a:ln w="50800">
            <a:solidFill>
              <a:srgbClr val="FF0000"/>
            </a:solidFill>
            <a:round/>
            <a:headEnd/>
            <a:tailEnd type="triangle" w="med" len="med"/>
          </a:ln>
        </p:spPr>
        <p:txBody>
          <a:bodyPr lIns="90000" tIns="46800" rIns="90000" bIns="46800" anchor="ctr">
            <a:spAutoFit/>
          </a:bodyPr>
          <a:lstStyle/>
          <a:p>
            <a:endParaRPr lang="es-ES"/>
          </a:p>
        </p:txBody>
      </p:sp>
      <p:grpSp>
        <p:nvGrpSpPr>
          <p:cNvPr id="3" name="Group 43"/>
          <p:cNvGrpSpPr>
            <a:grpSpLocks/>
          </p:cNvGrpSpPr>
          <p:nvPr/>
        </p:nvGrpSpPr>
        <p:grpSpPr bwMode="auto">
          <a:xfrm>
            <a:off x="2970213" y="3992563"/>
            <a:ext cx="4373562" cy="2668587"/>
            <a:chOff x="1728" y="2129"/>
            <a:chExt cx="2544" cy="1423"/>
          </a:xfrm>
        </p:grpSpPr>
        <p:sp>
          <p:nvSpPr>
            <p:cNvPr id="99367" name="Text Box 44"/>
            <p:cNvSpPr txBox="1">
              <a:spLocks noChangeArrowheads="1"/>
            </p:cNvSpPr>
            <p:nvPr/>
          </p:nvSpPr>
          <p:spPr bwMode="auto">
            <a:xfrm>
              <a:off x="2448" y="2400"/>
              <a:ext cx="816" cy="212"/>
            </a:xfrm>
            <a:prstGeom prst="rect">
              <a:avLst/>
            </a:prstGeom>
            <a:noFill/>
            <a:ln w="9525">
              <a:noFill/>
              <a:miter lim="800000"/>
              <a:headEnd/>
              <a:tailEnd/>
            </a:ln>
          </p:spPr>
          <p:txBody>
            <a:bodyPr lIns="101250" tIns="52650" rIns="101250" bIns="52650" anchor="ctr">
              <a:spAutoFit/>
            </a:bodyPr>
            <a:lstStyle/>
            <a:p>
              <a:pPr defTabSz="1028700" eaLnBrk="0" hangingPunct="0">
                <a:spcBef>
                  <a:spcPct val="50000"/>
                </a:spcBef>
              </a:pPr>
              <a:r>
                <a:rPr lang="es-ES_tradnl" sz="1800"/>
                <a:t>1.5 + 3.3</a:t>
              </a:r>
            </a:p>
          </p:txBody>
        </p:sp>
        <p:sp>
          <p:nvSpPr>
            <p:cNvPr id="99368" name="Freeform 45"/>
            <p:cNvSpPr>
              <a:spLocks/>
            </p:cNvSpPr>
            <p:nvPr/>
          </p:nvSpPr>
          <p:spPr bwMode="auto">
            <a:xfrm>
              <a:off x="2784" y="2256"/>
              <a:ext cx="1488" cy="1128"/>
            </a:xfrm>
            <a:custGeom>
              <a:avLst/>
              <a:gdLst>
                <a:gd name="T0" fmla="*/ 0 w 1488"/>
                <a:gd name="T1" fmla="*/ 432 h 1128"/>
                <a:gd name="T2" fmla="*/ 1248 w 1488"/>
                <a:gd name="T3" fmla="*/ 1056 h 1128"/>
                <a:gd name="T4" fmla="*/ 1440 w 1488"/>
                <a:gd name="T5" fmla="*/ 0 h 1128"/>
                <a:gd name="T6" fmla="*/ 0 60000 65536"/>
                <a:gd name="T7" fmla="*/ 0 60000 65536"/>
                <a:gd name="T8" fmla="*/ 0 60000 65536"/>
                <a:gd name="T9" fmla="*/ 0 w 1488"/>
                <a:gd name="T10" fmla="*/ 0 h 1128"/>
                <a:gd name="T11" fmla="*/ 1488 w 1488"/>
                <a:gd name="T12" fmla="*/ 1128 h 1128"/>
              </a:gdLst>
              <a:ahLst/>
              <a:cxnLst>
                <a:cxn ang="T6">
                  <a:pos x="T0" y="T1"/>
                </a:cxn>
                <a:cxn ang="T7">
                  <a:pos x="T2" y="T3"/>
                </a:cxn>
                <a:cxn ang="T8">
                  <a:pos x="T4" y="T5"/>
                </a:cxn>
              </a:cxnLst>
              <a:rect l="T9" t="T10" r="T11" b="T12"/>
              <a:pathLst>
                <a:path w="1488" h="1128">
                  <a:moveTo>
                    <a:pt x="0" y="432"/>
                  </a:moveTo>
                  <a:cubicBezTo>
                    <a:pt x="504" y="780"/>
                    <a:pt x="1008" y="1128"/>
                    <a:pt x="1248" y="1056"/>
                  </a:cubicBezTo>
                  <a:cubicBezTo>
                    <a:pt x="1488" y="984"/>
                    <a:pt x="1464" y="492"/>
                    <a:pt x="1440" y="0"/>
                  </a:cubicBezTo>
                </a:path>
              </a:pathLst>
            </a:custGeom>
            <a:noFill/>
            <a:ln w="50800" cap="flat" cmpd="sng">
              <a:solidFill>
                <a:schemeClr val="tx1"/>
              </a:solidFill>
              <a:prstDash val="solid"/>
              <a:round/>
              <a:headEnd type="none" w="med" len="med"/>
              <a:tailEnd type="triangle" w="med" len="med"/>
            </a:ln>
          </p:spPr>
          <p:txBody>
            <a:bodyPr wrap="none" lIns="90000" tIns="46800" rIns="90000" bIns="46800" anchor="ctr">
              <a:spAutoFit/>
            </a:bodyPr>
            <a:lstStyle/>
            <a:p>
              <a:endParaRPr lang="es-ES"/>
            </a:p>
          </p:txBody>
        </p:sp>
        <p:sp>
          <p:nvSpPr>
            <p:cNvPr id="99369" name="Text Box 46"/>
            <p:cNvSpPr txBox="1">
              <a:spLocks noChangeArrowheads="1"/>
            </p:cNvSpPr>
            <p:nvPr/>
          </p:nvSpPr>
          <p:spPr bwMode="auto">
            <a:xfrm>
              <a:off x="3904" y="2129"/>
              <a:ext cx="336" cy="212"/>
            </a:xfrm>
            <a:prstGeom prst="rect">
              <a:avLst/>
            </a:prstGeom>
            <a:noFill/>
            <a:ln w="9525">
              <a:noFill/>
              <a:miter lim="800000"/>
              <a:headEnd/>
              <a:tailEnd/>
            </a:ln>
          </p:spPr>
          <p:txBody>
            <a:bodyPr lIns="101250" tIns="52650" rIns="101250" bIns="52650" anchor="ctr">
              <a:spAutoFit/>
            </a:bodyPr>
            <a:lstStyle/>
            <a:p>
              <a:pPr defTabSz="1028700" eaLnBrk="0" hangingPunct="0">
                <a:spcBef>
                  <a:spcPct val="50000"/>
                </a:spcBef>
              </a:pPr>
              <a:r>
                <a:rPr lang="es-ES_tradnl" sz="1800"/>
                <a:t>4.8</a:t>
              </a:r>
            </a:p>
          </p:txBody>
        </p:sp>
        <p:sp>
          <p:nvSpPr>
            <p:cNvPr id="99370" name="Freeform 47"/>
            <p:cNvSpPr>
              <a:spLocks/>
            </p:cNvSpPr>
            <p:nvPr/>
          </p:nvSpPr>
          <p:spPr bwMode="auto">
            <a:xfrm>
              <a:off x="1728" y="2256"/>
              <a:ext cx="768" cy="488"/>
            </a:xfrm>
            <a:custGeom>
              <a:avLst/>
              <a:gdLst>
                <a:gd name="T0" fmla="*/ 0 w 768"/>
                <a:gd name="T1" fmla="*/ 0 h 488"/>
                <a:gd name="T2" fmla="*/ 192 w 768"/>
                <a:gd name="T3" fmla="*/ 432 h 488"/>
                <a:gd name="T4" fmla="*/ 768 w 768"/>
                <a:gd name="T5" fmla="*/ 336 h 488"/>
                <a:gd name="T6" fmla="*/ 0 60000 65536"/>
                <a:gd name="T7" fmla="*/ 0 60000 65536"/>
                <a:gd name="T8" fmla="*/ 0 60000 65536"/>
                <a:gd name="T9" fmla="*/ 0 w 768"/>
                <a:gd name="T10" fmla="*/ 0 h 488"/>
                <a:gd name="T11" fmla="*/ 768 w 768"/>
                <a:gd name="T12" fmla="*/ 488 h 488"/>
              </a:gdLst>
              <a:ahLst/>
              <a:cxnLst>
                <a:cxn ang="T6">
                  <a:pos x="T0" y="T1"/>
                </a:cxn>
                <a:cxn ang="T7">
                  <a:pos x="T2" y="T3"/>
                </a:cxn>
                <a:cxn ang="T8">
                  <a:pos x="T4" y="T5"/>
                </a:cxn>
              </a:cxnLst>
              <a:rect l="T9" t="T10" r="T11" b="T12"/>
              <a:pathLst>
                <a:path w="768" h="488">
                  <a:moveTo>
                    <a:pt x="0" y="0"/>
                  </a:moveTo>
                  <a:cubicBezTo>
                    <a:pt x="32" y="188"/>
                    <a:pt x="64" y="376"/>
                    <a:pt x="192" y="432"/>
                  </a:cubicBezTo>
                  <a:cubicBezTo>
                    <a:pt x="320" y="488"/>
                    <a:pt x="544" y="412"/>
                    <a:pt x="768" y="336"/>
                  </a:cubicBezTo>
                </a:path>
              </a:pathLst>
            </a:custGeom>
            <a:noFill/>
            <a:ln w="50800" cap="flat" cmpd="sng">
              <a:solidFill>
                <a:schemeClr val="tx1"/>
              </a:solidFill>
              <a:prstDash val="solid"/>
              <a:round/>
              <a:headEnd type="none" w="med" len="med"/>
              <a:tailEnd type="triangle" w="med" len="med"/>
            </a:ln>
          </p:spPr>
          <p:txBody>
            <a:bodyPr wrap="none" lIns="90000" tIns="46800" rIns="90000" bIns="46800" anchor="ctr">
              <a:spAutoFit/>
            </a:bodyPr>
            <a:lstStyle/>
            <a:p>
              <a:endParaRPr lang="es-ES"/>
            </a:p>
          </p:txBody>
        </p:sp>
        <p:sp>
          <p:nvSpPr>
            <p:cNvPr id="99371" name="Freeform 48"/>
            <p:cNvSpPr>
              <a:spLocks/>
            </p:cNvSpPr>
            <p:nvPr/>
          </p:nvSpPr>
          <p:spPr bwMode="auto">
            <a:xfrm>
              <a:off x="1872" y="2640"/>
              <a:ext cx="1152" cy="912"/>
            </a:xfrm>
            <a:custGeom>
              <a:avLst/>
              <a:gdLst>
                <a:gd name="T0" fmla="*/ 0 w 1152"/>
                <a:gd name="T1" fmla="*/ 912 h 912"/>
                <a:gd name="T2" fmla="*/ 768 w 1152"/>
                <a:gd name="T3" fmla="*/ 624 h 912"/>
                <a:gd name="T4" fmla="*/ 1152 w 1152"/>
                <a:gd name="T5" fmla="*/ 0 h 912"/>
                <a:gd name="T6" fmla="*/ 0 60000 65536"/>
                <a:gd name="T7" fmla="*/ 0 60000 65536"/>
                <a:gd name="T8" fmla="*/ 0 60000 65536"/>
                <a:gd name="T9" fmla="*/ 0 w 1152"/>
                <a:gd name="T10" fmla="*/ 0 h 912"/>
                <a:gd name="T11" fmla="*/ 1152 w 1152"/>
                <a:gd name="T12" fmla="*/ 912 h 912"/>
              </a:gdLst>
              <a:ahLst/>
              <a:cxnLst>
                <a:cxn ang="T6">
                  <a:pos x="T0" y="T1"/>
                </a:cxn>
                <a:cxn ang="T7">
                  <a:pos x="T2" y="T3"/>
                </a:cxn>
                <a:cxn ang="T8">
                  <a:pos x="T4" y="T5"/>
                </a:cxn>
              </a:cxnLst>
              <a:rect l="T9" t="T10" r="T11" b="T12"/>
              <a:pathLst>
                <a:path w="1152" h="912">
                  <a:moveTo>
                    <a:pt x="0" y="912"/>
                  </a:moveTo>
                  <a:cubicBezTo>
                    <a:pt x="288" y="844"/>
                    <a:pt x="576" y="776"/>
                    <a:pt x="768" y="624"/>
                  </a:cubicBezTo>
                  <a:cubicBezTo>
                    <a:pt x="960" y="472"/>
                    <a:pt x="1056" y="236"/>
                    <a:pt x="1152" y="0"/>
                  </a:cubicBezTo>
                </a:path>
              </a:pathLst>
            </a:custGeom>
            <a:noFill/>
            <a:ln w="50800" cap="flat" cmpd="sng">
              <a:solidFill>
                <a:schemeClr val="tx1"/>
              </a:solidFill>
              <a:prstDash val="solid"/>
              <a:round/>
              <a:headEnd type="none" w="med" len="med"/>
              <a:tailEnd type="triangle" w="med" len="med"/>
            </a:ln>
          </p:spPr>
          <p:txBody>
            <a:bodyPr wrap="none" lIns="90000" tIns="46800" rIns="90000" bIns="46800" anchor="ctr">
              <a:spAutoFit/>
            </a:bodyPr>
            <a:lstStyle/>
            <a:p>
              <a:endParaRPr lang="es-ES"/>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2"/>
          <p:cNvSpPr>
            <a:spLocks noGrp="1" noChangeArrowheads="1"/>
          </p:cNvSpPr>
          <p:nvPr>
            <p:ph type="title"/>
          </p:nvPr>
        </p:nvSpPr>
        <p:spPr>
          <a:xfrm>
            <a:off x="742950" y="717550"/>
            <a:ext cx="8415338" cy="884684"/>
          </a:xfrm>
        </p:spPr>
        <p:txBody>
          <a:bodyPr>
            <a:noAutofit/>
          </a:bodyPr>
          <a:lstStyle/>
          <a:p>
            <a:pPr eaLnBrk="1" hangingPunct="1"/>
            <a:r>
              <a:rPr lang="es-ES_tradnl" sz="2800" dirty="0">
                <a:latin typeface="Arial" pitchFamily="34" charset="0"/>
              </a:rPr>
              <a:t>Otros modos de direccionamiento</a:t>
            </a:r>
            <a:br>
              <a:rPr lang="es-ES_tradnl" sz="2800" dirty="0">
                <a:latin typeface="Arial" pitchFamily="34" charset="0"/>
              </a:rPr>
            </a:br>
            <a:endParaRPr lang="es-ES_tradnl" sz="4000" dirty="0">
              <a:latin typeface="Arial" pitchFamily="34" charset="0"/>
            </a:endParaRPr>
          </a:p>
        </p:txBody>
      </p:sp>
      <p:sp>
        <p:nvSpPr>
          <p:cNvPr id="100356" name="Rectangle 3"/>
          <p:cNvSpPr>
            <a:spLocks noGrp="1" noChangeArrowheads="1"/>
          </p:cNvSpPr>
          <p:nvPr>
            <p:ph sz="quarter" idx="1"/>
          </p:nvPr>
        </p:nvSpPr>
        <p:spPr>
          <a:xfrm>
            <a:off x="412750" y="1979613"/>
            <a:ext cx="9075738" cy="4860925"/>
          </a:xfrm>
        </p:spPr>
        <p:txBody>
          <a:bodyPr>
            <a:normAutofit/>
          </a:bodyPr>
          <a:lstStyle/>
          <a:p>
            <a:pPr lvl="2" eaLnBrk="1" hangingPunct="1">
              <a:lnSpc>
                <a:spcPct val="90000"/>
              </a:lnSpc>
            </a:pPr>
            <a:endParaRPr lang="es-ES_tradnl" dirty="0"/>
          </a:p>
          <a:p>
            <a:pPr lvl="1" eaLnBrk="1" hangingPunct="1">
              <a:lnSpc>
                <a:spcPct val="90000"/>
              </a:lnSpc>
              <a:buFontTx/>
              <a:buChar char="•"/>
            </a:pPr>
            <a:r>
              <a:rPr lang="es-ES_tradnl" b="1" dirty="0"/>
              <a:t>MD inmediato, o literal. </a:t>
            </a:r>
            <a:r>
              <a:rPr lang="es-ES_tradnl" dirty="0"/>
              <a:t>Las instrucciones incluyen el propio dato </a:t>
            </a:r>
          </a:p>
          <a:p>
            <a:pPr lvl="2" eaLnBrk="1" hangingPunct="1">
              <a:buFontTx/>
              <a:buNone/>
            </a:pPr>
            <a:r>
              <a:rPr lang="es-ES_tradnl" b="1" dirty="0"/>
              <a:t>	</a:t>
            </a:r>
            <a:r>
              <a:rPr lang="es-ES_tradnl" sz="2000" dirty="0"/>
              <a:t>Ej.: ADD “dirección destino”, </a:t>
            </a:r>
            <a:r>
              <a:rPr lang="es-ES_tradnl" sz="1500" dirty="0"/>
              <a:t># </a:t>
            </a:r>
            <a:r>
              <a:rPr lang="es-ES_tradnl" sz="2000" b="1" dirty="0"/>
              <a:t>1.5 </a:t>
            </a:r>
            <a:r>
              <a:rPr lang="es-ES_tradnl" sz="2000" dirty="0"/>
              <a:t>, </a:t>
            </a:r>
            <a:r>
              <a:rPr lang="es-ES_tradnl" sz="1500" dirty="0"/>
              <a:t>#</a:t>
            </a:r>
            <a:r>
              <a:rPr lang="es-ES_tradnl" sz="2000" dirty="0"/>
              <a:t> </a:t>
            </a:r>
            <a:r>
              <a:rPr lang="es-ES_tradnl" sz="2000" b="1" dirty="0"/>
              <a:t>3.3</a:t>
            </a:r>
            <a:endParaRPr lang="es-ES_tradnl" sz="2000" dirty="0"/>
          </a:p>
          <a:p>
            <a:pPr lvl="3" eaLnBrk="1" hangingPunct="1">
              <a:buFontTx/>
              <a:buNone/>
            </a:pPr>
            <a:endParaRPr lang="es-ES_tradnl" sz="1800" dirty="0"/>
          </a:p>
          <a:p>
            <a:pPr lvl="1" eaLnBrk="1" hangingPunct="1">
              <a:buFontTx/>
              <a:buChar char="•"/>
            </a:pPr>
            <a:r>
              <a:rPr lang="es-ES_tradnl" b="1" dirty="0"/>
              <a:t>MD relativo. </a:t>
            </a:r>
            <a:r>
              <a:rPr lang="es-ES_tradnl" dirty="0"/>
              <a:t>La posición en memoria se calcula..</a:t>
            </a:r>
          </a:p>
          <a:p>
            <a:pPr lvl="3" eaLnBrk="1" hangingPunct="1">
              <a:buFontTx/>
              <a:buChar char="•"/>
            </a:pPr>
            <a:r>
              <a:rPr lang="es-ES_tradnl" b="1" dirty="0"/>
              <a:t>Suma </a:t>
            </a:r>
            <a:r>
              <a:rPr lang="es-ES_tradnl" dirty="0"/>
              <a:t>de dos enteros. </a:t>
            </a:r>
          </a:p>
          <a:p>
            <a:pPr lvl="4">
              <a:buFontTx/>
              <a:buChar char="•"/>
            </a:pPr>
            <a:r>
              <a:rPr lang="es-ES_tradnl" dirty="0"/>
              <a:t>Valor inmediato (constante entera)</a:t>
            </a:r>
          </a:p>
          <a:p>
            <a:pPr lvl="4">
              <a:buFontTx/>
              <a:buChar char="•"/>
            </a:pPr>
            <a:r>
              <a:rPr lang="es-ES_tradnl" dirty="0"/>
              <a:t>Valor en registro (variable entera)</a:t>
            </a:r>
          </a:p>
          <a:p>
            <a:pPr lvl="3">
              <a:buFontTx/>
              <a:buChar char="•"/>
            </a:pPr>
            <a:r>
              <a:rPr lang="es-ES_tradnl" dirty="0"/>
              <a:t>La suma debe ser un número natural</a:t>
            </a:r>
          </a:p>
          <a:p>
            <a:pPr lvl="3">
              <a:buFontTx/>
              <a:buChar char="•"/>
            </a:pPr>
            <a:r>
              <a:rPr lang="es-ES_tradnl" dirty="0"/>
              <a:t>Si </a:t>
            </a:r>
            <a:r>
              <a:rPr lang="es-ES_tradnl" dirty="0" err="1"/>
              <a:t>despl</a:t>
            </a:r>
            <a:r>
              <a:rPr lang="es-ES_tradnl" dirty="0"/>
              <a:t>==0 </a:t>
            </a:r>
            <a:r>
              <a:rPr lang="es-ES_tradnl" dirty="0">
                <a:sym typeface="Wingdings" panose="05000000000000000000" pitchFamily="2" charset="2"/>
              </a:rPr>
              <a:t> Modo indirecto por registro</a:t>
            </a:r>
            <a:endParaRPr lang="es-ES_tradnl" dirty="0"/>
          </a:p>
          <a:p>
            <a:pPr lvl="4">
              <a:buFontTx/>
              <a:buChar char="•"/>
            </a:pPr>
            <a:endParaRPr lang="es-ES_tradnl" dirty="0"/>
          </a:p>
          <a:p>
            <a:pPr lvl="1" eaLnBrk="1" hangingPunct="1">
              <a:buFontTx/>
              <a:buChar char="•"/>
            </a:pPr>
            <a:endParaRPr lang="es-ES_tradnl" dirty="0"/>
          </a:p>
        </p:txBody>
      </p:sp>
      <p:sp>
        <p:nvSpPr>
          <p:cNvPr id="547845" name="Line 5"/>
          <p:cNvSpPr>
            <a:spLocks noChangeShapeType="1"/>
          </p:cNvSpPr>
          <p:nvPr/>
        </p:nvSpPr>
        <p:spPr bwMode="auto">
          <a:xfrm flipV="1">
            <a:off x="8745538" y="6210300"/>
            <a:ext cx="0" cy="630238"/>
          </a:xfrm>
          <a:prstGeom prst="line">
            <a:avLst/>
          </a:prstGeom>
          <a:noFill/>
          <a:ln w="19050">
            <a:solidFill>
              <a:schemeClr val="tx1"/>
            </a:solidFill>
            <a:round/>
            <a:headEnd/>
            <a:tailEnd type="triangle" w="med" len="med"/>
          </a:ln>
        </p:spPr>
        <p:txBody>
          <a:bodyPr lIns="90000" tIns="46800" rIns="90000" bIns="46800" anchor="ctr">
            <a:spAutoFit/>
          </a:bodyPr>
          <a:lstStyle/>
          <a:p>
            <a:endParaRPr lang="es-ES"/>
          </a:p>
        </p:txBody>
      </p:sp>
      <p:sp>
        <p:nvSpPr>
          <p:cNvPr id="547846" name="Line 6"/>
          <p:cNvSpPr>
            <a:spLocks noChangeShapeType="1"/>
          </p:cNvSpPr>
          <p:nvPr/>
        </p:nvSpPr>
        <p:spPr bwMode="auto">
          <a:xfrm>
            <a:off x="8745538" y="6840538"/>
            <a:ext cx="0" cy="539750"/>
          </a:xfrm>
          <a:prstGeom prst="line">
            <a:avLst/>
          </a:prstGeom>
          <a:noFill/>
          <a:ln w="19050">
            <a:solidFill>
              <a:schemeClr val="tx1"/>
            </a:solidFill>
            <a:round/>
            <a:headEnd/>
            <a:tailEnd type="triangle" w="med" len="med"/>
          </a:ln>
        </p:spPr>
        <p:txBody>
          <a:bodyPr lIns="90000" tIns="46800" rIns="90000" bIns="46800" anchor="ctr">
            <a:spAutoFit/>
          </a:bodyPr>
          <a:lstStyle/>
          <a:p>
            <a:endParaRPr lang="es-ES"/>
          </a:p>
        </p:txBody>
      </p:sp>
      <p:sp>
        <p:nvSpPr>
          <p:cNvPr id="547847" name="Line 7"/>
          <p:cNvSpPr>
            <a:spLocks noChangeShapeType="1"/>
          </p:cNvSpPr>
          <p:nvPr/>
        </p:nvSpPr>
        <p:spPr bwMode="auto">
          <a:xfrm flipV="1">
            <a:off x="8745538" y="5761038"/>
            <a:ext cx="0" cy="1079500"/>
          </a:xfrm>
          <a:prstGeom prst="line">
            <a:avLst/>
          </a:prstGeom>
          <a:noFill/>
          <a:ln w="19050">
            <a:solidFill>
              <a:schemeClr val="tx1"/>
            </a:solidFill>
            <a:round/>
            <a:headEnd/>
            <a:tailEnd type="triangle" w="med" len="med"/>
          </a:ln>
        </p:spPr>
        <p:txBody>
          <a:bodyPr lIns="90000" tIns="46800" rIns="90000" bIns="46800" anchor="ctr">
            <a:spAutoFit/>
          </a:bodyPr>
          <a:lstStyle/>
          <a:p>
            <a:endParaRPr lang="es-ES"/>
          </a:p>
        </p:txBody>
      </p:sp>
      <p:sp>
        <p:nvSpPr>
          <p:cNvPr id="547848" name="Line 8"/>
          <p:cNvSpPr>
            <a:spLocks noChangeShapeType="1"/>
          </p:cNvSpPr>
          <p:nvPr/>
        </p:nvSpPr>
        <p:spPr bwMode="auto">
          <a:xfrm>
            <a:off x="8745538" y="6840538"/>
            <a:ext cx="0" cy="180975"/>
          </a:xfrm>
          <a:prstGeom prst="line">
            <a:avLst/>
          </a:prstGeom>
          <a:noFill/>
          <a:ln w="19050">
            <a:solidFill>
              <a:schemeClr val="tx1"/>
            </a:solidFill>
            <a:round/>
            <a:headEnd/>
            <a:tailEnd type="triangle" w="med" len="med"/>
          </a:ln>
        </p:spPr>
        <p:txBody>
          <a:bodyPr lIns="90000" tIns="46800" rIns="90000" bIns="46800" anchor="ctr">
            <a:spAutoFit/>
          </a:bodyPr>
          <a:lstStyle/>
          <a:p>
            <a:endParaRPr lang="es-ES"/>
          </a:p>
        </p:txBody>
      </p:sp>
      <p:grpSp>
        <p:nvGrpSpPr>
          <p:cNvPr id="2" name="Group 9"/>
          <p:cNvGrpSpPr>
            <a:grpSpLocks/>
          </p:cNvGrpSpPr>
          <p:nvPr/>
        </p:nvGrpSpPr>
        <p:grpSpPr bwMode="auto">
          <a:xfrm>
            <a:off x="7096125" y="3690938"/>
            <a:ext cx="2557463" cy="3779837"/>
            <a:chOff x="4128" y="1968"/>
            <a:chExt cx="1488" cy="2016"/>
          </a:xfrm>
        </p:grpSpPr>
        <p:grpSp>
          <p:nvGrpSpPr>
            <p:cNvPr id="100364" name="Group 10"/>
            <p:cNvGrpSpPr>
              <a:grpSpLocks/>
            </p:cNvGrpSpPr>
            <p:nvPr/>
          </p:nvGrpSpPr>
          <p:grpSpPr bwMode="auto">
            <a:xfrm>
              <a:off x="4654" y="1968"/>
              <a:ext cx="962" cy="2016"/>
              <a:chOff x="4654" y="1968"/>
              <a:chExt cx="962" cy="2016"/>
            </a:xfrm>
          </p:grpSpPr>
          <p:grpSp>
            <p:nvGrpSpPr>
              <p:cNvPr id="100366" name="Group 11"/>
              <p:cNvGrpSpPr>
                <a:grpSpLocks/>
              </p:cNvGrpSpPr>
              <p:nvPr/>
            </p:nvGrpSpPr>
            <p:grpSpPr bwMode="auto">
              <a:xfrm>
                <a:off x="4848" y="1968"/>
                <a:ext cx="768" cy="1008"/>
                <a:chOff x="3648" y="2016"/>
                <a:chExt cx="768" cy="1008"/>
              </a:xfrm>
            </p:grpSpPr>
            <p:sp>
              <p:nvSpPr>
                <p:cNvPr id="100376" name="Rectangle 12"/>
                <p:cNvSpPr>
                  <a:spLocks noChangeArrowheads="1"/>
                </p:cNvSpPr>
                <p:nvPr/>
              </p:nvSpPr>
              <p:spPr bwMode="auto">
                <a:xfrm>
                  <a:off x="3648" y="2016"/>
                  <a:ext cx="768" cy="1008"/>
                </a:xfrm>
                <a:prstGeom prst="rect">
                  <a:avLst/>
                </a:prstGeom>
                <a:noFill/>
                <a:ln w="9525">
                  <a:solidFill>
                    <a:schemeClr val="tx1"/>
                  </a:solidFill>
                  <a:miter lim="800000"/>
                  <a:headEnd/>
                  <a:tailEnd/>
                </a:ln>
              </p:spPr>
              <p:txBody>
                <a:bodyPr lIns="90000" tIns="46800" rIns="90000" bIns="46800" anchor="ctr">
                  <a:spAutoFit/>
                </a:bodyPr>
                <a:lstStyle/>
                <a:p>
                  <a:endParaRPr lang="es-ES"/>
                </a:p>
              </p:txBody>
            </p:sp>
            <p:sp>
              <p:nvSpPr>
                <p:cNvPr id="100377" name="Line 13"/>
                <p:cNvSpPr>
                  <a:spLocks noChangeShapeType="1"/>
                </p:cNvSpPr>
                <p:nvPr/>
              </p:nvSpPr>
              <p:spPr bwMode="auto">
                <a:xfrm>
                  <a:off x="3648" y="2160"/>
                  <a:ext cx="768"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100378" name="Line 14"/>
                <p:cNvSpPr>
                  <a:spLocks noChangeShapeType="1"/>
                </p:cNvSpPr>
                <p:nvPr/>
              </p:nvSpPr>
              <p:spPr bwMode="auto">
                <a:xfrm>
                  <a:off x="3648" y="2304"/>
                  <a:ext cx="768"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100379" name="Line 15"/>
                <p:cNvSpPr>
                  <a:spLocks noChangeShapeType="1"/>
                </p:cNvSpPr>
                <p:nvPr/>
              </p:nvSpPr>
              <p:spPr bwMode="auto">
                <a:xfrm>
                  <a:off x="3648" y="2448"/>
                  <a:ext cx="768"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100380" name="Line 16"/>
                <p:cNvSpPr>
                  <a:spLocks noChangeShapeType="1"/>
                </p:cNvSpPr>
                <p:nvPr/>
              </p:nvSpPr>
              <p:spPr bwMode="auto">
                <a:xfrm>
                  <a:off x="3648" y="2592"/>
                  <a:ext cx="768"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100381" name="Line 17"/>
                <p:cNvSpPr>
                  <a:spLocks noChangeShapeType="1"/>
                </p:cNvSpPr>
                <p:nvPr/>
              </p:nvSpPr>
              <p:spPr bwMode="auto">
                <a:xfrm>
                  <a:off x="3648" y="2736"/>
                  <a:ext cx="768"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100382" name="Line 18"/>
                <p:cNvSpPr>
                  <a:spLocks noChangeShapeType="1"/>
                </p:cNvSpPr>
                <p:nvPr/>
              </p:nvSpPr>
              <p:spPr bwMode="auto">
                <a:xfrm>
                  <a:off x="3648" y="2880"/>
                  <a:ext cx="768"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grpSp>
          <p:sp>
            <p:nvSpPr>
              <p:cNvPr id="100367" name="Freeform 19"/>
              <p:cNvSpPr>
                <a:spLocks/>
              </p:cNvSpPr>
              <p:nvPr/>
            </p:nvSpPr>
            <p:spPr bwMode="auto">
              <a:xfrm>
                <a:off x="4654" y="2770"/>
                <a:ext cx="173" cy="878"/>
              </a:xfrm>
              <a:custGeom>
                <a:avLst/>
                <a:gdLst>
                  <a:gd name="T0" fmla="*/ 0 w 173"/>
                  <a:gd name="T1" fmla="*/ 0 h 878"/>
                  <a:gd name="T2" fmla="*/ 0 w 173"/>
                  <a:gd name="T3" fmla="*/ 878 h 878"/>
                  <a:gd name="T4" fmla="*/ 173 w 173"/>
                  <a:gd name="T5" fmla="*/ 878 h 878"/>
                  <a:gd name="T6" fmla="*/ 0 60000 65536"/>
                  <a:gd name="T7" fmla="*/ 0 60000 65536"/>
                  <a:gd name="T8" fmla="*/ 0 60000 65536"/>
                  <a:gd name="T9" fmla="*/ 0 w 173"/>
                  <a:gd name="T10" fmla="*/ 0 h 878"/>
                  <a:gd name="T11" fmla="*/ 173 w 173"/>
                  <a:gd name="T12" fmla="*/ 878 h 878"/>
                </a:gdLst>
                <a:ahLst/>
                <a:cxnLst>
                  <a:cxn ang="T6">
                    <a:pos x="T0" y="T1"/>
                  </a:cxn>
                  <a:cxn ang="T7">
                    <a:pos x="T2" y="T3"/>
                  </a:cxn>
                  <a:cxn ang="T8">
                    <a:pos x="T4" y="T5"/>
                  </a:cxn>
                </a:cxnLst>
                <a:rect l="T9" t="T10" r="T11" b="T12"/>
                <a:pathLst>
                  <a:path w="173" h="878">
                    <a:moveTo>
                      <a:pt x="0" y="0"/>
                    </a:moveTo>
                    <a:lnTo>
                      <a:pt x="0" y="878"/>
                    </a:lnTo>
                    <a:lnTo>
                      <a:pt x="173" y="878"/>
                    </a:lnTo>
                  </a:path>
                </a:pathLst>
              </a:custGeom>
              <a:noFill/>
              <a:ln w="19050" cap="flat" cmpd="sng">
                <a:solidFill>
                  <a:schemeClr val="tx1"/>
                </a:solidFill>
                <a:prstDash val="solid"/>
                <a:round/>
                <a:headEnd type="none" w="med" len="med"/>
                <a:tailEnd type="triangle" w="med" len="med"/>
              </a:ln>
            </p:spPr>
            <p:txBody>
              <a:bodyPr wrap="none" lIns="90000" tIns="46800" rIns="90000" bIns="46800" anchor="ctr">
                <a:spAutoFit/>
              </a:bodyPr>
              <a:lstStyle/>
              <a:p>
                <a:endParaRPr lang="es-ES"/>
              </a:p>
            </p:txBody>
          </p:sp>
          <p:grpSp>
            <p:nvGrpSpPr>
              <p:cNvPr id="100368" name="Group 20"/>
              <p:cNvGrpSpPr>
                <a:grpSpLocks/>
              </p:cNvGrpSpPr>
              <p:nvPr/>
            </p:nvGrpSpPr>
            <p:grpSpPr bwMode="auto">
              <a:xfrm>
                <a:off x="4848" y="2976"/>
                <a:ext cx="768" cy="1008"/>
                <a:chOff x="3648" y="2016"/>
                <a:chExt cx="768" cy="1008"/>
              </a:xfrm>
            </p:grpSpPr>
            <p:sp>
              <p:nvSpPr>
                <p:cNvPr id="100369" name="Rectangle 21"/>
                <p:cNvSpPr>
                  <a:spLocks noChangeArrowheads="1"/>
                </p:cNvSpPr>
                <p:nvPr/>
              </p:nvSpPr>
              <p:spPr bwMode="auto">
                <a:xfrm>
                  <a:off x="3648" y="2016"/>
                  <a:ext cx="768" cy="1008"/>
                </a:xfrm>
                <a:prstGeom prst="rect">
                  <a:avLst/>
                </a:prstGeom>
                <a:noFill/>
                <a:ln w="9525">
                  <a:solidFill>
                    <a:schemeClr val="tx1"/>
                  </a:solidFill>
                  <a:miter lim="800000"/>
                  <a:headEnd/>
                  <a:tailEnd/>
                </a:ln>
              </p:spPr>
              <p:txBody>
                <a:bodyPr lIns="90000" tIns="46800" rIns="90000" bIns="46800" anchor="ctr">
                  <a:spAutoFit/>
                </a:bodyPr>
                <a:lstStyle/>
                <a:p>
                  <a:endParaRPr lang="es-ES"/>
                </a:p>
              </p:txBody>
            </p:sp>
            <p:sp>
              <p:nvSpPr>
                <p:cNvPr id="100370" name="Line 22"/>
                <p:cNvSpPr>
                  <a:spLocks noChangeShapeType="1"/>
                </p:cNvSpPr>
                <p:nvPr/>
              </p:nvSpPr>
              <p:spPr bwMode="auto">
                <a:xfrm>
                  <a:off x="3648" y="2160"/>
                  <a:ext cx="768"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100371" name="Line 23"/>
                <p:cNvSpPr>
                  <a:spLocks noChangeShapeType="1"/>
                </p:cNvSpPr>
                <p:nvPr/>
              </p:nvSpPr>
              <p:spPr bwMode="auto">
                <a:xfrm>
                  <a:off x="3648" y="2304"/>
                  <a:ext cx="768"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100372" name="Line 24"/>
                <p:cNvSpPr>
                  <a:spLocks noChangeShapeType="1"/>
                </p:cNvSpPr>
                <p:nvPr/>
              </p:nvSpPr>
              <p:spPr bwMode="auto">
                <a:xfrm>
                  <a:off x="3648" y="2448"/>
                  <a:ext cx="768"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100373" name="Line 25"/>
                <p:cNvSpPr>
                  <a:spLocks noChangeShapeType="1"/>
                </p:cNvSpPr>
                <p:nvPr/>
              </p:nvSpPr>
              <p:spPr bwMode="auto">
                <a:xfrm>
                  <a:off x="3648" y="2592"/>
                  <a:ext cx="768"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100374" name="Line 26"/>
                <p:cNvSpPr>
                  <a:spLocks noChangeShapeType="1"/>
                </p:cNvSpPr>
                <p:nvPr/>
              </p:nvSpPr>
              <p:spPr bwMode="auto">
                <a:xfrm>
                  <a:off x="3648" y="2736"/>
                  <a:ext cx="768"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sp>
              <p:nvSpPr>
                <p:cNvPr id="100375" name="Line 27"/>
                <p:cNvSpPr>
                  <a:spLocks noChangeShapeType="1"/>
                </p:cNvSpPr>
                <p:nvPr/>
              </p:nvSpPr>
              <p:spPr bwMode="auto">
                <a:xfrm>
                  <a:off x="3648" y="2880"/>
                  <a:ext cx="768" cy="0"/>
                </a:xfrm>
                <a:prstGeom prst="line">
                  <a:avLst/>
                </a:prstGeom>
                <a:noFill/>
                <a:ln w="9525">
                  <a:solidFill>
                    <a:schemeClr val="tx1"/>
                  </a:solidFill>
                  <a:round/>
                  <a:headEnd/>
                  <a:tailEnd/>
                </a:ln>
              </p:spPr>
              <p:txBody>
                <a:bodyPr wrap="none" lIns="90000" tIns="46800" rIns="90000" bIns="46800" anchor="ctr">
                  <a:spAutoFit/>
                </a:bodyPr>
                <a:lstStyle/>
                <a:p>
                  <a:endParaRPr lang="es-ES"/>
                </a:p>
              </p:txBody>
            </p:sp>
          </p:grpSp>
        </p:grpSp>
        <p:sp>
          <p:nvSpPr>
            <p:cNvPr id="100365" name="Text Box 28"/>
            <p:cNvSpPr txBox="1">
              <a:spLocks noChangeArrowheads="1"/>
            </p:cNvSpPr>
            <p:nvPr/>
          </p:nvSpPr>
          <p:spPr bwMode="auto">
            <a:xfrm>
              <a:off x="4128" y="3216"/>
              <a:ext cx="480" cy="288"/>
            </a:xfrm>
            <a:prstGeom prst="rect">
              <a:avLst/>
            </a:prstGeom>
            <a:noFill/>
            <a:ln w="19050">
              <a:noFill/>
              <a:miter lim="800000"/>
              <a:headEnd/>
              <a:tailEnd/>
            </a:ln>
          </p:spPr>
          <p:txBody>
            <a:bodyPr lIns="101250" tIns="52650" rIns="101250" bIns="52650">
              <a:spAutoFit/>
            </a:bodyPr>
            <a:lstStyle/>
            <a:p>
              <a:pPr algn="l" defTabSz="1028700" eaLnBrk="0" hangingPunct="0">
                <a:spcBef>
                  <a:spcPct val="50000"/>
                </a:spcBef>
              </a:pPr>
              <a:r>
                <a:rPr lang="es-ES_tradnl" sz="2700"/>
                <a:t>base</a:t>
              </a:r>
              <a:endParaRPr lang="es-ES" sz="2700"/>
            </a:p>
          </p:txBody>
        </p:sp>
      </p:grpSp>
      <p:sp>
        <p:nvSpPr>
          <p:cNvPr id="547869" name="Text Box 29"/>
          <p:cNvSpPr txBox="1">
            <a:spLocks noChangeArrowheads="1"/>
          </p:cNvSpPr>
          <p:nvPr/>
        </p:nvSpPr>
        <p:spPr bwMode="auto">
          <a:xfrm>
            <a:off x="8415338" y="6391275"/>
            <a:ext cx="1485900" cy="250825"/>
          </a:xfrm>
          <a:prstGeom prst="rect">
            <a:avLst/>
          </a:prstGeom>
          <a:noFill/>
          <a:ln w="19050">
            <a:noFill/>
            <a:miter lim="800000"/>
            <a:headEnd/>
            <a:tailEnd/>
          </a:ln>
        </p:spPr>
        <p:txBody>
          <a:bodyPr lIns="0" tIns="0" rIns="0" bIns="0">
            <a:spAutoFit/>
          </a:bodyPr>
          <a:lstStyle/>
          <a:p>
            <a:pPr algn="l" defTabSz="1028700" eaLnBrk="0" hangingPunct="0">
              <a:spcBef>
                <a:spcPct val="50000"/>
              </a:spcBef>
            </a:pPr>
            <a:r>
              <a:rPr lang="es-ES_tradnl" sz="1600"/>
              <a:t>desplazamiento</a:t>
            </a:r>
            <a:endParaRPr lang="es-ES" sz="160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7" presetClass="entr" presetSubtype="4" fill="hold" grpId="0" nodeType="clickEffect">
                                  <p:stCondLst>
                                    <p:cond delay="0"/>
                                  </p:stCondLst>
                                  <p:childTnLst>
                                    <p:set>
                                      <p:cBhvr>
                                        <p:cTn id="10" dur="1" fill="hold">
                                          <p:stCondLst>
                                            <p:cond delay="0"/>
                                          </p:stCondLst>
                                        </p:cTn>
                                        <p:tgtEl>
                                          <p:spTgt spid="547845"/>
                                        </p:tgtEl>
                                        <p:attrNameLst>
                                          <p:attrName>style.visibility</p:attrName>
                                        </p:attrNameLst>
                                      </p:cBhvr>
                                      <p:to>
                                        <p:strVal val="visible"/>
                                      </p:to>
                                    </p:set>
                                    <p:anim calcmode="lin" valueType="num">
                                      <p:cBhvr>
                                        <p:cTn id="11" dur="500" fill="hold"/>
                                        <p:tgtEl>
                                          <p:spTgt spid="547845"/>
                                        </p:tgtEl>
                                        <p:attrNameLst>
                                          <p:attrName>ppt_x</p:attrName>
                                        </p:attrNameLst>
                                      </p:cBhvr>
                                      <p:tavLst>
                                        <p:tav tm="0">
                                          <p:val>
                                            <p:strVal val="#ppt_x"/>
                                          </p:val>
                                        </p:tav>
                                        <p:tav tm="100000">
                                          <p:val>
                                            <p:strVal val="#ppt_x"/>
                                          </p:val>
                                        </p:tav>
                                      </p:tavLst>
                                    </p:anim>
                                    <p:anim calcmode="lin" valueType="num">
                                      <p:cBhvr>
                                        <p:cTn id="12" dur="500" fill="hold"/>
                                        <p:tgtEl>
                                          <p:spTgt spid="547845"/>
                                        </p:tgtEl>
                                        <p:attrNameLst>
                                          <p:attrName>ppt_y</p:attrName>
                                        </p:attrNameLst>
                                      </p:cBhvr>
                                      <p:tavLst>
                                        <p:tav tm="0">
                                          <p:val>
                                            <p:strVal val="#ppt_y+#ppt_h/2"/>
                                          </p:val>
                                        </p:tav>
                                        <p:tav tm="100000">
                                          <p:val>
                                            <p:strVal val="#ppt_y"/>
                                          </p:val>
                                        </p:tav>
                                      </p:tavLst>
                                    </p:anim>
                                    <p:anim calcmode="lin" valueType="num">
                                      <p:cBhvr>
                                        <p:cTn id="13" dur="500" fill="hold"/>
                                        <p:tgtEl>
                                          <p:spTgt spid="547845"/>
                                        </p:tgtEl>
                                        <p:attrNameLst>
                                          <p:attrName>ppt_w</p:attrName>
                                        </p:attrNameLst>
                                      </p:cBhvr>
                                      <p:tavLst>
                                        <p:tav tm="0">
                                          <p:val>
                                            <p:strVal val="#ppt_w"/>
                                          </p:val>
                                        </p:tav>
                                        <p:tav tm="100000">
                                          <p:val>
                                            <p:strVal val="#ppt_w"/>
                                          </p:val>
                                        </p:tav>
                                      </p:tavLst>
                                    </p:anim>
                                    <p:anim calcmode="lin" valueType="num">
                                      <p:cBhvr>
                                        <p:cTn id="14" dur="500" fill="hold"/>
                                        <p:tgtEl>
                                          <p:spTgt spid="547845"/>
                                        </p:tgtEl>
                                        <p:attrNameLst>
                                          <p:attrName>ppt_h</p:attrName>
                                        </p:attrNameLst>
                                      </p:cBhvr>
                                      <p:tavLst>
                                        <p:tav tm="0">
                                          <p:val>
                                            <p:fltVal val="0"/>
                                          </p:val>
                                        </p:tav>
                                        <p:tav tm="100000">
                                          <p:val>
                                            <p:strVal val="#ppt_h"/>
                                          </p:val>
                                        </p:tav>
                                      </p:tavLst>
                                    </p:anim>
                                  </p:childTnLst>
                                  <p:subTnLst>
                                    <p:set>
                                      <p:cBhvr override="childStyle">
                                        <p:cTn dur="1" fill="hold" display="0" masterRel="sameClick" afterEffect="1">
                                          <p:stCondLst>
                                            <p:cond evt="end" delay="0">
                                              <p:tn val="9"/>
                                            </p:cond>
                                          </p:stCondLst>
                                        </p:cTn>
                                        <p:tgtEl>
                                          <p:spTgt spid="547845"/>
                                        </p:tgtEl>
                                        <p:attrNameLst>
                                          <p:attrName>style.visibility</p:attrName>
                                        </p:attrNameLst>
                                      </p:cBhvr>
                                      <p:to>
                                        <p:strVal val="hidden"/>
                                      </p:to>
                                    </p:set>
                                  </p:subTnLst>
                                </p:cTn>
                              </p:par>
                            </p:childTnLst>
                          </p:cTn>
                        </p:par>
                        <p:par>
                          <p:cTn id="15" fill="hold">
                            <p:stCondLst>
                              <p:cond delay="500"/>
                            </p:stCondLst>
                            <p:childTnLst>
                              <p:par>
                                <p:cTn id="16" presetID="17" presetClass="entr" presetSubtype="1" fill="hold" grpId="0" nodeType="afterEffect">
                                  <p:stCondLst>
                                    <p:cond delay="0"/>
                                  </p:stCondLst>
                                  <p:childTnLst>
                                    <p:set>
                                      <p:cBhvr>
                                        <p:cTn id="17" dur="1" fill="hold">
                                          <p:stCondLst>
                                            <p:cond delay="0"/>
                                          </p:stCondLst>
                                        </p:cTn>
                                        <p:tgtEl>
                                          <p:spTgt spid="547846"/>
                                        </p:tgtEl>
                                        <p:attrNameLst>
                                          <p:attrName>style.visibility</p:attrName>
                                        </p:attrNameLst>
                                      </p:cBhvr>
                                      <p:to>
                                        <p:strVal val="visible"/>
                                      </p:to>
                                    </p:set>
                                    <p:anim calcmode="lin" valueType="num">
                                      <p:cBhvr>
                                        <p:cTn id="18" dur="500" fill="hold"/>
                                        <p:tgtEl>
                                          <p:spTgt spid="547846"/>
                                        </p:tgtEl>
                                        <p:attrNameLst>
                                          <p:attrName>ppt_x</p:attrName>
                                        </p:attrNameLst>
                                      </p:cBhvr>
                                      <p:tavLst>
                                        <p:tav tm="0">
                                          <p:val>
                                            <p:strVal val="#ppt_x"/>
                                          </p:val>
                                        </p:tav>
                                        <p:tav tm="100000">
                                          <p:val>
                                            <p:strVal val="#ppt_x"/>
                                          </p:val>
                                        </p:tav>
                                      </p:tavLst>
                                    </p:anim>
                                    <p:anim calcmode="lin" valueType="num">
                                      <p:cBhvr>
                                        <p:cTn id="19" dur="500" fill="hold"/>
                                        <p:tgtEl>
                                          <p:spTgt spid="547846"/>
                                        </p:tgtEl>
                                        <p:attrNameLst>
                                          <p:attrName>ppt_y</p:attrName>
                                        </p:attrNameLst>
                                      </p:cBhvr>
                                      <p:tavLst>
                                        <p:tav tm="0">
                                          <p:val>
                                            <p:strVal val="#ppt_y-#ppt_h/2"/>
                                          </p:val>
                                        </p:tav>
                                        <p:tav tm="100000">
                                          <p:val>
                                            <p:strVal val="#ppt_y"/>
                                          </p:val>
                                        </p:tav>
                                      </p:tavLst>
                                    </p:anim>
                                    <p:anim calcmode="lin" valueType="num">
                                      <p:cBhvr>
                                        <p:cTn id="20" dur="500" fill="hold"/>
                                        <p:tgtEl>
                                          <p:spTgt spid="547846"/>
                                        </p:tgtEl>
                                        <p:attrNameLst>
                                          <p:attrName>ppt_w</p:attrName>
                                        </p:attrNameLst>
                                      </p:cBhvr>
                                      <p:tavLst>
                                        <p:tav tm="0">
                                          <p:val>
                                            <p:strVal val="#ppt_w"/>
                                          </p:val>
                                        </p:tav>
                                        <p:tav tm="100000">
                                          <p:val>
                                            <p:strVal val="#ppt_w"/>
                                          </p:val>
                                        </p:tav>
                                      </p:tavLst>
                                    </p:anim>
                                    <p:anim calcmode="lin" valueType="num">
                                      <p:cBhvr>
                                        <p:cTn id="21" dur="500" fill="hold"/>
                                        <p:tgtEl>
                                          <p:spTgt spid="547846"/>
                                        </p:tgtEl>
                                        <p:attrNameLst>
                                          <p:attrName>ppt_h</p:attrName>
                                        </p:attrNameLst>
                                      </p:cBhvr>
                                      <p:tavLst>
                                        <p:tav tm="0">
                                          <p:val>
                                            <p:fltVal val="0"/>
                                          </p:val>
                                        </p:tav>
                                        <p:tav tm="100000">
                                          <p:val>
                                            <p:strVal val="#ppt_h"/>
                                          </p:val>
                                        </p:tav>
                                      </p:tavLst>
                                    </p:anim>
                                  </p:childTnLst>
                                  <p:subTnLst>
                                    <p:set>
                                      <p:cBhvr override="childStyle">
                                        <p:cTn dur="1" fill="hold" display="0" masterRel="sameClick" afterEffect="1">
                                          <p:stCondLst>
                                            <p:cond evt="end" delay="0">
                                              <p:tn val="16"/>
                                            </p:cond>
                                          </p:stCondLst>
                                        </p:cTn>
                                        <p:tgtEl>
                                          <p:spTgt spid="547846"/>
                                        </p:tgtEl>
                                        <p:attrNameLst>
                                          <p:attrName>style.visibility</p:attrName>
                                        </p:attrNameLst>
                                      </p:cBhvr>
                                      <p:to>
                                        <p:strVal val="hidden"/>
                                      </p:to>
                                    </p:set>
                                  </p:subTnLst>
                                </p:cTn>
                              </p:par>
                            </p:childTnLst>
                          </p:cTn>
                        </p:par>
                        <p:par>
                          <p:cTn id="22" fill="hold">
                            <p:stCondLst>
                              <p:cond delay="1000"/>
                            </p:stCondLst>
                            <p:childTnLst>
                              <p:par>
                                <p:cTn id="23" presetID="17" presetClass="entr" presetSubtype="4" fill="hold" grpId="0" nodeType="afterEffect">
                                  <p:stCondLst>
                                    <p:cond delay="0"/>
                                  </p:stCondLst>
                                  <p:childTnLst>
                                    <p:set>
                                      <p:cBhvr>
                                        <p:cTn id="24" dur="1" fill="hold">
                                          <p:stCondLst>
                                            <p:cond delay="0"/>
                                          </p:stCondLst>
                                        </p:cTn>
                                        <p:tgtEl>
                                          <p:spTgt spid="547847"/>
                                        </p:tgtEl>
                                        <p:attrNameLst>
                                          <p:attrName>style.visibility</p:attrName>
                                        </p:attrNameLst>
                                      </p:cBhvr>
                                      <p:to>
                                        <p:strVal val="visible"/>
                                      </p:to>
                                    </p:set>
                                    <p:anim calcmode="lin" valueType="num">
                                      <p:cBhvr>
                                        <p:cTn id="25" dur="500" fill="hold"/>
                                        <p:tgtEl>
                                          <p:spTgt spid="547847"/>
                                        </p:tgtEl>
                                        <p:attrNameLst>
                                          <p:attrName>ppt_x</p:attrName>
                                        </p:attrNameLst>
                                      </p:cBhvr>
                                      <p:tavLst>
                                        <p:tav tm="0">
                                          <p:val>
                                            <p:strVal val="#ppt_x"/>
                                          </p:val>
                                        </p:tav>
                                        <p:tav tm="100000">
                                          <p:val>
                                            <p:strVal val="#ppt_x"/>
                                          </p:val>
                                        </p:tav>
                                      </p:tavLst>
                                    </p:anim>
                                    <p:anim calcmode="lin" valueType="num">
                                      <p:cBhvr>
                                        <p:cTn id="26" dur="500" fill="hold"/>
                                        <p:tgtEl>
                                          <p:spTgt spid="547847"/>
                                        </p:tgtEl>
                                        <p:attrNameLst>
                                          <p:attrName>ppt_y</p:attrName>
                                        </p:attrNameLst>
                                      </p:cBhvr>
                                      <p:tavLst>
                                        <p:tav tm="0">
                                          <p:val>
                                            <p:strVal val="#ppt_y+#ppt_h/2"/>
                                          </p:val>
                                        </p:tav>
                                        <p:tav tm="100000">
                                          <p:val>
                                            <p:strVal val="#ppt_y"/>
                                          </p:val>
                                        </p:tav>
                                      </p:tavLst>
                                    </p:anim>
                                    <p:anim calcmode="lin" valueType="num">
                                      <p:cBhvr>
                                        <p:cTn id="27" dur="500" fill="hold"/>
                                        <p:tgtEl>
                                          <p:spTgt spid="547847"/>
                                        </p:tgtEl>
                                        <p:attrNameLst>
                                          <p:attrName>ppt_w</p:attrName>
                                        </p:attrNameLst>
                                      </p:cBhvr>
                                      <p:tavLst>
                                        <p:tav tm="0">
                                          <p:val>
                                            <p:strVal val="#ppt_w"/>
                                          </p:val>
                                        </p:tav>
                                        <p:tav tm="100000">
                                          <p:val>
                                            <p:strVal val="#ppt_w"/>
                                          </p:val>
                                        </p:tav>
                                      </p:tavLst>
                                    </p:anim>
                                    <p:anim calcmode="lin" valueType="num">
                                      <p:cBhvr>
                                        <p:cTn id="28" dur="500" fill="hold"/>
                                        <p:tgtEl>
                                          <p:spTgt spid="547847"/>
                                        </p:tgtEl>
                                        <p:attrNameLst>
                                          <p:attrName>ppt_h</p:attrName>
                                        </p:attrNameLst>
                                      </p:cBhvr>
                                      <p:tavLst>
                                        <p:tav tm="0">
                                          <p:val>
                                            <p:fltVal val="0"/>
                                          </p:val>
                                        </p:tav>
                                        <p:tav tm="100000">
                                          <p:val>
                                            <p:strVal val="#ppt_h"/>
                                          </p:val>
                                        </p:tav>
                                      </p:tavLst>
                                    </p:anim>
                                  </p:childTnLst>
                                  <p:subTnLst>
                                    <p:set>
                                      <p:cBhvr override="childStyle">
                                        <p:cTn dur="1" fill="hold" display="0" masterRel="sameClick" afterEffect="1">
                                          <p:stCondLst>
                                            <p:cond evt="end" delay="0">
                                              <p:tn val="23"/>
                                            </p:cond>
                                          </p:stCondLst>
                                        </p:cTn>
                                        <p:tgtEl>
                                          <p:spTgt spid="547847"/>
                                        </p:tgtEl>
                                        <p:attrNameLst>
                                          <p:attrName>style.visibility</p:attrName>
                                        </p:attrNameLst>
                                      </p:cBhvr>
                                      <p:to>
                                        <p:strVal val="hidden"/>
                                      </p:to>
                                    </p:set>
                                  </p:subTnLst>
                                </p:cTn>
                              </p:par>
                            </p:childTnLst>
                          </p:cTn>
                        </p:par>
                        <p:par>
                          <p:cTn id="29" fill="hold">
                            <p:stCondLst>
                              <p:cond delay="1500"/>
                            </p:stCondLst>
                            <p:childTnLst>
                              <p:par>
                                <p:cTn id="30" presetID="17" presetClass="entr" presetSubtype="1" fill="hold" grpId="0" nodeType="afterEffect">
                                  <p:stCondLst>
                                    <p:cond delay="0"/>
                                  </p:stCondLst>
                                  <p:childTnLst>
                                    <p:set>
                                      <p:cBhvr>
                                        <p:cTn id="31" dur="1" fill="hold">
                                          <p:stCondLst>
                                            <p:cond delay="0"/>
                                          </p:stCondLst>
                                        </p:cTn>
                                        <p:tgtEl>
                                          <p:spTgt spid="547848"/>
                                        </p:tgtEl>
                                        <p:attrNameLst>
                                          <p:attrName>style.visibility</p:attrName>
                                        </p:attrNameLst>
                                      </p:cBhvr>
                                      <p:to>
                                        <p:strVal val="visible"/>
                                      </p:to>
                                    </p:set>
                                    <p:anim calcmode="lin" valueType="num">
                                      <p:cBhvr>
                                        <p:cTn id="32" dur="500" fill="hold"/>
                                        <p:tgtEl>
                                          <p:spTgt spid="547848"/>
                                        </p:tgtEl>
                                        <p:attrNameLst>
                                          <p:attrName>ppt_x</p:attrName>
                                        </p:attrNameLst>
                                      </p:cBhvr>
                                      <p:tavLst>
                                        <p:tav tm="0">
                                          <p:val>
                                            <p:strVal val="#ppt_x"/>
                                          </p:val>
                                        </p:tav>
                                        <p:tav tm="100000">
                                          <p:val>
                                            <p:strVal val="#ppt_x"/>
                                          </p:val>
                                        </p:tav>
                                      </p:tavLst>
                                    </p:anim>
                                    <p:anim calcmode="lin" valueType="num">
                                      <p:cBhvr>
                                        <p:cTn id="33" dur="500" fill="hold"/>
                                        <p:tgtEl>
                                          <p:spTgt spid="547848"/>
                                        </p:tgtEl>
                                        <p:attrNameLst>
                                          <p:attrName>ppt_y</p:attrName>
                                        </p:attrNameLst>
                                      </p:cBhvr>
                                      <p:tavLst>
                                        <p:tav tm="0">
                                          <p:val>
                                            <p:strVal val="#ppt_y-#ppt_h/2"/>
                                          </p:val>
                                        </p:tav>
                                        <p:tav tm="100000">
                                          <p:val>
                                            <p:strVal val="#ppt_y"/>
                                          </p:val>
                                        </p:tav>
                                      </p:tavLst>
                                    </p:anim>
                                    <p:anim calcmode="lin" valueType="num">
                                      <p:cBhvr>
                                        <p:cTn id="34" dur="500" fill="hold"/>
                                        <p:tgtEl>
                                          <p:spTgt spid="547848"/>
                                        </p:tgtEl>
                                        <p:attrNameLst>
                                          <p:attrName>ppt_w</p:attrName>
                                        </p:attrNameLst>
                                      </p:cBhvr>
                                      <p:tavLst>
                                        <p:tav tm="0">
                                          <p:val>
                                            <p:strVal val="#ppt_w"/>
                                          </p:val>
                                        </p:tav>
                                        <p:tav tm="100000">
                                          <p:val>
                                            <p:strVal val="#ppt_w"/>
                                          </p:val>
                                        </p:tav>
                                      </p:tavLst>
                                    </p:anim>
                                    <p:anim calcmode="lin" valueType="num">
                                      <p:cBhvr>
                                        <p:cTn id="35" dur="500" fill="hold"/>
                                        <p:tgtEl>
                                          <p:spTgt spid="547848"/>
                                        </p:tgtEl>
                                        <p:attrNameLst>
                                          <p:attrName>ppt_h</p:attrName>
                                        </p:attrNameLst>
                                      </p:cBhvr>
                                      <p:tavLst>
                                        <p:tav tm="0">
                                          <p:val>
                                            <p:fltVal val="0"/>
                                          </p:val>
                                        </p:tav>
                                        <p:tav tm="100000">
                                          <p:val>
                                            <p:strVal val="#ppt_h"/>
                                          </p:val>
                                        </p:tav>
                                      </p:tavLst>
                                    </p:anim>
                                  </p:childTnLst>
                                </p:cTn>
                              </p:par>
                            </p:childTnLst>
                          </p:cTn>
                        </p:par>
                        <p:par>
                          <p:cTn id="36" fill="hold">
                            <p:stCondLst>
                              <p:cond delay="2000"/>
                            </p:stCondLst>
                            <p:childTnLst>
                              <p:par>
                                <p:cTn id="37" presetID="1" presetClass="entr" presetSubtype="0" fill="hold" grpId="0" nodeType="afterEffect">
                                  <p:stCondLst>
                                    <p:cond delay="0"/>
                                  </p:stCondLst>
                                  <p:childTnLst>
                                    <p:set>
                                      <p:cBhvr>
                                        <p:cTn id="38" dur="1" fill="hold">
                                          <p:stCondLst>
                                            <p:cond delay="499"/>
                                          </p:stCondLst>
                                        </p:cTn>
                                        <p:tgtEl>
                                          <p:spTgt spid="5478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7845" grpId="0" animBg="1"/>
      <p:bldP spid="547846" grpId="0" animBg="1"/>
      <p:bldP spid="547847" grpId="0" animBg="1"/>
      <p:bldP spid="547848" grpId="0" animBg="1"/>
      <p:bldP spid="547869" grpId="0"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53221F-D366-40A4-A9EE-157BD6F9FAF3}"/>
              </a:ext>
            </a:extLst>
          </p:cNvPr>
          <p:cNvSpPr>
            <a:spLocks noGrp="1"/>
          </p:cNvSpPr>
          <p:nvPr>
            <p:ph type="title"/>
          </p:nvPr>
        </p:nvSpPr>
        <p:spPr/>
        <p:txBody>
          <a:bodyPr/>
          <a:lstStyle/>
          <a:p>
            <a:r>
              <a:rPr lang="es-ES" dirty="0"/>
              <a:t>Operandos y operaciones implícitas</a:t>
            </a:r>
          </a:p>
        </p:txBody>
      </p:sp>
      <p:sp>
        <p:nvSpPr>
          <p:cNvPr id="3" name="Marcador de contenido 2">
            <a:extLst>
              <a:ext uri="{FF2B5EF4-FFF2-40B4-BE49-F238E27FC236}">
                <a16:creationId xmlns:a16="http://schemas.microsoft.com/office/drawing/2014/main" id="{8850BA00-E4D5-4E76-BCE2-295385B1F098}"/>
              </a:ext>
            </a:extLst>
          </p:cNvPr>
          <p:cNvSpPr>
            <a:spLocks noGrp="1"/>
          </p:cNvSpPr>
          <p:nvPr>
            <p:ph sz="quarter" idx="1"/>
          </p:nvPr>
        </p:nvSpPr>
        <p:spPr/>
        <p:txBody>
          <a:bodyPr>
            <a:normAutofit lnSpcReduction="10000"/>
          </a:bodyPr>
          <a:lstStyle/>
          <a:p>
            <a:pPr marL="0" indent="0">
              <a:buNone/>
            </a:pPr>
            <a:r>
              <a:rPr lang="es-ES" dirty="0">
                <a:latin typeface="Calibri" panose="020F0502020204030204" pitchFamily="34" charset="0"/>
                <a:ea typeface="Calibri" panose="020F0502020204030204" pitchFamily="34" charset="0"/>
                <a:cs typeface="Calibri" panose="020F0502020204030204" pitchFamily="34" charset="0"/>
              </a:rPr>
              <a:t>Operandos implícitos:</a:t>
            </a:r>
          </a:p>
          <a:p>
            <a:pPr lvl="1"/>
            <a:r>
              <a:rPr lang="es-ES" dirty="0">
                <a:latin typeface="Calibri" panose="020F0502020204030204" pitchFamily="34" charset="0"/>
                <a:ea typeface="Calibri" panose="020F0502020204030204" pitchFamily="34" charset="0"/>
                <a:cs typeface="Calibri" panose="020F0502020204030204" pitchFamily="34" charset="0"/>
              </a:rPr>
              <a:t>operandos que no aparecen de forma explícita (ya sea en ensamblador o binario)</a:t>
            </a:r>
          </a:p>
          <a:p>
            <a:pPr lvl="1"/>
            <a:r>
              <a:rPr lang="es-ES" dirty="0">
                <a:latin typeface="Calibri" panose="020F0502020204030204" pitchFamily="34" charset="0"/>
                <a:ea typeface="Calibri" panose="020F0502020204030204" pitchFamily="34" charset="0"/>
                <a:cs typeface="Calibri" panose="020F0502020204030204" pitchFamily="34" charset="0"/>
              </a:rPr>
              <a:t>Ejemplos: </a:t>
            </a:r>
          </a:p>
          <a:p>
            <a:pPr lvl="2"/>
            <a:r>
              <a:rPr lang="es-ES" dirty="0">
                <a:latin typeface="Calibri" panose="020F0502020204030204" pitchFamily="34" charset="0"/>
                <a:ea typeface="Calibri" panose="020F0502020204030204" pitchFamily="34" charset="0"/>
                <a:cs typeface="Calibri" panose="020F0502020204030204" pitchFamily="34" charset="0"/>
              </a:rPr>
              <a:t>INCR reg1 (reg1=reg1 + 1)</a:t>
            </a:r>
          </a:p>
          <a:p>
            <a:pPr lvl="2"/>
            <a:r>
              <a:rPr lang="es-ES" dirty="0">
                <a:latin typeface="Calibri" panose="020F0502020204030204" pitchFamily="34" charset="0"/>
                <a:ea typeface="Calibri" panose="020F0502020204030204" pitchFamily="34" charset="0"/>
                <a:cs typeface="Calibri" panose="020F0502020204030204" pitchFamily="34" charset="0"/>
              </a:rPr>
              <a:t>MUL BL (AL = AL + BL) </a:t>
            </a:r>
          </a:p>
          <a:p>
            <a:pPr marL="0" indent="0">
              <a:buNone/>
            </a:pPr>
            <a:r>
              <a:rPr lang="es-ES" dirty="0">
                <a:latin typeface="Calibri" panose="020F0502020204030204" pitchFamily="34" charset="0"/>
                <a:ea typeface="Calibri" panose="020F0502020204030204" pitchFamily="34" charset="0"/>
                <a:cs typeface="Calibri" panose="020F0502020204030204" pitchFamily="34" charset="0"/>
              </a:rPr>
              <a:t>Operaciones implícitas:</a:t>
            </a:r>
          </a:p>
          <a:p>
            <a:pPr lvl="1"/>
            <a:r>
              <a:rPr lang="es-ES" dirty="0">
                <a:latin typeface="Calibri" panose="020F0502020204030204" pitchFamily="34" charset="0"/>
                <a:ea typeface="Calibri" panose="020F0502020204030204" pitchFamily="34" charset="0"/>
                <a:cs typeface="Calibri" panose="020F0502020204030204" pitchFamily="34" charset="0"/>
              </a:rPr>
              <a:t>Todas las instrucciones incrementan implícitamente el registro PC</a:t>
            </a:r>
          </a:p>
          <a:p>
            <a:pPr lvl="1"/>
            <a:r>
              <a:rPr lang="es-ES" dirty="0">
                <a:latin typeface="Calibri" panose="020F0502020204030204" pitchFamily="34" charset="0"/>
                <a:ea typeface="Calibri" panose="020F0502020204030204" pitchFamily="34" charset="0"/>
                <a:cs typeface="Calibri" panose="020F0502020204030204" pitchFamily="34" charset="0"/>
              </a:rPr>
              <a:t>Muchas instrucciones modifican los registros de estado</a:t>
            </a:r>
          </a:p>
          <a:p>
            <a:endParaRPr lang="es-E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s-ES" dirty="0">
                <a:latin typeface="Calibri" panose="020F0502020204030204" pitchFamily="34" charset="0"/>
                <a:ea typeface="Calibri" panose="020F0502020204030204" pitchFamily="34" charset="0"/>
                <a:cs typeface="Calibri" panose="020F0502020204030204" pitchFamily="34" charset="0"/>
              </a:rPr>
              <a:t>Un ejemplo que contiene operandos y operaciones implícitas: la pila</a:t>
            </a:r>
          </a:p>
        </p:txBody>
      </p:sp>
    </p:spTree>
    <p:extLst>
      <p:ext uri="{BB962C8B-B14F-4D97-AF65-F5344CB8AC3E}">
        <p14:creationId xmlns:p14="http://schemas.microsoft.com/office/powerpoint/2010/main" val="396232130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0" name="Rectangle 5"/>
          <p:cNvSpPr>
            <a:spLocks noGrp="1" noChangeArrowheads="1"/>
          </p:cNvSpPr>
          <p:nvPr>
            <p:ph type="title"/>
          </p:nvPr>
        </p:nvSpPr>
        <p:spPr>
          <a:xfrm>
            <a:off x="741363" y="138113"/>
            <a:ext cx="8415337" cy="1349375"/>
          </a:xfrm>
        </p:spPr>
        <p:txBody>
          <a:bodyPr/>
          <a:lstStyle/>
          <a:p>
            <a:pPr eaLnBrk="1" hangingPunct="1"/>
            <a:r>
              <a:rPr lang="es-ES_tradnl" dirty="0"/>
              <a:t>La Pila</a:t>
            </a:r>
          </a:p>
        </p:txBody>
      </p:sp>
      <p:grpSp>
        <p:nvGrpSpPr>
          <p:cNvPr id="2" name="Group 90"/>
          <p:cNvGrpSpPr>
            <a:grpSpLocks/>
          </p:cNvGrpSpPr>
          <p:nvPr/>
        </p:nvGrpSpPr>
        <p:grpSpPr bwMode="auto">
          <a:xfrm>
            <a:off x="117475" y="3881438"/>
            <a:ext cx="3897313" cy="2305050"/>
            <a:chOff x="74" y="2445"/>
            <a:chExt cx="2455" cy="1452"/>
          </a:xfrm>
        </p:grpSpPr>
        <p:sp>
          <p:nvSpPr>
            <p:cNvPr id="91196" name="Text Box 34"/>
            <p:cNvSpPr txBox="1">
              <a:spLocks noChangeArrowheads="1"/>
            </p:cNvSpPr>
            <p:nvPr/>
          </p:nvSpPr>
          <p:spPr bwMode="auto">
            <a:xfrm>
              <a:off x="1645" y="3409"/>
              <a:ext cx="884" cy="219"/>
            </a:xfrm>
            <a:prstGeom prst="rect">
              <a:avLst/>
            </a:prstGeom>
            <a:solidFill>
              <a:srgbClr val="CCFFCC"/>
            </a:solidFill>
            <a:ln w="9525" algn="ctr">
              <a:solidFill>
                <a:schemeClr val="tx1"/>
              </a:solidFill>
              <a:miter lim="800000"/>
              <a:headEnd/>
              <a:tailEnd/>
            </a:ln>
          </p:spPr>
          <p:txBody>
            <a:bodyPr lIns="98613" tIns="51279" rIns="98613" bIns="51279">
              <a:spAutoFit/>
            </a:bodyPr>
            <a:lstStyle/>
            <a:p>
              <a:pPr defTabSz="1001713">
                <a:spcBef>
                  <a:spcPct val="50000"/>
                </a:spcBef>
              </a:pPr>
              <a:r>
                <a:rPr lang="es-ES_tradnl"/>
                <a:t>11</a:t>
              </a:r>
              <a:endParaRPr lang="es-ES"/>
            </a:p>
          </p:txBody>
        </p:sp>
        <p:sp>
          <p:nvSpPr>
            <p:cNvPr id="91197" name="Text Box 39"/>
            <p:cNvSpPr txBox="1">
              <a:spLocks noChangeArrowheads="1"/>
            </p:cNvSpPr>
            <p:nvPr/>
          </p:nvSpPr>
          <p:spPr bwMode="auto">
            <a:xfrm>
              <a:off x="74" y="2766"/>
              <a:ext cx="1375" cy="213"/>
            </a:xfrm>
            <a:prstGeom prst="rect">
              <a:avLst/>
            </a:prstGeom>
            <a:noFill/>
            <a:ln w="9525" algn="ctr">
              <a:noFill/>
              <a:miter lim="800000"/>
              <a:headEnd/>
              <a:tailEnd/>
            </a:ln>
          </p:spPr>
          <p:txBody>
            <a:bodyPr lIns="98613" tIns="51279" rIns="98613" bIns="51279">
              <a:spAutoFit/>
            </a:bodyPr>
            <a:lstStyle/>
            <a:p>
              <a:pPr defTabSz="1001713">
                <a:spcBef>
                  <a:spcPct val="50000"/>
                </a:spcBef>
              </a:pPr>
              <a:r>
                <a:rPr lang="es-ES_tradnl"/>
                <a:t>INTRODUCIR Y  (PUSH Y) </a:t>
              </a:r>
              <a:endParaRPr lang="es-ES"/>
            </a:p>
          </p:txBody>
        </p:sp>
        <p:sp>
          <p:nvSpPr>
            <p:cNvPr id="91198" name="Text Box 40"/>
            <p:cNvSpPr txBox="1">
              <a:spLocks noChangeArrowheads="1"/>
            </p:cNvSpPr>
            <p:nvPr/>
          </p:nvSpPr>
          <p:spPr bwMode="auto">
            <a:xfrm>
              <a:off x="1645" y="3195"/>
              <a:ext cx="884" cy="219"/>
            </a:xfrm>
            <a:prstGeom prst="rect">
              <a:avLst/>
            </a:prstGeom>
            <a:solidFill>
              <a:srgbClr val="CCFFCC"/>
            </a:solidFill>
            <a:ln w="9525" algn="ctr">
              <a:solidFill>
                <a:schemeClr val="tx1"/>
              </a:solidFill>
              <a:miter lim="800000"/>
              <a:headEnd/>
              <a:tailEnd/>
            </a:ln>
          </p:spPr>
          <p:txBody>
            <a:bodyPr lIns="98613" tIns="51279" rIns="98613" bIns="51279">
              <a:spAutoFit/>
            </a:bodyPr>
            <a:lstStyle/>
            <a:p>
              <a:pPr defTabSz="1001713">
                <a:spcBef>
                  <a:spcPct val="50000"/>
                </a:spcBef>
              </a:pPr>
              <a:r>
                <a:rPr lang="es-ES_tradnl"/>
                <a:t>23</a:t>
              </a:r>
              <a:endParaRPr lang="es-ES"/>
            </a:p>
          </p:txBody>
        </p:sp>
        <p:sp>
          <p:nvSpPr>
            <p:cNvPr id="91199" name="Text Box 55"/>
            <p:cNvSpPr txBox="1">
              <a:spLocks noChangeArrowheads="1"/>
            </p:cNvSpPr>
            <p:nvPr/>
          </p:nvSpPr>
          <p:spPr bwMode="auto">
            <a:xfrm>
              <a:off x="1939" y="3678"/>
              <a:ext cx="246" cy="219"/>
            </a:xfrm>
            <a:prstGeom prst="rect">
              <a:avLst/>
            </a:prstGeom>
            <a:noFill/>
            <a:ln w="9525" algn="ctr">
              <a:solidFill>
                <a:schemeClr val="tx1"/>
              </a:solidFill>
              <a:miter lim="800000"/>
              <a:headEnd/>
              <a:tailEnd/>
            </a:ln>
          </p:spPr>
          <p:txBody>
            <a:bodyPr lIns="98613" tIns="51279" rIns="98613" bIns="51279">
              <a:spAutoFit/>
            </a:bodyPr>
            <a:lstStyle/>
            <a:p>
              <a:pPr defTabSz="1001713">
                <a:spcBef>
                  <a:spcPct val="50000"/>
                </a:spcBef>
              </a:pPr>
              <a:r>
                <a:rPr lang="es-ES_tradnl"/>
                <a:t>42</a:t>
              </a:r>
              <a:endParaRPr lang="es-ES"/>
            </a:p>
          </p:txBody>
        </p:sp>
        <p:sp>
          <p:nvSpPr>
            <p:cNvPr id="91200" name="Text Box 56"/>
            <p:cNvSpPr txBox="1">
              <a:spLocks noChangeArrowheads="1"/>
            </p:cNvSpPr>
            <p:nvPr/>
          </p:nvSpPr>
          <p:spPr bwMode="auto">
            <a:xfrm>
              <a:off x="1693" y="3678"/>
              <a:ext cx="246" cy="212"/>
            </a:xfrm>
            <a:prstGeom prst="rect">
              <a:avLst/>
            </a:prstGeom>
            <a:noFill/>
            <a:ln w="9525" algn="ctr">
              <a:noFill/>
              <a:miter lim="800000"/>
              <a:headEnd/>
              <a:tailEnd/>
            </a:ln>
          </p:spPr>
          <p:txBody>
            <a:bodyPr lIns="98613" tIns="51279" rIns="98613" bIns="51279">
              <a:spAutoFit/>
            </a:bodyPr>
            <a:lstStyle/>
            <a:p>
              <a:pPr defTabSz="1001713">
                <a:spcBef>
                  <a:spcPct val="50000"/>
                </a:spcBef>
              </a:pPr>
              <a:r>
                <a:rPr lang="es-ES_tradnl"/>
                <a:t>Y</a:t>
              </a:r>
              <a:endParaRPr lang="es-ES"/>
            </a:p>
          </p:txBody>
        </p:sp>
        <p:sp>
          <p:nvSpPr>
            <p:cNvPr id="91201" name="Oval 74"/>
            <p:cNvSpPr>
              <a:spLocks noChangeArrowheads="1"/>
            </p:cNvSpPr>
            <p:nvPr/>
          </p:nvSpPr>
          <p:spPr bwMode="auto">
            <a:xfrm>
              <a:off x="1300" y="2445"/>
              <a:ext cx="295" cy="321"/>
            </a:xfrm>
            <a:prstGeom prst="ellipse">
              <a:avLst/>
            </a:prstGeom>
            <a:noFill/>
            <a:ln w="9525" algn="ctr">
              <a:solidFill>
                <a:schemeClr val="tx1"/>
              </a:solidFill>
              <a:round/>
              <a:headEnd/>
              <a:tailEnd/>
            </a:ln>
          </p:spPr>
          <p:txBody>
            <a:bodyPr wrap="none" lIns="90000" tIns="46800" rIns="90000" bIns="46800" anchor="ctr">
              <a:spAutoFit/>
            </a:bodyPr>
            <a:lstStyle/>
            <a:p>
              <a:endParaRPr lang="es-ES"/>
            </a:p>
          </p:txBody>
        </p:sp>
        <p:sp>
          <p:nvSpPr>
            <p:cNvPr id="91202" name="Text Box 75"/>
            <p:cNvSpPr txBox="1">
              <a:spLocks noChangeArrowheads="1"/>
            </p:cNvSpPr>
            <p:nvPr/>
          </p:nvSpPr>
          <p:spPr bwMode="auto">
            <a:xfrm>
              <a:off x="1350" y="2445"/>
              <a:ext cx="197" cy="309"/>
            </a:xfrm>
            <a:prstGeom prst="rect">
              <a:avLst/>
            </a:prstGeom>
            <a:noFill/>
            <a:ln w="9525" algn="ctr">
              <a:noFill/>
              <a:miter lim="800000"/>
              <a:headEnd/>
              <a:tailEnd/>
            </a:ln>
          </p:spPr>
          <p:txBody>
            <a:bodyPr lIns="98613" tIns="51279" rIns="98613" bIns="51279">
              <a:spAutoFit/>
            </a:bodyPr>
            <a:lstStyle/>
            <a:p>
              <a:pPr defTabSz="1001713">
                <a:spcBef>
                  <a:spcPct val="50000"/>
                </a:spcBef>
              </a:pPr>
              <a:r>
                <a:rPr lang="es-ES_tradnl" sz="2200"/>
                <a:t>3</a:t>
              </a:r>
              <a:endParaRPr lang="es-ES" sz="2200"/>
            </a:p>
          </p:txBody>
        </p:sp>
        <p:sp>
          <p:nvSpPr>
            <p:cNvPr id="91203" name="Text Box 89"/>
            <p:cNvSpPr txBox="1">
              <a:spLocks noChangeArrowheads="1"/>
            </p:cNvSpPr>
            <p:nvPr/>
          </p:nvSpPr>
          <p:spPr bwMode="auto">
            <a:xfrm>
              <a:off x="1643" y="2975"/>
              <a:ext cx="883" cy="195"/>
            </a:xfrm>
            <a:prstGeom prst="rect">
              <a:avLst/>
            </a:prstGeom>
            <a:noFill/>
            <a:ln w="9525" algn="ctr">
              <a:solidFill>
                <a:schemeClr val="tx1"/>
              </a:solidFill>
              <a:miter lim="800000"/>
              <a:headEnd/>
              <a:tailEnd/>
            </a:ln>
          </p:spPr>
          <p:txBody>
            <a:bodyPr lIns="98613" tIns="51279" rIns="98613" bIns="51279">
              <a:spAutoFit/>
            </a:bodyPr>
            <a:lstStyle/>
            <a:p>
              <a:pPr defTabSz="1001713">
                <a:spcBef>
                  <a:spcPct val="50000"/>
                </a:spcBef>
              </a:pPr>
              <a:endParaRPr lang="es-ES"/>
            </a:p>
          </p:txBody>
        </p:sp>
      </p:grpSp>
      <p:sp>
        <p:nvSpPr>
          <p:cNvPr id="91142" name="Text Box 20"/>
          <p:cNvSpPr txBox="1">
            <a:spLocks noChangeArrowheads="1"/>
          </p:cNvSpPr>
          <p:nvPr/>
        </p:nvSpPr>
        <p:spPr bwMode="auto">
          <a:xfrm>
            <a:off x="2611438" y="2943225"/>
            <a:ext cx="1403350" cy="347663"/>
          </a:xfrm>
          <a:prstGeom prst="rect">
            <a:avLst/>
          </a:prstGeom>
          <a:solidFill>
            <a:srgbClr val="CCFFCC"/>
          </a:solidFill>
          <a:ln w="9525" algn="ctr">
            <a:solidFill>
              <a:schemeClr val="tx1"/>
            </a:solidFill>
            <a:miter lim="800000"/>
            <a:headEnd/>
            <a:tailEnd/>
          </a:ln>
        </p:spPr>
        <p:txBody>
          <a:bodyPr lIns="98613" tIns="51279" rIns="98613" bIns="51279">
            <a:spAutoFit/>
          </a:bodyPr>
          <a:lstStyle/>
          <a:p>
            <a:pPr defTabSz="1001713">
              <a:spcBef>
                <a:spcPct val="50000"/>
              </a:spcBef>
            </a:pPr>
            <a:r>
              <a:rPr lang="es-ES_tradnl"/>
              <a:t>11</a:t>
            </a:r>
            <a:endParaRPr lang="es-ES"/>
          </a:p>
        </p:txBody>
      </p:sp>
      <p:sp>
        <p:nvSpPr>
          <p:cNvPr id="91143" name="Text Box 21"/>
          <p:cNvSpPr txBox="1">
            <a:spLocks noChangeArrowheads="1"/>
          </p:cNvSpPr>
          <p:nvPr/>
        </p:nvSpPr>
        <p:spPr bwMode="auto">
          <a:xfrm>
            <a:off x="2611438" y="2603500"/>
            <a:ext cx="1403350" cy="349250"/>
          </a:xfrm>
          <a:prstGeom prst="rect">
            <a:avLst/>
          </a:prstGeom>
          <a:solidFill>
            <a:schemeClr val="bg1"/>
          </a:solidFill>
          <a:ln w="9525" algn="ctr">
            <a:solidFill>
              <a:schemeClr val="tx1"/>
            </a:solidFill>
            <a:miter lim="800000"/>
            <a:headEnd/>
            <a:tailEnd/>
          </a:ln>
        </p:spPr>
        <p:txBody>
          <a:bodyPr lIns="98613" tIns="51279" rIns="98613" bIns="51279">
            <a:spAutoFit/>
          </a:bodyPr>
          <a:lstStyle/>
          <a:p>
            <a:pPr defTabSz="1001713">
              <a:spcBef>
                <a:spcPct val="50000"/>
              </a:spcBef>
            </a:pPr>
            <a:endParaRPr lang="es-ES"/>
          </a:p>
        </p:txBody>
      </p:sp>
      <p:grpSp>
        <p:nvGrpSpPr>
          <p:cNvPr id="3" name="Group 24"/>
          <p:cNvGrpSpPr>
            <a:grpSpLocks/>
          </p:cNvGrpSpPr>
          <p:nvPr/>
        </p:nvGrpSpPr>
        <p:grpSpPr bwMode="auto">
          <a:xfrm>
            <a:off x="6246813" y="4625975"/>
            <a:ext cx="779462" cy="300038"/>
            <a:chOff x="1020" y="1525"/>
            <a:chExt cx="454" cy="160"/>
          </a:xfrm>
        </p:grpSpPr>
        <p:sp>
          <p:nvSpPr>
            <p:cNvPr id="91194" name="Line 22"/>
            <p:cNvSpPr>
              <a:spLocks noChangeShapeType="1"/>
            </p:cNvSpPr>
            <p:nvPr/>
          </p:nvSpPr>
          <p:spPr bwMode="auto">
            <a:xfrm>
              <a:off x="1111" y="1661"/>
              <a:ext cx="363" cy="0"/>
            </a:xfrm>
            <a:prstGeom prst="line">
              <a:avLst/>
            </a:prstGeom>
            <a:noFill/>
            <a:ln w="9525">
              <a:solidFill>
                <a:schemeClr val="tx1"/>
              </a:solidFill>
              <a:round/>
              <a:headEnd/>
              <a:tailEnd type="triangle" w="med" len="med"/>
            </a:ln>
          </p:spPr>
          <p:txBody>
            <a:bodyPr lIns="90000" tIns="46800" rIns="90000" bIns="46800">
              <a:spAutoFit/>
            </a:bodyPr>
            <a:lstStyle/>
            <a:p>
              <a:endParaRPr lang="es-ES"/>
            </a:p>
          </p:txBody>
        </p:sp>
        <p:sp>
          <p:nvSpPr>
            <p:cNvPr id="91195" name="Text Box 23"/>
            <p:cNvSpPr txBox="1">
              <a:spLocks noChangeArrowheads="1"/>
            </p:cNvSpPr>
            <p:nvPr/>
          </p:nvSpPr>
          <p:spPr bwMode="auto">
            <a:xfrm>
              <a:off x="1020" y="1525"/>
              <a:ext cx="453" cy="160"/>
            </a:xfrm>
            <a:prstGeom prst="rect">
              <a:avLst/>
            </a:prstGeom>
            <a:noFill/>
            <a:ln w="9525" algn="ctr">
              <a:noFill/>
              <a:miter lim="800000"/>
              <a:headEnd/>
              <a:tailEnd/>
            </a:ln>
          </p:spPr>
          <p:txBody>
            <a:bodyPr lIns="98613" tIns="51279" rIns="98613" bIns="51279">
              <a:spAutoFit/>
            </a:bodyPr>
            <a:lstStyle/>
            <a:p>
              <a:pPr defTabSz="1001713">
                <a:spcBef>
                  <a:spcPct val="50000"/>
                </a:spcBef>
              </a:pPr>
              <a:r>
                <a:rPr lang="es-ES_tradnl"/>
                <a:t>puntero</a:t>
              </a:r>
              <a:endParaRPr lang="es-ES"/>
            </a:p>
          </p:txBody>
        </p:sp>
      </p:grpSp>
      <p:sp>
        <p:nvSpPr>
          <p:cNvPr id="91145" name="Text Box 25"/>
          <p:cNvSpPr txBox="1">
            <a:spLocks noChangeArrowheads="1"/>
          </p:cNvSpPr>
          <p:nvPr/>
        </p:nvSpPr>
        <p:spPr bwMode="auto">
          <a:xfrm>
            <a:off x="2611438" y="2262188"/>
            <a:ext cx="1403350" cy="349250"/>
          </a:xfrm>
          <a:prstGeom prst="rect">
            <a:avLst/>
          </a:prstGeom>
          <a:solidFill>
            <a:schemeClr val="bg1"/>
          </a:solidFill>
          <a:ln w="9525" algn="ctr">
            <a:solidFill>
              <a:schemeClr val="tx1"/>
            </a:solidFill>
            <a:miter lim="800000"/>
            <a:headEnd/>
            <a:tailEnd/>
          </a:ln>
        </p:spPr>
        <p:txBody>
          <a:bodyPr lIns="98613" tIns="51279" rIns="98613" bIns="51279">
            <a:spAutoFit/>
          </a:bodyPr>
          <a:lstStyle/>
          <a:p>
            <a:pPr defTabSz="1001713">
              <a:spcBef>
                <a:spcPct val="50000"/>
              </a:spcBef>
            </a:pPr>
            <a:endParaRPr lang="es-ES"/>
          </a:p>
        </p:txBody>
      </p:sp>
      <p:sp>
        <p:nvSpPr>
          <p:cNvPr id="69674" name="Text Box 42"/>
          <p:cNvSpPr txBox="1">
            <a:spLocks noChangeArrowheads="1"/>
          </p:cNvSpPr>
          <p:nvPr/>
        </p:nvSpPr>
        <p:spPr bwMode="auto">
          <a:xfrm>
            <a:off x="7134225" y="5411788"/>
            <a:ext cx="1401763" cy="347662"/>
          </a:xfrm>
          <a:prstGeom prst="rect">
            <a:avLst/>
          </a:prstGeom>
          <a:solidFill>
            <a:srgbClr val="CCFFCC"/>
          </a:solidFill>
          <a:ln w="9525" algn="ctr">
            <a:solidFill>
              <a:schemeClr val="tx1"/>
            </a:solidFill>
            <a:miter lim="800000"/>
            <a:headEnd/>
            <a:tailEnd/>
          </a:ln>
        </p:spPr>
        <p:txBody>
          <a:bodyPr lIns="98613" tIns="51279" rIns="98613" bIns="51279">
            <a:spAutoFit/>
          </a:bodyPr>
          <a:lstStyle/>
          <a:p>
            <a:pPr defTabSz="1001713">
              <a:spcBef>
                <a:spcPct val="50000"/>
              </a:spcBef>
            </a:pPr>
            <a:r>
              <a:rPr lang="es-ES_tradnl"/>
              <a:t>11</a:t>
            </a:r>
            <a:endParaRPr lang="es-ES"/>
          </a:p>
        </p:txBody>
      </p:sp>
      <p:sp>
        <p:nvSpPr>
          <p:cNvPr id="69678" name="Text Box 46"/>
          <p:cNvSpPr txBox="1">
            <a:spLocks noChangeArrowheads="1"/>
          </p:cNvSpPr>
          <p:nvPr/>
        </p:nvSpPr>
        <p:spPr bwMode="auto">
          <a:xfrm>
            <a:off x="7132638" y="4757738"/>
            <a:ext cx="1401762" cy="309562"/>
          </a:xfrm>
          <a:prstGeom prst="rect">
            <a:avLst/>
          </a:prstGeom>
          <a:solidFill>
            <a:srgbClr val="CCFFFF"/>
          </a:solidFill>
          <a:ln w="9525" algn="ctr">
            <a:solidFill>
              <a:schemeClr val="tx1"/>
            </a:solidFill>
            <a:miter lim="800000"/>
            <a:headEnd/>
            <a:tailEnd/>
          </a:ln>
        </p:spPr>
        <p:txBody>
          <a:bodyPr lIns="98613" tIns="51279" rIns="98613" bIns="51279">
            <a:spAutoFit/>
          </a:bodyPr>
          <a:lstStyle/>
          <a:p>
            <a:pPr defTabSz="1001713">
              <a:spcBef>
                <a:spcPct val="50000"/>
              </a:spcBef>
            </a:pPr>
            <a:r>
              <a:rPr lang="es-ES_tradnl"/>
              <a:t>42</a:t>
            </a:r>
            <a:endParaRPr lang="es-ES"/>
          </a:p>
        </p:txBody>
      </p:sp>
      <p:sp>
        <p:nvSpPr>
          <p:cNvPr id="69679" name="Text Box 47"/>
          <p:cNvSpPr txBox="1">
            <a:spLocks noChangeArrowheads="1"/>
          </p:cNvSpPr>
          <p:nvPr/>
        </p:nvSpPr>
        <p:spPr bwMode="auto">
          <a:xfrm>
            <a:off x="4640263" y="4391025"/>
            <a:ext cx="2182812" cy="338138"/>
          </a:xfrm>
          <a:prstGeom prst="rect">
            <a:avLst/>
          </a:prstGeom>
          <a:noFill/>
          <a:ln w="9525" algn="ctr">
            <a:noFill/>
            <a:miter lim="800000"/>
            <a:headEnd/>
            <a:tailEnd/>
          </a:ln>
        </p:spPr>
        <p:txBody>
          <a:bodyPr lIns="98613" tIns="51279" rIns="98613" bIns="51279">
            <a:spAutoFit/>
          </a:bodyPr>
          <a:lstStyle/>
          <a:p>
            <a:pPr defTabSz="1001713">
              <a:spcBef>
                <a:spcPct val="50000"/>
              </a:spcBef>
            </a:pPr>
            <a:r>
              <a:rPr lang="es-ES_tradnl"/>
              <a:t>EXTRAER R  (POP R) </a:t>
            </a:r>
            <a:endParaRPr lang="es-ES"/>
          </a:p>
        </p:txBody>
      </p:sp>
      <p:sp>
        <p:nvSpPr>
          <p:cNvPr id="69680" name="Text Box 48"/>
          <p:cNvSpPr txBox="1">
            <a:spLocks noChangeArrowheads="1"/>
          </p:cNvSpPr>
          <p:nvPr/>
        </p:nvSpPr>
        <p:spPr bwMode="auto">
          <a:xfrm>
            <a:off x="7134225" y="5072063"/>
            <a:ext cx="1401763" cy="347662"/>
          </a:xfrm>
          <a:prstGeom prst="rect">
            <a:avLst/>
          </a:prstGeom>
          <a:solidFill>
            <a:srgbClr val="CCFFCC"/>
          </a:solidFill>
          <a:ln w="9525" algn="ctr">
            <a:solidFill>
              <a:schemeClr val="tx1"/>
            </a:solidFill>
            <a:miter lim="800000"/>
            <a:headEnd/>
            <a:tailEnd/>
          </a:ln>
        </p:spPr>
        <p:txBody>
          <a:bodyPr lIns="98613" tIns="51279" rIns="98613" bIns="51279">
            <a:spAutoFit/>
          </a:bodyPr>
          <a:lstStyle/>
          <a:p>
            <a:pPr defTabSz="1001713">
              <a:spcBef>
                <a:spcPct val="50000"/>
              </a:spcBef>
            </a:pPr>
            <a:r>
              <a:rPr lang="es-ES_tradnl"/>
              <a:t>23</a:t>
            </a:r>
            <a:endParaRPr lang="es-ES"/>
          </a:p>
        </p:txBody>
      </p:sp>
      <p:sp>
        <p:nvSpPr>
          <p:cNvPr id="91151" name="Oval 70"/>
          <p:cNvSpPr>
            <a:spLocks noChangeArrowheads="1"/>
          </p:cNvSpPr>
          <p:nvPr/>
        </p:nvSpPr>
        <p:spPr bwMode="auto">
          <a:xfrm>
            <a:off x="2063750" y="1584325"/>
            <a:ext cx="468313" cy="511175"/>
          </a:xfrm>
          <a:prstGeom prst="ellipse">
            <a:avLst/>
          </a:prstGeom>
          <a:noFill/>
          <a:ln w="9525" algn="ctr">
            <a:solidFill>
              <a:schemeClr val="tx1"/>
            </a:solidFill>
            <a:round/>
            <a:headEnd/>
            <a:tailEnd/>
          </a:ln>
        </p:spPr>
        <p:txBody>
          <a:bodyPr wrap="none" lIns="90000" tIns="46800" rIns="90000" bIns="46800" anchor="ctr">
            <a:spAutoFit/>
          </a:bodyPr>
          <a:lstStyle/>
          <a:p>
            <a:endParaRPr lang="es-ES"/>
          </a:p>
        </p:txBody>
      </p:sp>
      <p:sp>
        <p:nvSpPr>
          <p:cNvPr id="91152" name="Text Box 71"/>
          <p:cNvSpPr txBox="1">
            <a:spLocks noChangeArrowheads="1"/>
          </p:cNvSpPr>
          <p:nvPr/>
        </p:nvSpPr>
        <p:spPr bwMode="auto">
          <a:xfrm>
            <a:off x="2143125" y="1584325"/>
            <a:ext cx="312738" cy="490538"/>
          </a:xfrm>
          <a:prstGeom prst="rect">
            <a:avLst/>
          </a:prstGeom>
          <a:noFill/>
          <a:ln w="9525" algn="ctr">
            <a:noFill/>
            <a:miter lim="800000"/>
            <a:headEnd/>
            <a:tailEnd/>
          </a:ln>
        </p:spPr>
        <p:txBody>
          <a:bodyPr lIns="98613" tIns="51279" rIns="98613" bIns="51279">
            <a:spAutoFit/>
          </a:bodyPr>
          <a:lstStyle/>
          <a:p>
            <a:pPr defTabSz="1001713">
              <a:spcBef>
                <a:spcPct val="50000"/>
              </a:spcBef>
            </a:pPr>
            <a:r>
              <a:rPr lang="es-ES_tradnl" sz="2200"/>
              <a:t>1</a:t>
            </a:r>
            <a:endParaRPr lang="es-ES" sz="2200"/>
          </a:p>
        </p:txBody>
      </p:sp>
      <p:grpSp>
        <p:nvGrpSpPr>
          <p:cNvPr id="6" name="Group 92"/>
          <p:cNvGrpSpPr>
            <a:grpSpLocks/>
          </p:cNvGrpSpPr>
          <p:nvPr/>
        </p:nvGrpSpPr>
        <p:grpSpPr bwMode="auto">
          <a:xfrm>
            <a:off x="4640263" y="1584325"/>
            <a:ext cx="3895725" cy="2127250"/>
            <a:chOff x="2923" y="998"/>
            <a:chExt cx="2454" cy="1340"/>
          </a:xfrm>
        </p:grpSpPr>
        <p:sp>
          <p:nvSpPr>
            <p:cNvPr id="91177" name="Text Box 86"/>
            <p:cNvSpPr txBox="1">
              <a:spLocks noChangeArrowheads="1"/>
            </p:cNvSpPr>
            <p:nvPr/>
          </p:nvSpPr>
          <p:spPr bwMode="auto">
            <a:xfrm>
              <a:off x="4494" y="1633"/>
              <a:ext cx="883" cy="220"/>
            </a:xfrm>
            <a:prstGeom prst="rect">
              <a:avLst/>
            </a:prstGeom>
            <a:solidFill>
              <a:schemeClr val="bg1"/>
            </a:solidFill>
            <a:ln w="9525" algn="ctr">
              <a:solidFill>
                <a:schemeClr val="tx1"/>
              </a:solidFill>
              <a:miter lim="800000"/>
              <a:headEnd/>
              <a:tailEnd/>
            </a:ln>
          </p:spPr>
          <p:txBody>
            <a:bodyPr lIns="98613" tIns="51279" rIns="98613" bIns="51279">
              <a:spAutoFit/>
            </a:bodyPr>
            <a:lstStyle/>
            <a:p>
              <a:pPr defTabSz="1001713">
                <a:spcBef>
                  <a:spcPct val="50000"/>
                </a:spcBef>
              </a:pPr>
              <a:endParaRPr lang="es-ES"/>
            </a:p>
          </p:txBody>
        </p:sp>
        <p:sp>
          <p:nvSpPr>
            <p:cNvPr id="91178" name="Text Box 26"/>
            <p:cNvSpPr txBox="1">
              <a:spLocks noChangeArrowheads="1"/>
            </p:cNvSpPr>
            <p:nvPr/>
          </p:nvSpPr>
          <p:spPr bwMode="auto">
            <a:xfrm>
              <a:off x="4494" y="1854"/>
              <a:ext cx="883" cy="219"/>
            </a:xfrm>
            <a:prstGeom prst="rect">
              <a:avLst/>
            </a:prstGeom>
            <a:solidFill>
              <a:srgbClr val="CCFFCC"/>
            </a:solidFill>
            <a:ln w="9525" algn="ctr">
              <a:solidFill>
                <a:schemeClr val="tx1"/>
              </a:solidFill>
              <a:miter lim="800000"/>
              <a:headEnd/>
              <a:tailEnd/>
            </a:ln>
          </p:spPr>
          <p:txBody>
            <a:bodyPr lIns="98613" tIns="51279" rIns="98613" bIns="51279">
              <a:spAutoFit/>
            </a:bodyPr>
            <a:lstStyle/>
            <a:p>
              <a:pPr defTabSz="1001713">
                <a:spcBef>
                  <a:spcPct val="50000"/>
                </a:spcBef>
              </a:pPr>
              <a:r>
                <a:rPr lang="es-ES_tradnl"/>
                <a:t>11</a:t>
              </a:r>
              <a:endParaRPr lang="es-ES"/>
            </a:p>
          </p:txBody>
        </p:sp>
        <p:sp>
          <p:nvSpPr>
            <p:cNvPr id="91179" name="Text Box 31"/>
            <p:cNvSpPr txBox="1">
              <a:spLocks noChangeArrowheads="1"/>
            </p:cNvSpPr>
            <p:nvPr/>
          </p:nvSpPr>
          <p:spPr bwMode="auto">
            <a:xfrm>
              <a:off x="4494" y="1425"/>
              <a:ext cx="883" cy="220"/>
            </a:xfrm>
            <a:prstGeom prst="rect">
              <a:avLst/>
            </a:prstGeom>
            <a:solidFill>
              <a:schemeClr val="bg1"/>
            </a:solidFill>
            <a:ln w="9525" algn="ctr">
              <a:solidFill>
                <a:schemeClr val="tx1"/>
              </a:solidFill>
              <a:miter lim="800000"/>
              <a:headEnd/>
              <a:tailEnd/>
            </a:ln>
          </p:spPr>
          <p:txBody>
            <a:bodyPr lIns="98613" tIns="51279" rIns="98613" bIns="51279">
              <a:spAutoFit/>
            </a:bodyPr>
            <a:lstStyle/>
            <a:p>
              <a:pPr defTabSz="1001713">
                <a:spcBef>
                  <a:spcPct val="50000"/>
                </a:spcBef>
              </a:pPr>
              <a:endParaRPr lang="es-ES"/>
            </a:p>
          </p:txBody>
        </p:sp>
        <p:sp>
          <p:nvSpPr>
            <p:cNvPr id="91180" name="Text Box 32"/>
            <p:cNvSpPr txBox="1">
              <a:spLocks noChangeArrowheads="1"/>
            </p:cNvSpPr>
            <p:nvPr/>
          </p:nvSpPr>
          <p:spPr bwMode="auto">
            <a:xfrm>
              <a:off x="2923" y="1425"/>
              <a:ext cx="1375" cy="213"/>
            </a:xfrm>
            <a:prstGeom prst="rect">
              <a:avLst/>
            </a:prstGeom>
            <a:noFill/>
            <a:ln w="9525" algn="ctr">
              <a:noFill/>
              <a:miter lim="800000"/>
              <a:headEnd/>
              <a:tailEnd/>
            </a:ln>
          </p:spPr>
          <p:txBody>
            <a:bodyPr lIns="98613" tIns="51279" rIns="98613" bIns="51279">
              <a:spAutoFit/>
            </a:bodyPr>
            <a:lstStyle/>
            <a:p>
              <a:pPr defTabSz="1001713">
                <a:spcBef>
                  <a:spcPct val="50000"/>
                </a:spcBef>
              </a:pPr>
              <a:r>
                <a:rPr lang="es-ES_tradnl"/>
                <a:t>INTRODUCIR X  (PUSH X) </a:t>
              </a:r>
              <a:endParaRPr lang="es-ES"/>
            </a:p>
          </p:txBody>
        </p:sp>
        <p:sp>
          <p:nvSpPr>
            <p:cNvPr id="91181" name="Text Box 57"/>
            <p:cNvSpPr txBox="1">
              <a:spLocks noChangeArrowheads="1"/>
            </p:cNvSpPr>
            <p:nvPr/>
          </p:nvSpPr>
          <p:spPr bwMode="auto">
            <a:xfrm>
              <a:off x="4842" y="2143"/>
              <a:ext cx="246" cy="195"/>
            </a:xfrm>
            <a:prstGeom prst="rect">
              <a:avLst/>
            </a:prstGeom>
            <a:noFill/>
            <a:ln w="9525" algn="ctr">
              <a:solidFill>
                <a:schemeClr val="tx1"/>
              </a:solidFill>
              <a:miter lim="800000"/>
              <a:headEnd/>
              <a:tailEnd/>
            </a:ln>
          </p:spPr>
          <p:txBody>
            <a:bodyPr lIns="98613" tIns="51279" rIns="98613" bIns="51279">
              <a:spAutoFit/>
            </a:bodyPr>
            <a:lstStyle/>
            <a:p>
              <a:pPr defTabSz="1001713">
                <a:spcBef>
                  <a:spcPct val="50000"/>
                </a:spcBef>
              </a:pPr>
              <a:r>
                <a:rPr lang="es-ES_tradnl"/>
                <a:t>23</a:t>
              </a:r>
              <a:endParaRPr lang="es-ES"/>
            </a:p>
          </p:txBody>
        </p:sp>
        <p:sp>
          <p:nvSpPr>
            <p:cNvPr id="91182" name="Text Box 58"/>
            <p:cNvSpPr txBox="1">
              <a:spLocks noChangeArrowheads="1"/>
            </p:cNvSpPr>
            <p:nvPr/>
          </p:nvSpPr>
          <p:spPr bwMode="auto">
            <a:xfrm>
              <a:off x="4641" y="2123"/>
              <a:ext cx="246" cy="213"/>
            </a:xfrm>
            <a:prstGeom prst="rect">
              <a:avLst/>
            </a:prstGeom>
            <a:noFill/>
            <a:ln w="9525" algn="ctr">
              <a:noFill/>
              <a:miter lim="800000"/>
              <a:headEnd/>
              <a:tailEnd/>
            </a:ln>
          </p:spPr>
          <p:txBody>
            <a:bodyPr lIns="98613" tIns="51279" rIns="98613" bIns="51279">
              <a:spAutoFit/>
            </a:bodyPr>
            <a:lstStyle/>
            <a:p>
              <a:pPr defTabSz="1001713">
                <a:spcBef>
                  <a:spcPct val="50000"/>
                </a:spcBef>
              </a:pPr>
              <a:r>
                <a:rPr lang="es-ES_tradnl"/>
                <a:t>X</a:t>
              </a:r>
              <a:endParaRPr lang="es-ES"/>
            </a:p>
          </p:txBody>
        </p:sp>
        <p:sp>
          <p:nvSpPr>
            <p:cNvPr id="91183" name="Oval 72"/>
            <p:cNvSpPr>
              <a:spLocks noChangeArrowheads="1"/>
            </p:cNvSpPr>
            <p:nvPr/>
          </p:nvSpPr>
          <p:spPr bwMode="auto">
            <a:xfrm>
              <a:off x="4149" y="998"/>
              <a:ext cx="295" cy="322"/>
            </a:xfrm>
            <a:prstGeom prst="ellipse">
              <a:avLst/>
            </a:prstGeom>
            <a:noFill/>
            <a:ln w="9525" algn="ctr">
              <a:solidFill>
                <a:schemeClr val="tx1"/>
              </a:solidFill>
              <a:round/>
              <a:headEnd/>
              <a:tailEnd/>
            </a:ln>
          </p:spPr>
          <p:txBody>
            <a:bodyPr wrap="none" lIns="90000" tIns="46800" rIns="90000" bIns="46800" anchor="ctr">
              <a:spAutoFit/>
            </a:bodyPr>
            <a:lstStyle/>
            <a:p>
              <a:endParaRPr lang="es-ES"/>
            </a:p>
          </p:txBody>
        </p:sp>
        <p:sp>
          <p:nvSpPr>
            <p:cNvPr id="91184" name="Text Box 73"/>
            <p:cNvSpPr txBox="1">
              <a:spLocks noChangeArrowheads="1"/>
            </p:cNvSpPr>
            <p:nvPr/>
          </p:nvSpPr>
          <p:spPr bwMode="auto">
            <a:xfrm>
              <a:off x="4199" y="998"/>
              <a:ext cx="196" cy="309"/>
            </a:xfrm>
            <a:prstGeom prst="rect">
              <a:avLst/>
            </a:prstGeom>
            <a:noFill/>
            <a:ln w="9525" algn="ctr">
              <a:noFill/>
              <a:miter lim="800000"/>
              <a:headEnd/>
              <a:tailEnd/>
            </a:ln>
          </p:spPr>
          <p:txBody>
            <a:bodyPr lIns="98613" tIns="51279" rIns="98613" bIns="51279">
              <a:spAutoFit/>
            </a:bodyPr>
            <a:lstStyle/>
            <a:p>
              <a:pPr defTabSz="1001713">
                <a:spcBef>
                  <a:spcPct val="50000"/>
                </a:spcBef>
              </a:pPr>
              <a:r>
                <a:rPr lang="es-ES_tradnl" sz="2200"/>
                <a:t>2</a:t>
              </a:r>
              <a:endParaRPr lang="es-ES" sz="2200"/>
            </a:p>
          </p:txBody>
        </p:sp>
      </p:grpSp>
      <p:sp>
        <p:nvSpPr>
          <p:cNvPr id="69708" name="Oval 76"/>
          <p:cNvSpPr>
            <a:spLocks noChangeArrowheads="1"/>
          </p:cNvSpPr>
          <p:nvPr/>
        </p:nvSpPr>
        <p:spPr bwMode="auto">
          <a:xfrm>
            <a:off x="6586538" y="3967163"/>
            <a:ext cx="468312" cy="508000"/>
          </a:xfrm>
          <a:prstGeom prst="ellipse">
            <a:avLst/>
          </a:prstGeom>
          <a:noFill/>
          <a:ln w="9525" algn="ctr">
            <a:solidFill>
              <a:schemeClr val="tx1"/>
            </a:solidFill>
            <a:round/>
            <a:headEnd/>
            <a:tailEnd/>
          </a:ln>
        </p:spPr>
        <p:txBody>
          <a:bodyPr wrap="none" lIns="90000" tIns="46800" rIns="90000" bIns="46800" anchor="ctr">
            <a:spAutoFit/>
          </a:bodyPr>
          <a:lstStyle/>
          <a:p>
            <a:endParaRPr lang="es-ES"/>
          </a:p>
        </p:txBody>
      </p:sp>
      <p:sp>
        <p:nvSpPr>
          <p:cNvPr id="69709" name="Text Box 77"/>
          <p:cNvSpPr txBox="1">
            <a:spLocks noChangeArrowheads="1"/>
          </p:cNvSpPr>
          <p:nvPr/>
        </p:nvSpPr>
        <p:spPr bwMode="auto">
          <a:xfrm>
            <a:off x="6665913" y="3967163"/>
            <a:ext cx="311150" cy="490537"/>
          </a:xfrm>
          <a:prstGeom prst="rect">
            <a:avLst/>
          </a:prstGeom>
          <a:noFill/>
          <a:ln w="9525" algn="ctr">
            <a:noFill/>
            <a:miter lim="800000"/>
            <a:headEnd/>
            <a:tailEnd/>
          </a:ln>
        </p:spPr>
        <p:txBody>
          <a:bodyPr lIns="98613" tIns="51279" rIns="98613" bIns="51279">
            <a:spAutoFit/>
          </a:bodyPr>
          <a:lstStyle/>
          <a:p>
            <a:pPr defTabSz="1001713">
              <a:spcBef>
                <a:spcPct val="50000"/>
              </a:spcBef>
            </a:pPr>
            <a:r>
              <a:rPr lang="es-ES_tradnl" sz="2200"/>
              <a:t>4</a:t>
            </a:r>
            <a:endParaRPr lang="es-ES" sz="2200"/>
          </a:p>
        </p:txBody>
      </p:sp>
      <p:grpSp>
        <p:nvGrpSpPr>
          <p:cNvPr id="7" name="Group 85"/>
          <p:cNvGrpSpPr>
            <a:grpSpLocks/>
          </p:cNvGrpSpPr>
          <p:nvPr/>
        </p:nvGrpSpPr>
        <p:grpSpPr bwMode="auto">
          <a:xfrm>
            <a:off x="6276975" y="2532063"/>
            <a:ext cx="2259013" cy="1022350"/>
            <a:chOff x="3954" y="1587"/>
            <a:chExt cx="1423" cy="644"/>
          </a:xfrm>
        </p:grpSpPr>
        <p:grpSp>
          <p:nvGrpSpPr>
            <p:cNvPr id="91171" name="Group 28"/>
            <p:cNvGrpSpPr>
              <a:grpSpLocks/>
            </p:cNvGrpSpPr>
            <p:nvPr/>
          </p:nvGrpSpPr>
          <p:grpSpPr bwMode="auto">
            <a:xfrm>
              <a:off x="3954" y="1587"/>
              <a:ext cx="491" cy="189"/>
              <a:chOff x="1020" y="1525"/>
              <a:chExt cx="454" cy="160"/>
            </a:xfrm>
          </p:grpSpPr>
          <p:sp>
            <p:nvSpPr>
              <p:cNvPr id="91175" name="Line 29"/>
              <p:cNvSpPr>
                <a:spLocks noChangeShapeType="1"/>
              </p:cNvSpPr>
              <p:nvPr/>
            </p:nvSpPr>
            <p:spPr bwMode="auto">
              <a:xfrm>
                <a:off x="1111" y="1661"/>
                <a:ext cx="363" cy="0"/>
              </a:xfrm>
              <a:prstGeom prst="line">
                <a:avLst/>
              </a:prstGeom>
              <a:noFill/>
              <a:ln w="9525">
                <a:solidFill>
                  <a:schemeClr val="tx1"/>
                </a:solidFill>
                <a:round/>
                <a:headEnd/>
                <a:tailEnd type="triangle" w="med" len="med"/>
              </a:ln>
            </p:spPr>
            <p:txBody>
              <a:bodyPr lIns="90000" tIns="46800" rIns="90000" bIns="46800">
                <a:spAutoFit/>
              </a:bodyPr>
              <a:lstStyle/>
              <a:p>
                <a:endParaRPr lang="es-ES"/>
              </a:p>
            </p:txBody>
          </p:sp>
          <p:sp>
            <p:nvSpPr>
              <p:cNvPr id="91176" name="Text Box 30"/>
              <p:cNvSpPr txBox="1">
                <a:spLocks noChangeArrowheads="1"/>
              </p:cNvSpPr>
              <p:nvPr/>
            </p:nvSpPr>
            <p:spPr bwMode="auto">
              <a:xfrm>
                <a:off x="1020" y="1525"/>
                <a:ext cx="453" cy="160"/>
              </a:xfrm>
              <a:prstGeom prst="rect">
                <a:avLst/>
              </a:prstGeom>
              <a:noFill/>
              <a:ln w="9525" algn="ctr">
                <a:noFill/>
                <a:miter lim="800000"/>
                <a:headEnd/>
                <a:tailEnd/>
              </a:ln>
            </p:spPr>
            <p:txBody>
              <a:bodyPr lIns="98613" tIns="51279" rIns="98613" bIns="51279">
                <a:spAutoFit/>
              </a:bodyPr>
              <a:lstStyle/>
              <a:p>
                <a:pPr defTabSz="1001713">
                  <a:spcBef>
                    <a:spcPct val="50000"/>
                  </a:spcBef>
                </a:pPr>
                <a:r>
                  <a:rPr lang="es-ES_tradnl"/>
                  <a:t>puntero</a:t>
                </a:r>
                <a:endParaRPr lang="es-ES"/>
              </a:p>
            </p:txBody>
          </p:sp>
        </p:grpSp>
        <p:grpSp>
          <p:nvGrpSpPr>
            <p:cNvPr id="91172" name="Group 83"/>
            <p:cNvGrpSpPr>
              <a:grpSpLocks/>
            </p:cNvGrpSpPr>
            <p:nvPr/>
          </p:nvGrpSpPr>
          <p:grpSpPr bwMode="auto">
            <a:xfrm>
              <a:off x="4494" y="1640"/>
              <a:ext cx="883" cy="591"/>
              <a:chOff x="4494" y="1640"/>
              <a:chExt cx="883" cy="591"/>
            </a:xfrm>
          </p:grpSpPr>
          <p:sp>
            <p:nvSpPr>
              <p:cNvPr id="91173" name="Text Box 33"/>
              <p:cNvSpPr txBox="1">
                <a:spLocks noChangeArrowheads="1"/>
              </p:cNvSpPr>
              <p:nvPr/>
            </p:nvSpPr>
            <p:spPr bwMode="auto">
              <a:xfrm>
                <a:off x="4494" y="1640"/>
                <a:ext cx="883" cy="195"/>
              </a:xfrm>
              <a:prstGeom prst="rect">
                <a:avLst/>
              </a:prstGeom>
              <a:solidFill>
                <a:srgbClr val="CCFFCC"/>
              </a:solidFill>
              <a:ln w="9525" algn="ctr">
                <a:solidFill>
                  <a:schemeClr val="tx1"/>
                </a:solidFill>
                <a:miter lim="800000"/>
                <a:headEnd/>
                <a:tailEnd/>
              </a:ln>
            </p:spPr>
            <p:txBody>
              <a:bodyPr lIns="98613" tIns="51279" rIns="98613" bIns="51279">
                <a:spAutoFit/>
              </a:bodyPr>
              <a:lstStyle/>
              <a:p>
                <a:pPr defTabSz="1001713">
                  <a:spcBef>
                    <a:spcPct val="50000"/>
                  </a:spcBef>
                </a:pPr>
                <a:r>
                  <a:rPr lang="es-ES_tradnl"/>
                  <a:t>23</a:t>
                </a:r>
                <a:endParaRPr lang="es-ES"/>
              </a:p>
            </p:txBody>
          </p:sp>
          <p:sp>
            <p:nvSpPr>
              <p:cNvPr id="91174" name="AutoShape 79"/>
              <p:cNvSpPr>
                <a:spLocks noChangeArrowheads="1"/>
              </p:cNvSpPr>
              <p:nvPr/>
            </p:nvSpPr>
            <p:spPr bwMode="auto">
              <a:xfrm rot="10800000" flipH="1">
                <a:off x="5132" y="1748"/>
                <a:ext cx="197" cy="483"/>
              </a:xfrm>
              <a:prstGeom prst="curvedLeftArrow">
                <a:avLst>
                  <a:gd name="adj1" fmla="val 49149"/>
                  <a:gd name="adj2" fmla="val 98321"/>
                  <a:gd name="adj3" fmla="val 46407"/>
                </a:avLst>
              </a:prstGeom>
              <a:solidFill>
                <a:schemeClr val="accent1"/>
              </a:solidFill>
              <a:ln w="9525">
                <a:solidFill>
                  <a:schemeClr val="tx1"/>
                </a:solidFill>
                <a:miter lim="800000"/>
                <a:headEnd/>
                <a:tailEnd/>
              </a:ln>
            </p:spPr>
            <p:txBody>
              <a:bodyPr lIns="90000" tIns="46800" rIns="90000" bIns="46800" anchor="ctr">
                <a:spAutoFit/>
              </a:bodyPr>
              <a:lstStyle/>
              <a:p>
                <a:endParaRPr lang="es-ES"/>
              </a:p>
            </p:txBody>
          </p:sp>
        </p:grpSp>
      </p:grpSp>
      <p:grpSp>
        <p:nvGrpSpPr>
          <p:cNvPr id="10" name="Group 88"/>
          <p:cNvGrpSpPr>
            <a:grpSpLocks/>
          </p:cNvGrpSpPr>
          <p:nvPr/>
        </p:nvGrpSpPr>
        <p:grpSpPr bwMode="auto">
          <a:xfrm>
            <a:off x="1752600" y="4625975"/>
            <a:ext cx="2339975" cy="1408113"/>
            <a:chOff x="1105" y="2927"/>
            <a:chExt cx="1474" cy="858"/>
          </a:xfrm>
        </p:grpSpPr>
        <p:grpSp>
          <p:nvGrpSpPr>
            <p:cNvPr id="91166" name="Group 35"/>
            <p:cNvGrpSpPr>
              <a:grpSpLocks/>
            </p:cNvGrpSpPr>
            <p:nvPr/>
          </p:nvGrpSpPr>
          <p:grpSpPr bwMode="auto">
            <a:xfrm>
              <a:off x="1105" y="2927"/>
              <a:ext cx="491" cy="183"/>
              <a:chOff x="1020" y="1525"/>
              <a:chExt cx="454" cy="155"/>
            </a:xfrm>
          </p:grpSpPr>
          <p:sp>
            <p:nvSpPr>
              <p:cNvPr id="91169" name="Line 36"/>
              <p:cNvSpPr>
                <a:spLocks noChangeShapeType="1"/>
              </p:cNvSpPr>
              <p:nvPr/>
            </p:nvSpPr>
            <p:spPr bwMode="auto">
              <a:xfrm>
                <a:off x="1111" y="1661"/>
                <a:ext cx="363" cy="0"/>
              </a:xfrm>
              <a:prstGeom prst="line">
                <a:avLst/>
              </a:prstGeom>
              <a:noFill/>
              <a:ln w="9525">
                <a:solidFill>
                  <a:schemeClr val="tx1"/>
                </a:solidFill>
                <a:round/>
                <a:headEnd/>
                <a:tailEnd type="triangle" w="med" len="med"/>
              </a:ln>
            </p:spPr>
            <p:txBody>
              <a:bodyPr lIns="90000" tIns="46800" rIns="90000" bIns="46800">
                <a:spAutoFit/>
              </a:bodyPr>
              <a:lstStyle/>
              <a:p>
                <a:endParaRPr lang="es-ES"/>
              </a:p>
            </p:txBody>
          </p:sp>
          <p:sp>
            <p:nvSpPr>
              <p:cNvPr id="91170" name="Text Box 37"/>
              <p:cNvSpPr txBox="1">
                <a:spLocks noChangeArrowheads="1"/>
              </p:cNvSpPr>
              <p:nvPr/>
            </p:nvSpPr>
            <p:spPr bwMode="auto">
              <a:xfrm>
                <a:off x="1020" y="1525"/>
                <a:ext cx="453" cy="155"/>
              </a:xfrm>
              <a:prstGeom prst="rect">
                <a:avLst/>
              </a:prstGeom>
              <a:noFill/>
              <a:ln w="9525" algn="ctr">
                <a:noFill/>
                <a:miter lim="800000"/>
                <a:headEnd/>
                <a:tailEnd/>
              </a:ln>
            </p:spPr>
            <p:txBody>
              <a:bodyPr lIns="98613" tIns="51279" rIns="98613" bIns="51279">
                <a:spAutoFit/>
              </a:bodyPr>
              <a:lstStyle/>
              <a:p>
                <a:pPr defTabSz="1001713">
                  <a:spcBef>
                    <a:spcPct val="50000"/>
                  </a:spcBef>
                </a:pPr>
                <a:r>
                  <a:rPr lang="es-ES_tradnl"/>
                  <a:t>puntero</a:t>
                </a:r>
                <a:endParaRPr lang="es-ES"/>
              </a:p>
            </p:txBody>
          </p:sp>
        </p:grpSp>
        <p:sp>
          <p:nvSpPr>
            <p:cNvPr id="91167" name="Text Box 41"/>
            <p:cNvSpPr txBox="1">
              <a:spLocks noChangeArrowheads="1"/>
            </p:cNvSpPr>
            <p:nvPr/>
          </p:nvSpPr>
          <p:spPr bwMode="auto">
            <a:xfrm>
              <a:off x="1645" y="2980"/>
              <a:ext cx="884" cy="189"/>
            </a:xfrm>
            <a:prstGeom prst="rect">
              <a:avLst/>
            </a:prstGeom>
            <a:solidFill>
              <a:srgbClr val="CCFFCC"/>
            </a:solidFill>
            <a:ln w="9525" algn="ctr">
              <a:solidFill>
                <a:schemeClr val="tx1"/>
              </a:solidFill>
              <a:miter lim="800000"/>
              <a:headEnd/>
              <a:tailEnd/>
            </a:ln>
          </p:spPr>
          <p:txBody>
            <a:bodyPr lIns="98613" tIns="51279" rIns="98613" bIns="51279">
              <a:spAutoFit/>
            </a:bodyPr>
            <a:lstStyle/>
            <a:p>
              <a:pPr defTabSz="1001713">
                <a:spcBef>
                  <a:spcPct val="50000"/>
                </a:spcBef>
              </a:pPr>
              <a:r>
                <a:rPr lang="es-ES_tradnl"/>
                <a:t>42</a:t>
              </a:r>
              <a:endParaRPr lang="es-ES"/>
            </a:p>
          </p:txBody>
        </p:sp>
        <p:sp>
          <p:nvSpPr>
            <p:cNvPr id="91168" name="AutoShape 80"/>
            <p:cNvSpPr>
              <a:spLocks noChangeArrowheads="1"/>
            </p:cNvSpPr>
            <p:nvPr/>
          </p:nvSpPr>
          <p:spPr bwMode="auto">
            <a:xfrm rot="10800000" flipH="1">
              <a:off x="2283" y="3033"/>
              <a:ext cx="296" cy="752"/>
            </a:xfrm>
            <a:prstGeom prst="curvedLeftArrow">
              <a:avLst>
                <a:gd name="adj1" fmla="val 34133"/>
                <a:gd name="adj2" fmla="val 85085"/>
                <a:gd name="adj3" fmla="val 35292"/>
              </a:avLst>
            </a:prstGeom>
            <a:solidFill>
              <a:schemeClr val="accent1"/>
            </a:solidFill>
            <a:ln w="9525">
              <a:solidFill>
                <a:schemeClr val="tx1"/>
              </a:solidFill>
              <a:miter lim="800000"/>
              <a:headEnd/>
              <a:tailEnd/>
            </a:ln>
          </p:spPr>
          <p:txBody>
            <a:bodyPr lIns="90000" tIns="46800" rIns="90000" bIns="46800" anchor="ctr">
              <a:spAutoFit/>
            </a:bodyPr>
            <a:lstStyle/>
            <a:p>
              <a:endParaRPr lang="es-ES"/>
            </a:p>
          </p:txBody>
        </p:sp>
      </p:grpSp>
      <p:grpSp>
        <p:nvGrpSpPr>
          <p:cNvPr id="12" name="Group 101"/>
          <p:cNvGrpSpPr>
            <a:grpSpLocks/>
          </p:cNvGrpSpPr>
          <p:nvPr/>
        </p:nvGrpSpPr>
        <p:grpSpPr bwMode="auto">
          <a:xfrm>
            <a:off x="6246813" y="4841875"/>
            <a:ext cx="2336800" cy="1330325"/>
            <a:chOff x="3954" y="3088"/>
            <a:chExt cx="1472" cy="838"/>
          </a:xfrm>
        </p:grpSpPr>
        <p:grpSp>
          <p:nvGrpSpPr>
            <p:cNvPr id="91159" name="Group 43"/>
            <p:cNvGrpSpPr>
              <a:grpSpLocks/>
            </p:cNvGrpSpPr>
            <p:nvPr/>
          </p:nvGrpSpPr>
          <p:grpSpPr bwMode="auto">
            <a:xfrm>
              <a:off x="3954" y="3142"/>
              <a:ext cx="491" cy="189"/>
              <a:chOff x="1020" y="1525"/>
              <a:chExt cx="454" cy="160"/>
            </a:xfrm>
          </p:grpSpPr>
          <p:sp>
            <p:nvSpPr>
              <p:cNvPr id="91164" name="Line 44"/>
              <p:cNvSpPr>
                <a:spLocks noChangeShapeType="1"/>
              </p:cNvSpPr>
              <p:nvPr/>
            </p:nvSpPr>
            <p:spPr bwMode="auto">
              <a:xfrm>
                <a:off x="1111" y="1661"/>
                <a:ext cx="363" cy="0"/>
              </a:xfrm>
              <a:prstGeom prst="line">
                <a:avLst/>
              </a:prstGeom>
              <a:noFill/>
              <a:ln w="9525">
                <a:solidFill>
                  <a:schemeClr val="tx1"/>
                </a:solidFill>
                <a:round/>
                <a:headEnd/>
                <a:tailEnd type="triangle" w="med" len="med"/>
              </a:ln>
            </p:spPr>
            <p:txBody>
              <a:bodyPr lIns="90000" tIns="46800" rIns="90000" bIns="46800">
                <a:spAutoFit/>
              </a:bodyPr>
              <a:lstStyle/>
              <a:p>
                <a:endParaRPr lang="es-ES"/>
              </a:p>
            </p:txBody>
          </p:sp>
          <p:sp>
            <p:nvSpPr>
              <p:cNvPr id="91165" name="Text Box 45"/>
              <p:cNvSpPr txBox="1">
                <a:spLocks noChangeArrowheads="1"/>
              </p:cNvSpPr>
              <p:nvPr/>
            </p:nvSpPr>
            <p:spPr bwMode="auto">
              <a:xfrm>
                <a:off x="1020" y="1525"/>
                <a:ext cx="453" cy="160"/>
              </a:xfrm>
              <a:prstGeom prst="rect">
                <a:avLst/>
              </a:prstGeom>
              <a:noFill/>
              <a:ln w="9525" algn="ctr">
                <a:noFill/>
                <a:miter lim="800000"/>
                <a:headEnd/>
                <a:tailEnd/>
              </a:ln>
            </p:spPr>
            <p:txBody>
              <a:bodyPr lIns="98613" tIns="51279" rIns="98613" bIns="51279">
                <a:spAutoFit/>
              </a:bodyPr>
              <a:lstStyle/>
              <a:p>
                <a:pPr defTabSz="1001713">
                  <a:spcBef>
                    <a:spcPct val="50000"/>
                  </a:spcBef>
                </a:pPr>
                <a:r>
                  <a:rPr lang="es-ES_tradnl"/>
                  <a:t>puntero</a:t>
                </a:r>
                <a:endParaRPr lang="es-ES"/>
              </a:p>
            </p:txBody>
          </p:sp>
        </p:grpSp>
        <p:grpSp>
          <p:nvGrpSpPr>
            <p:cNvPr id="91160" name="Group 100"/>
            <p:cNvGrpSpPr>
              <a:grpSpLocks/>
            </p:cNvGrpSpPr>
            <p:nvPr/>
          </p:nvGrpSpPr>
          <p:grpSpPr bwMode="auto">
            <a:xfrm>
              <a:off x="4689" y="3088"/>
              <a:ext cx="737" cy="838"/>
              <a:chOff x="4689" y="3088"/>
              <a:chExt cx="737" cy="838"/>
            </a:xfrm>
          </p:grpSpPr>
          <p:sp>
            <p:nvSpPr>
              <p:cNvPr id="91161" name="Text Box 51"/>
              <p:cNvSpPr txBox="1">
                <a:spLocks noChangeArrowheads="1"/>
              </p:cNvSpPr>
              <p:nvPr/>
            </p:nvSpPr>
            <p:spPr bwMode="auto">
              <a:xfrm>
                <a:off x="4936" y="3731"/>
                <a:ext cx="245" cy="195"/>
              </a:xfrm>
              <a:prstGeom prst="rect">
                <a:avLst/>
              </a:prstGeom>
              <a:noFill/>
              <a:ln w="9525" algn="ctr">
                <a:solidFill>
                  <a:schemeClr val="tx1"/>
                </a:solidFill>
                <a:miter lim="800000"/>
                <a:headEnd/>
                <a:tailEnd/>
              </a:ln>
            </p:spPr>
            <p:txBody>
              <a:bodyPr lIns="98613" tIns="51279" rIns="98613" bIns="51279">
                <a:spAutoFit/>
              </a:bodyPr>
              <a:lstStyle/>
              <a:p>
                <a:pPr defTabSz="1001713">
                  <a:spcBef>
                    <a:spcPct val="50000"/>
                  </a:spcBef>
                </a:pPr>
                <a:r>
                  <a:rPr lang="es-ES_tradnl"/>
                  <a:t>42</a:t>
                </a:r>
                <a:endParaRPr lang="es-ES"/>
              </a:p>
            </p:txBody>
          </p:sp>
          <p:sp>
            <p:nvSpPr>
              <p:cNvPr id="91162" name="Text Box 52"/>
              <p:cNvSpPr txBox="1">
                <a:spLocks noChangeArrowheads="1"/>
              </p:cNvSpPr>
              <p:nvPr/>
            </p:nvSpPr>
            <p:spPr bwMode="auto">
              <a:xfrm>
                <a:off x="4689" y="3731"/>
                <a:ext cx="247" cy="189"/>
              </a:xfrm>
              <a:prstGeom prst="rect">
                <a:avLst/>
              </a:prstGeom>
              <a:noFill/>
              <a:ln w="9525" algn="ctr">
                <a:noFill/>
                <a:miter lim="800000"/>
                <a:headEnd/>
                <a:tailEnd/>
              </a:ln>
            </p:spPr>
            <p:txBody>
              <a:bodyPr lIns="98613" tIns="51279" rIns="98613" bIns="51279">
                <a:spAutoFit/>
              </a:bodyPr>
              <a:lstStyle/>
              <a:p>
                <a:pPr defTabSz="1001713">
                  <a:spcBef>
                    <a:spcPct val="50000"/>
                  </a:spcBef>
                </a:pPr>
                <a:r>
                  <a:rPr lang="es-ES_tradnl"/>
                  <a:t>R</a:t>
                </a:r>
                <a:endParaRPr lang="es-ES"/>
              </a:p>
            </p:txBody>
          </p:sp>
          <p:sp>
            <p:nvSpPr>
              <p:cNvPr id="91163" name="AutoShape 81"/>
              <p:cNvSpPr>
                <a:spLocks noChangeArrowheads="1"/>
              </p:cNvSpPr>
              <p:nvPr/>
            </p:nvSpPr>
            <p:spPr bwMode="auto">
              <a:xfrm rot="10800000" flipH="1" flipV="1">
                <a:off x="5230" y="3088"/>
                <a:ext cx="196" cy="749"/>
              </a:xfrm>
              <a:prstGeom prst="curvedLeftArrow">
                <a:avLst>
                  <a:gd name="adj1" fmla="val 40727"/>
                  <a:gd name="adj2" fmla="val 117367"/>
                  <a:gd name="adj3" fmla="val 65745"/>
                </a:avLst>
              </a:prstGeom>
              <a:solidFill>
                <a:schemeClr val="accent1"/>
              </a:solidFill>
              <a:ln w="9525">
                <a:solidFill>
                  <a:schemeClr val="tx1"/>
                </a:solidFill>
                <a:miter lim="800000"/>
                <a:headEnd/>
                <a:tailEnd/>
              </a:ln>
            </p:spPr>
            <p:txBody>
              <a:bodyPr lIns="90000" tIns="46800" rIns="90000" bIns="46800" anchor="ctr">
                <a:spAutoFit/>
              </a:bodyPr>
              <a:lstStyle/>
              <a:p>
                <a:endParaRPr lang="es-ES"/>
              </a:p>
            </p:txBody>
          </p:sp>
        </p:grpSp>
      </p:grpSp>
    </p:spTree>
    <p:custDataLst>
      <p:tags r:id="rId1"/>
    </p:custDataLst>
    <p:extLst>
      <p:ext uri="{BB962C8B-B14F-4D97-AF65-F5344CB8AC3E}">
        <p14:creationId xmlns:p14="http://schemas.microsoft.com/office/powerpoint/2010/main" val="584496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20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20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20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2000"/>
                                        <p:tgtEl>
                                          <p:spTgt spid="3"/>
                                        </p:tgtEl>
                                      </p:cBhvr>
                                    </p:animEffect>
                                  </p:childTnLst>
                                </p:cTn>
                              </p:par>
                              <p:par>
                                <p:cTn id="27" presetID="10" presetClass="entr" presetSubtype="0" fill="hold" nodeType="withEffect">
                                  <p:stCondLst>
                                    <p:cond delay="0"/>
                                  </p:stCondLst>
                                  <p:childTnLst>
                                    <p:set>
                                      <p:cBhvr>
                                        <p:cTn id="28" dur="1" fill="hold">
                                          <p:stCondLst>
                                            <p:cond delay="0"/>
                                          </p:stCondLst>
                                        </p:cTn>
                                        <p:tgtEl>
                                          <p:spTgt spid="69674"/>
                                        </p:tgtEl>
                                        <p:attrNameLst>
                                          <p:attrName>style.visibility</p:attrName>
                                        </p:attrNameLst>
                                      </p:cBhvr>
                                      <p:to>
                                        <p:strVal val="visible"/>
                                      </p:to>
                                    </p:set>
                                    <p:animEffect transition="in" filter="fade">
                                      <p:cBhvr>
                                        <p:cTn id="29" dur="2000"/>
                                        <p:tgtEl>
                                          <p:spTgt spid="69674"/>
                                        </p:tgtEl>
                                      </p:cBhvr>
                                    </p:animEffect>
                                  </p:childTnLst>
                                </p:cTn>
                              </p:par>
                              <p:par>
                                <p:cTn id="30" presetID="10" presetClass="entr" presetSubtype="0" fill="hold" nodeType="withEffect">
                                  <p:stCondLst>
                                    <p:cond delay="0"/>
                                  </p:stCondLst>
                                  <p:childTnLst>
                                    <p:set>
                                      <p:cBhvr>
                                        <p:cTn id="31" dur="1" fill="hold">
                                          <p:stCondLst>
                                            <p:cond delay="0"/>
                                          </p:stCondLst>
                                        </p:cTn>
                                        <p:tgtEl>
                                          <p:spTgt spid="69678"/>
                                        </p:tgtEl>
                                        <p:attrNameLst>
                                          <p:attrName>style.visibility</p:attrName>
                                        </p:attrNameLst>
                                      </p:cBhvr>
                                      <p:to>
                                        <p:strVal val="visible"/>
                                      </p:to>
                                    </p:set>
                                    <p:animEffect transition="in" filter="fade">
                                      <p:cBhvr>
                                        <p:cTn id="32" dur="2000"/>
                                        <p:tgtEl>
                                          <p:spTgt spid="69678"/>
                                        </p:tgtEl>
                                      </p:cBhvr>
                                    </p:animEffect>
                                  </p:childTnLst>
                                </p:cTn>
                              </p:par>
                              <p:par>
                                <p:cTn id="33" presetID="10" presetClass="entr" presetSubtype="0" fill="hold" nodeType="withEffect">
                                  <p:stCondLst>
                                    <p:cond delay="0"/>
                                  </p:stCondLst>
                                  <p:childTnLst>
                                    <p:set>
                                      <p:cBhvr>
                                        <p:cTn id="34" dur="1" fill="hold">
                                          <p:stCondLst>
                                            <p:cond delay="0"/>
                                          </p:stCondLst>
                                        </p:cTn>
                                        <p:tgtEl>
                                          <p:spTgt spid="69679"/>
                                        </p:tgtEl>
                                        <p:attrNameLst>
                                          <p:attrName>style.visibility</p:attrName>
                                        </p:attrNameLst>
                                      </p:cBhvr>
                                      <p:to>
                                        <p:strVal val="visible"/>
                                      </p:to>
                                    </p:set>
                                    <p:animEffect transition="in" filter="fade">
                                      <p:cBhvr>
                                        <p:cTn id="35" dur="2000"/>
                                        <p:tgtEl>
                                          <p:spTgt spid="69679"/>
                                        </p:tgtEl>
                                      </p:cBhvr>
                                    </p:animEffect>
                                  </p:childTnLst>
                                </p:cTn>
                              </p:par>
                              <p:par>
                                <p:cTn id="36" presetID="10" presetClass="entr" presetSubtype="0" fill="hold" nodeType="withEffect">
                                  <p:stCondLst>
                                    <p:cond delay="0"/>
                                  </p:stCondLst>
                                  <p:childTnLst>
                                    <p:set>
                                      <p:cBhvr>
                                        <p:cTn id="37" dur="1" fill="hold">
                                          <p:stCondLst>
                                            <p:cond delay="0"/>
                                          </p:stCondLst>
                                        </p:cTn>
                                        <p:tgtEl>
                                          <p:spTgt spid="69680"/>
                                        </p:tgtEl>
                                        <p:attrNameLst>
                                          <p:attrName>style.visibility</p:attrName>
                                        </p:attrNameLst>
                                      </p:cBhvr>
                                      <p:to>
                                        <p:strVal val="visible"/>
                                      </p:to>
                                    </p:set>
                                    <p:animEffect transition="in" filter="fade">
                                      <p:cBhvr>
                                        <p:cTn id="38" dur="2000"/>
                                        <p:tgtEl>
                                          <p:spTgt spid="6968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69708"/>
                                        </p:tgtEl>
                                        <p:attrNameLst>
                                          <p:attrName>style.visibility</p:attrName>
                                        </p:attrNameLst>
                                      </p:cBhvr>
                                      <p:to>
                                        <p:strVal val="visible"/>
                                      </p:to>
                                    </p:set>
                                    <p:animEffect transition="in" filter="fade">
                                      <p:cBhvr>
                                        <p:cTn id="41" dur="2000"/>
                                        <p:tgtEl>
                                          <p:spTgt spid="69708"/>
                                        </p:tgtEl>
                                      </p:cBhvr>
                                    </p:animEffect>
                                  </p:childTnLst>
                                </p:cTn>
                              </p:par>
                              <p:par>
                                <p:cTn id="42" presetID="10" presetClass="entr" presetSubtype="0" fill="hold" nodeType="withEffect">
                                  <p:stCondLst>
                                    <p:cond delay="0"/>
                                  </p:stCondLst>
                                  <p:childTnLst>
                                    <p:set>
                                      <p:cBhvr>
                                        <p:cTn id="43" dur="1" fill="hold">
                                          <p:stCondLst>
                                            <p:cond delay="0"/>
                                          </p:stCondLst>
                                        </p:cTn>
                                        <p:tgtEl>
                                          <p:spTgt spid="69709"/>
                                        </p:tgtEl>
                                        <p:attrNameLst>
                                          <p:attrName>style.visibility</p:attrName>
                                        </p:attrNameLst>
                                      </p:cBhvr>
                                      <p:to>
                                        <p:strVal val="visible"/>
                                      </p:to>
                                    </p:set>
                                    <p:animEffect transition="in" filter="fade">
                                      <p:cBhvr>
                                        <p:cTn id="44" dur="2000"/>
                                        <p:tgtEl>
                                          <p:spTgt spid="6970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nodeType="clickEffect">
                                  <p:stCondLst>
                                    <p:cond delay="0"/>
                                  </p:stCondLst>
                                  <p:childTnLst>
                                    <p:animEffect transition="out" filter="fade">
                                      <p:cBhvr>
                                        <p:cTn id="48" dur="2000"/>
                                        <p:tgtEl>
                                          <p:spTgt spid="3"/>
                                        </p:tgtEl>
                                      </p:cBhvr>
                                    </p:animEffect>
                                    <p:set>
                                      <p:cBhvr>
                                        <p:cTn id="49" dur="1" fill="hold">
                                          <p:stCondLst>
                                            <p:cond delay="1999"/>
                                          </p:stCondLst>
                                        </p:cTn>
                                        <p:tgtEl>
                                          <p:spTgt spid="3"/>
                                        </p:tgtEl>
                                        <p:attrNameLst>
                                          <p:attrName>style.visibility</p:attrName>
                                        </p:attrNameLst>
                                      </p:cBhvr>
                                      <p:to>
                                        <p:strVal val="hidden"/>
                                      </p:to>
                                    </p:set>
                                  </p:childTnLst>
                                </p:cTn>
                              </p:par>
                              <p:par>
                                <p:cTn id="50" presetID="1" presetClass="emph" presetSubtype="2" fill="hold" nodeType="withEffect">
                                  <p:stCondLst>
                                    <p:cond delay="0"/>
                                  </p:stCondLst>
                                  <p:childTnLst>
                                    <p:animClr clrSpc="rgb" dir="cw">
                                      <p:cBhvr>
                                        <p:cTn id="51" dur="2000" fill="hold"/>
                                        <p:tgtEl>
                                          <p:spTgt spid="69678"/>
                                        </p:tgtEl>
                                        <p:attrNameLst>
                                          <p:attrName>fillcolor</p:attrName>
                                        </p:attrNameLst>
                                      </p:cBhvr>
                                      <p:to>
                                        <a:schemeClr val="bg1"/>
                                      </p:to>
                                    </p:animClr>
                                    <p:set>
                                      <p:cBhvr>
                                        <p:cTn id="52" dur="2000" fill="hold"/>
                                        <p:tgtEl>
                                          <p:spTgt spid="69678"/>
                                        </p:tgtEl>
                                        <p:attrNameLst>
                                          <p:attrName>fill.type</p:attrName>
                                        </p:attrNameLst>
                                      </p:cBhvr>
                                      <p:to>
                                        <p:strVal val="solid"/>
                                      </p:to>
                                    </p:set>
                                    <p:set>
                                      <p:cBhvr>
                                        <p:cTn id="53" dur="2000" fill="hold"/>
                                        <p:tgtEl>
                                          <p:spTgt spid="69678"/>
                                        </p:tgtEl>
                                        <p:attrNameLst>
                                          <p:attrName>fill.on</p:attrName>
                                        </p:attrNameLst>
                                      </p:cBhvr>
                                      <p:to>
                                        <p:strVal val="true"/>
                                      </p:to>
                                    </p:set>
                                  </p:childTnLst>
                                </p:cTn>
                              </p:par>
                              <p:par>
                                <p:cTn id="54" presetID="10" presetClass="entr" presetSubtype="0" fill="hold"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708" grpId="0" animBg="1"/>
    </p:bldLst>
  </p:timing>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1379" name="Rectangle 2"/>
          <p:cNvSpPr>
            <a:spLocks noGrp="1" noChangeArrowheads="1"/>
          </p:cNvSpPr>
          <p:nvPr>
            <p:ph type="title"/>
          </p:nvPr>
        </p:nvSpPr>
        <p:spPr/>
        <p:txBody>
          <a:bodyPr>
            <a:normAutofit/>
          </a:bodyPr>
          <a:lstStyle/>
          <a:p>
            <a:pPr eaLnBrk="1" hangingPunct="1"/>
            <a:r>
              <a:rPr lang="es-ES_tradnl" sz="2800" dirty="0">
                <a:latin typeface="Times New Roman" panose="02020603050405020304" pitchFamily="18" charset="0"/>
                <a:cs typeface="Times New Roman" panose="02020603050405020304" pitchFamily="18" charset="0"/>
              </a:rPr>
              <a:t>Especificación (en ensamblador) del modo de direccionamiento</a:t>
            </a:r>
            <a:endParaRPr lang="es-ES_tradnl" sz="4400" dirty="0">
              <a:latin typeface="Times New Roman" panose="02020603050405020304" pitchFamily="18" charset="0"/>
              <a:cs typeface="Times New Roman" panose="02020603050405020304" pitchFamily="18" charset="0"/>
            </a:endParaRPr>
          </a:p>
        </p:txBody>
      </p:sp>
      <p:sp>
        <p:nvSpPr>
          <p:cNvPr id="101380" name="Text Box 3"/>
          <p:cNvSpPr txBox="1">
            <a:spLocks noChangeArrowheads="1"/>
          </p:cNvSpPr>
          <p:nvPr/>
        </p:nvSpPr>
        <p:spPr bwMode="auto">
          <a:xfrm>
            <a:off x="742950" y="1711325"/>
            <a:ext cx="8745538" cy="5675313"/>
          </a:xfrm>
          <a:prstGeom prst="rect">
            <a:avLst/>
          </a:prstGeom>
          <a:noFill/>
          <a:ln w="9525">
            <a:noFill/>
            <a:miter lim="800000"/>
            <a:headEnd/>
            <a:tailEnd/>
          </a:ln>
        </p:spPr>
        <p:txBody>
          <a:bodyPr lIns="100191" tIns="50095" rIns="100191" bIns="50095">
            <a:spAutoFit/>
          </a:bodyPr>
          <a:lstStyle/>
          <a:p>
            <a:pPr marL="215900" indent="-215900" algn="l" defTabSz="1001713" eaLnBrk="0" hangingPunct="0">
              <a:spcBef>
                <a:spcPct val="50000"/>
              </a:spcBef>
              <a:buFontTx/>
              <a:buChar char="•"/>
            </a:pPr>
            <a:r>
              <a:rPr lang="es-ES_tradnl" sz="2600" dirty="0"/>
              <a:t>En lenguaje ensamblador, existe una simbología especial para diferenciar los modos de direccionamiento:</a:t>
            </a:r>
          </a:p>
          <a:p>
            <a:pPr marL="630238" lvl="1" indent="-128588" algn="l" defTabSz="1001713" eaLnBrk="0" hangingPunct="0">
              <a:spcBef>
                <a:spcPct val="50000"/>
              </a:spcBef>
            </a:pPr>
            <a:r>
              <a:rPr lang="es-ES_tradnl" sz="2200" dirty="0"/>
              <a:t>LD RG3, #23</a:t>
            </a:r>
          </a:p>
          <a:p>
            <a:pPr marL="630238" lvl="1" indent="-128588" algn="l" defTabSz="1001713" eaLnBrk="0" hangingPunct="0">
              <a:spcBef>
                <a:spcPct val="50000"/>
              </a:spcBef>
            </a:pPr>
            <a:r>
              <a:rPr lang="es-ES_tradnl" sz="2200" dirty="0"/>
              <a:t>ADD RG5, 28(RG4)</a:t>
            </a:r>
          </a:p>
          <a:p>
            <a:pPr marL="215900" indent="-215900" algn="l" defTabSz="1001713" eaLnBrk="0" hangingPunct="0">
              <a:spcBef>
                <a:spcPct val="50000"/>
              </a:spcBef>
              <a:buFontTx/>
              <a:buChar char="•"/>
            </a:pPr>
            <a:r>
              <a:rPr lang="es-ES_tradnl" sz="2600" dirty="0"/>
              <a:t>El uso de etiquetas para las direcciones absolutas permite la reubicación del código</a:t>
            </a:r>
          </a:p>
          <a:p>
            <a:pPr marL="630238" lvl="1" indent="-128588" algn="l" defTabSz="1001713" eaLnBrk="0" hangingPunct="0">
              <a:spcBef>
                <a:spcPct val="50000"/>
              </a:spcBef>
            </a:pPr>
            <a:r>
              <a:rPr lang="es-ES_tradnl" sz="2200" dirty="0"/>
              <a:t>LD R2, </a:t>
            </a:r>
            <a:r>
              <a:rPr lang="es-ES_tradnl" sz="2200" i="1" dirty="0"/>
              <a:t>edad</a:t>
            </a:r>
            <a:endParaRPr lang="es-ES_tradnl" sz="2200" dirty="0"/>
          </a:p>
          <a:p>
            <a:pPr marL="215900" indent="-215900" algn="l" defTabSz="1001713" eaLnBrk="0" hangingPunct="0">
              <a:spcBef>
                <a:spcPct val="50000"/>
              </a:spcBef>
              <a:buFontTx/>
              <a:buChar char="•"/>
            </a:pPr>
            <a:r>
              <a:rPr lang="es-ES_tradnl" sz="2600" dirty="0"/>
              <a:t>Diferentes ensambladores, distintos símbolos</a:t>
            </a:r>
          </a:p>
          <a:p>
            <a:pPr marL="215900" indent="-215900" algn="l" defTabSz="1001713" eaLnBrk="0" hangingPunct="0">
              <a:spcBef>
                <a:spcPct val="50000"/>
              </a:spcBef>
              <a:buFontTx/>
              <a:buChar char="•"/>
            </a:pPr>
            <a:r>
              <a:rPr lang="es-ES_tradnl" sz="2600" dirty="0"/>
              <a:t>Un estándar: IEEE-694</a:t>
            </a:r>
          </a:p>
          <a:p>
            <a:pPr marL="215900" indent="-215900" algn="l" defTabSz="1001713" eaLnBrk="0" hangingPunct="0">
              <a:spcBef>
                <a:spcPct val="50000"/>
              </a:spcBef>
              <a:buFontTx/>
              <a:buChar char="•"/>
            </a:pPr>
            <a:endParaRPr lang="es-ES_tradnl" sz="2000" dirty="0"/>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122" name="Object 3"/>
          <p:cNvGraphicFramePr>
            <a:graphicFrameLocks noChangeAspect="1"/>
          </p:cNvGraphicFramePr>
          <p:nvPr/>
        </p:nvGraphicFramePr>
        <p:xfrm>
          <a:off x="198438" y="2106613"/>
          <a:ext cx="10369550" cy="3706812"/>
        </p:xfrm>
        <a:graphic>
          <a:graphicData uri="http://schemas.openxmlformats.org/presentationml/2006/ole">
            <mc:AlternateContent xmlns:mc="http://schemas.openxmlformats.org/markup-compatibility/2006">
              <mc:Choice xmlns:v="urn:schemas-microsoft-com:vml" Requires="v">
                <p:oleObj spid="_x0000_s2057" name="Documento" r:id="rId4" imgW="8341777" imgH="2983144" progId="Word.Document.8">
                  <p:embed/>
                </p:oleObj>
              </mc:Choice>
              <mc:Fallback>
                <p:oleObj name="Documento" r:id="rId4" imgW="8341777" imgH="2983144" progId="Word.Document.8">
                  <p:embed/>
                  <p:pic>
                    <p:nvPicPr>
                      <p:cNvPr id="5122"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438" y="2106613"/>
                        <a:ext cx="10369550" cy="3706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2">
            <a:extLst>
              <a:ext uri="{FF2B5EF4-FFF2-40B4-BE49-F238E27FC236}">
                <a16:creationId xmlns:a16="http://schemas.microsoft.com/office/drawing/2014/main" id="{21829B3F-158E-4380-9278-A71C5103D8A7}"/>
              </a:ext>
            </a:extLst>
          </p:cNvPr>
          <p:cNvSpPr>
            <a:spLocks noGrp="1" noChangeArrowheads="1"/>
          </p:cNvSpPr>
          <p:nvPr>
            <p:ph type="title"/>
          </p:nvPr>
        </p:nvSpPr>
        <p:spPr>
          <a:xfrm>
            <a:off x="495300" y="269875"/>
            <a:ext cx="8910638" cy="1081088"/>
          </a:xfrm>
        </p:spPr>
        <p:txBody>
          <a:bodyPr>
            <a:normAutofit/>
          </a:bodyPr>
          <a:lstStyle/>
          <a:p>
            <a:pPr eaLnBrk="1" hangingPunct="1"/>
            <a:r>
              <a:rPr lang="es-ES_tradnl" sz="2800" dirty="0">
                <a:latin typeface="Times New Roman" panose="02020603050405020304" pitchFamily="18" charset="0"/>
                <a:cs typeface="Times New Roman" panose="02020603050405020304" pitchFamily="18" charset="0"/>
              </a:rPr>
              <a:t>Especificación (en ensamblador) del modo de direccionamiento</a:t>
            </a:r>
            <a:endParaRPr lang="es-ES_tradnl" sz="4400" dirty="0">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Rectangle 2"/>
          <p:cNvSpPr>
            <a:spLocks noGrp="1" noChangeArrowheads="1"/>
          </p:cNvSpPr>
          <p:nvPr>
            <p:ph type="subTitle" idx="1"/>
          </p:nvPr>
        </p:nvSpPr>
        <p:spPr>
          <a:xfrm>
            <a:off x="1854275" y="4194522"/>
            <a:ext cx="6929438" cy="2070100"/>
          </a:xfrm>
        </p:spPr>
        <p:txBody>
          <a:bodyPr>
            <a:normAutofit/>
          </a:bodyPr>
          <a:lstStyle/>
          <a:p>
            <a:pPr eaLnBrk="1" hangingPunct="1"/>
            <a:r>
              <a:rPr lang="es-ES_tradnl" sz="4800" dirty="0"/>
              <a:t>Formato de las Instrucciones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2"/>
          <p:cNvSpPr>
            <a:spLocks noGrp="1" noChangeArrowheads="1"/>
          </p:cNvSpPr>
          <p:nvPr>
            <p:ph type="title"/>
          </p:nvPr>
        </p:nvSpPr>
        <p:spPr/>
        <p:txBody>
          <a:bodyPr/>
          <a:lstStyle/>
          <a:p>
            <a:pPr eaLnBrk="1" hangingPunct="1"/>
            <a:r>
              <a:rPr lang="es-ES_tradnl" sz="1800"/>
              <a:t>Juntándolo todo:</a:t>
            </a:r>
            <a:br>
              <a:rPr lang="es-ES_tradnl" sz="1800"/>
            </a:br>
            <a:r>
              <a:rPr lang="es-ES_tradnl" sz="4800"/>
              <a:t>La instrucción</a:t>
            </a:r>
            <a:endParaRPr lang="es-ES_tradnl"/>
          </a:p>
        </p:txBody>
      </p:sp>
      <p:sp>
        <p:nvSpPr>
          <p:cNvPr id="101379" name="Text Box 3"/>
          <p:cNvSpPr txBox="1">
            <a:spLocks noChangeArrowheads="1"/>
          </p:cNvSpPr>
          <p:nvPr/>
        </p:nvSpPr>
        <p:spPr bwMode="auto">
          <a:xfrm>
            <a:off x="330200" y="3240088"/>
            <a:ext cx="2640013" cy="571500"/>
          </a:xfrm>
          <a:prstGeom prst="rect">
            <a:avLst/>
          </a:prstGeom>
          <a:solidFill>
            <a:srgbClr val="FF9900"/>
          </a:solidFill>
          <a:ln w="9525">
            <a:solidFill>
              <a:schemeClr val="tx1"/>
            </a:solidFill>
            <a:miter lim="800000"/>
            <a:headEnd/>
            <a:tailEnd/>
          </a:ln>
        </p:spPr>
        <p:txBody>
          <a:bodyPr lIns="98613" tIns="51279" rIns="98613" bIns="51279">
            <a:spAutoFit/>
          </a:bodyPr>
          <a:lstStyle/>
          <a:p>
            <a:pPr algn="l" defTabSz="1001713" eaLnBrk="0" hangingPunct="0">
              <a:spcBef>
                <a:spcPct val="50000"/>
              </a:spcBef>
            </a:pPr>
            <a:r>
              <a:rPr lang="es-ES_tradnl" sz="2600" dirty="0"/>
              <a:t>Código Operación</a:t>
            </a:r>
          </a:p>
        </p:txBody>
      </p:sp>
      <p:sp>
        <p:nvSpPr>
          <p:cNvPr id="101380" name="Text Box 4"/>
          <p:cNvSpPr txBox="1">
            <a:spLocks noChangeArrowheads="1"/>
          </p:cNvSpPr>
          <p:nvPr/>
        </p:nvSpPr>
        <p:spPr bwMode="auto">
          <a:xfrm>
            <a:off x="2970213" y="3240088"/>
            <a:ext cx="2227262" cy="571500"/>
          </a:xfrm>
          <a:prstGeom prst="rect">
            <a:avLst/>
          </a:prstGeom>
          <a:solidFill>
            <a:srgbClr val="99CC00"/>
          </a:solidFill>
          <a:ln w="9525">
            <a:solidFill>
              <a:schemeClr val="tx1"/>
            </a:solidFill>
            <a:miter lim="800000"/>
            <a:headEnd/>
            <a:tailEnd/>
          </a:ln>
        </p:spPr>
        <p:txBody>
          <a:bodyPr lIns="0" tIns="51279" rIns="0" bIns="51279">
            <a:spAutoFit/>
          </a:bodyPr>
          <a:lstStyle/>
          <a:p>
            <a:pPr defTabSz="1001713" eaLnBrk="0" hangingPunct="0">
              <a:spcBef>
                <a:spcPct val="50000"/>
              </a:spcBef>
            </a:pPr>
            <a:r>
              <a:rPr lang="es-ES_tradnl" sz="2600"/>
              <a:t>dirección_op_1</a:t>
            </a:r>
          </a:p>
        </p:txBody>
      </p:sp>
      <p:sp>
        <p:nvSpPr>
          <p:cNvPr id="101381" name="Text Box 5"/>
          <p:cNvSpPr txBox="1">
            <a:spLocks noChangeArrowheads="1"/>
          </p:cNvSpPr>
          <p:nvPr/>
        </p:nvSpPr>
        <p:spPr bwMode="auto">
          <a:xfrm>
            <a:off x="5197475" y="3240088"/>
            <a:ext cx="2228850" cy="571500"/>
          </a:xfrm>
          <a:prstGeom prst="rect">
            <a:avLst/>
          </a:prstGeom>
          <a:solidFill>
            <a:srgbClr val="99CC00"/>
          </a:solidFill>
          <a:ln w="9525">
            <a:solidFill>
              <a:schemeClr val="tx1"/>
            </a:solidFill>
            <a:miter lim="800000"/>
            <a:headEnd/>
            <a:tailEnd/>
          </a:ln>
        </p:spPr>
        <p:txBody>
          <a:bodyPr lIns="0" tIns="51279" rIns="0" bIns="51279">
            <a:spAutoFit/>
          </a:bodyPr>
          <a:lstStyle/>
          <a:p>
            <a:pPr defTabSz="1001713" eaLnBrk="0" hangingPunct="0">
              <a:spcBef>
                <a:spcPct val="50000"/>
              </a:spcBef>
            </a:pPr>
            <a:r>
              <a:rPr lang="es-ES_tradnl" sz="2600"/>
              <a:t>dirección_op_2</a:t>
            </a:r>
          </a:p>
        </p:txBody>
      </p:sp>
      <p:sp>
        <p:nvSpPr>
          <p:cNvPr id="101382" name="Text Box 6"/>
          <p:cNvSpPr txBox="1">
            <a:spLocks noChangeArrowheads="1"/>
          </p:cNvSpPr>
          <p:nvPr/>
        </p:nvSpPr>
        <p:spPr bwMode="auto">
          <a:xfrm>
            <a:off x="7426325" y="3240088"/>
            <a:ext cx="2227263" cy="571500"/>
          </a:xfrm>
          <a:prstGeom prst="rect">
            <a:avLst/>
          </a:prstGeom>
          <a:solidFill>
            <a:srgbClr val="99CC00"/>
          </a:solidFill>
          <a:ln w="9525">
            <a:solidFill>
              <a:schemeClr val="tx1"/>
            </a:solidFill>
            <a:miter lim="800000"/>
            <a:headEnd/>
            <a:tailEnd/>
          </a:ln>
        </p:spPr>
        <p:txBody>
          <a:bodyPr lIns="0" tIns="51279" rIns="0" bIns="51279">
            <a:spAutoFit/>
          </a:bodyPr>
          <a:lstStyle/>
          <a:p>
            <a:pPr defTabSz="1001713" eaLnBrk="0" hangingPunct="0">
              <a:spcBef>
                <a:spcPct val="50000"/>
              </a:spcBef>
            </a:pPr>
            <a:r>
              <a:rPr lang="es-ES_tradnl" sz="2600"/>
              <a:t>dirección_op_3</a:t>
            </a:r>
          </a:p>
        </p:txBody>
      </p:sp>
      <p:sp>
        <p:nvSpPr>
          <p:cNvPr id="101389" name="Text Box 13"/>
          <p:cNvSpPr txBox="1">
            <a:spLocks noChangeArrowheads="1"/>
          </p:cNvSpPr>
          <p:nvPr/>
        </p:nvSpPr>
        <p:spPr bwMode="auto">
          <a:xfrm>
            <a:off x="4573207" y="4869901"/>
            <a:ext cx="1535236" cy="503669"/>
          </a:xfrm>
          <a:prstGeom prst="rect">
            <a:avLst/>
          </a:prstGeom>
          <a:solidFill>
            <a:srgbClr val="99CC00"/>
          </a:solidFill>
          <a:ln w="9525">
            <a:solidFill>
              <a:schemeClr val="tx1"/>
            </a:solidFill>
            <a:miter lim="800000"/>
            <a:headEnd/>
            <a:tailEnd/>
          </a:ln>
        </p:spPr>
        <p:txBody>
          <a:bodyPr wrap="square" lIns="0" tIns="51279" rIns="0" bIns="51279">
            <a:spAutoFit/>
          </a:bodyPr>
          <a:lstStyle/>
          <a:p>
            <a:pPr defTabSz="1001713" eaLnBrk="0" hangingPunct="0">
              <a:spcBef>
                <a:spcPct val="50000"/>
              </a:spcBef>
            </a:pPr>
            <a:r>
              <a:rPr lang="es-ES_tradnl" sz="2600" dirty="0"/>
              <a:t>Registro</a:t>
            </a:r>
          </a:p>
        </p:txBody>
      </p:sp>
      <p:sp>
        <p:nvSpPr>
          <p:cNvPr id="101390" name="Text Box 14"/>
          <p:cNvSpPr txBox="1">
            <a:spLocks noChangeArrowheads="1"/>
          </p:cNvSpPr>
          <p:nvPr/>
        </p:nvSpPr>
        <p:spPr bwMode="auto">
          <a:xfrm>
            <a:off x="4294794" y="4869900"/>
            <a:ext cx="2228850" cy="503669"/>
          </a:xfrm>
          <a:prstGeom prst="rect">
            <a:avLst/>
          </a:prstGeom>
          <a:solidFill>
            <a:srgbClr val="99CC00"/>
          </a:solidFill>
          <a:ln w="9525">
            <a:solidFill>
              <a:schemeClr val="tx1"/>
            </a:solidFill>
            <a:miter lim="800000"/>
            <a:headEnd/>
            <a:tailEnd/>
          </a:ln>
        </p:spPr>
        <p:txBody>
          <a:bodyPr lIns="0" tIns="51279" rIns="0" bIns="51279">
            <a:spAutoFit/>
          </a:bodyPr>
          <a:lstStyle/>
          <a:p>
            <a:pPr defTabSz="1001713" eaLnBrk="0" hangingPunct="0">
              <a:spcBef>
                <a:spcPct val="50000"/>
              </a:spcBef>
            </a:pPr>
            <a:r>
              <a:rPr lang="es-ES_tradnl" sz="2600" dirty="0"/>
              <a:t>Número</a:t>
            </a:r>
          </a:p>
        </p:txBody>
      </p:sp>
      <p:grpSp>
        <p:nvGrpSpPr>
          <p:cNvPr id="26" name="Grupo 25">
            <a:extLst>
              <a:ext uri="{FF2B5EF4-FFF2-40B4-BE49-F238E27FC236}">
                <a16:creationId xmlns:a16="http://schemas.microsoft.com/office/drawing/2014/main" id="{78A5C0CA-A6F8-4B95-99C4-4D240E6965AD}"/>
              </a:ext>
            </a:extLst>
          </p:cNvPr>
          <p:cNvGrpSpPr/>
          <p:nvPr/>
        </p:nvGrpSpPr>
        <p:grpSpPr>
          <a:xfrm>
            <a:off x="3557758" y="4869899"/>
            <a:ext cx="3868567" cy="503669"/>
            <a:chOff x="2074749" y="6690083"/>
            <a:chExt cx="3868567" cy="503669"/>
          </a:xfrm>
        </p:grpSpPr>
        <p:sp>
          <p:nvSpPr>
            <p:cNvPr id="18" name="Text Box 13">
              <a:extLst>
                <a:ext uri="{FF2B5EF4-FFF2-40B4-BE49-F238E27FC236}">
                  <a16:creationId xmlns:a16="http://schemas.microsoft.com/office/drawing/2014/main" id="{04A33A98-42F1-4C27-96E4-6960098B35CC}"/>
                </a:ext>
              </a:extLst>
            </p:cNvPr>
            <p:cNvSpPr txBox="1">
              <a:spLocks noChangeArrowheads="1"/>
            </p:cNvSpPr>
            <p:nvPr/>
          </p:nvSpPr>
          <p:spPr bwMode="auto">
            <a:xfrm>
              <a:off x="4408080" y="6690083"/>
              <a:ext cx="1535236" cy="503669"/>
            </a:xfrm>
            <a:prstGeom prst="rect">
              <a:avLst/>
            </a:prstGeom>
            <a:solidFill>
              <a:srgbClr val="99CC00"/>
            </a:solidFill>
            <a:ln w="9525">
              <a:solidFill>
                <a:schemeClr val="tx1"/>
              </a:solidFill>
              <a:miter lim="800000"/>
              <a:headEnd/>
              <a:tailEnd/>
            </a:ln>
          </p:spPr>
          <p:txBody>
            <a:bodyPr wrap="square" lIns="0" tIns="51279" rIns="0" bIns="51279">
              <a:spAutoFit/>
            </a:bodyPr>
            <a:lstStyle/>
            <a:p>
              <a:pPr defTabSz="1001713" eaLnBrk="0" hangingPunct="0">
                <a:spcBef>
                  <a:spcPct val="50000"/>
                </a:spcBef>
              </a:pPr>
              <a:r>
                <a:rPr lang="es-ES_tradnl" sz="2600" dirty="0"/>
                <a:t>Registro</a:t>
              </a:r>
            </a:p>
          </p:txBody>
        </p:sp>
        <p:sp>
          <p:nvSpPr>
            <p:cNvPr id="19" name="Text Box 14">
              <a:extLst>
                <a:ext uri="{FF2B5EF4-FFF2-40B4-BE49-F238E27FC236}">
                  <a16:creationId xmlns:a16="http://schemas.microsoft.com/office/drawing/2014/main" id="{470096BC-8164-47EA-8A1D-0266DAA26A47}"/>
                </a:ext>
              </a:extLst>
            </p:cNvPr>
            <p:cNvSpPr txBox="1">
              <a:spLocks noChangeArrowheads="1"/>
            </p:cNvSpPr>
            <p:nvPr/>
          </p:nvSpPr>
          <p:spPr bwMode="auto">
            <a:xfrm>
              <a:off x="2074749" y="6690083"/>
              <a:ext cx="2333331" cy="503669"/>
            </a:xfrm>
            <a:prstGeom prst="rect">
              <a:avLst/>
            </a:prstGeom>
            <a:solidFill>
              <a:srgbClr val="99CC00"/>
            </a:solidFill>
            <a:ln w="9525">
              <a:solidFill>
                <a:schemeClr val="tx1"/>
              </a:solidFill>
              <a:miter lim="800000"/>
              <a:headEnd/>
              <a:tailEnd/>
            </a:ln>
          </p:spPr>
          <p:txBody>
            <a:bodyPr wrap="square" lIns="0" tIns="51279" rIns="0" bIns="51279">
              <a:spAutoFit/>
            </a:bodyPr>
            <a:lstStyle/>
            <a:p>
              <a:pPr defTabSz="1001713" eaLnBrk="0" hangingPunct="0">
                <a:spcBef>
                  <a:spcPct val="50000"/>
                </a:spcBef>
              </a:pPr>
              <a:r>
                <a:rPr lang="es-ES_tradnl" sz="2600" dirty="0"/>
                <a:t>Número</a:t>
              </a:r>
            </a:p>
          </p:txBody>
        </p:sp>
      </p:grpSp>
      <p:cxnSp>
        <p:nvCxnSpPr>
          <p:cNvPr id="3" name="Conector recto 2">
            <a:extLst>
              <a:ext uri="{FF2B5EF4-FFF2-40B4-BE49-F238E27FC236}">
                <a16:creationId xmlns:a16="http://schemas.microsoft.com/office/drawing/2014/main" id="{C065284F-35DC-42D0-B198-45F6AB44CDEB}"/>
              </a:ext>
            </a:extLst>
          </p:cNvPr>
          <p:cNvCxnSpPr>
            <a:cxnSpLocks/>
            <a:stCxn id="101379" idx="3"/>
            <a:endCxn id="101389" idx="1"/>
          </p:cNvCxnSpPr>
          <p:nvPr/>
        </p:nvCxnSpPr>
        <p:spPr>
          <a:xfrm>
            <a:off x="2970213" y="3525838"/>
            <a:ext cx="1602994" cy="1595898"/>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416F72A9-E5E1-401B-BFC9-6A6B734E7239}"/>
              </a:ext>
            </a:extLst>
          </p:cNvPr>
          <p:cNvCxnSpPr>
            <a:cxnSpLocks/>
            <a:stCxn id="101380" idx="3"/>
            <a:endCxn id="101389" idx="3"/>
          </p:cNvCxnSpPr>
          <p:nvPr/>
        </p:nvCxnSpPr>
        <p:spPr>
          <a:xfrm>
            <a:off x="5197475" y="3525838"/>
            <a:ext cx="910968" cy="159589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84F0BA1D-6D79-4C4F-9BE7-ED80BDCDC98E}"/>
              </a:ext>
            </a:extLst>
          </p:cNvPr>
          <p:cNvCxnSpPr>
            <a:cxnSpLocks/>
            <a:stCxn id="101382" idx="3"/>
            <a:endCxn id="18" idx="3"/>
          </p:cNvCxnSpPr>
          <p:nvPr/>
        </p:nvCxnSpPr>
        <p:spPr>
          <a:xfrm flipH="1">
            <a:off x="7426325" y="3525838"/>
            <a:ext cx="2227263" cy="15958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06BB215B-CEF6-4501-86AC-90F06F54F467}"/>
              </a:ext>
            </a:extLst>
          </p:cNvPr>
          <p:cNvCxnSpPr>
            <a:cxnSpLocks/>
            <a:stCxn id="101381" idx="3"/>
            <a:endCxn id="101390" idx="3"/>
          </p:cNvCxnSpPr>
          <p:nvPr/>
        </p:nvCxnSpPr>
        <p:spPr>
          <a:xfrm flipH="1">
            <a:off x="6523644" y="3525838"/>
            <a:ext cx="902681" cy="1595897"/>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Conector recto 44">
            <a:extLst>
              <a:ext uri="{FF2B5EF4-FFF2-40B4-BE49-F238E27FC236}">
                <a16:creationId xmlns:a16="http://schemas.microsoft.com/office/drawing/2014/main" id="{49E8D887-84E4-4AA2-8915-E45E2CC65FFB}"/>
              </a:ext>
            </a:extLst>
          </p:cNvPr>
          <p:cNvCxnSpPr>
            <a:cxnSpLocks/>
            <a:stCxn id="101382" idx="1"/>
            <a:endCxn id="19" idx="1"/>
          </p:cNvCxnSpPr>
          <p:nvPr/>
        </p:nvCxnSpPr>
        <p:spPr>
          <a:xfrm flipH="1">
            <a:off x="3557758" y="3525838"/>
            <a:ext cx="3868567" cy="1595896"/>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Conector recto 52">
            <a:extLst>
              <a:ext uri="{FF2B5EF4-FFF2-40B4-BE49-F238E27FC236}">
                <a16:creationId xmlns:a16="http://schemas.microsoft.com/office/drawing/2014/main" id="{FA621F22-51DF-42C7-AF90-4DCF614A6538}"/>
              </a:ext>
            </a:extLst>
          </p:cNvPr>
          <p:cNvCxnSpPr>
            <a:cxnSpLocks/>
            <a:stCxn id="101381" idx="1"/>
            <a:endCxn id="101390" idx="1"/>
          </p:cNvCxnSpPr>
          <p:nvPr/>
        </p:nvCxnSpPr>
        <p:spPr>
          <a:xfrm flipH="1">
            <a:off x="4294794" y="3525838"/>
            <a:ext cx="902681" cy="1595897"/>
          </a:xfrm>
          <a:prstGeom prst="line">
            <a:avLst/>
          </a:prstGeom>
        </p:spPr>
        <p:style>
          <a:lnRef idx="1">
            <a:schemeClr val="accent1"/>
          </a:lnRef>
          <a:fillRef idx="0">
            <a:schemeClr val="accent1"/>
          </a:fillRef>
          <a:effectRef idx="0">
            <a:schemeClr val="accent1"/>
          </a:effectRef>
          <a:fontRef idx="minor">
            <a:schemeClr val="tx1"/>
          </a:fontRef>
        </p:style>
      </p:cxnSp>
      <p:sp>
        <p:nvSpPr>
          <p:cNvPr id="54" name="CuadroTexto 53">
            <a:extLst>
              <a:ext uri="{FF2B5EF4-FFF2-40B4-BE49-F238E27FC236}">
                <a16:creationId xmlns:a16="http://schemas.microsoft.com/office/drawing/2014/main" id="{667BD0F7-300D-4F1B-ACE1-977676C6D70F}"/>
              </a:ext>
            </a:extLst>
          </p:cNvPr>
          <p:cNvSpPr txBox="1"/>
          <p:nvPr/>
        </p:nvSpPr>
        <p:spPr>
          <a:xfrm>
            <a:off x="495062" y="1733935"/>
            <a:ext cx="5949065" cy="369332"/>
          </a:xfrm>
          <a:prstGeom prst="rect">
            <a:avLst/>
          </a:prstGeom>
          <a:noFill/>
        </p:spPr>
        <p:txBody>
          <a:bodyPr wrap="none" rtlCol="0">
            <a:spAutoFit/>
          </a:bodyPr>
          <a:lstStyle/>
          <a:p>
            <a:r>
              <a:rPr lang="es-ES" sz="1800" dirty="0">
                <a:latin typeface="Calibri" panose="020F0502020204030204" pitchFamily="34" charset="0"/>
                <a:ea typeface="Calibri" panose="020F0502020204030204" pitchFamily="34" charset="0"/>
                <a:cs typeface="Calibri" panose="020F0502020204030204" pitchFamily="34" charset="0"/>
              </a:rPr>
              <a:t>La instrucción es la unión de varias cadenas binarias (campos)</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1379"/>
                                        </p:tgtEl>
                                        <p:attrNameLst>
                                          <p:attrName>style.visibility</p:attrName>
                                        </p:attrNameLst>
                                      </p:cBhvr>
                                      <p:to>
                                        <p:strVal val="visible"/>
                                      </p:to>
                                    </p:set>
                                    <p:animEffect transition="in" filter="wipe(left)">
                                      <p:cBhvr>
                                        <p:cTn id="7" dur="500"/>
                                        <p:tgtEl>
                                          <p:spTgt spid="10137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1380"/>
                                        </p:tgtEl>
                                        <p:attrNameLst>
                                          <p:attrName>style.visibility</p:attrName>
                                        </p:attrNameLst>
                                      </p:cBhvr>
                                      <p:to>
                                        <p:strVal val="visible"/>
                                      </p:to>
                                    </p:set>
                                    <p:animEffect transition="in" filter="wipe(left)">
                                      <p:cBhvr>
                                        <p:cTn id="12" dur="500"/>
                                        <p:tgtEl>
                                          <p:spTgt spid="10138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1381"/>
                                        </p:tgtEl>
                                        <p:attrNameLst>
                                          <p:attrName>style.visibility</p:attrName>
                                        </p:attrNameLst>
                                      </p:cBhvr>
                                      <p:to>
                                        <p:strVal val="visible"/>
                                      </p:to>
                                    </p:set>
                                    <p:animEffect transition="in" filter="wipe(left)">
                                      <p:cBhvr>
                                        <p:cTn id="17" dur="500"/>
                                        <p:tgtEl>
                                          <p:spTgt spid="10138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1382"/>
                                        </p:tgtEl>
                                        <p:attrNameLst>
                                          <p:attrName>style.visibility</p:attrName>
                                        </p:attrNameLst>
                                      </p:cBhvr>
                                      <p:to>
                                        <p:strVal val="visible"/>
                                      </p:to>
                                    </p:set>
                                    <p:animEffect transition="in" filter="wipe(left)">
                                      <p:cBhvr>
                                        <p:cTn id="22" dur="500"/>
                                        <p:tgtEl>
                                          <p:spTgt spid="10138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1389"/>
                                        </p:tgtEl>
                                        <p:attrNameLst>
                                          <p:attrName>style.visibility</p:attrName>
                                        </p:attrNameLst>
                                      </p:cBhvr>
                                      <p:to>
                                        <p:strVal val="visible"/>
                                      </p:to>
                                    </p:set>
                                    <p:animEffect transition="in" filter="fade">
                                      <p:cBhvr>
                                        <p:cTn id="27" dur="500"/>
                                        <p:tgtEl>
                                          <p:spTgt spid="101389"/>
                                        </p:tgtEl>
                                      </p:cBhvr>
                                    </p:animEffect>
                                  </p:childTnLst>
                                </p:cTn>
                              </p:par>
                              <p:par>
                                <p:cTn id="28" presetID="10" presetClass="entr" presetSubtype="0" fill="hold" nodeType="with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500"/>
                                        <p:tgtEl>
                                          <p:spTgt spid="3"/>
                                        </p:tgtEl>
                                      </p:cBhvr>
                                    </p:animEffect>
                                  </p:childTnLst>
                                </p:cTn>
                              </p:par>
                              <p:par>
                                <p:cTn id="31" presetID="10"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xit" presetSubtype="0" fill="hold" grpId="1" nodeType="clickEffect">
                                  <p:stCondLst>
                                    <p:cond delay="0"/>
                                  </p:stCondLst>
                                  <p:childTnLst>
                                    <p:animEffect transition="out" filter="fade">
                                      <p:cBhvr>
                                        <p:cTn id="37" dur="500"/>
                                        <p:tgtEl>
                                          <p:spTgt spid="101389"/>
                                        </p:tgtEl>
                                      </p:cBhvr>
                                    </p:animEffect>
                                    <p:set>
                                      <p:cBhvr>
                                        <p:cTn id="38" dur="1" fill="hold">
                                          <p:stCondLst>
                                            <p:cond delay="499"/>
                                          </p:stCondLst>
                                        </p:cTn>
                                        <p:tgtEl>
                                          <p:spTgt spid="101389"/>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500"/>
                                        <p:tgtEl>
                                          <p:spTgt spid="3"/>
                                        </p:tgtEl>
                                      </p:cBhvr>
                                    </p:animEffect>
                                    <p:set>
                                      <p:cBhvr>
                                        <p:cTn id="41" dur="1" fill="hold">
                                          <p:stCondLst>
                                            <p:cond delay="499"/>
                                          </p:stCondLst>
                                        </p:cTn>
                                        <p:tgtEl>
                                          <p:spTgt spid="3"/>
                                        </p:tgtEl>
                                        <p:attrNameLst>
                                          <p:attrName>style.visibility</p:attrName>
                                        </p:attrNameLst>
                                      </p:cBhvr>
                                      <p:to>
                                        <p:strVal val="hidden"/>
                                      </p:to>
                                    </p:set>
                                  </p:childTnLst>
                                </p:cTn>
                              </p:par>
                              <p:par>
                                <p:cTn id="42" presetID="10" presetClass="exit" presetSubtype="0" fill="hold" nodeType="withEffect">
                                  <p:stCondLst>
                                    <p:cond delay="0"/>
                                  </p:stCondLst>
                                  <p:childTnLst>
                                    <p:animEffect transition="out" filter="fade">
                                      <p:cBhvr>
                                        <p:cTn id="43" dur="500"/>
                                        <p:tgtEl>
                                          <p:spTgt spid="22"/>
                                        </p:tgtEl>
                                      </p:cBhvr>
                                    </p:animEffect>
                                    <p:set>
                                      <p:cBhvr>
                                        <p:cTn id="44" dur="1" fill="hold">
                                          <p:stCondLst>
                                            <p:cond delay="499"/>
                                          </p:stCondLst>
                                        </p:cTn>
                                        <p:tgtEl>
                                          <p:spTgt spid="22"/>
                                        </p:tgtEl>
                                        <p:attrNameLst>
                                          <p:attrName>style.visibility</p:attrName>
                                        </p:attrNameLst>
                                      </p:cBhvr>
                                      <p:to>
                                        <p:strVal val="hidden"/>
                                      </p:to>
                                    </p:set>
                                  </p:childTnLst>
                                </p:cTn>
                              </p:par>
                              <p:par>
                                <p:cTn id="45" presetID="10" presetClass="entr" presetSubtype="0" fill="hold" grpId="0" nodeType="withEffect">
                                  <p:stCondLst>
                                    <p:cond delay="0"/>
                                  </p:stCondLst>
                                  <p:childTnLst>
                                    <p:set>
                                      <p:cBhvr>
                                        <p:cTn id="46" dur="1" fill="hold">
                                          <p:stCondLst>
                                            <p:cond delay="0"/>
                                          </p:stCondLst>
                                        </p:cTn>
                                        <p:tgtEl>
                                          <p:spTgt spid="101390"/>
                                        </p:tgtEl>
                                        <p:attrNameLst>
                                          <p:attrName>style.visibility</p:attrName>
                                        </p:attrNameLst>
                                      </p:cBhvr>
                                      <p:to>
                                        <p:strVal val="visible"/>
                                      </p:to>
                                    </p:set>
                                    <p:animEffect transition="in" filter="fade">
                                      <p:cBhvr>
                                        <p:cTn id="47" dur="500"/>
                                        <p:tgtEl>
                                          <p:spTgt spid="101390"/>
                                        </p:tgtEl>
                                      </p:cBhvr>
                                    </p:animEffect>
                                  </p:childTnLst>
                                </p:cTn>
                              </p:par>
                              <p:par>
                                <p:cTn id="48" presetID="10" presetClass="entr" presetSubtype="0" fill="hold" nodeType="withEffect">
                                  <p:stCondLst>
                                    <p:cond delay="0"/>
                                  </p:stCondLst>
                                  <p:childTnLst>
                                    <p:set>
                                      <p:cBhvr>
                                        <p:cTn id="49" dur="1" fill="hold">
                                          <p:stCondLst>
                                            <p:cond delay="0"/>
                                          </p:stCondLst>
                                        </p:cTn>
                                        <p:tgtEl>
                                          <p:spTgt spid="53"/>
                                        </p:tgtEl>
                                        <p:attrNameLst>
                                          <p:attrName>style.visibility</p:attrName>
                                        </p:attrNameLst>
                                      </p:cBhvr>
                                      <p:to>
                                        <p:strVal val="visible"/>
                                      </p:to>
                                    </p:set>
                                    <p:animEffect transition="in" filter="fade">
                                      <p:cBhvr>
                                        <p:cTn id="50" dur="500"/>
                                        <p:tgtEl>
                                          <p:spTgt spid="53"/>
                                        </p:tgtEl>
                                      </p:cBhvr>
                                    </p:animEffect>
                                  </p:childTnLst>
                                </p:cTn>
                              </p:par>
                              <p:par>
                                <p:cTn id="51" presetID="10" presetClass="entr" presetSubtype="0" fill="hold"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00"/>
                                        <p:tgtEl>
                                          <p:spTgt spid="2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xit" presetSubtype="0" fill="hold" grpId="1" nodeType="clickEffect">
                                  <p:stCondLst>
                                    <p:cond delay="0"/>
                                  </p:stCondLst>
                                  <p:childTnLst>
                                    <p:animEffect transition="out" filter="fade">
                                      <p:cBhvr>
                                        <p:cTn id="57" dur="500"/>
                                        <p:tgtEl>
                                          <p:spTgt spid="101390"/>
                                        </p:tgtEl>
                                      </p:cBhvr>
                                    </p:animEffect>
                                    <p:set>
                                      <p:cBhvr>
                                        <p:cTn id="58" dur="1" fill="hold">
                                          <p:stCondLst>
                                            <p:cond delay="499"/>
                                          </p:stCondLst>
                                        </p:cTn>
                                        <p:tgtEl>
                                          <p:spTgt spid="101390"/>
                                        </p:tgtEl>
                                        <p:attrNameLst>
                                          <p:attrName>style.visibility</p:attrName>
                                        </p:attrNameLst>
                                      </p:cBhvr>
                                      <p:to>
                                        <p:strVal val="hidden"/>
                                      </p:to>
                                    </p:set>
                                  </p:childTnLst>
                                </p:cTn>
                              </p:par>
                              <p:par>
                                <p:cTn id="59" presetID="10" presetClass="exit" presetSubtype="0" fill="hold" nodeType="withEffect">
                                  <p:stCondLst>
                                    <p:cond delay="0"/>
                                  </p:stCondLst>
                                  <p:childTnLst>
                                    <p:animEffect transition="out" filter="fade">
                                      <p:cBhvr>
                                        <p:cTn id="60" dur="500"/>
                                        <p:tgtEl>
                                          <p:spTgt spid="53"/>
                                        </p:tgtEl>
                                      </p:cBhvr>
                                    </p:animEffect>
                                    <p:set>
                                      <p:cBhvr>
                                        <p:cTn id="61" dur="1" fill="hold">
                                          <p:stCondLst>
                                            <p:cond delay="499"/>
                                          </p:stCondLst>
                                        </p:cTn>
                                        <p:tgtEl>
                                          <p:spTgt spid="53"/>
                                        </p:tgtEl>
                                        <p:attrNameLst>
                                          <p:attrName>style.visibility</p:attrName>
                                        </p:attrNameLst>
                                      </p:cBhvr>
                                      <p:to>
                                        <p:strVal val="hidden"/>
                                      </p:to>
                                    </p:set>
                                  </p:childTnLst>
                                </p:cTn>
                              </p:par>
                              <p:par>
                                <p:cTn id="62" presetID="10" presetClass="exit" presetSubtype="0" fill="hold" nodeType="withEffect">
                                  <p:stCondLst>
                                    <p:cond delay="0"/>
                                  </p:stCondLst>
                                  <p:childTnLst>
                                    <p:animEffect transition="out" filter="fade">
                                      <p:cBhvr>
                                        <p:cTn id="63" dur="500"/>
                                        <p:tgtEl>
                                          <p:spTgt spid="29"/>
                                        </p:tgtEl>
                                      </p:cBhvr>
                                    </p:animEffect>
                                    <p:set>
                                      <p:cBhvr>
                                        <p:cTn id="64" dur="1" fill="hold">
                                          <p:stCondLst>
                                            <p:cond delay="499"/>
                                          </p:stCondLst>
                                        </p:cTn>
                                        <p:tgtEl>
                                          <p:spTgt spid="29"/>
                                        </p:tgtEl>
                                        <p:attrNameLst>
                                          <p:attrName>style.visibility</p:attrName>
                                        </p:attrNameLst>
                                      </p:cBhvr>
                                      <p:to>
                                        <p:strVal val="hidden"/>
                                      </p:to>
                                    </p:set>
                                  </p:childTnLst>
                                </p:cTn>
                              </p:par>
                              <p:par>
                                <p:cTn id="65" presetID="10" presetClass="entr" presetSubtype="0" fill="hold"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nodeType="withEffect">
                                  <p:stCondLst>
                                    <p:cond delay="0"/>
                                  </p:stCondLst>
                                  <p:childTnLst>
                                    <p:set>
                                      <p:cBhvr>
                                        <p:cTn id="69" dur="1" fill="hold">
                                          <p:stCondLst>
                                            <p:cond delay="0"/>
                                          </p:stCondLst>
                                        </p:cTn>
                                        <p:tgtEl>
                                          <p:spTgt spid="45"/>
                                        </p:tgtEl>
                                        <p:attrNameLst>
                                          <p:attrName>style.visibility</p:attrName>
                                        </p:attrNameLst>
                                      </p:cBhvr>
                                      <p:to>
                                        <p:strVal val="visible"/>
                                      </p:to>
                                    </p:set>
                                    <p:animEffect transition="in" filter="fade">
                                      <p:cBhvr>
                                        <p:cTn id="70" dur="500"/>
                                        <p:tgtEl>
                                          <p:spTgt spid="45"/>
                                        </p:tgtEl>
                                      </p:cBhvr>
                                    </p:animEffect>
                                  </p:childTnLst>
                                </p:cTn>
                              </p:par>
                              <p:par>
                                <p:cTn id="71" presetID="10" presetClass="entr" presetSubtype="0" fill="hold"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9" grpId="0" animBg="1" autoUpdateAnimBg="0"/>
      <p:bldP spid="101380" grpId="0" animBg="1" autoUpdateAnimBg="0"/>
      <p:bldP spid="101381" grpId="0" animBg="1" autoUpdateAnimBg="0"/>
      <p:bldP spid="101382" grpId="0" animBg="1" autoUpdateAnimBg="0"/>
      <p:bldP spid="101389" grpId="0" animBg="1"/>
      <p:bldP spid="101389" grpId="1" animBg="1"/>
      <p:bldP spid="101390" grpId="0" animBg="1"/>
      <p:bldP spid="101390" grpId="1"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Longitud total de la instrucción</a:t>
            </a:r>
          </a:p>
        </p:txBody>
      </p:sp>
      <p:sp>
        <p:nvSpPr>
          <p:cNvPr id="3" name="2 Marcador de contenido"/>
          <p:cNvSpPr>
            <a:spLocks noGrp="1"/>
          </p:cNvSpPr>
          <p:nvPr>
            <p:ph idx="1"/>
          </p:nvPr>
        </p:nvSpPr>
        <p:spPr/>
        <p:txBody>
          <a:bodyPr/>
          <a:lstStyle/>
          <a:p>
            <a:r>
              <a:rPr lang="es-ES" dirty="0"/>
              <a:t>Fija:</a:t>
            </a:r>
          </a:p>
          <a:p>
            <a:pPr lvl="1"/>
            <a:r>
              <a:rPr lang="es-ES" dirty="0"/>
              <a:t>Múltiplo de 8 bits. Frecuentemente </a:t>
            </a:r>
            <a:r>
              <a:rPr lang="es-ES" b="1" dirty="0">
                <a:solidFill>
                  <a:srgbClr val="FF0000"/>
                </a:solidFill>
              </a:rPr>
              <a:t>32</a:t>
            </a:r>
            <a:r>
              <a:rPr lang="es-ES" dirty="0"/>
              <a:t> bits.</a:t>
            </a:r>
          </a:p>
          <a:p>
            <a:pPr lvl="1"/>
            <a:r>
              <a:rPr lang="es-ES" dirty="0"/>
              <a:t>8 bits en el procesador de la primera lección</a:t>
            </a:r>
          </a:p>
          <a:p>
            <a:r>
              <a:rPr lang="es-ES" dirty="0"/>
              <a:t>Variable:</a:t>
            </a:r>
          </a:p>
          <a:p>
            <a:pPr lvl="1"/>
            <a:r>
              <a:rPr lang="es-ES" dirty="0"/>
              <a:t>Sólo en procesadores antiguos</a:t>
            </a:r>
          </a:p>
          <a:p>
            <a:pPr lvl="1"/>
            <a:r>
              <a:rPr lang="es-ES" dirty="0"/>
              <a:t>Mejor aprovechamiento:</a:t>
            </a:r>
          </a:p>
          <a:p>
            <a:pPr lvl="2"/>
            <a:r>
              <a:rPr lang="es-ES" dirty="0"/>
              <a:t>Más bits para instrucciones con más operandos</a:t>
            </a:r>
          </a:p>
          <a:p>
            <a:pPr lvl="1"/>
            <a:r>
              <a:rPr lang="es-ES" dirty="0"/>
              <a:t>Hardware más complejo e ineficiente (descartado)</a:t>
            </a:r>
          </a:p>
          <a:p>
            <a:pPr lvl="2"/>
            <a:endParaRPr lang="es-ES" dirty="0"/>
          </a:p>
          <a:p>
            <a:pPr marL="0" indent="0">
              <a:buNone/>
            </a:pPr>
            <a:r>
              <a:rPr lang="es-ES"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2000" fill="hold"/>
                                        <p:tgtEl>
                                          <p:spTgt spid="3">
                                            <p:txEl>
                                              <p:pRg st="3" end="3"/>
                                            </p:txEl>
                                          </p:spTgt>
                                        </p:tgtEl>
                                        <p:attrNameLst>
                                          <p:attrName>style.color</p:attrName>
                                        </p:attrNameLst>
                                      </p:cBhvr>
                                      <p:to>
                                        <a:schemeClr val="accent2"/>
                                      </p:to>
                                    </p:animClr>
                                  </p:childTnLst>
                                </p:cTn>
                              </p:par>
                              <p:par>
                                <p:cTn id="7" presetID="3" presetClass="emph" presetSubtype="2" fill="hold" nodeType="withEffect">
                                  <p:stCondLst>
                                    <p:cond delay="0"/>
                                  </p:stCondLst>
                                  <p:childTnLst>
                                    <p:animClr clrSpc="rgb" dir="cw">
                                      <p:cBhvr override="childStyle">
                                        <p:cTn id="8" dur="2000" fill="hold"/>
                                        <p:tgtEl>
                                          <p:spTgt spid="3">
                                            <p:txEl>
                                              <p:pRg st="4" end="4"/>
                                            </p:txEl>
                                          </p:spTgt>
                                        </p:tgtEl>
                                        <p:attrNameLst>
                                          <p:attrName>style.color</p:attrName>
                                        </p:attrNameLst>
                                      </p:cBhvr>
                                      <p:to>
                                        <a:schemeClr val="accent2"/>
                                      </p:to>
                                    </p:animClr>
                                  </p:childTnLst>
                                </p:cTn>
                              </p:par>
                              <p:par>
                                <p:cTn id="9" presetID="3" presetClass="emph" presetSubtype="2" fill="hold" nodeType="withEffect">
                                  <p:stCondLst>
                                    <p:cond delay="0"/>
                                  </p:stCondLst>
                                  <p:childTnLst>
                                    <p:animClr clrSpc="rgb" dir="cw">
                                      <p:cBhvr override="childStyle">
                                        <p:cTn id="10" dur="2000" fill="hold"/>
                                        <p:tgtEl>
                                          <p:spTgt spid="3">
                                            <p:txEl>
                                              <p:pRg st="5" end="5"/>
                                            </p:txEl>
                                          </p:spTgt>
                                        </p:tgtEl>
                                        <p:attrNameLst>
                                          <p:attrName>style.color</p:attrName>
                                        </p:attrNameLst>
                                      </p:cBhvr>
                                      <p:to>
                                        <a:schemeClr val="accent2"/>
                                      </p:to>
                                    </p:animClr>
                                  </p:childTnLst>
                                </p:cTn>
                              </p:par>
                              <p:par>
                                <p:cTn id="11" presetID="3" presetClass="emph" presetSubtype="2" fill="hold" nodeType="withEffect">
                                  <p:stCondLst>
                                    <p:cond delay="0"/>
                                  </p:stCondLst>
                                  <p:childTnLst>
                                    <p:animClr clrSpc="rgb" dir="cw">
                                      <p:cBhvr override="childStyle">
                                        <p:cTn id="12" dur="2000" fill="hold"/>
                                        <p:tgtEl>
                                          <p:spTgt spid="3">
                                            <p:txEl>
                                              <p:pRg st="6" end="6"/>
                                            </p:txEl>
                                          </p:spTgt>
                                        </p:tgtEl>
                                        <p:attrNameLst>
                                          <p:attrName>style.color</p:attrName>
                                        </p:attrNameLst>
                                      </p:cBhvr>
                                      <p:to>
                                        <a:schemeClr val="accent2"/>
                                      </p:to>
                                    </p:animClr>
                                  </p:childTnLst>
                                </p:cTn>
                              </p:par>
                              <p:par>
                                <p:cTn id="13" presetID="3" presetClass="emph" presetSubtype="2" fill="hold" nodeType="withEffect">
                                  <p:stCondLst>
                                    <p:cond delay="0"/>
                                  </p:stCondLst>
                                  <p:childTnLst>
                                    <p:animClr clrSpc="rgb" dir="cw">
                                      <p:cBhvr override="childStyle">
                                        <p:cTn id="14" dur="2000" fill="hold"/>
                                        <p:tgtEl>
                                          <p:spTgt spid="3">
                                            <p:txEl>
                                              <p:pRg st="7" end="7"/>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El campo código de operación</a:t>
            </a:r>
          </a:p>
        </p:txBody>
      </p:sp>
      <p:sp>
        <p:nvSpPr>
          <p:cNvPr id="3" name="2 Marcador de contenido"/>
          <p:cNvSpPr>
            <a:spLocks noGrp="1"/>
          </p:cNvSpPr>
          <p:nvPr>
            <p:ph idx="1"/>
          </p:nvPr>
        </p:nvSpPr>
        <p:spPr/>
        <p:txBody>
          <a:bodyPr>
            <a:normAutofit/>
          </a:bodyPr>
          <a:lstStyle/>
          <a:p>
            <a:r>
              <a:rPr lang="es-ES" sz="2599" dirty="0"/>
              <a:t>Indica la operación a realizar en el ciclo de instrucción actual</a:t>
            </a:r>
          </a:p>
          <a:p>
            <a:r>
              <a:rPr lang="es-ES" sz="2599" dirty="0"/>
              <a:t>Longitud de la secuencia binaria</a:t>
            </a:r>
          </a:p>
          <a:p>
            <a:pPr lvl="1"/>
            <a:r>
              <a:rPr lang="es-ES" sz="2166" dirty="0"/>
              <a:t>log2(nº de instrucciones) </a:t>
            </a:r>
            <a:r>
              <a:rPr lang="es-ES" sz="2166" dirty="0">
                <a:sym typeface="Wingdings" pitchFamily="2" charset="2"/>
              </a:rPr>
              <a:t> Si es un campo de longitud fija</a:t>
            </a:r>
          </a:p>
          <a:p>
            <a:pPr lvl="1"/>
            <a:r>
              <a:rPr lang="es-ES" sz="2166" dirty="0">
                <a:sym typeface="Wingdings" pitchFamily="2" charset="2"/>
              </a:rPr>
              <a:t>Unos </a:t>
            </a:r>
            <a:r>
              <a:rPr lang="es-ES" sz="2166" b="1" dirty="0">
                <a:solidFill>
                  <a:srgbClr val="FF0000"/>
                </a:solidFill>
                <a:sym typeface="Wingdings" pitchFamily="2" charset="2"/>
              </a:rPr>
              <a:t>6 bits </a:t>
            </a:r>
            <a:r>
              <a:rPr lang="es-ES" sz="2166" dirty="0">
                <a:sym typeface="Wingdings" pitchFamily="2" charset="2"/>
              </a:rPr>
              <a:t>en procesadores modernos (64 instrucciones)</a:t>
            </a:r>
          </a:p>
          <a:p>
            <a:pPr lvl="1"/>
            <a:r>
              <a:rPr lang="es-ES" sz="2166" dirty="0">
                <a:sym typeface="Wingdings" pitchFamily="2" charset="2"/>
              </a:rPr>
              <a:t>Más de 8 bits en procesadores CISC (+256)</a:t>
            </a:r>
          </a:p>
          <a:p>
            <a:r>
              <a:rPr lang="es-ES" sz="2599" dirty="0">
                <a:sym typeface="Wingdings" pitchFamily="2" charset="2"/>
              </a:rPr>
              <a:t>Codificación arbitraria. Ejemplos:</a:t>
            </a:r>
          </a:p>
          <a:p>
            <a:pPr lvl="1"/>
            <a:r>
              <a:rPr lang="es-ES" sz="2166" dirty="0">
                <a:sym typeface="Wingdings" pitchFamily="2" charset="2"/>
              </a:rPr>
              <a:t>ADD : 010000</a:t>
            </a:r>
          </a:p>
          <a:p>
            <a:pPr lvl="1"/>
            <a:r>
              <a:rPr lang="es-ES" sz="2166" dirty="0">
                <a:sym typeface="Wingdings" pitchFamily="2" charset="2"/>
              </a:rPr>
              <a:t>NOP: 000 (instrucción que no hace nada; frecuentemente, 000..0)</a:t>
            </a:r>
          </a:p>
          <a:p>
            <a:pPr lvl="1"/>
            <a:r>
              <a:rPr lang="es-ES" sz="2166" dirty="0"/>
              <a:t>En caso de longitud variable, se reservan opcodes cortos a instrucciones con más argumentos (operandos), para disponer de más bits</a:t>
            </a:r>
          </a:p>
          <a:p>
            <a:r>
              <a:rPr lang="es-ES" sz="2599" dirty="0"/>
              <a:t>A veces, extensible con </a:t>
            </a:r>
            <a:r>
              <a:rPr lang="es-ES" sz="2599" dirty="0" err="1"/>
              <a:t>subcódigos</a:t>
            </a:r>
            <a:r>
              <a:rPr lang="es-ES" sz="2599" dirty="0"/>
              <a:t> de operación</a:t>
            </a:r>
          </a:p>
          <a:p>
            <a:pPr lvl="1"/>
            <a:r>
              <a:rPr lang="es-ES" sz="2166" dirty="0"/>
              <a:t>La macroinstrucción 000000 en MIPS se extiende con 6 bits adicionales</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95062" y="306090"/>
            <a:ext cx="8911114" cy="756047"/>
          </a:xfrm>
        </p:spPr>
        <p:txBody>
          <a:bodyPr/>
          <a:lstStyle/>
          <a:p>
            <a:r>
              <a:rPr lang="es-ES" dirty="0"/>
              <a:t>Ejemplos</a:t>
            </a:r>
          </a:p>
        </p:txBody>
      </p:sp>
      <p:sp>
        <p:nvSpPr>
          <p:cNvPr id="3" name="2 Marcador de contenido"/>
          <p:cNvSpPr>
            <a:spLocks noGrp="1"/>
          </p:cNvSpPr>
          <p:nvPr>
            <p:ph idx="1"/>
          </p:nvPr>
        </p:nvSpPr>
        <p:spPr>
          <a:xfrm>
            <a:off x="495062" y="1602234"/>
            <a:ext cx="8911114" cy="6624736"/>
          </a:xfrm>
        </p:spPr>
        <p:txBody>
          <a:bodyPr>
            <a:normAutofit fontScale="85000" lnSpcReduction="20000"/>
          </a:bodyPr>
          <a:lstStyle/>
          <a:p>
            <a:pPr lvl="2"/>
            <a:r>
              <a:rPr lang="es-ES" sz="2600" dirty="0">
                <a:latin typeface="Calibri" panose="020F0502020204030204" pitchFamily="34" charset="0"/>
                <a:ea typeface="Calibri" panose="020F0502020204030204" pitchFamily="34" charset="0"/>
                <a:cs typeface="Calibri" panose="020F0502020204030204" pitchFamily="34" charset="0"/>
              </a:rPr>
              <a:t>Un computador con 4 instrucciones (2 bits)</a:t>
            </a:r>
          </a:p>
          <a:p>
            <a:pPr lvl="3"/>
            <a:r>
              <a:rPr lang="es-ES" dirty="0">
                <a:latin typeface="Calibri" panose="020F0502020204030204" pitchFamily="34" charset="0"/>
                <a:ea typeface="Calibri" panose="020F0502020204030204" pitchFamily="34" charset="0"/>
                <a:cs typeface="Calibri" panose="020F0502020204030204" pitchFamily="34" charset="0"/>
              </a:rPr>
              <a:t>00 Sumar </a:t>
            </a:r>
          </a:p>
          <a:p>
            <a:pPr lvl="3"/>
            <a:r>
              <a:rPr lang="es-ES" dirty="0">
                <a:latin typeface="Calibri" panose="020F0502020204030204" pitchFamily="34" charset="0"/>
                <a:ea typeface="Calibri" panose="020F0502020204030204" pitchFamily="34" charset="0"/>
                <a:cs typeface="Calibri" panose="020F0502020204030204" pitchFamily="34" charset="0"/>
              </a:rPr>
              <a:t>01 Mover</a:t>
            </a:r>
          </a:p>
          <a:p>
            <a:pPr lvl="3"/>
            <a:r>
              <a:rPr lang="es-ES" dirty="0">
                <a:latin typeface="Calibri" panose="020F0502020204030204" pitchFamily="34" charset="0"/>
                <a:ea typeface="Calibri" panose="020F0502020204030204" pitchFamily="34" charset="0"/>
                <a:cs typeface="Calibri" panose="020F0502020204030204" pitchFamily="34" charset="0"/>
              </a:rPr>
              <a:t>10 Saltar</a:t>
            </a:r>
          </a:p>
          <a:p>
            <a:pPr lvl="3"/>
            <a:r>
              <a:rPr lang="es-ES" dirty="0">
                <a:latin typeface="Calibri" panose="020F0502020204030204" pitchFamily="34" charset="0"/>
                <a:ea typeface="Calibri" panose="020F0502020204030204" pitchFamily="34" charset="0"/>
                <a:cs typeface="Calibri" panose="020F0502020204030204" pitchFamily="34" charset="0"/>
              </a:rPr>
              <a:t>11 Dormir</a:t>
            </a:r>
          </a:p>
          <a:p>
            <a:pPr lvl="3"/>
            <a:endParaRPr lang="es-ES" dirty="0">
              <a:latin typeface="Calibri" panose="020F0502020204030204" pitchFamily="34" charset="0"/>
              <a:ea typeface="Calibri" panose="020F0502020204030204" pitchFamily="34" charset="0"/>
              <a:cs typeface="Calibri" panose="020F0502020204030204" pitchFamily="34" charset="0"/>
            </a:endParaRPr>
          </a:p>
          <a:p>
            <a:pPr lvl="2"/>
            <a:r>
              <a:rPr lang="es-ES" sz="2600" dirty="0">
                <a:latin typeface="Calibri" panose="020F0502020204030204" pitchFamily="34" charset="0"/>
                <a:ea typeface="Calibri" panose="020F0502020204030204" pitchFamily="34" charset="0"/>
                <a:cs typeface="Calibri" panose="020F0502020204030204" pitchFamily="34" charset="0"/>
              </a:rPr>
              <a:t>Computador de 8 instrucciones, una de ellas con 4 funciones</a:t>
            </a:r>
          </a:p>
          <a:p>
            <a:pPr lvl="3"/>
            <a:r>
              <a:rPr lang="es-ES" dirty="0">
                <a:latin typeface="Calibri" panose="020F0502020204030204" pitchFamily="34" charset="0"/>
                <a:ea typeface="Calibri" panose="020F0502020204030204" pitchFamily="34" charset="0"/>
                <a:cs typeface="Calibri" panose="020F0502020204030204" pitchFamily="34" charset="0"/>
              </a:rPr>
              <a:t>000 Calcular</a:t>
            </a:r>
          </a:p>
          <a:p>
            <a:pPr lvl="4"/>
            <a:r>
              <a:rPr lang="es-ES" dirty="0">
                <a:latin typeface="Calibri" panose="020F0502020204030204" pitchFamily="34" charset="0"/>
                <a:ea typeface="Calibri" panose="020F0502020204030204" pitchFamily="34" charset="0"/>
                <a:cs typeface="Calibri" panose="020F0502020204030204" pitchFamily="34" charset="0"/>
              </a:rPr>
              <a:t>000 00 sumar</a:t>
            </a:r>
          </a:p>
          <a:p>
            <a:pPr lvl="4"/>
            <a:r>
              <a:rPr lang="es-ES" dirty="0">
                <a:latin typeface="Calibri" panose="020F0502020204030204" pitchFamily="34" charset="0"/>
                <a:ea typeface="Calibri" panose="020F0502020204030204" pitchFamily="34" charset="0"/>
                <a:cs typeface="Calibri" panose="020F0502020204030204" pitchFamily="34" charset="0"/>
              </a:rPr>
              <a:t>000 01 restar</a:t>
            </a:r>
          </a:p>
          <a:p>
            <a:pPr lvl="4"/>
            <a:r>
              <a:rPr lang="es-ES" dirty="0">
                <a:latin typeface="Calibri" panose="020F0502020204030204" pitchFamily="34" charset="0"/>
                <a:ea typeface="Calibri" panose="020F0502020204030204" pitchFamily="34" charset="0"/>
                <a:cs typeface="Calibri" panose="020F0502020204030204" pitchFamily="34" charset="0"/>
              </a:rPr>
              <a:t>000 10 multiplicar</a:t>
            </a:r>
          </a:p>
          <a:p>
            <a:pPr lvl="4"/>
            <a:r>
              <a:rPr lang="es-ES" dirty="0">
                <a:latin typeface="Calibri" panose="020F0502020204030204" pitchFamily="34" charset="0"/>
                <a:ea typeface="Calibri" panose="020F0502020204030204" pitchFamily="34" charset="0"/>
                <a:cs typeface="Calibri" panose="020F0502020204030204" pitchFamily="34" charset="0"/>
              </a:rPr>
              <a:t>000 11 dividir</a:t>
            </a:r>
          </a:p>
          <a:p>
            <a:pPr lvl="3"/>
            <a:r>
              <a:rPr lang="es-ES" dirty="0">
                <a:latin typeface="Calibri" panose="020F0502020204030204" pitchFamily="34" charset="0"/>
                <a:ea typeface="Calibri" panose="020F0502020204030204" pitchFamily="34" charset="0"/>
                <a:cs typeface="Calibri" panose="020F0502020204030204" pitchFamily="34" charset="0"/>
              </a:rPr>
              <a:t>001 Mover</a:t>
            </a:r>
          </a:p>
          <a:p>
            <a:pPr lvl="3"/>
            <a:r>
              <a:rPr lang="es-ES" dirty="0">
                <a:latin typeface="Calibri" panose="020F0502020204030204" pitchFamily="34" charset="0"/>
                <a:ea typeface="Calibri" panose="020F0502020204030204" pitchFamily="34" charset="0"/>
                <a:cs typeface="Calibri" panose="020F0502020204030204" pitchFamily="34" charset="0"/>
              </a:rPr>
              <a:t>010 Saltar</a:t>
            </a:r>
          </a:p>
          <a:p>
            <a:pPr lvl="3"/>
            <a:r>
              <a:rPr lang="es-ES" dirty="0">
                <a:latin typeface="Calibri" panose="020F0502020204030204" pitchFamily="34" charset="0"/>
                <a:ea typeface="Calibri" panose="020F0502020204030204" pitchFamily="34" charset="0"/>
                <a:cs typeface="Calibri" panose="020F0502020204030204" pitchFamily="34" charset="0"/>
              </a:rPr>
              <a:t>011 Dormir</a:t>
            </a:r>
          </a:p>
          <a:p>
            <a:pPr lvl="3"/>
            <a:r>
              <a:rPr lang="es-ES" dirty="0">
                <a:latin typeface="Calibri" panose="020F0502020204030204" pitchFamily="34" charset="0"/>
                <a:ea typeface="Calibri" panose="020F0502020204030204" pitchFamily="34" charset="0"/>
                <a:cs typeface="Calibri" panose="020F0502020204030204" pitchFamily="34" charset="0"/>
              </a:rPr>
              <a:t>100 Bifurcar</a:t>
            </a:r>
          </a:p>
          <a:p>
            <a:pPr lvl="3"/>
            <a:r>
              <a:rPr lang="es-ES" dirty="0">
                <a:latin typeface="Calibri" panose="020F0502020204030204" pitchFamily="34" charset="0"/>
                <a:ea typeface="Calibri" panose="020F0502020204030204" pitchFamily="34" charset="0"/>
                <a:cs typeface="Calibri" panose="020F0502020204030204" pitchFamily="34" charset="0"/>
              </a:rPr>
              <a:t>101 </a:t>
            </a:r>
            <a:r>
              <a:rPr lang="es-ES" dirty="0" err="1">
                <a:latin typeface="Calibri" panose="020F0502020204030204" pitchFamily="34" charset="0"/>
                <a:ea typeface="Calibri" panose="020F0502020204030204" pitchFamily="34" charset="0"/>
                <a:cs typeface="Calibri" panose="020F0502020204030204" pitchFamily="34" charset="0"/>
              </a:rPr>
              <a:t>Push</a:t>
            </a:r>
            <a:endParaRPr lang="es-ES" dirty="0">
              <a:latin typeface="Calibri" panose="020F0502020204030204" pitchFamily="34" charset="0"/>
              <a:ea typeface="Calibri" panose="020F0502020204030204" pitchFamily="34" charset="0"/>
              <a:cs typeface="Calibri" panose="020F0502020204030204" pitchFamily="34" charset="0"/>
            </a:endParaRPr>
          </a:p>
          <a:p>
            <a:pPr lvl="3"/>
            <a:r>
              <a:rPr lang="es-ES" dirty="0">
                <a:latin typeface="Calibri" panose="020F0502020204030204" pitchFamily="34" charset="0"/>
                <a:ea typeface="Calibri" panose="020F0502020204030204" pitchFamily="34" charset="0"/>
                <a:cs typeface="Calibri" panose="020F0502020204030204" pitchFamily="34" charset="0"/>
              </a:rPr>
              <a:t>110 Pop</a:t>
            </a:r>
          </a:p>
          <a:p>
            <a:pPr lvl="3"/>
            <a:r>
              <a:rPr lang="es-ES" dirty="0">
                <a:latin typeface="Calibri" panose="020F0502020204030204" pitchFamily="34" charset="0"/>
                <a:ea typeface="Calibri" panose="020F0502020204030204" pitchFamily="34" charset="0"/>
                <a:cs typeface="Calibri" panose="020F0502020204030204" pitchFamily="34" charset="0"/>
              </a:rPr>
              <a:t>111 No hacer nada (</a:t>
            </a:r>
            <a:r>
              <a:rPr lang="es-ES" dirty="0" err="1">
                <a:latin typeface="Calibri" panose="020F0502020204030204" pitchFamily="34" charset="0"/>
                <a:ea typeface="Calibri" panose="020F0502020204030204" pitchFamily="34" charset="0"/>
                <a:cs typeface="Calibri" panose="020F0502020204030204" pitchFamily="34" charset="0"/>
              </a:rPr>
              <a:t>Nop</a:t>
            </a:r>
            <a:r>
              <a:rPr lang="es-ES" dirty="0">
                <a:latin typeface="Calibri" panose="020F0502020204030204" pitchFamily="34" charset="0"/>
                <a:ea typeface="Calibri" panose="020F0502020204030204" pitchFamily="34" charset="0"/>
                <a:cs typeface="Calibri" panose="020F0502020204030204" pitchFamily="34" charset="0"/>
              </a:rPr>
              <a:t>)</a:t>
            </a:r>
          </a:p>
          <a:p>
            <a:pPr marL="668655" lvl="2" indent="0">
              <a:buNone/>
            </a:pPr>
            <a:endParaRPr lang="es-ES" dirty="0">
              <a:latin typeface="Calibri" panose="020F0502020204030204" pitchFamily="34" charset="0"/>
              <a:ea typeface="Calibri" panose="020F0502020204030204" pitchFamily="34" charset="0"/>
              <a:cs typeface="Calibri" panose="020F0502020204030204" pitchFamily="34" charset="0"/>
            </a:endParaRPr>
          </a:p>
          <a:p>
            <a:pPr marL="668655" lvl="2" indent="0">
              <a:buNone/>
            </a:pPr>
            <a:r>
              <a:rPr lang="es-ES" dirty="0">
                <a:latin typeface="Calibri" panose="020F0502020204030204" pitchFamily="34" charset="0"/>
                <a:ea typeface="Calibri" panose="020F0502020204030204" pitchFamily="34" charset="0"/>
                <a:cs typeface="Calibri" panose="020F0502020204030204" pitchFamily="34" charset="0"/>
              </a:rPr>
              <a:t>	Total: 2</a:t>
            </a:r>
            <a:r>
              <a:rPr lang="es-ES" baseline="30000" dirty="0">
                <a:latin typeface="Calibri" panose="020F0502020204030204" pitchFamily="34" charset="0"/>
                <a:ea typeface="Calibri" panose="020F0502020204030204" pitchFamily="34" charset="0"/>
                <a:cs typeface="Calibri" panose="020F0502020204030204" pitchFamily="34" charset="0"/>
              </a:rPr>
              <a:t>3</a:t>
            </a:r>
            <a:r>
              <a:rPr lang="es-ES" dirty="0">
                <a:latin typeface="Calibri" panose="020F0502020204030204" pitchFamily="34" charset="0"/>
                <a:ea typeface="Calibri" panose="020F0502020204030204" pitchFamily="34" charset="0"/>
                <a:cs typeface="Calibri" panose="020F0502020204030204" pitchFamily="34" charset="0"/>
              </a:rPr>
              <a:t> – 1 + 2</a:t>
            </a:r>
            <a:r>
              <a:rPr lang="es-ES" baseline="30000" dirty="0">
                <a:latin typeface="Calibri" panose="020F0502020204030204" pitchFamily="34" charset="0"/>
                <a:ea typeface="Calibri" panose="020F0502020204030204" pitchFamily="34" charset="0"/>
                <a:cs typeface="Calibri" panose="020F0502020204030204" pitchFamily="34" charset="0"/>
              </a:rPr>
              <a:t>2</a:t>
            </a:r>
            <a:r>
              <a:rPr lang="es-ES" dirty="0">
                <a:latin typeface="Calibri" panose="020F0502020204030204" pitchFamily="34" charset="0"/>
                <a:ea typeface="Calibri" panose="020F0502020204030204" pitchFamily="34" charset="0"/>
                <a:cs typeface="Calibri" panose="020F0502020204030204" pitchFamily="34" charset="0"/>
              </a:rPr>
              <a:t> = 11 instrucciones</a:t>
            </a:r>
          </a:p>
          <a:p>
            <a:pPr marL="0" indent="0">
              <a:buNone/>
            </a:pPr>
            <a:r>
              <a:rPr lang="es-ES" dirty="0"/>
              <a:t>	</a:t>
            </a:r>
            <a:endParaRPr lang="es-E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0777263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95062" y="306090"/>
            <a:ext cx="8911114" cy="756047"/>
          </a:xfrm>
        </p:spPr>
        <p:txBody>
          <a:bodyPr/>
          <a:lstStyle/>
          <a:p>
            <a:r>
              <a:rPr lang="es-ES" dirty="0"/>
              <a:t>Problema de CASIUM</a:t>
            </a:r>
          </a:p>
        </p:txBody>
      </p:sp>
      <p:sp>
        <p:nvSpPr>
          <p:cNvPr id="3" name="2 Marcador de contenido"/>
          <p:cNvSpPr>
            <a:spLocks noGrp="1"/>
          </p:cNvSpPr>
          <p:nvPr>
            <p:ph idx="1"/>
          </p:nvPr>
        </p:nvSpPr>
        <p:spPr>
          <a:xfrm>
            <a:off x="495062" y="1602234"/>
            <a:ext cx="8911114" cy="6624736"/>
          </a:xfrm>
        </p:spPr>
        <p:txBody>
          <a:bodyPr>
            <a:normAutofit/>
          </a:bodyPr>
          <a:lstStyle/>
          <a:p>
            <a:pPr marL="668655" lvl="2" indent="0">
              <a:buNone/>
            </a:pPr>
            <a:r>
              <a:rPr lang="es-ES" sz="2400"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Si un computador tiene 27 instrucciones, y una de ellas usa 6 bits como campo de función. ¿cuántas instrucciones podría llegar a implementar, en realidad?</a:t>
            </a:r>
          </a:p>
          <a:p>
            <a:pPr marL="668655" lvl="2" indent="0">
              <a:buNone/>
            </a:pPr>
            <a:endParaRPr lang="es-E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668655" lvl="2" indent="0">
              <a:buNone/>
            </a:pPr>
            <a:r>
              <a:rPr lang="es-ES" sz="2000" dirty="0">
                <a:solidFill>
                  <a:srgbClr val="7030A0"/>
                </a:solidFill>
                <a:latin typeface="Calibri" panose="020F0502020204030204" pitchFamily="34" charset="0"/>
                <a:ea typeface="Calibri" panose="020F0502020204030204" pitchFamily="34" charset="0"/>
                <a:cs typeface="Calibri" panose="020F0502020204030204" pitchFamily="34" charset="0"/>
              </a:rPr>
              <a:t>Si tiene 27 instrucciones, necesita 5 bits de código de operación,  </a:t>
            </a:r>
            <a:r>
              <a:rPr lang="es-ES" sz="2000" dirty="0" err="1">
                <a:solidFill>
                  <a:srgbClr val="7030A0"/>
                </a:solidFill>
                <a:latin typeface="Calibri" panose="020F0502020204030204" pitchFamily="34" charset="0"/>
                <a:ea typeface="Calibri" panose="020F0502020204030204" pitchFamily="34" charset="0"/>
                <a:cs typeface="Calibri" panose="020F0502020204030204" pitchFamily="34" charset="0"/>
              </a:rPr>
              <a:t>ceil</a:t>
            </a:r>
            <a:r>
              <a:rPr lang="es-ES" sz="2000" dirty="0">
                <a:solidFill>
                  <a:srgbClr val="7030A0"/>
                </a:solidFill>
                <a:latin typeface="Calibri" panose="020F0502020204030204" pitchFamily="34" charset="0"/>
                <a:ea typeface="Calibri" panose="020F0502020204030204" pitchFamily="34" charset="0"/>
                <a:cs typeface="Calibri" panose="020F0502020204030204" pitchFamily="34" charset="0"/>
              </a:rPr>
              <a:t>(log2(27)))=5</a:t>
            </a:r>
          </a:p>
          <a:p>
            <a:pPr marL="668655" lvl="2" indent="0">
              <a:buNone/>
            </a:pPr>
            <a:endParaRPr lang="es-ES" sz="2000" dirty="0">
              <a:solidFill>
                <a:srgbClr val="7030A0"/>
              </a:solidFill>
              <a:latin typeface="Calibri" panose="020F0502020204030204" pitchFamily="34" charset="0"/>
              <a:ea typeface="Calibri" panose="020F0502020204030204" pitchFamily="34" charset="0"/>
              <a:cs typeface="Calibri" panose="020F0502020204030204" pitchFamily="34" charset="0"/>
            </a:endParaRPr>
          </a:p>
          <a:p>
            <a:pPr marL="668655" lvl="2" indent="0">
              <a:buNone/>
            </a:pPr>
            <a:r>
              <a:rPr lang="es-ES" sz="2000" dirty="0">
                <a:solidFill>
                  <a:srgbClr val="7030A0"/>
                </a:solidFill>
                <a:latin typeface="Calibri" panose="020F0502020204030204" pitchFamily="34" charset="0"/>
                <a:ea typeface="Calibri" panose="020F0502020204030204" pitchFamily="34" charset="0"/>
                <a:cs typeface="Calibri" panose="020F0502020204030204" pitchFamily="34" charset="0"/>
              </a:rPr>
              <a:t>Si tiene 5 bits de código de operación puede llegar a implementar 32 instrucciones</a:t>
            </a:r>
          </a:p>
          <a:p>
            <a:pPr marL="668655" lvl="2" indent="0">
              <a:buNone/>
            </a:pPr>
            <a:endParaRPr lang="es-ES" sz="2000" dirty="0">
              <a:solidFill>
                <a:srgbClr val="7030A0"/>
              </a:solidFill>
              <a:latin typeface="Calibri" panose="020F0502020204030204" pitchFamily="34" charset="0"/>
              <a:ea typeface="Calibri" panose="020F0502020204030204" pitchFamily="34" charset="0"/>
              <a:cs typeface="Calibri" panose="020F0502020204030204" pitchFamily="34" charset="0"/>
            </a:endParaRPr>
          </a:p>
          <a:p>
            <a:pPr marL="668655" lvl="2" indent="0">
              <a:buNone/>
            </a:pPr>
            <a:r>
              <a:rPr lang="es-ES" sz="2000" dirty="0">
                <a:solidFill>
                  <a:srgbClr val="7030A0"/>
                </a:solidFill>
                <a:latin typeface="Calibri" panose="020F0502020204030204" pitchFamily="34" charset="0"/>
                <a:ea typeface="Calibri" panose="020F0502020204030204" pitchFamily="34" charset="0"/>
                <a:cs typeface="Calibri" panose="020F0502020204030204" pitchFamily="34" charset="0"/>
              </a:rPr>
              <a:t>Pero una de ellas se reconvierte en 2^6 (64 funciones)</a:t>
            </a:r>
          </a:p>
          <a:p>
            <a:pPr marL="668655" lvl="2" indent="0">
              <a:buNone/>
            </a:pPr>
            <a:endParaRPr lang="es-ES" sz="2000" dirty="0">
              <a:solidFill>
                <a:srgbClr val="7030A0"/>
              </a:solidFill>
              <a:latin typeface="Calibri" panose="020F0502020204030204" pitchFamily="34" charset="0"/>
              <a:ea typeface="Calibri" panose="020F0502020204030204" pitchFamily="34" charset="0"/>
              <a:cs typeface="Calibri" panose="020F0502020204030204" pitchFamily="34" charset="0"/>
            </a:endParaRPr>
          </a:p>
          <a:p>
            <a:pPr marL="668655" lvl="2" indent="0">
              <a:buNone/>
            </a:pPr>
            <a:r>
              <a:rPr lang="es-ES" sz="2000" dirty="0">
                <a:solidFill>
                  <a:srgbClr val="7030A0"/>
                </a:solidFill>
                <a:latin typeface="Calibri" panose="020F0502020204030204" pitchFamily="34" charset="0"/>
                <a:ea typeface="Calibri" panose="020F0502020204030204" pitchFamily="34" charset="0"/>
                <a:cs typeface="Calibri" panose="020F0502020204030204" pitchFamily="34" charset="0"/>
              </a:rPr>
              <a:t>Suman 31+64</a:t>
            </a:r>
          </a:p>
          <a:p>
            <a:pPr marL="668655" lvl="2" indent="0">
              <a:buNone/>
            </a:pPr>
            <a:endParaRPr lang="es-E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lvl="2"/>
            <a:endParaRPr lang="es-E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024653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Los campos de operandos</a:t>
            </a:r>
          </a:p>
        </p:txBody>
      </p:sp>
      <p:sp>
        <p:nvSpPr>
          <p:cNvPr id="3" name="2 Marcador de contenido"/>
          <p:cNvSpPr>
            <a:spLocks noGrp="1"/>
          </p:cNvSpPr>
          <p:nvPr>
            <p:ph idx="1"/>
          </p:nvPr>
        </p:nvSpPr>
        <p:spPr/>
        <p:txBody>
          <a:bodyPr>
            <a:normAutofit fontScale="92500" lnSpcReduction="10000"/>
          </a:bodyPr>
          <a:lstStyle/>
          <a:p>
            <a:r>
              <a:rPr lang="es-ES" dirty="0">
                <a:latin typeface="Calibri" panose="020F0502020204030204" pitchFamily="34" charset="0"/>
                <a:ea typeface="Calibri" panose="020F0502020204030204" pitchFamily="34" charset="0"/>
                <a:cs typeface="Calibri" panose="020F0502020204030204" pitchFamily="34" charset="0"/>
              </a:rPr>
              <a:t>Tantos como requiera la instrucción</a:t>
            </a:r>
          </a:p>
          <a:p>
            <a:r>
              <a:rPr lang="es-ES" dirty="0">
                <a:latin typeface="Calibri" panose="020F0502020204030204" pitchFamily="34" charset="0"/>
                <a:ea typeface="Calibri" panose="020F0502020204030204" pitchFamily="34" charset="0"/>
                <a:cs typeface="Calibri" panose="020F0502020204030204" pitchFamily="34" charset="0"/>
              </a:rPr>
              <a:t>Normalmente de 0 a 3 campos</a:t>
            </a:r>
          </a:p>
          <a:p>
            <a:pPr lvl="1"/>
            <a:r>
              <a:rPr lang="es-ES" sz="2200" dirty="0">
                <a:latin typeface="Calibri" panose="020F0502020204030204" pitchFamily="34" charset="0"/>
                <a:ea typeface="Calibri" panose="020F0502020204030204" pitchFamily="34" charset="0"/>
                <a:cs typeface="Calibri" panose="020F0502020204030204" pitchFamily="34" charset="0"/>
              </a:rPr>
              <a:t>Ejemplo 0: RET</a:t>
            </a:r>
          </a:p>
          <a:p>
            <a:pPr lvl="1"/>
            <a:r>
              <a:rPr lang="es-ES" sz="2200" dirty="0">
                <a:latin typeface="Calibri" panose="020F0502020204030204" pitchFamily="34" charset="0"/>
                <a:ea typeface="Calibri" panose="020F0502020204030204" pitchFamily="34" charset="0"/>
                <a:cs typeface="Calibri" panose="020F0502020204030204" pitchFamily="34" charset="0"/>
              </a:rPr>
              <a:t>Ejemplo 1: PUSH op1</a:t>
            </a:r>
          </a:p>
          <a:p>
            <a:pPr lvl="1"/>
            <a:r>
              <a:rPr lang="es-ES" sz="2200" dirty="0">
                <a:latin typeface="Calibri" panose="020F0502020204030204" pitchFamily="34" charset="0"/>
                <a:ea typeface="Calibri" panose="020F0502020204030204" pitchFamily="34" charset="0"/>
                <a:cs typeface="Calibri" panose="020F0502020204030204" pitchFamily="34" charset="0"/>
              </a:rPr>
              <a:t>Ejemplo 2: MOVE op1 op2</a:t>
            </a:r>
          </a:p>
          <a:p>
            <a:pPr lvl="1"/>
            <a:r>
              <a:rPr lang="es-ES" sz="2200" dirty="0">
                <a:latin typeface="Calibri" panose="020F0502020204030204" pitchFamily="34" charset="0"/>
                <a:ea typeface="Calibri" panose="020F0502020204030204" pitchFamily="34" charset="0"/>
                <a:cs typeface="Calibri" panose="020F0502020204030204" pitchFamily="34" charset="0"/>
              </a:rPr>
              <a:t>Ejemplo 3: ADD op1 op2 op3</a:t>
            </a:r>
          </a:p>
          <a:p>
            <a:r>
              <a:rPr lang="es-ES" dirty="0">
                <a:latin typeface="Calibri" panose="020F0502020204030204" pitchFamily="34" charset="0"/>
                <a:ea typeface="Calibri" panose="020F0502020204030204" pitchFamily="34" charset="0"/>
                <a:cs typeface="Calibri" panose="020F0502020204030204" pitchFamily="34" charset="0"/>
              </a:rPr>
              <a:t>Cada campo podría precisar de subcampos:</a:t>
            </a:r>
          </a:p>
          <a:p>
            <a:pPr lvl="1"/>
            <a:r>
              <a:rPr lang="es-ES" dirty="0">
                <a:latin typeface="Calibri" panose="020F0502020204030204" pitchFamily="34" charset="0"/>
                <a:ea typeface="Calibri" panose="020F0502020204030204" pitchFamily="34" charset="0"/>
                <a:cs typeface="Calibri" panose="020F0502020204030204" pitchFamily="34" charset="0"/>
              </a:rPr>
              <a:t>Bits para nombrar un registro:</a:t>
            </a:r>
          </a:p>
          <a:p>
            <a:pPr lvl="2"/>
            <a:r>
              <a:rPr lang="es-ES" dirty="0">
                <a:latin typeface="Calibri" panose="020F0502020204030204" pitchFamily="34" charset="0"/>
                <a:ea typeface="Calibri" panose="020F0502020204030204" pitchFamily="34" charset="0"/>
                <a:cs typeface="Calibri" panose="020F0502020204030204" pitchFamily="34" charset="0"/>
              </a:rPr>
              <a:t>Si es modo directo por registro</a:t>
            </a:r>
          </a:p>
          <a:p>
            <a:pPr lvl="2"/>
            <a:r>
              <a:rPr lang="es-ES" dirty="0">
                <a:latin typeface="Calibri" panose="020F0502020204030204" pitchFamily="34" charset="0"/>
                <a:ea typeface="Calibri" panose="020F0502020204030204" pitchFamily="34" charset="0"/>
                <a:cs typeface="Calibri" panose="020F0502020204030204" pitchFamily="34" charset="0"/>
              </a:rPr>
              <a:t>Si es modo indirecto por registro</a:t>
            </a:r>
          </a:p>
          <a:p>
            <a:pPr lvl="2"/>
            <a:r>
              <a:rPr lang="es-ES" dirty="0">
                <a:latin typeface="Calibri" panose="020F0502020204030204" pitchFamily="34" charset="0"/>
                <a:ea typeface="Calibri" panose="020F0502020204030204" pitchFamily="34" charset="0"/>
                <a:cs typeface="Calibri" panose="020F0502020204030204" pitchFamily="34" charset="0"/>
              </a:rPr>
              <a:t>Si es modo relativo</a:t>
            </a:r>
          </a:p>
          <a:p>
            <a:pPr lvl="1"/>
            <a:r>
              <a:rPr lang="es-ES" dirty="0">
                <a:latin typeface="Calibri" panose="020F0502020204030204" pitchFamily="34" charset="0"/>
                <a:ea typeface="Calibri" panose="020F0502020204030204" pitchFamily="34" charset="0"/>
                <a:cs typeface="Calibri" panose="020F0502020204030204" pitchFamily="34" charset="0"/>
              </a:rPr>
              <a:t>Bits para indicar un número</a:t>
            </a:r>
          </a:p>
          <a:p>
            <a:pPr lvl="2"/>
            <a:r>
              <a:rPr lang="es-ES" dirty="0">
                <a:latin typeface="Calibri" panose="020F0502020204030204" pitchFamily="34" charset="0"/>
                <a:ea typeface="Calibri" panose="020F0502020204030204" pitchFamily="34" charset="0"/>
                <a:cs typeface="Calibri" panose="020F0502020204030204" pitchFamily="34" charset="0"/>
              </a:rPr>
              <a:t>Si es modo relativo (un desplazamiento: un entero)</a:t>
            </a:r>
          </a:p>
          <a:p>
            <a:pPr lvl="2"/>
            <a:r>
              <a:rPr lang="es-ES" dirty="0">
                <a:latin typeface="Calibri" panose="020F0502020204030204" pitchFamily="34" charset="0"/>
                <a:ea typeface="Calibri" panose="020F0502020204030204" pitchFamily="34" charset="0"/>
                <a:cs typeface="Calibri" panose="020F0502020204030204" pitchFamily="34" charset="0"/>
              </a:rPr>
              <a:t>Si es inmediato (normalmente un número entero)</a:t>
            </a:r>
          </a:p>
          <a:p>
            <a:pPr lvl="2"/>
            <a:r>
              <a:rPr lang="es-ES" dirty="0">
                <a:latin typeface="Calibri" panose="020F0502020204030204" pitchFamily="34" charset="0"/>
                <a:ea typeface="Calibri" panose="020F0502020204030204" pitchFamily="34" charset="0"/>
                <a:cs typeface="Calibri" panose="020F0502020204030204" pitchFamily="34" charset="0"/>
              </a:rPr>
              <a:t>Si es directo por memoria (un número natural). Descartado.</a:t>
            </a:r>
          </a:p>
          <a:p>
            <a:pPr lvl="2"/>
            <a:endParaRPr lang="es-ES"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El modo de direccionamiento</a:t>
            </a:r>
          </a:p>
        </p:txBody>
      </p:sp>
      <p:sp>
        <p:nvSpPr>
          <p:cNvPr id="3" name="2 Marcador de contenido"/>
          <p:cNvSpPr>
            <a:spLocks noGrp="1"/>
          </p:cNvSpPr>
          <p:nvPr>
            <p:ph idx="1"/>
          </p:nvPr>
        </p:nvSpPr>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En los procesadores modernos, el código de operación establece el modo de direccionamiento de cada operando:</a:t>
            </a:r>
          </a:p>
          <a:p>
            <a:endParaRPr lang="es-ES" dirty="0">
              <a:latin typeface="Calibri" panose="020F0502020204030204" pitchFamily="34" charset="0"/>
              <a:ea typeface="Calibri" panose="020F0502020204030204" pitchFamily="34" charset="0"/>
              <a:cs typeface="Calibri" panose="020F0502020204030204" pitchFamily="34" charset="0"/>
            </a:endParaRPr>
          </a:p>
          <a:p>
            <a:pPr lvl="2"/>
            <a:r>
              <a:rPr lang="es-ES" dirty="0">
                <a:latin typeface="Calibri" panose="020F0502020204030204" pitchFamily="34" charset="0"/>
                <a:ea typeface="Calibri" panose="020F0502020204030204" pitchFamily="34" charset="0"/>
                <a:cs typeface="Calibri" panose="020F0502020204030204" pitchFamily="34" charset="0"/>
              </a:rPr>
              <a:t>ADD Registro </a:t>
            </a:r>
            <a:r>
              <a:rPr lang="es-ES" dirty="0" err="1">
                <a:latin typeface="Calibri" panose="020F0502020204030204" pitchFamily="34" charset="0"/>
                <a:ea typeface="Calibri" panose="020F0502020204030204" pitchFamily="34" charset="0"/>
                <a:cs typeface="Calibri" panose="020F0502020204030204" pitchFamily="34" charset="0"/>
              </a:rPr>
              <a:t>Registro</a:t>
            </a:r>
            <a:r>
              <a:rPr lang="es-ES" dirty="0">
                <a:latin typeface="Calibri" panose="020F0502020204030204" pitchFamily="34" charset="0"/>
                <a:ea typeface="Calibri" panose="020F0502020204030204" pitchFamily="34" charset="0"/>
                <a:cs typeface="Calibri" panose="020F0502020204030204" pitchFamily="34" charset="0"/>
              </a:rPr>
              <a:t> </a:t>
            </a:r>
            <a:r>
              <a:rPr lang="es-ES" dirty="0" err="1">
                <a:latin typeface="Calibri" panose="020F0502020204030204" pitchFamily="34" charset="0"/>
                <a:ea typeface="Calibri" panose="020F0502020204030204" pitchFamily="34" charset="0"/>
                <a:cs typeface="Calibri" panose="020F0502020204030204" pitchFamily="34" charset="0"/>
              </a:rPr>
              <a:t>Registro</a:t>
            </a:r>
            <a:endParaRPr lang="es-ES" dirty="0">
              <a:latin typeface="Calibri" panose="020F0502020204030204" pitchFamily="34" charset="0"/>
              <a:ea typeface="Calibri" panose="020F0502020204030204" pitchFamily="34" charset="0"/>
              <a:cs typeface="Calibri" panose="020F0502020204030204" pitchFamily="34" charset="0"/>
            </a:endParaRPr>
          </a:p>
          <a:p>
            <a:pPr lvl="2"/>
            <a:r>
              <a:rPr lang="es-ES" dirty="0">
                <a:latin typeface="Calibri" panose="020F0502020204030204" pitchFamily="34" charset="0"/>
                <a:ea typeface="Calibri" panose="020F0502020204030204" pitchFamily="34" charset="0"/>
                <a:cs typeface="Calibri" panose="020F0502020204030204" pitchFamily="34" charset="0"/>
              </a:rPr>
              <a:t>ADDI Registro </a:t>
            </a:r>
            <a:r>
              <a:rPr lang="es-ES" dirty="0" err="1">
                <a:latin typeface="Calibri" panose="020F0502020204030204" pitchFamily="34" charset="0"/>
                <a:ea typeface="Calibri" panose="020F0502020204030204" pitchFamily="34" charset="0"/>
                <a:cs typeface="Calibri" panose="020F0502020204030204" pitchFamily="34" charset="0"/>
              </a:rPr>
              <a:t>Registro</a:t>
            </a:r>
            <a:r>
              <a:rPr lang="es-ES" dirty="0">
                <a:latin typeface="Calibri" panose="020F0502020204030204" pitchFamily="34" charset="0"/>
                <a:ea typeface="Calibri" panose="020F0502020204030204" pitchFamily="34" charset="0"/>
                <a:cs typeface="Calibri" panose="020F0502020204030204" pitchFamily="34" charset="0"/>
              </a:rPr>
              <a:t> Inmediato</a:t>
            </a:r>
          </a:p>
          <a:p>
            <a:pPr lvl="2"/>
            <a:r>
              <a:rPr lang="es-ES" dirty="0">
                <a:latin typeface="Calibri" panose="020F0502020204030204" pitchFamily="34" charset="0"/>
                <a:ea typeface="Calibri" panose="020F0502020204030204" pitchFamily="34" charset="0"/>
                <a:cs typeface="Calibri" panose="020F0502020204030204" pitchFamily="34" charset="0"/>
              </a:rPr>
              <a:t>LW Registro Relativo</a:t>
            </a:r>
          </a:p>
          <a:p>
            <a:pPr marL="0" indent="0">
              <a:buNone/>
            </a:pPr>
            <a:endParaRPr lang="es-ES"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Campo Registro</a:t>
            </a:r>
          </a:p>
        </p:txBody>
      </p:sp>
      <p:sp>
        <p:nvSpPr>
          <p:cNvPr id="3" name="2 Marcador de contenido"/>
          <p:cNvSpPr>
            <a:spLocks noGrp="1"/>
          </p:cNvSpPr>
          <p:nvPr>
            <p:ph idx="1"/>
          </p:nvPr>
        </p:nvSpPr>
        <p:spPr>
          <a:xfrm>
            <a:off x="495062" y="2070259"/>
            <a:ext cx="9289769" cy="4900769"/>
          </a:xfrm>
        </p:spPr>
        <p:txBody>
          <a:bodyPr/>
          <a:lstStyle/>
          <a:p>
            <a:r>
              <a:rPr lang="es-ES" dirty="0"/>
              <a:t>Nombre del registro utilizado:</a:t>
            </a:r>
          </a:p>
          <a:p>
            <a:pPr lvl="1"/>
            <a:r>
              <a:rPr lang="es-ES" dirty="0"/>
              <a:t>Si es directo por registro</a:t>
            </a:r>
          </a:p>
          <a:p>
            <a:pPr lvl="1"/>
            <a:r>
              <a:rPr lang="es-ES" dirty="0"/>
              <a:t>Si es indirecto por registro</a:t>
            </a:r>
          </a:p>
          <a:p>
            <a:pPr lvl="1"/>
            <a:r>
              <a:rPr lang="es-ES" dirty="0"/>
              <a:t>Si es relativo</a:t>
            </a:r>
          </a:p>
          <a:p>
            <a:r>
              <a:rPr lang="es-ES" dirty="0"/>
              <a:t>Tamaño: de 2 a 6 bits</a:t>
            </a:r>
          </a:p>
          <a:p>
            <a:pPr lvl="1"/>
            <a:r>
              <a:rPr lang="es-ES" dirty="0"/>
              <a:t>2 bit(procesador 8086, con registros AX, BC, CX, DX)</a:t>
            </a:r>
          </a:p>
          <a:p>
            <a:pPr lvl="1"/>
            <a:r>
              <a:rPr lang="es-ES" b="1" dirty="0">
                <a:solidFill>
                  <a:srgbClr val="FF0000"/>
                </a:solidFill>
              </a:rPr>
              <a:t>5 bit </a:t>
            </a:r>
            <a:r>
              <a:rPr lang="es-ES" dirty="0"/>
              <a:t>En procesadores con 32 registros, como </a:t>
            </a:r>
            <a:r>
              <a:rPr lang="es-ES" dirty="0" err="1"/>
              <a:t>RiscV</a:t>
            </a:r>
            <a:endParaRPr lang="es-ES" dirty="0"/>
          </a:p>
          <a:p>
            <a:pPr lvl="1">
              <a:buNone/>
            </a:pPr>
            <a:endParaRPr lang="es-E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Campo numérico</a:t>
            </a:r>
          </a:p>
        </p:txBody>
      </p:sp>
      <p:sp>
        <p:nvSpPr>
          <p:cNvPr id="3" name="2 Marcador de contenido"/>
          <p:cNvSpPr>
            <a:spLocks noGrp="1"/>
          </p:cNvSpPr>
          <p:nvPr>
            <p:ph idx="1"/>
          </p:nvPr>
        </p:nvSpPr>
        <p:spPr/>
        <p:txBody>
          <a:bodyPr/>
          <a:lstStyle/>
          <a:p>
            <a:r>
              <a:rPr lang="es-ES" dirty="0"/>
              <a:t>En modos relativo </a:t>
            </a:r>
            <a:r>
              <a:rPr lang="es-ES" dirty="0">
                <a:sym typeface="Wingdings" pitchFamily="2" charset="2"/>
              </a:rPr>
              <a:t> Desplazamiento</a:t>
            </a:r>
          </a:p>
          <a:p>
            <a:r>
              <a:rPr lang="es-ES" dirty="0">
                <a:sym typeface="Wingdings" pitchFamily="2" charset="2"/>
              </a:rPr>
              <a:t>En modos inmediatos  Valor</a:t>
            </a:r>
          </a:p>
          <a:p>
            <a:r>
              <a:rPr lang="es-ES" dirty="0">
                <a:sym typeface="Wingdings" pitchFamily="2" charset="2"/>
              </a:rPr>
              <a:t>En modo directo a memoria Dirección (descartado)</a:t>
            </a:r>
          </a:p>
          <a:p>
            <a:r>
              <a:rPr lang="es-ES" dirty="0">
                <a:sym typeface="Wingdings" pitchFamily="2" charset="2"/>
              </a:rPr>
              <a:t>Casi siempre un natural o entero</a:t>
            </a:r>
          </a:p>
          <a:p>
            <a:r>
              <a:rPr lang="es-ES" dirty="0">
                <a:sym typeface="Wingdings" pitchFamily="2" charset="2"/>
              </a:rPr>
              <a:t>En RISCV</a:t>
            </a:r>
            <a:r>
              <a:rPr lang="es-ES" b="1" dirty="0">
                <a:solidFill>
                  <a:srgbClr val="FF0000"/>
                </a:solidFill>
                <a:sym typeface="Wingdings" pitchFamily="2" charset="2"/>
              </a:rPr>
              <a:t>Compl-2</a:t>
            </a:r>
            <a:endParaRPr lang="es-ES" b="1" dirty="0">
              <a:solidFill>
                <a:srgbClr val="FF0000"/>
              </a:solidFil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Ejemplo: ADDI en MIPS</a:t>
            </a:r>
          </a:p>
        </p:txBody>
      </p:sp>
      <p:sp>
        <p:nvSpPr>
          <p:cNvPr id="3" name="2 Marcador de contenido"/>
          <p:cNvSpPr>
            <a:spLocks noGrp="1"/>
          </p:cNvSpPr>
          <p:nvPr>
            <p:ph idx="1"/>
          </p:nvPr>
        </p:nvSpPr>
        <p:spPr>
          <a:xfrm>
            <a:off x="495062" y="1818258"/>
            <a:ext cx="8911114" cy="5832729"/>
          </a:xfrm>
        </p:spPr>
        <p:txBody>
          <a:bodyPr>
            <a:normAutofit fontScale="92500" lnSpcReduction="10000"/>
          </a:bodyPr>
          <a:lstStyle/>
          <a:p>
            <a:pPr marL="0" indent="0">
              <a:buNone/>
            </a:pPr>
            <a:r>
              <a:rPr lang="es-ES" dirty="0">
                <a:latin typeface="Calibri" panose="020F0502020204030204" pitchFamily="34" charset="0"/>
                <a:ea typeface="Calibri" panose="020F0502020204030204" pitchFamily="34" charset="0"/>
                <a:cs typeface="Calibri" panose="020F0502020204030204" pitchFamily="34" charset="0"/>
              </a:rPr>
              <a:t>La instrucción suma un valor inmediato al registro fuente y guarda el resultado en destino:  destino = fuente + inmediato</a:t>
            </a:r>
          </a:p>
          <a:p>
            <a:endParaRPr lang="es-ES"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r>
              <a:rPr lang="es-ES" dirty="0">
                <a:solidFill>
                  <a:srgbClr val="C00000"/>
                </a:solidFill>
                <a:latin typeface="Calibri" panose="020F0502020204030204" pitchFamily="34" charset="0"/>
                <a:ea typeface="Calibri" panose="020F0502020204030204" pitchFamily="34" charset="0"/>
                <a:cs typeface="Calibri" panose="020F0502020204030204" pitchFamily="34" charset="0"/>
              </a:rPr>
              <a:t>ADDI</a:t>
            </a:r>
            <a:r>
              <a:rPr lang="es-ES" dirty="0">
                <a:latin typeface="Calibri" panose="020F0502020204030204" pitchFamily="34" charset="0"/>
                <a:ea typeface="Calibri" panose="020F0502020204030204" pitchFamily="34" charset="0"/>
                <a:cs typeface="Calibri" panose="020F0502020204030204" pitchFamily="34" charset="0"/>
              </a:rPr>
              <a:t> </a:t>
            </a:r>
            <a:r>
              <a:rPr lang="es-ES" dirty="0">
                <a:solidFill>
                  <a:srgbClr val="7030A0"/>
                </a:solidFill>
              </a:rPr>
              <a:t>Rg destino</a:t>
            </a:r>
            <a:r>
              <a:rPr lang="es-ES" dirty="0">
                <a:latin typeface="Calibri" panose="020F0502020204030204" pitchFamily="34" charset="0"/>
                <a:ea typeface="Calibri" panose="020F0502020204030204" pitchFamily="34" charset="0"/>
                <a:cs typeface="Calibri" panose="020F0502020204030204" pitchFamily="34" charset="0"/>
              </a:rPr>
              <a:t>, </a:t>
            </a:r>
            <a:r>
              <a:rPr lang="es-ES" dirty="0">
                <a:solidFill>
                  <a:srgbClr val="00B0F0"/>
                </a:solidFill>
                <a:latin typeface="Calibri" panose="020F0502020204030204" pitchFamily="34" charset="0"/>
                <a:ea typeface="Calibri" panose="020F0502020204030204" pitchFamily="34" charset="0"/>
                <a:cs typeface="Calibri" panose="020F0502020204030204" pitchFamily="34" charset="0"/>
              </a:rPr>
              <a:t>Rg </a:t>
            </a:r>
            <a:r>
              <a:rPr lang="es-ES" sz="2382" dirty="0">
                <a:solidFill>
                  <a:srgbClr val="00B0F0"/>
                </a:solidFill>
                <a:latin typeface="Calibri" panose="020F0502020204030204" pitchFamily="34" charset="0"/>
                <a:ea typeface="Calibri" panose="020F0502020204030204" pitchFamily="34" charset="0"/>
                <a:cs typeface="Calibri" panose="020F0502020204030204" pitchFamily="34" charset="0"/>
              </a:rPr>
              <a:t>fuente</a:t>
            </a:r>
            <a:r>
              <a:rPr lang="es-ES" dirty="0">
                <a:latin typeface="Calibri" panose="020F0502020204030204" pitchFamily="34" charset="0"/>
                <a:ea typeface="Calibri" panose="020F0502020204030204" pitchFamily="34" charset="0"/>
                <a:cs typeface="Calibri" panose="020F0502020204030204" pitchFamily="34" charset="0"/>
              </a:rPr>
              <a:t>, </a:t>
            </a:r>
            <a:r>
              <a:rPr lang="es-ES" dirty="0">
                <a:solidFill>
                  <a:srgbClr val="00B050"/>
                </a:solidFill>
                <a:latin typeface="Calibri" panose="020F0502020204030204" pitchFamily="34" charset="0"/>
                <a:ea typeface="Calibri" panose="020F0502020204030204" pitchFamily="34" charset="0"/>
                <a:cs typeface="Calibri" panose="020F0502020204030204" pitchFamily="34" charset="0"/>
              </a:rPr>
              <a:t>Inmediato</a:t>
            </a:r>
          </a:p>
          <a:p>
            <a:r>
              <a:rPr lang="es-ES" dirty="0">
                <a:latin typeface="Calibri" panose="020F0502020204030204" pitchFamily="34" charset="0"/>
                <a:ea typeface="Calibri" panose="020F0502020204030204" pitchFamily="34" charset="0"/>
                <a:cs typeface="Calibri" panose="020F0502020204030204" pitchFamily="34" charset="0"/>
              </a:rPr>
              <a:t>MIPS admite 6 bits de </a:t>
            </a:r>
            <a:r>
              <a:rPr lang="es-ES" dirty="0" err="1">
                <a:latin typeface="Calibri" panose="020F0502020204030204" pitchFamily="34" charset="0"/>
                <a:ea typeface="Calibri" panose="020F0502020204030204" pitchFamily="34" charset="0"/>
                <a:cs typeface="Calibri" panose="020F0502020204030204" pitchFamily="34" charset="0"/>
              </a:rPr>
              <a:t>opcode</a:t>
            </a:r>
            <a:endParaRPr lang="es-ES" dirty="0">
              <a:latin typeface="Calibri" panose="020F0502020204030204" pitchFamily="34" charset="0"/>
              <a:ea typeface="Calibri" panose="020F0502020204030204" pitchFamily="34" charset="0"/>
              <a:cs typeface="Calibri" panose="020F0502020204030204" pitchFamily="34" charset="0"/>
            </a:endParaRPr>
          </a:p>
          <a:p>
            <a:r>
              <a:rPr lang="es-ES" dirty="0">
                <a:latin typeface="Calibri" panose="020F0502020204030204" pitchFamily="34" charset="0"/>
                <a:ea typeface="Calibri" panose="020F0502020204030204" pitchFamily="34" charset="0"/>
                <a:cs typeface="Calibri" panose="020F0502020204030204" pitchFamily="34" charset="0"/>
              </a:rPr>
              <a:t>Operandos 1 y 2 </a:t>
            </a:r>
            <a:r>
              <a:rPr lang="es-ES"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a:t>
            </a:r>
            <a:r>
              <a:rPr lang="es-ES" dirty="0">
                <a:latin typeface="Calibri" panose="020F0502020204030204" pitchFamily="34" charset="0"/>
                <a:ea typeface="Calibri" panose="020F0502020204030204" pitchFamily="34" charset="0"/>
                <a:cs typeface="Calibri" panose="020F0502020204030204" pitchFamily="34" charset="0"/>
              </a:rPr>
              <a:t> Modo registro (directo por registro)</a:t>
            </a:r>
          </a:p>
          <a:p>
            <a:pPr lvl="1"/>
            <a:r>
              <a:rPr lang="es-ES" dirty="0">
                <a:latin typeface="Calibri" panose="020F0502020204030204" pitchFamily="34" charset="0"/>
                <a:ea typeface="Calibri" panose="020F0502020204030204" pitchFamily="34" charset="0"/>
                <a:cs typeface="Calibri" panose="020F0502020204030204" pitchFamily="34" charset="0"/>
              </a:rPr>
              <a:t>Hay 32 registros</a:t>
            </a:r>
          </a:p>
          <a:p>
            <a:r>
              <a:rPr lang="es-ES" dirty="0">
                <a:latin typeface="Calibri" panose="020F0502020204030204" pitchFamily="34" charset="0"/>
                <a:ea typeface="Calibri" panose="020F0502020204030204" pitchFamily="34" charset="0"/>
                <a:cs typeface="Calibri" panose="020F0502020204030204" pitchFamily="34" charset="0"/>
                <a:sym typeface="Wingdings" pitchFamily="2" charset="2"/>
              </a:rPr>
              <a:t>Operando 3  Modo inmediato</a:t>
            </a:r>
          </a:p>
          <a:p>
            <a:pPr lvl="1"/>
            <a:r>
              <a:rPr lang="es-ES" dirty="0">
                <a:latin typeface="Calibri" panose="020F0502020204030204" pitchFamily="34" charset="0"/>
                <a:ea typeface="Calibri" panose="020F0502020204030204" pitchFamily="34" charset="0"/>
                <a:cs typeface="Calibri" panose="020F0502020204030204" pitchFamily="34" charset="0"/>
                <a:sym typeface="Wingdings" pitchFamily="2" charset="2"/>
              </a:rPr>
              <a:t>Entero de 16 bits </a:t>
            </a:r>
          </a:p>
          <a:p>
            <a:r>
              <a:rPr lang="es-ES" sz="3248" dirty="0">
                <a:solidFill>
                  <a:srgbClr val="C00000"/>
                </a:solidFill>
                <a:latin typeface="Calibri" panose="020F0502020204030204" pitchFamily="34" charset="0"/>
                <a:ea typeface="Calibri" panose="020F0502020204030204" pitchFamily="34" charset="0"/>
                <a:cs typeface="Calibri" panose="020F0502020204030204" pitchFamily="34" charset="0"/>
                <a:sym typeface="Wingdings" pitchFamily="2" charset="2"/>
              </a:rPr>
              <a:t>OOOOOO</a:t>
            </a:r>
            <a:r>
              <a:rPr lang="es-ES" sz="3248" dirty="0">
                <a:latin typeface="Calibri" panose="020F0502020204030204" pitchFamily="34" charset="0"/>
                <a:ea typeface="Calibri" panose="020F0502020204030204" pitchFamily="34" charset="0"/>
                <a:cs typeface="Calibri" panose="020F0502020204030204" pitchFamily="34" charset="0"/>
                <a:sym typeface="Wingdings" pitchFamily="2" charset="2"/>
              </a:rPr>
              <a:t> </a:t>
            </a:r>
            <a:r>
              <a:rPr lang="es-ES" sz="3248" dirty="0">
                <a:solidFill>
                  <a:srgbClr val="00B0F0"/>
                </a:solidFill>
                <a:latin typeface="Calibri" panose="020F0502020204030204" pitchFamily="34" charset="0"/>
                <a:ea typeface="Calibri" panose="020F0502020204030204" pitchFamily="34" charset="0"/>
                <a:cs typeface="Calibri" panose="020F0502020204030204" pitchFamily="34" charset="0"/>
                <a:sym typeface="Wingdings" pitchFamily="2" charset="2"/>
              </a:rPr>
              <a:t>RRRRR</a:t>
            </a:r>
            <a:r>
              <a:rPr lang="es-ES" sz="3248" dirty="0">
                <a:latin typeface="Calibri" panose="020F0502020204030204" pitchFamily="34" charset="0"/>
                <a:ea typeface="Calibri" panose="020F0502020204030204" pitchFamily="34" charset="0"/>
                <a:cs typeface="Calibri" panose="020F0502020204030204" pitchFamily="34" charset="0"/>
                <a:sym typeface="Wingdings" pitchFamily="2" charset="2"/>
              </a:rPr>
              <a:t> </a:t>
            </a:r>
            <a:r>
              <a:rPr lang="es-ES" sz="3248" dirty="0" err="1">
                <a:solidFill>
                  <a:srgbClr val="7030A0"/>
                </a:solidFill>
                <a:latin typeface="Calibri" panose="020F0502020204030204" pitchFamily="34" charset="0"/>
                <a:ea typeface="Calibri" panose="020F0502020204030204" pitchFamily="34" charset="0"/>
                <a:cs typeface="Calibri" panose="020F0502020204030204" pitchFamily="34" charset="0"/>
                <a:sym typeface="Wingdings" pitchFamily="2" charset="2"/>
              </a:rPr>
              <a:t>RRRRR</a:t>
            </a:r>
            <a:r>
              <a:rPr lang="es-ES" sz="3248" dirty="0">
                <a:latin typeface="Calibri" panose="020F0502020204030204" pitchFamily="34" charset="0"/>
                <a:ea typeface="Calibri" panose="020F0502020204030204" pitchFamily="34" charset="0"/>
                <a:cs typeface="Calibri" panose="020F0502020204030204" pitchFamily="34" charset="0"/>
                <a:sym typeface="Wingdings" pitchFamily="2" charset="2"/>
              </a:rPr>
              <a:t> </a:t>
            </a:r>
            <a:r>
              <a:rPr lang="es-ES" sz="3248" dirty="0">
                <a:solidFill>
                  <a:srgbClr val="00B050"/>
                </a:solidFill>
                <a:latin typeface="Calibri" panose="020F0502020204030204" pitchFamily="34" charset="0"/>
                <a:ea typeface="Calibri" panose="020F0502020204030204" pitchFamily="34" charset="0"/>
                <a:cs typeface="Calibri" panose="020F0502020204030204" pitchFamily="34" charset="0"/>
                <a:sym typeface="Wingdings" pitchFamily="2" charset="2"/>
              </a:rPr>
              <a:t>IIIIIIIIIIIIIIII</a:t>
            </a:r>
          </a:p>
          <a:p>
            <a:r>
              <a:rPr lang="es-ES" sz="3248" dirty="0">
                <a:solidFill>
                  <a:srgbClr val="C00000"/>
                </a:solidFill>
                <a:latin typeface="Calibri" panose="020F0502020204030204" pitchFamily="34" charset="0"/>
                <a:ea typeface="Calibri" panose="020F0502020204030204" pitchFamily="34" charset="0"/>
                <a:cs typeface="Calibri" panose="020F0502020204030204" pitchFamily="34" charset="0"/>
                <a:sym typeface="Wingdings" pitchFamily="2" charset="2"/>
              </a:rPr>
              <a:t>001000</a:t>
            </a:r>
            <a:r>
              <a:rPr lang="es-ES" sz="3248" dirty="0">
                <a:latin typeface="Calibri" panose="020F0502020204030204" pitchFamily="34" charset="0"/>
                <a:ea typeface="Calibri" panose="020F0502020204030204" pitchFamily="34" charset="0"/>
                <a:cs typeface="Calibri" panose="020F0502020204030204" pitchFamily="34" charset="0"/>
                <a:sym typeface="Wingdings" pitchFamily="2" charset="2"/>
              </a:rPr>
              <a:t> </a:t>
            </a:r>
            <a:r>
              <a:rPr lang="es-ES" sz="3248" dirty="0">
                <a:solidFill>
                  <a:srgbClr val="00B0F0"/>
                </a:solidFill>
                <a:latin typeface="Calibri" panose="020F0502020204030204" pitchFamily="34" charset="0"/>
                <a:ea typeface="Calibri" panose="020F0502020204030204" pitchFamily="34" charset="0"/>
                <a:cs typeface="Calibri" panose="020F0502020204030204" pitchFamily="34" charset="0"/>
                <a:sym typeface="Wingdings" pitchFamily="2" charset="2"/>
              </a:rPr>
              <a:t>01001</a:t>
            </a:r>
            <a:r>
              <a:rPr lang="es-ES" sz="3248" dirty="0">
                <a:latin typeface="Calibri" panose="020F0502020204030204" pitchFamily="34" charset="0"/>
                <a:ea typeface="Calibri" panose="020F0502020204030204" pitchFamily="34" charset="0"/>
                <a:cs typeface="Calibri" panose="020F0502020204030204" pitchFamily="34" charset="0"/>
                <a:sym typeface="Wingdings" pitchFamily="2" charset="2"/>
              </a:rPr>
              <a:t> </a:t>
            </a:r>
            <a:r>
              <a:rPr lang="es-ES" sz="3248" dirty="0">
                <a:solidFill>
                  <a:srgbClr val="7030A0"/>
                </a:solidFill>
                <a:latin typeface="Calibri" panose="020F0502020204030204" pitchFamily="34" charset="0"/>
                <a:ea typeface="Calibri" panose="020F0502020204030204" pitchFamily="34" charset="0"/>
                <a:cs typeface="Calibri" panose="020F0502020204030204" pitchFamily="34" charset="0"/>
                <a:sym typeface="Wingdings" pitchFamily="2" charset="2"/>
              </a:rPr>
              <a:t>10111</a:t>
            </a:r>
            <a:r>
              <a:rPr lang="es-ES" sz="3248" dirty="0">
                <a:latin typeface="Calibri" panose="020F0502020204030204" pitchFamily="34" charset="0"/>
                <a:ea typeface="Calibri" panose="020F0502020204030204" pitchFamily="34" charset="0"/>
                <a:cs typeface="Calibri" panose="020F0502020204030204" pitchFamily="34" charset="0"/>
                <a:sym typeface="Wingdings" pitchFamily="2" charset="2"/>
              </a:rPr>
              <a:t> </a:t>
            </a:r>
            <a:r>
              <a:rPr lang="es-ES" sz="3248" dirty="0">
                <a:solidFill>
                  <a:srgbClr val="00B050"/>
                </a:solidFill>
                <a:latin typeface="Calibri" panose="020F0502020204030204" pitchFamily="34" charset="0"/>
                <a:ea typeface="Calibri" panose="020F0502020204030204" pitchFamily="34" charset="0"/>
                <a:cs typeface="Calibri" panose="020F0502020204030204" pitchFamily="34" charset="0"/>
                <a:sym typeface="Wingdings" pitchFamily="2" charset="2"/>
              </a:rPr>
              <a:t>1111111111111100</a:t>
            </a:r>
          </a:p>
          <a:p>
            <a:pPr lvl="1"/>
            <a:r>
              <a:rPr lang="es-ES" sz="3000" dirty="0">
                <a:solidFill>
                  <a:srgbClr val="C00000"/>
                </a:solidFill>
                <a:latin typeface="Calibri" panose="020F0502020204030204" pitchFamily="34" charset="0"/>
                <a:ea typeface="Calibri" panose="020F0502020204030204" pitchFamily="34" charset="0"/>
                <a:cs typeface="Calibri" panose="020F0502020204030204" pitchFamily="34" charset="0"/>
                <a:sym typeface="Wingdings" pitchFamily="2" charset="2"/>
              </a:rPr>
              <a:t>ADDI</a:t>
            </a:r>
            <a:r>
              <a:rPr lang="es-ES" sz="3000" dirty="0">
                <a:latin typeface="Calibri" panose="020F0502020204030204" pitchFamily="34" charset="0"/>
                <a:ea typeface="Calibri" panose="020F0502020204030204" pitchFamily="34" charset="0"/>
                <a:cs typeface="Calibri" panose="020F0502020204030204" pitchFamily="34" charset="0"/>
                <a:sym typeface="Wingdings" pitchFamily="2" charset="2"/>
              </a:rPr>
              <a:t> </a:t>
            </a:r>
            <a:r>
              <a:rPr lang="es-ES" sz="3000" dirty="0">
                <a:solidFill>
                  <a:srgbClr val="7030A0"/>
                </a:solidFill>
                <a:latin typeface="Calibri" panose="020F0502020204030204" pitchFamily="34" charset="0"/>
                <a:ea typeface="Calibri" panose="020F0502020204030204" pitchFamily="34" charset="0"/>
                <a:cs typeface="Calibri" panose="020F0502020204030204" pitchFamily="34" charset="0"/>
                <a:sym typeface="Wingdings" pitchFamily="2" charset="2"/>
              </a:rPr>
              <a:t>R23</a:t>
            </a:r>
            <a:r>
              <a:rPr lang="es-ES" sz="3000" dirty="0">
                <a:latin typeface="Calibri" panose="020F0502020204030204" pitchFamily="34" charset="0"/>
                <a:ea typeface="Calibri" panose="020F0502020204030204" pitchFamily="34" charset="0"/>
                <a:cs typeface="Calibri" panose="020F0502020204030204" pitchFamily="34" charset="0"/>
                <a:sym typeface="Wingdings" pitchFamily="2" charset="2"/>
              </a:rPr>
              <a:t>, R9, </a:t>
            </a:r>
            <a:r>
              <a:rPr lang="es-ES" sz="3000" dirty="0">
                <a:solidFill>
                  <a:srgbClr val="00B050"/>
                </a:solidFill>
                <a:latin typeface="Calibri" panose="020F0502020204030204" pitchFamily="34" charset="0"/>
                <a:ea typeface="Calibri" panose="020F0502020204030204" pitchFamily="34" charset="0"/>
                <a:cs typeface="Calibri" panose="020F0502020204030204" pitchFamily="34" charset="0"/>
                <a:sym typeface="Wingdings" pitchFamily="2" charset="2"/>
              </a:rPr>
              <a:t>#-4</a:t>
            </a:r>
            <a:endParaRPr lang="es-ES" sz="3000" dirty="0">
              <a:solidFill>
                <a:srgbClr val="00B050"/>
              </a:solidFill>
              <a:latin typeface="Calibri" panose="020F0502020204030204" pitchFamily="34" charset="0"/>
              <a:ea typeface="Calibri" panose="020F0502020204030204" pitchFamily="34" charset="0"/>
              <a:cs typeface="Calibri" panose="020F0502020204030204" pitchFamily="34" charset="0"/>
            </a:endParaRPr>
          </a:p>
          <a:p>
            <a:endParaRPr lang="es-ES" sz="3248"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F1A2C0-F2F0-4808-925A-2F2F20296362}"/>
              </a:ext>
            </a:extLst>
          </p:cNvPr>
          <p:cNvSpPr>
            <a:spLocks noGrp="1"/>
          </p:cNvSpPr>
          <p:nvPr>
            <p:ph type="title"/>
          </p:nvPr>
        </p:nvSpPr>
        <p:spPr>
          <a:xfrm>
            <a:off x="926952" y="522116"/>
            <a:ext cx="8044755" cy="1200268"/>
          </a:xfrm>
        </p:spPr>
        <p:txBody>
          <a:bodyPr/>
          <a:lstStyle/>
          <a:p>
            <a:pPr fontAlgn="auto">
              <a:spcAft>
                <a:spcPts val="0"/>
              </a:spcAft>
              <a:defRPr/>
            </a:pPr>
            <a:r>
              <a:rPr lang="es-ES" sz="2599" dirty="0" err="1">
                <a:solidFill>
                  <a:schemeClr val="accent2"/>
                </a:solidFill>
                <a:latin typeface="Rockwell" panose="02060603020205020403" pitchFamily="18" charset="0"/>
              </a:rPr>
              <a:t>Risc</a:t>
            </a:r>
            <a:r>
              <a:rPr lang="es-ES" sz="2599" dirty="0">
                <a:solidFill>
                  <a:schemeClr val="accent2"/>
                </a:solidFill>
                <a:latin typeface="Rockwell" panose="02060603020205020403" pitchFamily="18" charset="0"/>
              </a:rPr>
              <a:t>-V</a:t>
            </a:r>
            <a:endParaRPr lang="es-ES" sz="3573" dirty="0">
              <a:latin typeface="Rockwell" panose="02060603020205020403" pitchFamily="18" charset="0"/>
            </a:endParaRPr>
          </a:p>
        </p:txBody>
      </p:sp>
      <p:sp>
        <p:nvSpPr>
          <p:cNvPr id="3" name="Marcador de contenido 2">
            <a:extLst>
              <a:ext uri="{FF2B5EF4-FFF2-40B4-BE49-F238E27FC236}">
                <a16:creationId xmlns:a16="http://schemas.microsoft.com/office/drawing/2014/main" id="{D34170F2-889F-4A35-8C26-D5FD22492CDD}"/>
              </a:ext>
            </a:extLst>
          </p:cNvPr>
          <p:cNvSpPr>
            <a:spLocks noGrp="1"/>
          </p:cNvSpPr>
          <p:nvPr>
            <p:ph idx="1"/>
          </p:nvPr>
        </p:nvSpPr>
        <p:spPr>
          <a:xfrm>
            <a:off x="926952" y="1602234"/>
            <a:ext cx="8266502" cy="5181177"/>
          </a:xfrm>
        </p:spPr>
        <p:txBody>
          <a:bodyPr>
            <a:normAutofit fontScale="77500" lnSpcReduction="20000"/>
          </a:bodyPr>
          <a:lstStyle/>
          <a:p>
            <a:pPr marL="0" indent="0" fontAlgn="auto">
              <a:spcAft>
                <a:spcPts val="0"/>
              </a:spcAft>
              <a:buNone/>
              <a:defRPr/>
            </a:pPr>
            <a:r>
              <a:rPr lang="es-ES" sz="2600" dirty="0">
                <a:ea typeface="ＭＳ Ｐゴシック" charset="-128"/>
                <a:cs typeface="ＭＳ Ｐゴシック" charset="-128"/>
              </a:rPr>
              <a:t>Computador de conjunto reducido de instrucciones, versión 5</a:t>
            </a:r>
          </a:p>
          <a:p>
            <a:pPr lvl="1" fontAlgn="auto">
              <a:spcAft>
                <a:spcPts val="0"/>
              </a:spcAft>
              <a:defRPr/>
            </a:pPr>
            <a:endParaRPr lang="es-ES" sz="1949" dirty="0">
              <a:ea typeface="ＭＳ Ｐゴシック" charset="-128"/>
              <a:cs typeface="ＭＳ Ｐゴシック" charset="-128"/>
            </a:endParaRPr>
          </a:p>
          <a:p>
            <a:pPr fontAlgn="auto">
              <a:spcAft>
                <a:spcPts val="0"/>
              </a:spcAft>
              <a:defRPr/>
            </a:pPr>
            <a:r>
              <a:rPr lang="es-ES" sz="2274" dirty="0">
                <a:ea typeface="ＭＳ Ｐゴシック" charset="-128"/>
                <a:cs typeface="ＭＳ Ｐゴシック" charset="-128"/>
              </a:rPr>
              <a:t>Mantenido por </a:t>
            </a:r>
            <a:r>
              <a:rPr lang="es-ES" sz="2274" dirty="0">
                <a:solidFill>
                  <a:srgbClr val="00B0F0"/>
                </a:solidFill>
                <a:ea typeface="ＭＳ Ｐゴシック" charset="-128"/>
                <a:cs typeface="ＭＳ Ｐゴシック" charset="-128"/>
              </a:rPr>
              <a:t>RISC-V International</a:t>
            </a:r>
            <a:r>
              <a:rPr lang="es-ES" sz="2274" dirty="0">
                <a:ea typeface="ＭＳ Ｐゴシック" charset="-128"/>
                <a:cs typeface="ＭＳ Ｐゴシック" charset="-128"/>
              </a:rPr>
              <a:t>, cualquier empresa puede diseñar, fabricar y vender chips RISC-V sin pagar licencias</a:t>
            </a:r>
          </a:p>
          <a:p>
            <a:pPr lvl="1" fontAlgn="auto">
              <a:spcAft>
                <a:spcPts val="0"/>
              </a:spcAft>
              <a:defRPr/>
            </a:pPr>
            <a:r>
              <a:rPr lang="es-ES" sz="1949" dirty="0">
                <a:ea typeface="ＭＳ Ｐゴシック" charset="-128"/>
                <a:cs typeface="ＭＳ Ｐゴシック" charset="-128"/>
              </a:rPr>
              <a:t>Procesador de 32 bits (tamaño típico de registros y buses). Aunque hay versiones superiores.</a:t>
            </a:r>
          </a:p>
          <a:p>
            <a:pPr lvl="1" fontAlgn="auto">
              <a:spcAft>
                <a:spcPts val="0"/>
              </a:spcAft>
              <a:defRPr/>
            </a:pPr>
            <a:r>
              <a:rPr lang="es-ES" sz="2000" dirty="0">
                <a:ea typeface="ＭＳ Ｐゴシック" charset="-128"/>
                <a:cs typeface="ＭＳ Ｐゴシック" charset="-128"/>
              </a:rPr>
              <a:t>Arquitectura Load-Store: Solo las instrucciones de carga y almacenamiento acceden a la memoria; el resto opera sobre registros.</a:t>
            </a:r>
          </a:p>
          <a:p>
            <a:pPr lvl="1" fontAlgn="auto">
              <a:spcAft>
                <a:spcPts val="0"/>
              </a:spcAft>
              <a:defRPr/>
            </a:pPr>
            <a:r>
              <a:rPr lang="es-ES" sz="2000" dirty="0">
                <a:ea typeface="ＭＳ Ｐゴシック" charset="-128"/>
                <a:cs typeface="ＭＳ Ｐゴシック" charset="-128"/>
              </a:rPr>
              <a:t>Formato de Instrucción Fijo: Facilita el diseño del decodificador en el hardware, lo que reduce el consumo de energía y el área del chip.</a:t>
            </a:r>
          </a:p>
          <a:p>
            <a:pPr lvl="1" fontAlgn="auto">
              <a:spcAft>
                <a:spcPts val="0"/>
              </a:spcAft>
              <a:defRPr/>
            </a:pPr>
            <a:r>
              <a:rPr lang="es-ES" sz="2000" dirty="0">
                <a:ea typeface="ＭＳ Ｐゴシック" charset="-128"/>
                <a:cs typeface="ＭＳ Ｐゴシック" charset="-128"/>
              </a:rPr>
              <a:t>Sin Modos de Direccionamiento Complejos: Mantiene el ciclo de ejecución predecible y eficiente. </a:t>
            </a:r>
          </a:p>
          <a:p>
            <a:pPr fontAlgn="auto">
              <a:spcAft>
                <a:spcPts val="0"/>
              </a:spcAft>
              <a:defRPr/>
            </a:pPr>
            <a:r>
              <a:rPr lang="es-ES" sz="2325" dirty="0">
                <a:ea typeface="ＭＳ Ｐゴシック" charset="-128"/>
                <a:cs typeface="ＭＳ Ｐゴシック" charset="-128"/>
              </a:rPr>
              <a:t>32 registros</a:t>
            </a:r>
          </a:p>
          <a:p>
            <a:pPr lvl="1" fontAlgn="auto">
              <a:spcAft>
                <a:spcPts val="0"/>
              </a:spcAft>
              <a:defRPr/>
            </a:pPr>
            <a:r>
              <a:rPr lang="es-ES" sz="1949" dirty="0">
                <a:solidFill>
                  <a:schemeClr val="accent2"/>
                </a:solidFill>
                <a:ea typeface="ＭＳ Ｐゴシック" charset="-128"/>
                <a:cs typeface="ＭＳ Ｐゴシック" charset="-128"/>
              </a:rPr>
              <a:t>Registros de 32 bits</a:t>
            </a:r>
          </a:p>
          <a:p>
            <a:pPr lvl="1" fontAlgn="auto">
              <a:spcAft>
                <a:spcPts val="0"/>
              </a:spcAft>
              <a:defRPr/>
            </a:pPr>
            <a:r>
              <a:rPr lang="es-ES" sz="1949" dirty="0">
                <a:solidFill>
                  <a:schemeClr val="accent2"/>
                </a:solidFill>
                <a:ea typeface="ＭＳ Ｐゴシック" charset="-128"/>
                <a:cs typeface="ＭＳ Ｐゴシック" charset="-128"/>
              </a:rPr>
              <a:t>El registro x0 siempre almacena la constante cero</a:t>
            </a:r>
          </a:p>
          <a:p>
            <a:pPr lvl="1" fontAlgn="auto">
              <a:spcAft>
                <a:spcPts val="0"/>
              </a:spcAft>
              <a:defRPr/>
            </a:pPr>
            <a:endParaRPr lang="es-ES" sz="1949" dirty="0">
              <a:solidFill>
                <a:schemeClr val="accent2"/>
              </a:solidFill>
              <a:ea typeface="ＭＳ Ｐゴシック" charset="-128"/>
              <a:cs typeface="ＭＳ Ｐゴシック" charset="-128"/>
            </a:endParaRPr>
          </a:p>
          <a:p>
            <a:pPr fontAlgn="auto">
              <a:spcAft>
                <a:spcPts val="0"/>
              </a:spcAft>
              <a:defRPr/>
            </a:pPr>
            <a:r>
              <a:rPr lang="es-ES" sz="2274" dirty="0">
                <a:ea typeface="ＭＳ Ｐゴシック" charset="-128"/>
                <a:cs typeface="ＭＳ Ｐゴシック" charset="-128"/>
              </a:rPr>
              <a:t>Reserva 7 bits de </a:t>
            </a:r>
            <a:r>
              <a:rPr lang="es-ES" sz="2274" dirty="0" err="1">
                <a:ea typeface="ＭＳ Ｐゴシック" charset="-128"/>
                <a:cs typeface="ＭＳ Ｐゴシック" charset="-128"/>
              </a:rPr>
              <a:t>opcode</a:t>
            </a:r>
            <a:r>
              <a:rPr lang="es-ES" sz="2274">
                <a:ea typeface="ＭＳ Ｐゴシック" charset="-128"/>
                <a:cs typeface="ＭＳ Ｐゴシック" charset="-128"/>
              </a:rPr>
              <a:t>: teóricamente, hasta </a:t>
            </a:r>
            <a:r>
              <a:rPr lang="es-ES" sz="2274" dirty="0">
                <a:ea typeface="ＭＳ Ｐゴシック" charset="-128"/>
                <a:cs typeface="ＭＳ Ｐゴシック" charset="-128"/>
              </a:rPr>
              <a:t>128 instrucciones, extensibles con funciones</a:t>
            </a:r>
          </a:p>
          <a:p>
            <a:pPr lvl="1" fontAlgn="auto">
              <a:spcAft>
                <a:spcPts val="0"/>
              </a:spcAft>
              <a:defRPr/>
            </a:pPr>
            <a:endParaRPr lang="es-ES" dirty="0"/>
          </a:p>
          <a:p>
            <a:pPr marL="0" indent="0" fontAlgn="auto">
              <a:spcAft>
                <a:spcPts val="0"/>
              </a:spcAft>
              <a:buNone/>
              <a:defRPr/>
            </a:pPr>
            <a:endParaRPr lang="es-ES" altLang="es-ES" sz="1624" dirty="0"/>
          </a:p>
        </p:txBody>
      </p:sp>
      <p:sp>
        <p:nvSpPr>
          <p:cNvPr id="10" name="Marcador de número de diapositiva 9">
            <a:extLst>
              <a:ext uri="{FF2B5EF4-FFF2-40B4-BE49-F238E27FC236}">
                <a16:creationId xmlns:a16="http://schemas.microsoft.com/office/drawing/2014/main" id="{157553A3-5DA8-4A14-ABD7-324515597F82}"/>
              </a:ext>
            </a:extLst>
          </p:cNvPr>
          <p:cNvSpPr>
            <a:spLocks noGrp="1"/>
          </p:cNvSpPr>
          <p:nvPr>
            <p:ph type="sldNum" sz="quarter" idx="12"/>
          </p:nvPr>
        </p:nvSpPr>
        <p:spPr/>
        <p:txBody>
          <a:bodyPr/>
          <a:lstStyle>
            <a:lvl1pPr>
              <a:defRPr>
                <a:solidFill>
                  <a:schemeClr val="tx1"/>
                </a:solidFill>
                <a:latin typeface="Tw Cen MT" panose="020B0602020104020603" pitchFamily="34" charset="0"/>
              </a:defRPr>
            </a:lvl1pPr>
            <a:lvl2pPr marL="603350" indent="-232058">
              <a:defRPr>
                <a:solidFill>
                  <a:schemeClr val="tx1"/>
                </a:solidFill>
                <a:latin typeface="Tw Cen MT" panose="020B0602020104020603" pitchFamily="34" charset="0"/>
              </a:defRPr>
            </a:lvl2pPr>
            <a:lvl3pPr marL="928230" indent="-185646">
              <a:defRPr>
                <a:solidFill>
                  <a:schemeClr val="tx1"/>
                </a:solidFill>
                <a:latin typeface="Tw Cen MT" panose="020B0602020104020603" pitchFamily="34" charset="0"/>
              </a:defRPr>
            </a:lvl3pPr>
            <a:lvl4pPr marL="1299522" indent="-185646">
              <a:defRPr>
                <a:solidFill>
                  <a:schemeClr val="tx1"/>
                </a:solidFill>
                <a:latin typeface="Tw Cen MT" panose="020B0602020104020603" pitchFamily="34" charset="0"/>
              </a:defRPr>
            </a:lvl4pPr>
            <a:lvl5pPr marL="1670815" indent="-185646">
              <a:defRPr>
                <a:solidFill>
                  <a:schemeClr val="tx1"/>
                </a:solidFill>
                <a:latin typeface="Tw Cen MT" panose="020B0602020104020603" pitchFamily="34" charset="0"/>
              </a:defRPr>
            </a:lvl5pPr>
            <a:lvl6pPr marL="2042107" indent="-185646" defTabSz="371292" fontAlgn="base">
              <a:spcBef>
                <a:spcPct val="0"/>
              </a:spcBef>
              <a:spcAft>
                <a:spcPct val="0"/>
              </a:spcAft>
              <a:defRPr>
                <a:solidFill>
                  <a:schemeClr val="tx1"/>
                </a:solidFill>
                <a:latin typeface="Tw Cen MT" panose="020B0602020104020603" pitchFamily="34" charset="0"/>
              </a:defRPr>
            </a:lvl6pPr>
            <a:lvl7pPr marL="2413399" indent="-185646" defTabSz="371292" fontAlgn="base">
              <a:spcBef>
                <a:spcPct val="0"/>
              </a:spcBef>
              <a:spcAft>
                <a:spcPct val="0"/>
              </a:spcAft>
              <a:defRPr>
                <a:solidFill>
                  <a:schemeClr val="tx1"/>
                </a:solidFill>
                <a:latin typeface="Tw Cen MT" panose="020B0602020104020603" pitchFamily="34" charset="0"/>
              </a:defRPr>
            </a:lvl7pPr>
            <a:lvl8pPr marL="2784691" indent="-185646" defTabSz="371292" fontAlgn="base">
              <a:spcBef>
                <a:spcPct val="0"/>
              </a:spcBef>
              <a:spcAft>
                <a:spcPct val="0"/>
              </a:spcAft>
              <a:defRPr>
                <a:solidFill>
                  <a:schemeClr val="tx1"/>
                </a:solidFill>
                <a:latin typeface="Tw Cen MT" panose="020B0602020104020603" pitchFamily="34" charset="0"/>
              </a:defRPr>
            </a:lvl8pPr>
            <a:lvl9pPr marL="3155983" indent="-185646" defTabSz="371292" fontAlgn="base">
              <a:spcBef>
                <a:spcPct val="0"/>
              </a:spcBef>
              <a:spcAft>
                <a:spcPct val="0"/>
              </a:spcAft>
              <a:defRPr>
                <a:solidFill>
                  <a:schemeClr val="tx1"/>
                </a:solidFill>
                <a:latin typeface="Tw Cen MT" panose="020B0602020104020603" pitchFamily="34" charset="0"/>
              </a:defRPr>
            </a:lvl9pPr>
          </a:lstStyle>
          <a:p>
            <a:pPr marL="0" marR="0" lvl="0" indent="0" algn="r" defTabSz="371292" rtl="0" eaLnBrk="1" fontAlgn="base" latinLnBrk="0" hangingPunct="1">
              <a:lnSpc>
                <a:spcPct val="100000"/>
              </a:lnSpc>
              <a:spcBef>
                <a:spcPct val="0"/>
              </a:spcBef>
              <a:spcAft>
                <a:spcPct val="0"/>
              </a:spcAft>
              <a:buClrTx/>
              <a:buSzTx/>
              <a:buFontTx/>
              <a:buNone/>
              <a:tabLst/>
              <a:defRPr/>
            </a:pPr>
            <a:fld id="{53F9FEBF-BAC6-445B-ADE8-19083018E14F}" type="slidenum">
              <a:rPr kumimoji="0" lang="es-ES" altLang="es-ES" sz="812" b="0" i="0" u="none" strike="noStrike" kern="1200" cap="none" spc="0" normalizeH="0" baseline="0" noProof="0">
                <a:ln>
                  <a:noFill/>
                </a:ln>
                <a:solidFill>
                  <a:srgbClr val="171717"/>
                </a:solidFill>
                <a:effectLst/>
                <a:uLnTx/>
                <a:uFillTx/>
                <a:latin typeface="Tw Cen MT" panose="020B0602020104020603" pitchFamily="34" charset="0"/>
                <a:ea typeface="+mn-ea"/>
                <a:cs typeface="+mn-cs"/>
              </a:rPr>
              <a:pPr marL="0" marR="0" lvl="0" indent="0" algn="r" defTabSz="371292" rtl="0" eaLnBrk="1" fontAlgn="base" latinLnBrk="0" hangingPunct="1">
                <a:lnSpc>
                  <a:spcPct val="100000"/>
                </a:lnSpc>
                <a:spcBef>
                  <a:spcPct val="0"/>
                </a:spcBef>
                <a:spcAft>
                  <a:spcPct val="0"/>
                </a:spcAft>
                <a:buClrTx/>
                <a:buSzTx/>
                <a:buFontTx/>
                <a:buNone/>
                <a:tabLst/>
                <a:defRPr/>
              </a:pPr>
              <a:t>113</a:t>
            </a:fld>
            <a:endParaRPr kumimoji="0" lang="es-ES" altLang="es-ES" sz="812" b="0" i="0" u="none" strike="noStrike" kern="1200" cap="none" spc="0" normalizeH="0" baseline="0" noProof="0">
              <a:ln>
                <a:noFill/>
              </a:ln>
              <a:solidFill>
                <a:srgbClr val="171717"/>
              </a:solidFill>
              <a:effectLst/>
              <a:uLnTx/>
              <a:uFillTx/>
              <a:latin typeface="Tw Cen MT" panose="020B0602020104020603" pitchFamily="34" charset="0"/>
              <a:ea typeface="+mn-ea"/>
              <a:cs typeface="+mn-cs"/>
            </a:endParaRPr>
          </a:p>
        </p:txBody>
      </p:sp>
    </p:spTree>
    <p:extLst>
      <p:ext uri="{BB962C8B-B14F-4D97-AF65-F5344CB8AC3E}">
        <p14:creationId xmlns:p14="http://schemas.microsoft.com/office/powerpoint/2010/main" val="123579659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F1A2C0-F2F0-4808-925A-2F2F20296362}"/>
              </a:ext>
            </a:extLst>
          </p:cNvPr>
          <p:cNvSpPr>
            <a:spLocks noGrp="1"/>
          </p:cNvSpPr>
          <p:nvPr>
            <p:ph type="title"/>
          </p:nvPr>
        </p:nvSpPr>
        <p:spPr>
          <a:xfrm>
            <a:off x="926953" y="1263205"/>
            <a:ext cx="8044755" cy="1200268"/>
          </a:xfrm>
        </p:spPr>
        <p:txBody>
          <a:bodyPr/>
          <a:lstStyle/>
          <a:p>
            <a:pPr fontAlgn="auto">
              <a:spcAft>
                <a:spcPts val="0"/>
              </a:spcAft>
              <a:defRPr/>
            </a:pPr>
            <a:r>
              <a:rPr lang="es-ES" sz="2599" dirty="0" err="1">
                <a:solidFill>
                  <a:schemeClr val="accent2"/>
                </a:solidFill>
                <a:latin typeface="Rockwell" panose="02060603020205020403" pitchFamily="18" charset="0"/>
              </a:rPr>
              <a:t>Risc</a:t>
            </a:r>
            <a:r>
              <a:rPr lang="es-ES" sz="2599" dirty="0">
                <a:solidFill>
                  <a:schemeClr val="accent2"/>
                </a:solidFill>
                <a:latin typeface="Rockwell" panose="02060603020205020403" pitchFamily="18" charset="0"/>
              </a:rPr>
              <a:t>-V reducido</a:t>
            </a:r>
            <a:endParaRPr lang="es-ES" sz="3573" dirty="0">
              <a:latin typeface="Rockwell" panose="02060603020205020403" pitchFamily="18" charset="0"/>
            </a:endParaRPr>
          </a:p>
        </p:txBody>
      </p:sp>
      <p:sp>
        <p:nvSpPr>
          <p:cNvPr id="3" name="Marcador de contenido 2">
            <a:extLst>
              <a:ext uri="{FF2B5EF4-FFF2-40B4-BE49-F238E27FC236}">
                <a16:creationId xmlns:a16="http://schemas.microsoft.com/office/drawing/2014/main" id="{D34170F2-889F-4A35-8C26-D5FD22492CDD}"/>
              </a:ext>
            </a:extLst>
          </p:cNvPr>
          <p:cNvSpPr>
            <a:spLocks noGrp="1"/>
          </p:cNvSpPr>
          <p:nvPr>
            <p:ph idx="1"/>
          </p:nvPr>
        </p:nvSpPr>
        <p:spPr>
          <a:xfrm>
            <a:off x="926952" y="2397721"/>
            <a:ext cx="8266502" cy="4171928"/>
          </a:xfrm>
        </p:spPr>
        <p:txBody>
          <a:bodyPr>
            <a:normAutofit/>
          </a:bodyPr>
          <a:lstStyle/>
          <a:p>
            <a:pPr fontAlgn="auto">
              <a:spcAft>
                <a:spcPts val="0"/>
              </a:spcAft>
              <a:defRPr/>
            </a:pPr>
            <a:r>
              <a:rPr lang="es-ES" sz="2274" dirty="0">
                <a:ea typeface="ＭＳ Ｐゴシック" charset="-128"/>
                <a:cs typeface="ＭＳ Ｐゴシック" charset="-128"/>
              </a:rPr>
              <a:t>Procesador </a:t>
            </a:r>
            <a:r>
              <a:rPr lang="es-ES" sz="2274" dirty="0">
                <a:solidFill>
                  <a:schemeClr val="accent2"/>
                </a:solidFill>
                <a:ea typeface="ＭＳ Ｐゴシック" charset="-128"/>
                <a:cs typeface="ＭＳ Ｐゴシック" charset="-128"/>
              </a:rPr>
              <a:t>RISC-V</a:t>
            </a:r>
            <a:r>
              <a:rPr lang="es-ES" sz="2274" dirty="0">
                <a:ea typeface="ＭＳ Ｐゴシック" charset="-128"/>
                <a:cs typeface="ＭＳ Ｐゴシック" charset="-128"/>
              </a:rPr>
              <a:t> (32 bits) con </a:t>
            </a:r>
            <a:r>
              <a:rPr lang="es-ES" sz="2274" dirty="0">
                <a:solidFill>
                  <a:schemeClr val="accent2"/>
                </a:solidFill>
                <a:ea typeface="ＭＳ Ｐゴシック" charset="-128"/>
                <a:cs typeface="ＭＳ Ｐゴシック" charset="-128"/>
              </a:rPr>
              <a:t>conjunto reducido de instrucciones</a:t>
            </a:r>
            <a:endParaRPr lang="es-ES" dirty="0">
              <a:solidFill>
                <a:schemeClr val="accent2"/>
              </a:solidFill>
            </a:endParaRPr>
          </a:p>
          <a:p>
            <a:pPr marL="0" indent="0" fontAlgn="auto">
              <a:spcAft>
                <a:spcPts val="0"/>
              </a:spcAft>
              <a:buNone/>
              <a:defRPr/>
            </a:pPr>
            <a:endParaRPr lang="es-ES" altLang="es-ES" sz="1624" dirty="0"/>
          </a:p>
        </p:txBody>
      </p:sp>
      <p:graphicFrame>
        <p:nvGraphicFramePr>
          <p:cNvPr id="33" name="Marcador de contenido 5">
            <a:extLst>
              <a:ext uri="{FF2B5EF4-FFF2-40B4-BE49-F238E27FC236}">
                <a16:creationId xmlns:a16="http://schemas.microsoft.com/office/drawing/2014/main" id="{9A444CEE-D846-405C-B6FC-00792E4F4A27}"/>
              </a:ext>
            </a:extLst>
          </p:cNvPr>
          <p:cNvGraphicFramePr>
            <a:graphicFrameLocks/>
          </p:cNvGraphicFramePr>
          <p:nvPr/>
        </p:nvGraphicFramePr>
        <p:xfrm>
          <a:off x="1445220" y="3393002"/>
          <a:ext cx="7208049" cy="3217903"/>
        </p:xfrm>
        <a:graphic>
          <a:graphicData uri="http://schemas.openxmlformats.org/drawingml/2006/table">
            <a:tbl>
              <a:tblPr firstRow="1" bandRow="1">
                <a:tableStyleId>{2D5ABB26-0587-4C30-8999-92F81FD0307C}</a:tableStyleId>
              </a:tblPr>
              <a:tblGrid>
                <a:gridCol w="2099969">
                  <a:extLst>
                    <a:ext uri="{9D8B030D-6E8A-4147-A177-3AD203B41FA5}">
                      <a16:colId xmlns:a16="http://schemas.microsoft.com/office/drawing/2014/main" val="20000"/>
                    </a:ext>
                  </a:extLst>
                </a:gridCol>
                <a:gridCol w="3906744">
                  <a:extLst>
                    <a:ext uri="{9D8B030D-6E8A-4147-A177-3AD203B41FA5}">
                      <a16:colId xmlns:a16="http://schemas.microsoft.com/office/drawing/2014/main" val="20001"/>
                    </a:ext>
                  </a:extLst>
                </a:gridCol>
                <a:gridCol w="1201336">
                  <a:extLst>
                    <a:ext uri="{9D8B030D-6E8A-4147-A177-3AD203B41FA5}">
                      <a16:colId xmlns:a16="http://schemas.microsoft.com/office/drawing/2014/main" val="20002"/>
                    </a:ext>
                  </a:extLst>
                </a:gridCol>
              </a:tblGrid>
              <a:tr h="247531">
                <a:tc>
                  <a:txBody>
                    <a:bodyPr/>
                    <a:lstStyle/>
                    <a:p>
                      <a:pPr algn="l"/>
                      <a:r>
                        <a:rPr lang="es-ES" sz="1100" b="1" i="0" dirty="0" err="1">
                          <a:solidFill>
                            <a:schemeClr val="accent2"/>
                          </a:solidFill>
                          <a:latin typeface="Courier New" panose="02070309020205020404" pitchFamily="49" charset="0"/>
                          <a:cs typeface="Courier New" panose="02070309020205020404" pitchFamily="49" charset="0"/>
                        </a:rPr>
                        <a:t>lw</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dirty="0" err="1">
                          <a:solidFill>
                            <a:schemeClr val="bg1">
                              <a:lumMod val="10000"/>
                            </a:schemeClr>
                          </a:solidFill>
                          <a:latin typeface="Courier New" panose="02070309020205020404" pitchFamily="49" charset="0"/>
                          <a:cs typeface="Courier New" panose="02070309020205020404" pitchFamily="49" charset="0"/>
                        </a:rPr>
                        <a:t>rd</a:t>
                      </a:r>
                      <a:r>
                        <a:rPr lang="es-ES" sz="1100" b="1" i="0" dirty="0">
                          <a:solidFill>
                            <a:schemeClr val="bg1">
                              <a:lumMod val="10000"/>
                            </a:schemeClr>
                          </a:solidFill>
                          <a:latin typeface="Courier New" panose="02070309020205020404" pitchFamily="49" charset="0"/>
                          <a:cs typeface="Courier New" panose="02070309020205020404" pitchFamily="49" charset="0"/>
                        </a:rPr>
                        <a:t>, imm</a:t>
                      </a:r>
                      <a:r>
                        <a:rPr lang="es-ES" sz="1100" b="1" i="0" baseline="-25000" dirty="0">
                          <a:solidFill>
                            <a:schemeClr val="bg1">
                              <a:lumMod val="10000"/>
                            </a:schemeClr>
                          </a:solidFill>
                          <a:latin typeface="Courier New" panose="02070309020205020404" pitchFamily="49" charset="0"/>
                          <a:cs typeface="Courier New" panose="02070309020205020404" pitchFamily="49" charset="0"/>
                        </a:rPr>
                        <a:t>12b</a:t>
                      </a:r>
                      <a:r>
                        <a:rPr lang="es-ES" sz="1100" b="1" i="0" dirty="0">
                          <a:solidFill>
                            <a:schemeClr val="bg1">
                              <a:lumMod val="10000"/>
                            </a:schemeClr>
                          </a:solidFill>
                          <a:latin typeface="Courier New" panose="02070309020205020404" pitchFamily="49" charset="0"/>
                          <a:cs typeface="Courier New" panose="02070309020205020404" pitchFamily="49" charset="0"/>
                        </a:rPr>
                        <a:t>(rs1)</a:t>
                      </a:r>
                    </a:p>
                  </a:txBody>
                  <a:tcPr marL="74252" marR="74252" marT="37130" marB="37130">
                    <a:lnT w="12700" cap="flat" cmpd="sng" algn="ctr">
                      <a:solidFill>
                        <a:schemeClr val="accent2"/>
                      </a:solidFill>
                      <a:prstDash val="solid"/>
                      <a:round/>
                      <a:headEnd type="none" w="med" len="med"/>
                      <a:tailEnd type="none" w="med" len="med"/>
                    </a:lnT>
                    <a:solidFill>
                      <a:schemeClr val="accent2">
                        <a:lumMod val="20000"/>
                        <a:lumOff val="80000"/>
                      </a:schemeClr>
                    </a:solidFill>
                  </a:tcPr>
                </a:tc>
                <a:tc>
                  <a:txBody>
                    <a:bodyPr/>
                    <a:lstStyle/>
                    <a:p>
                      <a:pPr algn="l"/>
                      <a:r>
                        <a:rPr lang="es-ES" sz="1100" b="0" dirty="0" err="1">
                          <a:solidFill>
                            <a:schemeClr val="bg1">
                              <a:lumMod val="10000"/>
                            </a:schemeClr>
                          </a:solidFill>
                        </a:rPr>
                        <a:t>rd</a:t>
                      </a:r>
                      <a:r>
                        <a:rPr lang="es-ES" sz="1100" b="0" dirty="0">
                          <a:solidFill>
                            <a:schemeClr val="bg1">
                              <a:lumMod val="10000"/>
                            </a:schemeClr>
                          </a:solidFill>
                        </a:rPr>
                        <a:t> </a:t>
                      </a:r>
                      <a:r>
                        <a:rPr lang="es-ES" sz="1100" b="0" dirty="0">
                          <a:solidFill>
                            <a:schemeClr val="bg1">
                              <a:lumMod val="10000"/>
                            </a:schemeClr>
                          </a:solidFill>
                          <a:sym typeface="Wingdings" pitchFamily="2" charset="2"/>
                        </a:rPr>
                        <a:t> MEM[rs1 + </a:t>
                      </a:r>
                      <a:r>
                        <a:rPr lang="es-ES" sz="1100" b="0" dirty="0" err="1">
                          <a:solidFill>
                            <a:schemeClr val="bg1">
                              <a:lumMod val="10000"/>
                            </a:schemeClr>
                          </a:solidFill>
                          <a:sym typeface="Wingdings" pitchFamily="2" charset="2"/>
                        </a:rPr>
                        <a:t>sExt</a:t>
                      </a:r>
                      <a:r>
                        <a:rPr lang="es-ES" sz="1100" b="0" dirty="0">
                          <a:solidFill>
                            <a:schemeClr val="bg1">
                              <a:lumMod val="10000"/>
                            </a:schemeClr>
                          </a:solidFill>
                          <a:sym typeface="Wingdings" pitchFamily="2" charset="2"/>
                        </a:rPr>
                        <a:t>(</a:t>
                      </a:r>
                      <a:r>
                        <a:rPr lang="es-ES" sz="1100" b="0" dirty="0" err="1">
                          <a:solidFill>
                            <a:schemeClr val="bg1">
                              <a:lumMod val="10000"/>
                            </a:schemeClr>
                          </a:solidFill>
                          <a:sym typeface="Wingdings" pitchFamily="2" charset="2"/>
                        </a:rPr>
                        <a:t>imm</a:t>
                      </a:r>
                      <a:r>
                        <a:rPr lang="es-ES" sz="1100" b="0" dirty="0">
                          <a:solidFill>
                            <a:schemeClr val="bg1">
                              <a:lumMod val="10000"/>
                            </a:schemeClr>
                          </a:solidFill>
                          <a:sym typeface="Wingdings" pitchFamily="2" charset="2"/>
                        </a:rPr>
                        <a:t>)]</a:t>
                      </a:r>
                      <a:endParaRPr lang="es-ES" sz="1100" b="0" i="0" dirty="0">
                        <a:solidFill>
                          <a:schemeClr val="bg1">
                            <a:lumMod val="10000"/>
                          </a:schemeClr>
                        </a:solidFill>
                        <a:latin typeface="+mn-lt"/>
                        <a:cs typeface="Courier New" panose="02070309020205020404" pitchFamily="49" charset="0"/>
                      </a:endParaRPr>
                    </a:p>
                  </a:txBody>
                  <a:tcPr marL="74252" marR="74252" marT="37130" marB="37130">
                    <a:lnT w="12700" cap="flat" cmpd="sng" algn="ctr">
                      <a:solidFill>
                        <a:schemeClr val="accent2"/>
                      </a:solidFill>
                      <a:prstDash val="solid"/>
                      <a:round/>
                      <a:headEnd type="none" w="med" len="med"/>
                      <a:tailEnd type="none" w="med" len="med"/>
                    </a:lnT>
                    <a:solidFill>
                      <a:schemeClr val="accent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latin typeface="+mn-lt"/>
                        </a:rPr>
                        <a:t>tipo-I</a:t>
                      </a:r>
                    </a:p>
                  </a:txBody>
                  <a:tcPr marL="74252" marR="74252" marT="37130" marB="37130">
                    <a:lnT w="12700" cap="flat" cmpd="sng" algn="ctr">
                      <a:solidFill>
                        <a:schemeClr val="accent2"/>
                      </a:solidFill>
                      <a:prstDash val="solid"/>
                      <a:round/>
                      <a:headEnd type="none" w="med" len="med"/>
                      <a:tailEnd type="none" w="med" len="med"/>
                    </a:lnT>
                    <a:solidFill>
                      <a:schemeClr val="accent2">
                        <a:lumMod val="20000"/>
                        <a:lumOff val="80000"/>
                      </a:schemeClr>
                    </a:solidFill>
                  </a:tcPr>
                </a:tc>
                <a:extLst>
                  <a:ext uri="{0D108BD9-81ED-4DB2-BD59-A6C34878D82A}">
                    <a16:rowId xmlns:a16="http://schemas.microsoft.com/office/drawing/2014/main" val="10000"/>
                  </a:ext>
                </a:extLst>
              </a:tr>
              <a:tr h="247531">
                <a:tc>
                  <a:txBody>
                    <a:bodyPr/>
                    <a:lstStyle/>
                    <a:p>
                      <a:pPr algn="l"/>
                      <a:r>
                        <a:rPr lang="es-ES" sz="1100" b="1" i="0" dirty="0" err="1">
                          <a:solidFill>
                            <a:schemeClr val="accent2"/>
                          </a:solidFill>
                          <a:latin typeface="Courier New" panose="02070309020205020404" pitchFamily="49" charset="0"/>
                          <a:cs typeface="Courier New" panose="02070309020205020404" pitchFamily="49" charset="0"/>
                        </a:rPr>
                        <a:t>sw</a:t>
                      </a:r>
                      <a:r>
                        <a:rPr lang="es-ES" sz="1100" b="1" i="0" dirty="0">
                          <a:solidFill>
                            <a:schemeClr val="bg1">
                              <a:lumMod val="10000"/>
                            </a:schemeClr>
                          </a:solidFill>
                          <a:latin typeface="Courier New" panose="02070309020205020404" pitchFamily="49" charset="0"/>
                          <a:cs typeface="Courier New" panose="02070309020205020404" pitchFamily="49" charset="0"/>
                        </a:rPr>
                        <a:t> rs2, imm</a:t>
                      </a:r>
                      <a:r>
                        <a:rPr lang="es-ES" sz="1100" b="1" i="0" baseline="-25000" dirty="0">
                          <a:solidFill>
                            <a:schemeClr val="bg1">
                              <a:lumMod val="10000"/>
                            </a:schemeClr>
                          </a:solidFill>
                          <a:latin typeface="Courier New" panose="02070309020205020404" pitchFamily="49" charset="0"/>
                          <a:cs typeface="Courier New" panose="02070309020205020404" pitchFamily="49" charset="0"/>
                        </a:rPr>
                        <a:t>12b</a:t>
                      </a:r>
                      <a:r>
                        <a:rPr lang="es-ES" sz="1100" b="1" i="0" dirty="0">
                          <a:solidFill>
                            <a:schemeClr val="bg1">
                              <a:lumMod val="10000"/>
                            </a:schemeClr>
                          </a:solidFill>
                          <a:latin typeface="Courier New" panose="02070309020205020404" pitchFamily="49" charset="0"/>
                          <a:cs typeface="Courier New" panose="02070309020205020404" pitchFamily="49" charset="0"/>
                        </a:rPr>
                        <a:t>(rs1)</a:t>
                      </a:r>
                    </a:p>
                  </a:txBody>
                  <a:tcPr marL="74252" marR="74252" marT="37130" marB="37130">
                    <a:lnB w="6350" cap="flat" cmpd="sng" algn="ctr">
                      <a:solidFill>
                        <a:srgbClr val="C00000"/>
                      </a:solidFill>
                      <a:prstDash val="sysDash"/>
                      <a:round/>
                      <a:headEnd type="none" w="med" len="med"/>
                      <a:tailEnd type="none" w="med" len="med"/>
                    </a:lnB>
                  </a:tcPr>
                </a:tc>
                <a:tc>
                  <a:txBody>
                    <a:bodyPr/>
                    <a:lstStyle/>
                    <a:p>
                      <a:pPr algn="l"/>
                      <a:r>
                        <a:rPr lang="es-ES" sz="1100" b="0" dirty="0">
                          <a:solidFill>
                            <a:schemeClr val="bg1">
                              <a:lumMod val="10000"/>
                            </a:schemeClr>
                          </a:solidFill>
                          <a:sym typeface="Wingdings" pitchFamily="2" charset="2"/>
                        </a:rPr>
                        <a:t>MEM[rs1 + </a:t>
                      </a:r>
                      <a:r>
                        <a:rPr lang="es-ES" sz="1100" b="0" dirty="0" err="1">
                          <a:solidFill>
                            <a:schemeClr val="bg1">
                              <a:lumMod val="10000"/>
                            </a:schemeClr>
                          </a:solidFill>
                          <a:sym typeface="Wingdings" pitchFamily="2" charset="2"/>
                        </a:rPr>
                        <a:t>sExt</a:t>
                      </a:r>
                      <a:r>
                        <a:rPr lang="es-ES" sz="1100" b="0" dirty="0">
                          <a:solidFill>
                            <a:schemeClr val="bg1">
                              <a:lumMod val="10000"/>
                            </a:schemeClr>
                          </a:solidFill>
                          <a:sym typeface="Wingdings" pitchFamily="2" charset="2"/>
                        </a:rPr>
                        <a:t>(</a:t>
                      </a:r>
                      <a:r>
                        <a:rPr lang="es-ES" sz="1100" b="0" dirty="0" err="1">
                          <a:solidFill>
                            <a:schemeClr val="bg1">
                              <a:lumMod val="10000"/>
                            </a:schemeClr>
                          </a:solidFill>
                          <a:sym typeface="Wingdings" pitchFamily="2" charset="2"/>
                        </a:rPr>
                        <a:t>imm</a:t>
                      </a:r>
                      <a:r>
                        <a:rPr lang="es-ES" sz="1100" b="0" dirty="0">
                          <a:solidFill>
                            <a:schemeClr val="bg1">
                              <a:lumMod val="10000"/>
                            </a:schemeClr>
                          </a:solidFill>
                          <a:sym typeface="Wingdings" pitchFamily="2" charset="2"/>
                        </a:rPr>
                        <a:t>)]  rs2</a:t>
                      </a:r>
                      <a:endParaRPr lang="es-ES" sz="1100" b="0" i="0" dirty="0">
                        <a:solidFill>
                          <a:schemeClr val="bg1">
                            <a:lumMod val="10000"/>
                          </a:schemeClr>
                        </a:solidFill>
                        <a:latin typeface="+mn-lt"/>
                        <a:cs typeface="Courier New" panose="02070309020205020404" pitchFamily="49" charset="0"/>
                      </a:endParaRPr>
                    </a:p>
                  </a:txBody>
                  <a:tcPr marL="74252" marR="74252" marT="37130" marB="37130">
                    <a:lnB w="6350" cap="flat" cmpd="sng" algn="ctr">
                      <a:solidFill>
                        <a:srgbClr val="C00000"/>
                      </a:solidFill>
                      <a:prstDash val="sysDash"/>
                      <a:round/>
                      <a:headEnd type="none" w="med" len="med"/>
                      <a:tailEnd type="none" w="med" len="med"/>
                    </a:lnB>
                  </a:tcPr>
                </a:tc>
                <a:tc>
                  <a:txBody>
                    <a:bodyPr/>
                    <a:lstStyle/>
                    <a:p>
                      <a:pPr algn="l"/>
                      <a:r>
                        <a:rPr lang="es-ES" sz="1100" b="0" dirty="0">
                          <a:solidFill>
                            <a:schemeClr val="accent2"/>
                          </a:solidFill>
                          <a:latin typeface="+mn-lt"/>
                        </a:rPr>
                        <a:t>tipo-S</a:t>
                      </a:r>
                    </a:p>
                  </a:txBody>
                  <a:tcPr marL="74252" marR="74252" marT="37130" marB="37130">
                    <a:lnB w="6350" cap="flat" cmpd="sng" algn="ctr">
                      <a:solidFill>
                        <a:srgbClr val="C00000"/>
                      </a:solidFill>
                      <a:prstDash val="sysDash"/>
                      <a:round/>
                      <a:headEnd type="none" w="med" len="med"/>
                      <a:tailEnd type="none" w="med" len="med"/>
                    </a:lnB>
                  </a:tcPr>
                </a:tc>
                <a:extLst>
                  <a:ext uri="{0D108BD9-81ED-4DB2-BD59-A6C34878D82A}">
                    <a16:rowId xmlns:a16="http://schemas.microsoft.com/office/drawing/2014/main" val="10001"/>
                  </a:ext>
                </a:extLst>
              </a:tr>
              <a:tr h="247531">
                <a:tc>
                  <a:txBody>
                    <a:bodyPr/>
                    <a:lstStyle/>
                    <a:p>
                      <a:pPr algn="l"/>
                      <a:r>
                        <a:rPr lang="es-ES" sz="1100" b="1" i="0" dirty="0" err="1">
                          <a:solidFill>
                            <a:schemeClr val="accent2"/>
                          </a:solidFill>
                          <a:latin typeface="Courier New" panose="02070309020205020404" pitchFamily="49" charset="0"/>
                          <a:cs typeface="Courier New" panose="02070309020205020404" pitchFamily="49" charset="0"/>
                        </a:rPr>
                        <a:t>add</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dirty="0" err="1">
                          <a:solidFill>
                            <a:schemeClr val="bg1">
                              <a:lumMod val="10000"/>
                            </a:schemeClr>
                          </a:solidFill>
                          <a:latin typeface="Courier New" panose="02070309020205020404" pitchFamily="49" charset="0"/>
                          <a:cs typeface="Courier New" panose="02070309020205020404" pitchFamily="49" charset="0"/>
                        </a:rPr>
                        <a:t>rd</a:t>
                      </a:r>
                      <a:r>
                        <a:rPr lang="es-ES" sz="1100" b="1" i="0" dirty="0">
                          <a:solidFill>
                            <a:schemeClr val="bg1">
                              <a:lumMod val="10000"/>
                            </a:schemeClr>
                          </a:solidFill>
                          <a:latin typeface="Courier New" panose="02070309020205020404" pitchFamily="49" charset="0"/>
                          <a:cs typeface="Courier New" panose="02070309020205020404" pitchFamily="49" charset="0"/>
                        </a:rPr>
                        <a:t>, rs1, rs2</a:t>
                      </a:r>
                    </a:p>
                  </a:txBody>
                  <a:tcPr marL="74252" marR="74252" marT="37130" marB="37130">
                    <a:lnT w="6350" cap="flat" cmpd="sng" algn="ctr">
                      <a:solidFill>
                        <a:srgbClr val="C00000"/>
                      </a:solidFill>
                      <a:prstDash val="sysDash"/>
                      <a:round/>
                      <a:headEnd type="none" w="med" len="med"/>
                      <a:tailEnd type="none" w="med" len="med"/>
                    </a:lnT>
                    <a:solidFill>
                      <a:schemeClr val="accent2">
                        <a:lumMod val="20000"/>
                        <a:lumOff val="80000"/>
                      </a:schemeClr>
                    </a:solidFill>
                  </a:tcPr>
                </a:tc>
                <a:tc>
                  <a:txBody>
                    <a:bodyPr/>
                    <a:lstStyle/>
                    <a:p>
                      <a:pPr algn="l"/>
                      <a:r>
                        <a:rPr lang="es-ES" sz="1100" b="0" dirty="0" err="1">
                          <a:solidFill>
                            <a:schemeClr val="bg1">
                              <a:lumMod val="10000"/>
                            </a:schemeClr>
                          </a:solidFill>
                        </a:rPr>
                        <a:t>rd</a:t>
                      </a:r>
                      <a:r>
                        <a:rPr lang="es-ES" sz="1100" b="0" dirty="0">
                          <a:solidFill>
                            <a:schemeClr val="bg1">
                              <a:lumMod val="10000"/>
                            </a:schemeClr>
                          </a:solidFill>
                        </a:rPr>
                        <a:t> </a:t>
                      </a:r>
                      <a:r>
                        <a:rPr lang="es-ES" sz="1100" b="0" dirty="0">
                          <a:solidFill>
                            <a:schemeClr val="bg1">
                              <a:lumMod val="10000"/>
                            </a:schemeClr>
                          </a:solidFill>
                          <a:sym typeface="Wingdings" pitchFamily="2" charset="2"/>
                        </a:rPr>
                        <a:t> rs1 + rs2</a:t>
                      </a:r>
                      <a:endParaRPr lang="es-ES" sz="1100" b="0" i="0" dirty="0">
                        <a:solidFill>
                          <a:schemeClr val="bg1">
                            <a:lumMod val="10000"/>
                          </a:schemeClr>
                        </a:solidFill>
                        <a:latin typeface="+mn-lt"/>
                        <a:cs typeface="Courier New" panose="02070309020205020404" pitchFamily="49" charset="0"/>
                      </a:endParaRPr>
                    </a:p>
                  </a:txBody>
                  <a:tcPr marL="74252" marR="74252" marT="37130" marB="37130">
                    <a:lnT w="6350" cap="flat" cmpd="sng" algn="ctr">
                      <a:solidFill>
                        <a:srgbClr val="C00000"/>
                      </a:solidFill>
                      <a:prstDash val="sysDash"/>
                      <a:round/>
                      <a:headEnd type="none" w="med" len="med"/>
                      <a:tailEnd type="none" w="med" len="med"/>
                    </a:lnT>
                    <a:solidFill>
                      <a:schemeClr val="accent2">
                        <a:lumMod val="20000"/>
                        <a:lumOff val="80000"/>
                      </a:schemeClr>
                    </a:solidFill>
                  </a:tcPr>
                </a:tc>
                <a:tc>
                  <a:txBody>
                    <a:bodyPr/>
                    <a:lstStyle/>
                    <a:p>
                      <a:pPr algn="l"/>
                      <a:r>
                        <a:rPr lang="es-ES" sz="1100" b="0" dirty="0">
                          <a:solidFill>
                            <a:schemeClr val="accent2"/>
                          </a:solidFill>
                          <a:latin typeface="+mn-lt"/>
                        </a:rPr>
                        <a:t>tipo-R</a:t>
                      </a:r>
                    </a:p>
                  </a:txBody>
                  <a:tcPr marL="74252" marR="74252" marT="37130" marB="37130">
                    <a:lnT w="6350" cap="flat" cmpd="sng" algn="ctr">
                      <a:solidFill>
                        <a:srgbClr val="C00000"/>
                      </a:solidFill>
                      <a:prstDash val="sysDash"/>
                      <a:round/>
                      <a:headEnd type="none" w="med" len="med"/>
                      <a:tailEnd type="none" w="med" len="med"/>
                    </a:lnT>
                    <a:solidFill>
                      <a:schemeClr val="accent2">
                        <a:lumMod val="20000"/>
                        <a:lumOff val="80000"/>
                      </a:schemeClr>
                    </a:solidFill>
                  </a:tcPr>
                </a:tc>
                <a:extLst>
                  <a:ext uri="{0D108BD9-81ED-4DB2-BD59-A6C34878D82A}">
                    <a16:rowId xmlns:a16="http://schemas.microsoft.com/office/drawing/2014/main" val="10002"/>
                  </a:ext>
                </a:extLst>
              </a:tr>
              <a:tr h="2475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1" i="0" dirty="0">
                          <a:solidFill>
                            <a:schemeClr val="accent2"/>
                          </a:solidFill>
                          <a:latin typeface="Courier New" panose="02070309020205020404" pitchFamily="49" charset="0"/>
                          <a:cs typeface="Courier New" panose="02070309020205020404" pitchFamily="49" charset="0"/>
                        </a:rPr>
                        <a:t>sub</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dirty="0" err="1">
                          <a:solidFill>
                            <a:schemeClr val="bg1">
                              <a:lumMod val="10000"/>
                            </a:schemeClr>
                          </a:solidFill>
                          <a:latin typeface="Courier New" panose="02070309020205020404" pitchFamily="49" charset="0"/>
                          <a:cs typeface="Courier New" panose="02070309020205020404" pitchFamily="49" charset="0"/>
                        </a:rPr>
                        <a:t>rd</a:t>
                      </a:r>
                      <a:r>
                        <a:rPr lang="es-ES" sz="1100" b="1" i="0" dirty="0">
                          <a:solidFill>
                            <a:schemeClr val="bg1">
                              <a:lumMod val="10000"/>
                            </a:schemeClr>
                          </a:solidFill>
                          <a:latin typeface="Courier New" panose="02070309020205020404" pitchFamily="49" charset="0"/>
                          <a:cs typeface="Courier New" panose="02070309020205020404" pitchFamily="49" charset="0"/>
                        </a:rPr>
                        <a:t>, rs1, rs2</a:t>
                      </a:r>
                    </a:p>
                  </a:txBody>
                  <a:tcPr marL="74252" marR="74252" marT="37130" marB="37130">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0" dirty="0" err="1">
                          <a:solidFill>
                            <a:schemeClr val="bg1">
                              <a:lumMod val="10000"/>
                            </a:schemeClr>
                          </a:solidFill>
                        </a:rPr>
                        <a:t>rd</a:t>
                      </a:r>
                      <a:r>
                        <a:rPr lang="es-ES" sz="1100" b="0" dirty="0">
                          <a:solidFill>
                            <a:schemeClr val="bg1">
                              <a:lumMod val="10000"/>
                            </a:schemeClr>
                          </a:solidFill>
                        </a:rPr>
                        <a:t> </a:t>
                      </a:r>
                      <a:r>
                        <a:rPr lang="es-ES" sz="1100" b="0" dirty="0">
                          <a:solidFill>
                            <a:schemeClr val="bg1">
                              <a:lumMod val="10000"/>
                            </a:schemeClr>
                          </a:solidFill>
                          <a:sym typeface="Wingdings" pitchFamily="2" charset="2"/>
                        </a:rPr>
                        <a:t> rs1 - rs2</a:t>
                      </a:r>
                      <a:endParaRPr lang="es-ES" sz="1100" b="0" i="0" dirty="0">
                        <a:solidFill>
                          <a:schemeClr val="bg1">
                            <a:lumMod val="10000"/>
                          </a:schemeClr>
                        </a:solidFill>
                        <a:latin typeface="+mn-lt"/>
                        <a:cs typeface="Courier New" panose="02070309020205020404" pitchFamily="49" charset="0"/>
                      </a:endParaRPr>
                    </a:p>
                  </a:txBody>
                  <a:tcPr marL="74252" marR="74252" marT="37130" marB="37130">
                    <a:lnB w="12700" cap="flat" cmpd="sng" algn="ctr">
                      <a:noFill/>
                      <a:prstDash val="solid"/>
                      <a:round/>
                      <a:headEnd type="none" w="med" len="med"/>
                      <a:tailEnd type="none" w="med" len="med"/>
                    </a:lnB>
                  </a:tcPr>
                </a:tc>
                <a:tc>
                  <a:txBody>
                    <a:bodyPr/>
                    <a:lstStyle/>
                    <a:p>
                      <a:pPr algn="l"/>
                      <a:r>
                        <a:rPr lang="es-ES" sz="1100" b="0" dirty="0">
                          <a:solidFill>
                            <a:schemeClr val="accent2"/>
                          </a:solidFill>
                          <a:latin typeface="+mn-lt"/>
                        </a:rPr>
                        <a:t>tipo-R</a:t>
                      </a:r>
                    </a:p>
                  </a:txBody>
                  <a:tcPr marL="74252" marR="74252" marT="37130" marB="37130">
                    <a:lnB w="12700" cap="flat" cmpd="sng" algn="ctr">
                      <a:noFill/>
                      <a:prstDash val="solid"/>
                      <a:round/>
                      <a:headEnd type="none" w="med" len="med"/>
                      <a:tailEnd type="none" w="med" len="med"/>
                    </a:lnB>
                  </a:tcPr>
                </a:tc>
                <a:extLst>
                  <a:ext uri="{0D108BD9-81ED-4DB2-BD59-A6C34878D82A}">
                    <a16:rowId xmlns:a16="http://schemas.microsoft.com/office/drawing/2014/main" val="10003"/>
                  </a:ext>
                </a:extLst>
              </a:tr>
              <a:tr h="247531">
                <a:tc>
                  <a:txBody>
                    <a:bodyPr/>
                    <a:lstStyle/>
                    <a:p>
                      <a:pPr algn="l"/>
                      <a:r>
                        <a:rPr lang="es-ES" sz="1100" b="1" i="0" dirty="0">
                          <a:solidFill>
                            <a:schemeClr val="accent2"/>
                          </a:solidFill>
                          <a:latin typeface="Courier New" panose="02070309020205020404" pitchFamily="49" charset="0"/>
                          <a:cs typeface="Courier New" panose="02070309020205020404" pitchFamily="49" charset="0"/>
                        </a:rPr>
                        <a:t>and</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dirty="0" err="1">
                          <a:solidFill>
                            <a:schemeClr val="bg1">
                              <a:lumMod val="10000"/>
                            </a:schemeClr>
                          </a:solidFill>
                          <a:latin typeface="Courier New" panose="02070309020205020404" pitchFamily="49" charset="0"/>
                          <a:cs typeface="Courier New" panose="02070309020205020404" pitchFamily="49" charset="0"/>
                        </a:rPr>
                        <a:t>rd</a:t>
                      </a:r>
                      <a:r>
                        <a:rPr lang="es-ES" sz="1100" b="1" i="0" dirty="0">
                          <a:solidFill>
                            <a:schemeClr val="bg1">
                              <a:lumMod val="10000"/>
                            </a:schemeClr>
                          </a:solidFill>
                          <a:latin typeface="Courier New" panose="02070309020205020404" pitchFamily="49" charset="0"/>
                          <a:cs typeface="Courier New" panose="02070309020205020404" pitchFamily="49" charset="0"/>
                        </a:rPr>
                        <a:t>, rs1, rs2</a:t>
                      </a:r>
                    </a:p>
                  </a:txBody>
                  <a:tcPr marL="74252" marR="74252" marT="37130" marB="37130">
                    <a:lnT w="12700" cap="flat" cmpd="sng" algn="ctr">
                      <a:noFill/>
                      <a:prstDash val="solid"/>
                      <a:round/>
                      <a:headEnd type="none" w="med" len="med"/>
                      <a:tailEnd type="none" w="med" len="med"/>
                    </a:lnT>
                    <a:solidFill>
                      <a:schemeClr val="accent2">
                        <a:lumMod val="20000"/>
                        <a:lumOff val="80000"/>
                      </a:schemeClr>
                    </a:solidFill>
                  </a:tcPr>
                </a:tc>
                <a:tc>
                  <a:txBody>
                    <a:bodyPr/>
                    <a:lstStyle/>
                    <a:p>
                      <a:pPr algn="l"/>
                      <a:r>
                        <a:rPr lang="es-ES" sz="1100" b="0" dirty="0" err="1">
                          <a:solidFill>
                            <a:schemeClr val="bg1">
                              <a:lumMod val="10000"/>
                            </a:schemeClr>
                          </a:solidFill>
                        </a:rPr>
                        <a:t>rd</a:t>
                      </a:r>
                      <a:r>
                        <a:rPr lang="es-ES" sz="1100" b="0" dirty="0">
                          <a:solidFill>
                            <a:schemeClr val="bg1">
                              <a:lumMod val="10000"/>
                            </a:schemeClr>
                          </a:solidFill>
                        </a:rPr>
                        <a:t> </a:t>
                      </a:r>
                      <a:r>
                        <a:rPr lang="es-ES" sz="1100" b="0" dirty="0">
                          <a:solidFill>
                            <a:schemeClr val="bg1">
                              <a:lumMod val="10000"/>
                            </a:schemeClr>
                          </a:solidFill>
                          <a:sym typeface="Wingdings" pitchFamily="2" charset="2"/>
                        </a:rPr>
                        <a:t> rs1 &amp; rs2</a:t>
                      </a:r>
                      <a:endParaRPr lang="es-ES" sz="1100" b="0" i="0" dirty="0">
                        <a:solidFill>
                          <a:schemeClr val="bg1">
                            <a:lumMod val="10000"/>
                          </a:schemeClr>
                        </a:solidFill>
                        <a:latin typeface="+mn-lt"/>
                        <a:cs typeface="Courier New" panose="02070309020205020404" pitchFamily="49" charset="0"/>
                      </a:endParaRPr>
                    </a:p>
                  </a:txBody>
                  <a:tcPr marL="74252" marR="74252" marT="37130" marB="37130">
                    <a:lnT w="12700" cap="flat" cmpd="sng" algn="ctr">
                      <a:noFill/>
                      <a:prstDash val="solid"/>
                      <a:round/>
                      <a:headEnd type="none" w="med" len="med"/>
                      <a:tailEnd type="none" w="med" len="med"/>
                    </a:lnT>
                    <a:solidFill>
                      <a:schemeClr val="accent2">
                        <a:lumMod val="20000"/>
                        <a:lumOff val="80000"/>
                      </a:schemeClr>
                    </a:solidFill>
                  </a:tcPr>
                </a:tc>
                <a:tc>
                  <a:txBody>
                    <a:bodyPr/>
                    <a:lstStyle/>
                    <a:p>
                      <a:pPr algn="l"/>
                      <a:r>
                        <a:rPr lang="es-ES" sz="1100" b="0" dirty="0">
                          <a:solidFill>
                            <a:schemeClr val="accent2"/>
                          </a:solidFill>
                          <a:latin typeface="+mn-lt"/>
                        </a:rPr>
                        <a:t>tipo-R</a:t>
                      </a:r>
                    </a:p>
                  </a:txBody>
                  <a:tcPr marL="74252" marR="74252" marT="37130" marB="37130">
                    <a:lnT w="12700" cap="flat" cmpd="sng" algn="ctr">
                      <a:noFill/>
                      <a:prstDash val="solid"/>
                      <a:round/>
                      <a:headEnd type="none" w="med" len="med"/>
                      <a:tailEnd type="none" w="med" len="med"/>
                    </a:lnT>
                    <a:solidFill>
                      <a:schemeClr val="accent2">
                        <a:lumMod val="20000"/>
                        <a:lumOff val="80000"/>
                      </a:schemeClr>
                    </a:solidFill>
                  </a:tcPr>
                </a:tc>
                <a:extLst>
                  <a:ext uri="{0D108BD9-81ED-4DB2-BD59-A6C34878D82A}">
                    <a16:rowId xmlns:a16="http://schemas.microsoft.com/office/drawing/2014/main" val="10004"/>
                  </a:ext>
                </a:extLst>
              </a:tr>
              <a:tr h="2475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1" i="0" dirty="0" err="1">
                          <a:solidFill>
                            <a:schemeClr val="accent2"/>
                          </a:solidFill>
                          <a:latin typeface="Courier New" panose="02070309020205020404" pitchFamily="49" charset="0"/>
                          <a:cs typeface="Courier New" panose="02070309020205020404" pitchFamily="49" charset="0"/>
                        </a:rPr>
                        <a:t>or</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dirty="0" err="1">
                          <a:solidFill>
                            <a:schemeClr val="bg1">
                              <a:lumMod val="10000"/>
                            </a:schemeClr>
                          </a:solidFill>
                          <a:latin typeface="Courier New" panose="02070309020205020404" pitchFamily="49" charset="0"/>
                          <a:cs typeface="Courier New" panose="02070309020205020404" pitchFamily="49" charset="0"/>
                        </a:rPr>
                        <a:t>rd</a:t>
                      </a:r>
                      <a:r>
                        <a:rPr lang="es-ES" sz="1100" b="1" i="0" dirty="0">
                          <a:solidFill>
                            <a:schemeClr val="bg1">
                              <a:lumMod val="10000"/>
                            </a:schemeClr>
                          </a:solidFill>
                          <a:latin typeface="Courier New" panose="02070309020205020404" pitchFamily="49" charset="0"/>
                          <a:cs typeface="Courier New" panose="02070309020205020404" pitchFamily="49" charset="0"/>
                        </a:rPr>
                        <a:t>, rs1, rs2</a:t>
                      </a:r>
                    </a:p>
                  </a:txBody>
                  <a:tcPr marL="74252" marR="74252" marT="37130" marB="37130">
                    <a:solidFill>
                      <a:srgbClr val="E9EAE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0" dirty="0" err="1">
                          <a:solidFill>
                            <a:schemeClr val="bg1">
                              <a:lumMod val="10000"/>
                            </a:schemeClr>
                          </a:solidFill>
                        </a:rPr>
                        <a:t>rd</a:t>
                      </a:r>
                      <a:r>
                        <a:rPr lang="es-ES" sz="1100" b="0" dirty="0">
                          <a:solidFill>
                            <a:schemeClr val="bg1">
                              <a:lumMod val="10000"/>
                            </a:schemeClr>
                          </a:solidFill>
                        </a:rPr>
                        <a:t> </a:t>
                      </a:r>
                      <a:r>
                        <a:rPr lang="es-ES" sz="1100" b="0" dirty="0">
                          <a:solidFill>
                            <a:schemeClr val="bg1">
                              <a:lumMod val="10000"/>
                            </a:schemeClr>
                          </a:solidFill>
                          <a:sym typeface="Wingdings" pitchFamily="2" charset="2"/>
                        </a:rPr>
                        <a:t> rs1 | rs2</a:t>
                      </a:r>
                      <a:endParaRPr lang="es-ES" sz="1100" b="0" i="0" dirty="0">
                        <a:solidFill>
                          <a:schemeClr val="bg1">
                            <a:lumMod val="10000"/>
                          </a:schemeClr>
                        </a:solidFill>
                        <a:latin typeface="+mn-lt"/>
                        <a:cs typeface="Courier New" panose="02070309020205020404" pitchFamily="49" charset="0"/>
                      </a:endParaRPr>
                    </a:p>
                  </a:txBody>
                  <a:tcPr marL="74252" marR="74252" marT="37130" marB="37130">
                    <a:solidFill>
                      <a:srgbClr val="E9EAE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latin typeface="+mn-lt"/>
                        </a:rPr>
                        <a:t>tipo-R</a:t>
                      </a:r>
                    </a:p>
                  </a:txBody>
                  <a:tcPr marL="74252" marR="74252" marT="37130" marB="37130">
                    <a:solidFill>
                      <a:srgbClr val="E9EAEA"/>
                    </a:solidFill>
                  </a:tcPr>
                </a:tc>
                <a:extLst>
                  <a:ext uri="{0D108BD9-81ED-4DB2-BD59-A6C34878D82A}">
                    <a16:rowId xmlns:a16="http://schemas.microsoft.com/office/drawing/2014/main" val="10005"/>
                  </a:ext>
                </a:extLst>
              </a:tr>
              <a:tr h="2475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1" i="0" dirty="0" err="1">
                          <a:solidFill>
                            <a:schemeClr val="accent2"/>
                          </a:solidFill>
                          <a:latin typeface="Courier New" panose="02070309020205020404" pitchFamily="49" charset="0"/>
                          <a:cs typeface="Courier New" panose="02070309020205020404" pitchFamily="49" charset="0"/>
                        </a:rPr>
                        <a:t>slt</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dirty="0" err="1">
                          <a:solidFill>
                            <a:schemeClr val="bg1">
                              <a:lumMod val="10000"/>
                            </a:schemeClr>
                          </a:solidFill>
                          <a:latin typeface="Courier New" panose="02070309020205020404" pitchFamily="49" charset="0"/>
                          <a:cs typeface="Courier New" panose="02070309020205020404" pitchFamily="49" charset="0"/>
                        </a:rPr>
                        <a:t>rd</a:t>
                      </a:r>
                      <a:r>
                        <a:rPr lang="es-ES" sz="1100" b="1" i="0" dirty="0">
                          <a:solidFill>
                            <a:schemeClr val="bg1">
                              <a:lumMod val="10000"/>
                            </a:schemeClr>
                          </a:solidFill>
                          <a:latin typeface="Courier New" panose="02070309020205020404" pitchFamily="49" charset="0"/>
                          <a:cs typeface="Courier New" panose="02070309020205020404" pitchFamily="49" charset="0"/>
                        </a:rPr>
                        <a:t>, rs1, rs2</a:t>
                      </a:r>
                    </a:p>
                  </a:txBody>
                  <a:tcPr marL="74252" marR="74252" marT="37130" marB="37130">
                    <a:lnB w="6350" cap="flat" cmpd="sng" algn="ctr">
                      <a:solidFill>
                        <a:srgbClr val="C00000"/>
                      </a:solidFill>
                      <a:prstDash val="sysDash"/>
                      <a:round/>
                      <a:headEnd type="none" w="med" len="med"/>
                      <a:tailEnd type="none" w="med" len="med"/>
                    </a:lnB>
                    <a:solidFill>
                      <a:srgbClr val="D2E8F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0" dirty="0" err="1">
                          <a:solidFill>
                            <a:schemeClr val="bg1">
                              <a:lumMod val="10000"/>
                            </a:schemeClr>
                          </a:solidFill>
                        </a:rPr>
                        <a:t>rd</a:t>
                      </a:r>
                      <a:r>
                        <a:rPr lang="es-ES" sz="1100" b="0" dirty="0">
                          <a:solidFill>
                            <a:schemeClr val="bg1">
                              <a:lumMod val="10000"/>
                            </a:schemeClr>
                          </a:solidFill>
                        </a:rPr>
                        <a:t> </a:t>
                      </a:r>
                      <a:r>
                        <a:rPr lang="es-ES" sz="1100" b="0" dirty="0">
                          <a:solidFill>
                            <a:schemeClr val="bg1">
                              <a:lumMod val="10000"/>
                            </a:schemeClr>
                          </a:solidFill>
                          <a:sym typeface="Wingdings" pitchFamily="2" charset="2"/>
                        </a:rPr>
                        <a:t> </a:t>
                      </a:r>
                      <a:r>
                        <a:rPr lang="es-ES" sz="1100" b="0" dirty="0" err="1">
                          <a:solidFill>
                            <a:schemeClr val="bg1">
                              <a:lumMod val="10000"/>
                            </a:schemeClr>
                          </a:solidFill>
                          <a:sym typeface="Wingdings" pitchFamily="2" charset="2"/>
                        </a:rPr>
                        <a:t>if</a:t>
                      </a:r>
                      <a:r>
                        <a:rPr lang="es-ES" sz="1100" b="0" dirty="0">
                          <a:solidFill>
                            <a:schemeClr val="bg1">
                              <a:lumMod val="10000"/>
                            </a:schemeClr>
                          </a:solidFill>
                          <a:sym typeface="Wingdings" pitchFamily="2" charset="2"/>
                        </a:rPr>
                        <a:t> (rs1 &lt; rs2) </a:t>
                      </a:r>
                      <a:r>
                        <a:rPr lang="es-ES" sz="1100" b="0" dirty="0" err="1">
                          <a:solidFill>
                            <a:schemeClr val="bg1">
                              <a:lumMod val="10000"/>
                            </a:schemeClr>
                          </a:solidFill>
                          <a:sym typeface="Wingdings" pitchFamily="2" charset="2"/>
                        </a:rPr>
                        <a:t>then</a:t>
                      </a:r>
                      <a:r>
                        <a:rPr lang="es-ES" sz="1100" b="0" dirty="0">
                          <a:solidFill>
                            <a:schemeClr val="bg1">
                              <a:lumMod val="10000"/>
                            </a:schemeClr>
                          </a:solidFill>
                          <a:sym typeface="Wingdings" pitchFamily="2" charset="2"/>
                        </a:rPr>
                        <a:t> 1 </a:t>
                      </a:r>
                      <a:r>
                        <a:rPr lang="es-ES" sz="1100" b="0" dirty="0" err="1">
                          <a:solidFill>
                            <a:schemeClr val="bg1">
                              <a:lumMod val="10000"/>
                            </a:schemeClr>
                          </a:solidFill>
                          <a:sym typeface="Wingdings" pitchFamily="2" charset="2"/>
                        </a:rPr>
                        <a:t>else</a:t>
                      </a:r>
                      <a:r>
                        <a:rPr lang="es-ES" sz="1100" b="0" dirty="0">
                          <a:solidFill>
                            <a:schemeClr val="bg1">
                              <a:lumMod val="10000"/>
                            </a:schemeClr>
                          </a:solidFill>
                          <a:sym typeface="Wingdings" pitchFamily="2" charset="2"/>
                        </a:rPr>
                        <a:t> 0</a:t>
                      </a:r>
                      <a:endParaRPr lang="es-ES" sz="1100" b="0" i="0" dirty="0">
                        <a:solidFill>
                          <a:schemeClr val="bg1">
                            <a:lumMod val="10000"/>
                          </a:schemeClr>
                        </a:solidFill>
                        <a:latin typeface="+mn-lt"/>
                        <a:cs typeface="Courier New" panose="02070309020205020404" pitchFamily="49" charset="0"/>
                      </a:endParaRPr>
                    </a:p>
                  </a:txBody>
                  <a:tcPr marL="74252" marR="74252" marT="37130" marB="37130">
                    <a:lnB w="6350" cap="flat" cmpd="sng" algn="ctr">
                      <a:solidFill>
                        <a:srgbClr val="C00000"/>
                      </a:solidFill>
                      <a:prstDash val="sysDash"/>
                      <a:round/>
                      <a:headEnd type="none" w="med" len="med"/>
                      <a:tailEnd type="none" w="med" len="med"/>
                    </a:lnB>
                    <a:solidFill>
                      <a:srgbClr val="D2E8F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latin typeface="+mn-lt"/>
                        </a:rPr>
                        <a:t>tipo-R</a:t>
                      </a:r>
                    </a:p>
                  </a:txBody>
                  <a:tcPr marL="74252" marR="74252" marT="37130" marB="37130">
                    <a:lnB w="6350" cap="flat" cmpd="sng" algn="ctr">
                      <a:solidFill>
                        <a:srgbClr val="C00000"/>
                      </a:solidFill>
                      <a:prstDash val="sysDash"/>
                      <a:round/>
                      <a:headEnd type="none" w="med" len="med"/>
                      <a:tailEnd type="none" w="med" len="med"/>
                    </a:lnB>
                    <a:solidFill>
                      <a:srgbClr val="D2E8F7"/>
                    </a:solidFill>
                  </a:tcPr>
                </a:tc>
                <a:extLst>
                  <a:ext uri="{0D108BD9-81ED-4DB2-BD59-A6C34878D82A}">
                    <a16:rowId xmlns:a16="http://schemas.microsoft.com/office/drawing/2014/main" val="10006"/>
                  </a:ext>
                </a:extLst>
              </a:tr>
              <a:tr h="247531">
                <a:tc>
                  <a:txBody>
                    <a:bodyPr/>
                    <a:lstStyle/>
                    <a:p>
                      <a:pPr algn="l"/>
                      <a:r>
                        <a:rPr lang="es-ES" sz="1100" b="1" i="0" dirty="0" err="1">
                          <a:solidFill>
                            <a:schemeClr val="accent2"/>
                          </a:solidFill>
                          <a:latin typeface="Courier New" panose="02070309020205020404" pitchFamily="49" charset="0"/>
                          <a:cs typeface="Courier New" panose="02070309020205020404" pitchFamily="49" charset="0"/>
                        </a:rPr>
                        <a:t>addi</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dirty="0" err="1">
                          <a:solidFill>
                            <a:schemeClr val="bg1">
                              <a:lumMod val="10000"/>
                            </a:schemeClr>
                          </a:solidFill>
                          <a:latin typeface="Courier New" panose="02070309020205020404" pitchFamily="49" charset="0"/>
                          <a:cs typeface="Courier New" panose="02070309020205020404" pitchFamily="49" charset="0"/>
                        </a:rPr>
                        <a:t>rd</a:t>
                      </a:r>
                      <a:r>
                        <a:rPr lang="es-ES" sz="1100" b="1" i="0" dirty="0">
                          <a:solidFill>
                            <a:schemeClr val="bg1">
                              <a:lumMod val="10000"/>
                            </a:schemeClr>
                          </a:solidFill>
                          <a:latin typeface="Courier New" panose="02070309020205020404" pitchFamily="49" charset="0"/>
                          <a:cs typeface="Courier New" panose="02070309020205020404" pitchFamily="49" charset="0"/>
                        </a:rPr>
                        <a:t>, rs1, imm</a:t>
                      </a:r>
                      <a:r>
                        <a:rPr lang="es-ES" sz="1100" b="1" i="0" baseline="-25000" dirty="0">
                          <a:solidFill>
                            <a:schemeClr val="bg1">
                              <a:lumMod val="10000"/>
                            </a:schemeClr>
                          </a:solidFill>
                          <a:latin typeface="Courier New" panose="02070309020205020404" pitchFamily="49" charset="0"/>
                          <a:cs typeface="Courier New" panose="02070309020205020404" pitchFamily="49" charset="0"/>
                        </a:rPr>
                        <a:t>12b</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2" marR="74252" marT="37130" marB="37130">
                    <a:lnT w="6350" cap="flat" cmpd="sng" algn="ctr">
                      <a:solidFill>
                        <a:srgbClr val="C00000"/>
                      </a:solidFill>
                      <a:prstDash val="sysDash"/>
                      <a:round/>
                      <a:headEnd type="none" w="med" len="med"/>
                      <a:tailEnd type="none" w="med" len="med"/>
                    </a:lnT>
                    <a:lnB w="12700" cap="flat" cmpd="sng" algn="ctr">
                      <a:noFill/>
                      <a:prstDash val="solid"/>
                      <a:round/>
                      <a:headEnd type="none" w="med" len="med"/>
                      <a:tailEnd type="none" w="med" len="med"/>
                    </a:lnB>
                    <a:solidFill>
                      <a:srgbClr val="E9EAEA"/>
                    </a:solidFill>
                  </a:tcPr>
                </a:tc>
                <a:tc>
                  <a:txBody>
                    <a:bodyPr/>
                    <a:lstStyle/>
                    <a:p>
                      <a:pPr algn="l"/>
                      <a:r>
                        <a:rPr lang="es-ES" sz="1100" b="0" dirty="0" err="1">
                          <a:solidFill>
                            <a:schemeClr val="bg1">
                              <a:lumMod val="10000"/>
                            </a:schemeClr>
                          </a:solidFill>
                        </a:rPr>
                        <a:t>rd</a:t>
                      </a:r>
                      <a:r>
                        <a:rPr lang="es-ES" sz="1100" b="0" dirty="0">
                          <a:solidFill>
                            <a:schemeClr val="bg1">
                              <a:lumMod val="10000"/>
                            </a:schemeClr>
                          </a:solidFill>
                        </a:rPr>
                        <a:t> </a:t>
                      </a:r>
                      <a:r>
                        <a:rPr lang="es-ES" sz="1100" b="0" dirty="0">
                          <a:solidFill>
                            <a:schemeClr val="bg1">
                              <a:lumMod val="10000"/>
                            </a:schemeClr>
                          </a:solidFill>
                          <a:sym typeface="Wingdings" pitchFamily="2" charset="2"/>
                        </a:rPr>
                        <a:t> rs1 + </a:t>
                      </a:r>
                      <a:r>
                        <a:rPr lang="es-ES" sz="1100" b="0" dirty="0" err="1">
                          <a:solidFill>
                            <a:schemeClr val="bg1">
                              <a:lumMod val="10000"/>
                            </a:schemeClr>
                          </a:solidFill>
                          <a:sym typeface="Wingdings" pitchFamily="2" charset="2"/>
                        </a:rPr>
                        <a:t>sExt</a:t>
                      </a:r>
                      <a:r>
                        <a:rPr lang="es-ES" sz="1100" b="0" dirty="0">
                          <a:solidFill>
                            <a:schemeClr val="bg1">
                              <a:lumMod val="10000"/>
                            </a:schemeClr>
                          </a:solidFill>
                          <a:sym typeface="Wingdings" pitchFamily="2" charset="2"/>
                        </a:rPr>
                        <a:t>(</a:t>
                      </a:r>
                      <a:r>
                        <a:rPr lang="es-ES" sz="1100" b="0" dirty="0" err="1">
                          <a:solidFill>
                            <a:schemeClr val="bg1">
                              <a:lumMod val="10000"/>
                            </a:schemeClr>
                          </a:solidFill>
                          <a:sym typeface="Wingdings" pitchFamily="2" charset="2"/>
                        </a:rPr>
                        <a:t>imm</a:t>
                      </a:r>
                      <a:r>
                        <a:rPr lang="es-ES" sz="1100" b="0" dirty="0">
                          <a:solidFill>
                            <a:schemeClr val="bg1">
                              <a:lumMod val="10000"/>
                            </a:schemeClr>
                          </a:solidFill>
                          <a:sym typeface="Wingdings" pitchFamily="2" charset="2"/>
                        </a:rPr>
                        <a:t>)</a:t>
                      </a:r>
                      <a:endParaRPr lang="es-ES" sz="1100" b="0" i="0" dirty="0">
                        <a:solidFill>
                          <a:schemeClr val="bg1">
                            <a:lumMod val="10000"/>
                          </a:schemeClr>
                        </a:solidFill>
                        <a:latin typeface="+mn-lt"/>
                        <a:cs typeface="Courier New" panose="02070309020205020404" pitchFamily="49" charset="0"/>
                      </a:endParaRPr>
                    </a:p>
                  </a:txBody>
                  <a:tcPr marL="74252" marR="74252" marT="37130" marB="37130">
                    <a:lnT w="6350" cap="flat" cmpd="sng" algn="ctr">
                      <a:solidFill>
                        <a:srgbClr val="C00000"/>
                      </a:solidFill>
                      <a:prstDash val="sysDash"/>
                      <a:round/>
                      <a:headEnd type="none" w="med" len="med"/>
                      <a:tailEnd type="none" w="med" len="med"/>
                    </a:lnT>
                    <a:lnB w="12700" cap="flat" cmpd="sng" algn="ctr">
                      <a:noFill/>
                      <a:prstDash val="solid"/>
                      <a:round/>
                      <a:headEnd type="none" w="med" len="med"/>
                      <a:tailEnd type="none" w="med" len="med"/>
                    </a:lnB>
                    <a:solidFill>
                      <a:srgbClr val="E9EAE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latin typeface="+mn-lt"/>
                        </a:rPr>
                        <a:t>tipo-I</a:t>
                      </a:r>
                    </a:p>
                  </a:txBody>
                  <a:tcPr marL="74252" marR="74252" marT="37130" marB="37130">
                    <a:lnT w="6350" cap="flat" cmpd="sng" algn="ctr">
                      <a:solidFill>
                        <a:srgbClr val="C00000"/>
                      </a:solidFill>
                      <a:prstDash val="sysDash"/>
                      <a:round/>
                      <a:headEnd type="none" w="med" len="med"/>
                      <a:tailEnd type="none" w="med" len="med"/>
                    </a:lnT>
                    <a:lnB w="12700" cap="flat" cmpd="sng" algn="ctr">
                      <a:noFill/>
                      <a:prstDash val="solid"/>
                      <a:round/>
                      <a:headEnd type="none" w="med" len="med"/>
                      <a:tailEnd type="none" w="med" len="med"/>
                    </a:lnB>
                    <a:solidFill>
                      <a:srgbClr val="E9EAEA"/>
                    </a:solidFill>
                  </a:tcPr>
                </a:tc>
                <a:extLst>
                  <a:ext uri="{0D108BD9-81ED-4DB2-BD59-A6C34878D82A}">
                    <a16:rowId xmlns:a16="http://schemas.microsoft.com/office/drawing/2014/main" val="10007"/>
                  </a:ext>
                </a:extLst>
              </a:tr>
              <a:tr h="247531">
                <a:tc>
                  <a:txBody>
                    <a:bodyPr/>
                    <a:lstStyle/>
                    <a:p>
                      <a:pPr algn="l"/>
                      <a:r>
                        <a:rPr lang="es-ES" sz="1100" b="1" i="0" dirty="0" err="1">
                          <a:solidFill>
                            <a:schemeClr val="accent2"/>
                          </a:solidFill>
                          <a:latin typeface="Courier New" panose="02070309020205020404" pitchFamily="49" charset="0"/>
                          <a:cs typeface="Courier New" panose="02070309020205020404" pitchFamily="49" charset="0"/>
                        </a:rPr>
                        <a:t>andi</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dirty="0" err="1">
                          <a:solidFill>
                            <a:schemeClr val="bg1">
                              <a:lumMod val="10000"/>
                            </a:schemeClr>
                          </a:solidFill>
                          <a:latin typeface="Courier New" panose="02070309020205020404" pitchFamily="49" charset="0"/>
                          <a:cs typeface="Courier New" panose="02070309020205020404" pitchFamily="49" charset="0"/>
                        </a:rPr>
                        <a:t>rd</a:t>
                      </a:r>
                      <a:r>
                        <a:rPr lang="es-ES" sz="1100" b="1" i="0" dirty="0">
                          <a:solidFill>
                            <a:schemeClr val="bg1">
                              <a:lumMod val="10000"/>
                            </a:schemeClr>
                          </a:solidFill>
                          <a:latin typeface="Courier New" panose="02070309020205020404" pitchFamily="49" charset="0"/>
                          <a:cs typeface="Courier New" panose="02070309020205020404" pitchFamily="49" charset="0"/>
                        </a:rPr>
                        <a:t>, rs1, imm</a:t>
                      </a:r>
                      <a:r>
                        <a:rPr lang="es-ES" sz="1100" b="1" i="0" baseline="-25000" dirty="0">
                          <a:solidFill>
                            <a:schemeClr val="bg1">
                              <a:lumMod val="10000"/>
                            </a:schemeClr>
                          </a:solidFill>
                          <a:latin typeface="Courier New" panose="02070309020205020404" pitchFamily="49" charset="0"/>
                          <a:cs typeface="Courier New" panose="02070309020205020404" pitchFamily="49" charset="0"/>
                        </a:rPr>
                        <a:t>12b</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2" marR="74252" marT="37130" marB="37130">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2E8F7"/>
                    </a:solidFill>
                  </a:tcPr>
                </a:tc>
                <a:tc>
                  <a:txBody>
                    <a:bodyPr/>
                    <a:lstStyle/>
                    <a:p>
                      <a:pPr algn="l"/>
                      <a:r>
                        <a:rPr lang="es-ES" sz="1100" b="0" dirty="0" err="1">
                          <a:solidFill>
                            <a:schemeClr val="bg1">
                              <a:lumMod val="10000"/>
                            </a:schemeClr>
                          </a:solidFill>
                        </a:rPr>
                        <a:t>rd</a:t>
                      </a:r>
                      <a:r>
                        <a:rPr lang="es-ES" sz="1100" b="0" dirty="0">
                          <a:solidFill>
                            <a:schemeClr val="bg1">
                              <a:lumMod val="10000"/>
                            </a:schemeClr>
                          </a:solidFill>
                        </a:rPr>
                        <a:t> </a:t>
                      </a:r>
                      <a:r>
                        <a:rPr lang="es-ES" sz="1100" b="0" dirty="0">
                          <a:solidFill>
                            <a:schemeClr val="bg1">
                              <a:lumMod val="10000"/>
                            </a:schemeClr>
                          </a:solidFill>
                          <a:sym typeface="Wingdings" pitchFamily="2" charset="2"/>
                        </a:rPr>
                        <a:t> rs1 &amp; </a:t>
                      </a:r>
                      <a:r>
                        <a:rPr lang="es-ES" sz="1100" b="0" dirty="0" err="1">
                          <a:solidFill>
                            <a:schemeClr val="bg1">
                              <a:lumMod val="10000"/>
                            </a:schemeClr>
                          </a:solidFill>
                          <a:sym typeface="Wingdings" pitchFamily="2" charset="2"/>
                        </a:rPr>
                        <a:t>sExt</a:t>
                      </a:r>
                      <a:r>
                        <a:rPr lang="es-ES" sz="1100" b="0" dirty="0">
                          <a:solidFill>
                            <a:schemeClr val="bg1">
                              <a:lumMod val="10000"/>
                            </a:schemeClr>
                          </a:solidFill>
                          <a:sym typeface="Wingdings" pitchFamily="2" charset="2"/>
                        </a:rPr>
                        <a:t>(</a:t>
                      </a:r>
                      <a:r>
                        <a:rPr lang="es-ES" sz="1100" b="0" dirty="0" err="1">
                          <a:solidFill>
                            <a:schemeClr val="bg1">
                              <a:lumMod val="10000"/>
                            </a:schemeClr>
                          </a:solidFill>
                          <a:sym typeface="Wingdings" pitchFamily="2" charset="2"/>
                        </a:rPr>
                        <a:t>imm</a:t>
                      </a:r>
                      <a:r>
                        <a:rPr lang="es-ES" sz="1100" b="0" dirty="0">
                          <a:solidFill>
                            <a:schemeClr val="bg1">
                              <a:lumMod val="10000"/>
                            </a:schemeClr>
                          </a:solidFill>
                          <a:sym typeface="Wingdings" pitchFamily="2" charset="2"/>
                        </a:rPr>
                        <a:t>)</a:t>
                      </a:r>
                      <a:endParaRPr lang="es-ES" sz="1100" b="0" i="0" dirty="0">
                        <a:solidFill>
                          <a:schemeClr val="bg1">
                            <a:lumMod val="10000"/>
                          </a:schemeClr>
                        </a:solidFill>
                        <a:latin typeface="+mn-lt"/>
                        <a:cs typeface="Courier New" panose="02070309020205020404" pitchFamily="49" charset="0"/>
                      </a:endParaRPr>
                    </a:p>
                  </a:txBody>
                  <a:tcPr marL="74252" marR="74252" marT="37130" marB="37130">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2E8F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latin typeface="+mn-lt"/>
                        </a:rPr>
                        <a:t>tipo-I</a:t>
                      </a:r>
                    </a:p>
                  </a:txBody>
                  <a:tcPr marL="74252" marR="74252" marT="37130" marB="37130">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2E8F7"/>
                    </a:solidFill>
                  </a:tcPr>
                </a:tc>
                <a:extLst>
                  <a:ext uri="{0D108BD9-81ED-4DB2-BD59-A6C34878D82A}">
                    <a16:rowId xmlns:a16="http://schemas.microsoft.com/office/drawing/2014/main" val="10008"/>
                  </a:ext>
                </a:extLst>
              </a:tr>
              <a:tr h="247531">
                <a:tc>
                  <a:txBody>
                    <a:bodyPr/>
                    <a:lstStyle/>
                    <a:p>
                      <a:pPr algn="l"/>
                      <a:r>
                        <a:rPr lang="es-ES" sz="1100" b="1" i="0" dirty="0">
                          <a:solidFill>
                            <a:schemeClr val="accent2"/>
                          </a:solidFill>
                          <a:latin typeface="Courier New" panose="02070309020205020404" pitchFamily="49" charset="0"/>
                          <a:cs typeface="Courier New" panose="02070309020205020404" pitchFamily="49" charset="0"/>
                        </a:rPr>
                        <a:t>ori</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dirty="0" err="1">
                          <a:solidFill>
                            <a:schemeClr val="bg1">
                              <a:lumMod val="10000"/>
                            </a:schemeClr>
                          </a:solidFill>
                          <a:latin typeface="Courier New" panose="02070309020205020404" pitchFamily="49" charset="0"/>
                          <a:cs typeface="Courier New" panose="02070309020205020404" pitchFamily="49" charset="0"/>
                        </a:rPr>
                        <a:t>rd</a:t>
                      </a:r>
                      <a:r>
                        <a:rPr lang="es-ES" sz="1100" b="1" i="0" dirty="0">
                          <a:solidFill>
                            <a:schemeClr val="bg1">
                              <a:lumMod val="10000"/>
                            </a:schemeClr>
                          </a:solidFill>
                          <a:latin typeface="Courier New" panose="02070309020205020404" pitchFamily="49" charset="0"/>
                          <a:cs typeface="Courier New" panose="02070309020205020404" pitchFamily="49" charset="0"/>
                        </a:rPr>
                        <a:t>, rs1, imm</a:t>
                      </a:r>
                      <a:r>
                        <a:rPr lang="es-ES" sz="1100" b="1" i="0" baseline="-25000" dirty="0">
                          <a:solidFill>
                            <a:schemeClr val="bg1">
                              <a:lumMod val="10000"/>
                            </a:schemeClr>
                          </a:solidFill>
                          <a:latin typeface="Courier New" panose="02070309020205020404" pitchFamily="49" charset="0"/>
                          <a:cs typeface="Courier New" panose="02070309020205020404" pitchFamily="49" charset="0"/>
                        </a:rPr>
                        <a:t>12b</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2" marR="74252" marT="37130" marB="37130">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a:r>
                        <a:rPr lang="es-ES" sz="1100" b="0" dirty="0" err="1">
                          <a:solidFill>
                            <a:schemeClr val="bg1">
                              <a:lumMod val="10000"/>
                            </a:schemeClr>
                          </a:solidFill>
                        </a:rPr>
                        <a:t>rd</a:t>
                      </a:r>
                      <a:r>
                        <a:rPr lang="es-ES" sz="1100" b="0" dirty="0">
                          <a:solidFill>
                            <a:schemeClr val="bg1">
                              <a:lumMod val="10000"/>
                            </a:schemeClr>
                          </a:solidFill>
                        </a:rPr>
                        <a:t> </a:t>
                      </a:r>
                      <a:r>
                        <a:rPr lang="es-ES" sz="1100" b="0" dirty="0">
                          <a:solidFill>
                            <a:schemeClr val="bg1">
                              <a:lumMod val="10000"/>
                            </a:schemeClr>
                          </a:solidFill>
                          <a:sym typeface="Wingdings" pitchFamily="2" charset="2"/>
                        </a:rPr>
                        <a:t> rs1 | </a:t>
                      </a:r>
                      <a:r>
                        <a:rPr lang="es-ES" sz="1100" b="0" dirty="0" err="1">
                          <a:solidFill>
                            <a:schemeClr val="bg1">
                              <a:lumMod val="10000"/>
                            </a:schemeClr>
                          </a:solidFill>
                          <a:sym typeface="Wingdings" pitchFamily="2" charset="2"/>
                        </a:rPr>
                        <a:t>sExt</a:t>
                      </a:r>
                      <a:r>
                        <a:rPr lang="es-ES" sz="1100" b="0" dirty="0">
                          <a:solidFill>
                            <a:schemeClr val="bg1">
                              <a:lumMod val="10000"/>
                            </a:schemeClr>
                          </a:solidFill>
                          <a:sym typeface="Wingdings" pitchFamily="2" charset="2"/>
                        </a:rPr>
                        <a:t>(</a:t>
                      </a:r>
                      <a:r>
                        <a:rPr lang="es-ES" sz="1100" b="0" dirty="0" err="1">
                          <a:solidFill>
                            <a:schemeClr val="bg1">
                              <a:lumMod val="10000"/>
                            </a:schemeClr>
                          </a:solidFill>
                          <a:sym typeface="Wingdings" pitchFamily="2" charset="2"/>
                        </a:rPr>
                        <a:t>imm</a:t>
                      </a:r>
                      <a:r>
                        <a:rPr lang="es-ES" sz="1100" b="0" dirty="0">
                          <a:solidFill>
                            <a:schemeClr val="bg1">
                              <a:lumMod val="10000"/>
                            </a:schemeClr>
                          </a:solidFill>
                          <a:sym typeface="Wingdings" pitchFamily="2" charset="2"/>
                        </a:rPr>
                        <a:t>)</a:t>
                      </a:r>
                      <a:endParaRPr lang="es-ES" sz="1100" b="0" i="0" dirty="0">
                        <a:solidFill>
                          <a:schemeClr val="bg1">
                            <a:lumMod val="10000"/>
                          </a:schemeClr>
                        </a:solidFill>
                        <a:latin typeface="+mn-lt"/>
                        <a:cs typeface="Courier New" panose="02070309020205020404" pitchFamily="49" charset="0"/>
                      </a:endParaRPr>
                    </a:p>
                  </a:txBody>
                  <a:tcPr marL="74252" marR="74252" marT="37130" marB="37130">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latin typeface="+mn-lt"/>
                        </a:rPr>
                        <a:t>tipo-I</a:t>
                      </a:r>
                    </a:p>
                  </a:txBody>
                  <a:tcPr marL="74252" marR="74252" marT="37130" marB="37130">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0009"/>
                  </a:ext>
                </a:extLst>
              </a:tr>
              <a:tr h="247531">
                <a:tc>
                  <a:txBody>
                    <a:bodyPr/>
                    <a:lstStyle/>
                    <a:p>
                      <a:pPr algn="l"/>
                      <a:r>
                        <a:rPr lang="es-ES" sz="1100" b="1" i="0" dirty="0" err="1">
                          <a:solidFill>
                            <a:schemeClr val="accent2"/>
                          </a:solidFill>
                          <a:latin typeface="Courier New" panose="02070309020205020404" pitchFamily="49" charset="0"/>
                          <a:cs typeface="Courier New" panose="02070309020205020404" pitchFamily="49" charset="0"/>
                        </a:rPr>
                        <a:t>slti</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dirty="0" err="1">
                          <a:solidFill>
                            <a:schemeClr val="bg1">
                              <a:lumMod val="10000"/>
                            </a:schemeClr>
                          </a:solidFill>
                          <a:latin typeface="Courier New" panose="02070309020205020404" pitchFamily="49" charset="0"/>
                          <a:cs typeface="Courier New" panose="02070309020205020404" pitchFamily="49" charset="0"/>
                        </a:rPr>
                        <a:t>rd</a:t>
                      </a:r>
                      <a:r>
                        <a:rPr lang="es-ES" sz="1100" b="1" i="0" dirty="0">
                          <a:solidFill>
                            <a:schemeClr val="bg1">
                              <a:lumMod val="10000"/>
                            </a:schemeClr>
                          </a:solidFill>
                          <a:latin typeface="Courier New" panose="02070309020205020404" pitchFamily="49" charset="0"/>
                          <a:cs typeface="Courier New" panose="02070309020205020404" pitchFamily="49" charset="0"/>
                        </a:rPr>
                        <a:t>, rs1, imm</a:t>
                      </a:r>
                      <a:r>
                        <a:rPr lang="es-ES" sz="1100" b="1" i="0" baseline="-25000" dirty="0">
                          <a:solidFill>
                            <a:schemeClr val="bg1">
                              <a:lumMod val="10000"/>
                            </a:schemeClr>
                          </a:solidFill>
                          <a:latin typeface="Courier New" panose="02070309020205020404" pitchFamily="49" charset="0"/>
                          <a:cs typeface="Courier New" panose="02070309020205020404" pitchFamily="49" charset="0"/>
                        </a:rPr>
                        <a:t>12b</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2" marR="74252" marT="37130" marB="37130">
                    <a:lnT w="12700" cap="flat" cmpd="sng" algn="ctr">
                      <a:noFill/>
                      <a:prstDash val="solid"/>
                      <a:round/>
                      <a:headEnd type="none" w="med" len="med"/>
                      <a:tailEnd type="none" w="med" len="med"/>
                    </a:lnT>
                    <a:lnB w="6350" cap="flat" cmpd="sng" algn="ctr">
                      <a:solidFill>
                        <a:srgbClr val="C00000"/>
                      </a:solidFill>
                      <a:prstDash val="sysDash"/>
                      <a:round/>
                      <a:headEnd type="none" w="med" len="med"/>
                      <a:tailEnd type="none" w="med" len="med"/>
                    </a:lnB>
                    <a:solidFill>
                      <a:schemeClr val="accent2">
                        <a:lumMod val="20000"/>
                        <a:lumOff val="80000"/>
                      </a:schemeClr>
                    </a:solidFill>
                  </a:tcPr>
                </a:tc>
                <a:tc>
                  <a:txBody>
                    <a:bodyPr/>
                    <a:lstStyle/>
                    <a:p>
                      <a:pPr algn="l"/>
                      <a:r>
                        <a:rPr lang="es-ES" sz="1100" b="0" dirty="0" err="1">
                          <a:solidFill>
                            <a:schemeClr val="bg1">
                              <a:lumMod val="10000"/>
                            </a:schemeClr>
                          </a:solidFill>
                        </a:rPr>
                        <a:t>rd</a:t>
                      </a:r>
                      <a:r>
                        <a:rPr lang="es-ES" sz="1100" b="0" dirty="0">
                          <a:solidFill>
                            <a:schemeClr val="bg1">
                              <a:lumMod val="10000"/>
                            </a:schemeClr>
                          </a:solidFill>
                        </a:rPr>
                        <a:t> </a:t>
                      </a:r>
                      <a:r>
                        <a:rPr lang="es-ES" sz="1100" b="0" dirty="0">
                          <a:solidFill>
                            <a:schemeClr val="bg1">
                              <a:lumMod val="10000"/>
                            </a:schemeClr>
                          </a:solidFill>
                          <a:sym typeface="Wingdings" pitchFamily="2" charset="2"/>
                        </a:rPr>
                        <a:t> </a:t>
                      </a:r>
                      <a:r>
                        <a:rPr lang="es-ES" sz="1100" b="0" dirty="0" err="1">
                          <a:solidFill>
                            <a:schemeClr val="bg1">
                              <a:lumMod val="10000"/>
                            </a:schemeClr>
                          </a:solidFill>
                          <a:sym typeface="Wingdings" pitchFamily="2" charset="2"/>
                        </a:rPr>
                        <a:t>if</a:t>
                      </a:r>
                      <a:r>
                        <a:rPr lang="es-ES" sz="1100" b="0" dirty="0">
                          <a:solidFill>
                            <a:schemeClr val="bg1">
                              <a:lumMod val="10000"/>
                            </a:schemeClr>
                          </a:solidFill>
                          <a:sym typeface="Wingdings" pitchFamily="2" charset="2"/>
                        </a:rPr>
                        <a:t> (rs1 &lt; </a:t>
                      </a:r>
                      <a:r>
                        <a:rPr lang="es-ES" sz="1100" b="0" dirty="0" err="1">
                          <a:solidFill>
                            <a:schemeClr val="bg1">
                              <a:lumMod val="10000"/>
                            </a:schemeClr>
                          </a:solidFill>
                          <a:sym typeface="Wingdings" pitchFamily="2" charset="2"/>
                        </a:rPr>
                        <a:t>sExt</a:t>
                      </a:r>
                      <a:r>
                        <a:rPr lang="es-ES" sz="1100" b="0" dirty="0">
                          <a:solidFill>
                            <a:schemeClr val="bg1">
                              <a:lumMod val="10000"/>
                            </a:schemeClr>
                          </a:solidFill>
                          <a:sym typeface="Wingdings" pitchFamily="2" charset="2"/>
                        </a:rPr>
                        <a:t>(</a:t>
                      </a:r>
                      <a:r>
                        <a:rPr lang="es-ES" sz="1100" b="0" dirty="0" err="1">
                          <a:solidFill>
                            <a:schemeClr val="bg1">
                              <a:lumMod val="10000"/>
                            </a:schemeClr>
                          </a:solidFill>
                          <a:sym typeface="Wingdings" pitchFamily="2" charset="2"/>
                        </a:rPr>
                        <a:t>imm</a:t>
                      </a:r>
                      <a:r>
                        <a:rPr lang="es-ES" sz="1100" b="0" dirty="0">
                          <a:solidFill>
                            <a:schemeClr val="bg1">
                              <a:lumMod val="10000"/>
                            </a:schemeClr>
                          </a:solidFill>
                          <a:sym typeface="Wingdings" pitchFamily="2" charset="2"/>
                        </a:rPr>
                        <a:t>)) </a:t>
                      </a:r>
                      <a:r>
                        <a:rPr lang="es-ES" sz="1100" b="0" dirty="0" err="1">
                          <a:solidFill>
                            <a:schemeClr val="bg1">
                              <a:lumMod val="10000"/>
                            </a:schemeClr>
                          </a:solidFill>
                          <a:sym typeface="Wingdings" pitchFamily="2" charset="2"/>
                        </a:rPr>
                        <a:t>then</a:t>
                      </a:r>
                      <a:r>
                        <a:rPr lang="es-ES" sz="1100" b="0" dirty="0">
                          <a:solidFill>
                            <a:schemeClr val="bg1">
                              <a:lumMod val="10000"/>
                            </a:schemeClr>
                          </a:solidFill>
                          <a:sym typeface="Wingdings" pitchFamily="2" charset="2"/>
                        </a:rPr>
                        <a:t> 1 </a:t>
                      </a:r>
                      <a:r>
                        <a:rPr lang="es-ES" sz="1100" b="0" dirty="0" err="1">
                          <a:solidFill>
                            <a:schemeClr val="bg1">
                              <a:lumMod val="10000"/>
                            </a:schemeClr>
                          </a:solidFill>
                          <a:sym typeface="Wingdings" pitchFamily="2" charset="2"/>
                        </a:rPr>
                        <a:t>else</a:t>
                      </a:r>
                      <a:r>
                        <a:rPr lang="es-ES" sz="1100" b="0" dirty="0">
                          <a:solidFill>
                            <a:schemeClr val="bg1">
                              <a:lumMod val="10000"/>
                            </a:schemeClr>
                          </a:solidFill>
                          <a:sym typeface="Wingdings" pitchFamily="2" charset="2"/>
                        </a:rPr>
                        <a:t> 0</a:t>
                      </a:r>
                      <a:endParaRPr lang="es-ES" sz="1100" b="0" i="0" dirty="0">
                        <a:solidFill>
                          <a:schemeClr val="bg1">
                            <a:lumMod val="10000"/>
                          </a:schemeClr>
                        </a:solidFill>
                        <a:latin typeface="+mn-lt"/>
                        <a:cs typeface="Courier New" panose="02070309020205020404" pitchFamily="49" charset="0"/>
                      </a:endParaRPr>
                    </a:p>
                  </a:txBody>
                  <a:tcPr marL="74252" marR="74252" marT="37130" marB="37130">
                    <a:lnT w="12700" cap="flat" cmpd="sng" algn="ctr">
                      <a:noFill/>
                      <a:prstDash val="solid"/>
                      <a:round/>
                      <a:headEnd type="none" w="med" len="med"/>
                      <a:tailEnd type="none" w="med" len="med"/>
                    </a:lnT>
                    <a:lnB w="6350" cap="flat" cmpd="sng" algn="ctr">
                      <a:solidFill>
                        <a:srgbClr val="C00000"/>
                      </a:solidFill>
                      <a:prstDash val="sysDash"/>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latin typeface="+mn-lt"/>
                        </a:rPr>
                        <a:t>tipo-I</a:t>
                      </a:r>
                    </a:p>
                  </a:txBody>
                  <a:tcPr marL="74252" marR="74252" marT="37130" marB="37130">
                    <a:lnT w="12700" cap="flat" cmpd="sng" algn="ctr">
                      <a:noFill/>
                      <a:prstDash val="solid"/>
                      <a:round/>
                      <a:headEnd type="none" w="med" len="med"/>
                      <a:tailEnd type="none" w="med" len="med"/>
                    </a:lnT>
                    <a:lnB w="6350" cap="flat" cmpd="sng" algn="ctr">
                      <a:solidFill>
                        <a:srgbClr val="C00000"/>
                      </a:solidFill>
                      <a:prstDash val="sysDash"/>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10"/>
                  </a:ext>
                </a:extLst>
              </a:tr>
              <a:tr h="247531">
                <a:tc>
                  <a:txBody>
                    <a:bodyPr/>
                    <a:lstStyle/>
                    <a:p>
                      <a:pPr algn="l"/>
                      <a:r>
                        <a:rPr lang="es-ES" sz="1100" b="1" i="0" dirty="0" err="1">
                          <a:solidFill>
                            <a:schemeClr val="accent2"/>
                          </a:solidFill>
                          <a:latin typeface="Courier New" panose="02070309020205020404" pitchFamily="49" charset="0"/>
                          <a:cs typeface="Courier New" panose="02070309020205020404" pitchFamily="49" charset="0"/>
                        </a:rPr>
                        <a:t>beq</a:t>
                      </a:r>
                      <a:r>
                        <a:rPr lang="es-ES" sz="1100" b="1" i="0" dirty="0">
                          <a:solidFill>
                            <a:schemeClr val="bg1">
                              <a:lumMod val="10000"/>
                            </a:schemeClr>
                          </a:solidFill>
                          <a:latin typeface="Courier New" panose="02070309020205020404" pitchFamily="49" charset="0"/>
                          <a:cs typeface="Courier New" panose="02070309020205020404" pitchFamily="49" charset="0"/>
                        </a:rPr>
                        <a:t> rs1, rs2, imm</a:t>
                      </a:r>
                      <a:r>
                        <a:rPr lang="es-ES" sz="1100" b="1" i="0" baseline="-25000" dirty="0">
                          <a:solidFill>
                            <a:schemeClr val="bg1">
                              <a:lumMod val="10000"/>
                            </a:schemeClr>
                          </a:solidFill>
                          <a:latin typeface="Courier New" panose="02070309020205020404" pitchFamily="49" charset="0"/>
                          <a:cs typeface="Courier New" panose="02070309020205020404" pitchFamily="49" charset="0"/>
                        </a:rPr>
                        <a:t>13b</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2" marR="74252" marT="37130" marB="37130">
                    <a:lnT w="6350" cap="flat" cmpd="sng" algn="ctr">
                      <a:solidFill>
                        <a:srgbClr val="C00000"/>
                      </a:solidFill>
                      <a:prstDash val="sysDash"/>
                      <a:round/>
                      <a:headEnd type="none" w="med" len="med"/>
                      <a:tailEnd type="none" w="med" len="med"/>
                    </a:lnT>
                    <a:lnB w="6350" cap="flat" cmpd="sng" algn="ctr">
                      <a:solidFill>
                        <a:srgbClr val="C00000"/>
                      </a:solidFill>
                      <a:prstDash val="sysDash"/>
                      <a:round/>
                      <a:headEnd type="none" w="med" len="med"/>
                      <a:tailEnd type="none" w="med" len="med"/>
                    </a:lnB>
                    <a:noFill/>
                  </a:tcPr>
                </a:tc>
                <a:tc>
                  <a:txBody>
                    <a:bodyPr/>
                    <a:lstStyle/>
                    <a:p>
                      <a:pPr algn="l"/>
                      <a:r>
                        <a:rPr lang="es-ES" sz="1100" b="0" dirty="0">
                          <a:solidFill>
                            <a:schemeClr val="bg1">
                              <a:lumMod val="10000"/>
                            </a:schemeClr>
                          </a:solidFill>
                        </a:rPr>
                        <a:t>PC </a:t>
                      </a:r>
                      <a:r>
                        <a:rPr lang="es-ES" sz="1100" b="0" dirty="0">
                          <a:solidFill>
                            <a:schemeClr val="bg1">
                              <a:lumMod val="10000"/>
                            </a:schemeClr>
                          </a:solidFill>
                          <a:sym typeface="Wingdings" pitchFamily="2" charset="2"/>
                        </a:rPr>
                        <a:t> </a:t>
                      </a:r>
                      <a:r>
                        <a:rPr lang="es-ES" sz="1100" b="0" dirty="0" err="1">
                          <a:solidFill>
                            <a:schemeClr val="bg1">
                              <a:lumMod val="10000"/>
                            </a:schemeClr>
                          </a:solidFill>
                        </a:rPr>
                        <a:t>if</a:t>
                      </a:r>
                      <a:r>
                        <a:rPr lang="es-ES" sz="1100" b="0" dirty="0">
                          <a:solidFill>
                            <a:schemeClr val="bg1">
                              <a:lumMod val="10000"/>
                            </a:schemeClr>
                          </a:solidFill>
                        </a:rPr>
                        <a:t> (rs1 = rs2) </a:t>
                      </a:r>
                      <a:r>
                        <a:rPr lang="es-ES" sz="1100" b="0" dirty="0" err="1">
                          <a:solidFill>
                            <a:schemeClr val="bg1">
                              <a:lumMod val="10000"/>
                            </a:schemeClr>
                          </a:solidFill>
                        </a:rPr>
                        <a:t>then</a:t>
                      </a:r>
                      <a:r>
                        <a:rPr lang="es-ES" sz="1100" b="0" dirty="0">
                          <a:solidFill>
                            <a:schemeClr val="bg1">
                              <a:lumMod val="10000"/>
                            </a:schemeClr>
                          </a:solidFill>
                        </a:rPr>
                        <a:t> (</a:t>
                      </a:r>
                      <a:r>
                        <a:rPr lang="es-ES" sz="1100" b="0" dirty="0">
                          <a:solidFill>
                            <a:schemeClr val="bg1">
                              <a:lumMod val="10000"/>
                            </a:schemeClr>
                          </a:solidFill>
                          <a:sym typeface="Wingdings" pitchFamily="2" charset="2"/>
                        </a:rPr>
                        <a:t>PC + </a:t>
                      </a:r>
                      <a:r>
                        <a:rPr lang="es-ES" sz="1100" b="0" dirty="0" err="1">
                          <a:solidFill>
                            <a:schemeClr val="bg1">
                              <a:lumMod val="10000"/>
                            </a:schemeClr>
                          </a:solidFill>
                          <a:sym typeface="Wingdings" pitchFamily="2" charset="2"/>
                        </a:rPr>
                        <a:t>sExt</a:t>
                      </a:r>
                      <a:r>
                        <a:rPr lang="es-ES" sz="1100" b="0" dirty="0">
                          <a:solidFill>
                            <a:schemeClr val="bg1">
                              <a:lumMod val="10000"/>
                            </a:schemeClr>
                          </a:solidFill>
                          <a:sym typeface="Wingdings" pitchFamily="2" charset="2"/>
                        </a:rPr>
                        <a:t>(imm</a:t>
                      </a:r>
                      <a:r>
                        <a:rPr lang="es-ES" sz="1100" b="0" baseline="-25000" dirty="0">
                          <a:solidFill>
                            <a:schemeClr val="bg1">
                              <a:lumMod val="10000"/>
                            </a:schemeClr>
                          </a:solidFill>
                          <a:sym typeface="Wingdings" pitchFamily="2" charset="2"/>
                        </a:rPr>
                        <a:t>12:1</a:t>
                      </a:r>
                      <a:r>
                        <a:rPr lang="es-ES" sz="1100" b="0" dirty="0">
                          <a:solidFill>
                            <a:schemeClr val="bg1">
                              <a:lumMod val="10000"/>
                            </a:schemeClr>
                          </a:solidFill>
                          <a:sym typeface="Wingdings" pitchFamily="2" charset="2"/>
                        </a:rPr>
                        <a:t> &lt;&lt; 1)) </a:t>
                      </a:r>
                      <a:r>
                        <a:rPr lang="es-ES" sz="1100" b="0" i="0" dirty="0">
                          <a:solidFill>
                            <a:schemeClr val="bg1">
                              <a:lumMod val="10000"/>
                            </a:schemeClr>
                          </a:solidFill>
                          <a:latin typeface="+mn-lt"/>
                          <a:cs typeface="Courier New" panose="02070309020205020404" pitchFamily="49" charset="0"/>
                          <a:sym typeface="Wingdings" pitchFamily="2" charset="2"/>
                        </a:rPr>
                        <a:t> </a:t>
                      </a:r>
                      <a:r>
                        <a:rPr lang="es-ES" sz="1100" b="0" i="0" dirty="0" err="1">
                          <a:solidFill>
                            <a:schemeClr val="bg1">
                              <a:lumMod val="10000"/>
                            </a:schemeClr>
                          </a:solidFill>
                          <a:latin typeface="+mn-lt"/>
                          <a:cs typeface="Courier New" panose="02070309020205020404" pitchFamily="49" charset="0"/>
                          <a:sym typeface="Wingdings" pitchFamily="2" charset="2"/>
                        </a:rPr>
                        <a:t>else</a:t>
                      </a:r>
                      <a:r>
                        <a:rPr lang="es-ES" sz="1100" b="0" i="0" dirty="0">
                          <a:solidFill>
                            <a:schemeClr val="bg1">
                              <a:lumMod val="10000"/>
                            </a:schemeClr>
                          </a:solidFill>
                          <a:latin typeface="+mn-lt"/>
                          <a:cs typeface="Courier New" panose="02070309020205020404" pitchFamily="49" charset="0"/>
                          <a:sym typeface="Wingdings" pitchFamily="2" charset="2"/>
                        </a:rPr>
                        <a:t> (PC + 4)</a:t>
                      </a:r>
                      <a:endParaRPr lang="es-ES" sz="1100" b="0" dirty="0">
                        <a:solidFill>
                          <a:schemeClr val="bg1">
                            <a:lumMod val="10000"/>
                          </a:schemeClr>
                        </a:solidFill>
                        <a:sym typeface="Wingdings" pitchFamily="2" charset="2"/>
                      </a:endParaRPr>
                    </a:p>
                  </a:txBody>
                  <a:tcPr marL="74252" marR="74252" marT="37130" marB="37130">
                    <a:lnT w="6350" cap="flat" cmpd="sng" algn="ctr">
                      <a:solidFill>
                        <a:srgbClr val="C00000"/>
                      </a:solidFill>
                      <a:prstDash val="sysDash"/>
                      <a:round/>
                      <a:headEnd type="none" w="med" len="med"/>
                      <a:tailEnd type="none" w="med" len="med"/>
                    </a:lnT>
                    <a:lnB w="6350" cap="flat" cmpd="sng" algn="ctr">
                      <a:solidFill>
                        <a:srgbClr val="C00000"/>
                      </a:solidFill>
                      <a:prstDash val="sysDash"/>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latin typeface="+mn-lt"/>
                        </a:rPr>
                        <a:t>tipo-B</a:t>
                      </a:r>
                    </a:p>
                  </a:txBody>
                  <a:tcPr marL="74252" marR="74252" marT="37130" marB="37130">
                    <a:lnT w="6350" cap="flat" cmpd="sng" algn="ctr">
                      <a:solidFill>
                        <a:srgbClr val="C00000"/>
                      </a:solidFill>
                      <a:prstDash val="sysDash"/>
                      <a:round/>
                      <a:headEnd type="none" w="med" len="med"/>
                      <a:tailEnd type="none" w="med" len="med"/>
                    </a:lnT>
                    <a:lnB w="6350" cap="flat" cmpd="sng" algn="ctr">
                      <a:solidFill>
                        <a:srgbClr val="C00000"/>
                      </a:solidFill>
                      <a:prstDash val="sysDash"/>
                      <a:round/>
                      <a:headEnd type="none" w="med" len="med"/>
                      <a:tailEnd type="none" w="med" len="med"/>
                    </a:lnB>
                    <a:noFill/>
                  </a:tcPr>
                </a:tc>
                <a:extLst>
                  <a:ext uri="{0D108BD9-81ED-4DB2-BD59-A6C34878D82A}">
                    <a16:rowId xmlns:a16="http://schemas.microsoft.com/office/drawing/2014/main" val="10011"/>
                  </a:ext>
                </a:extLst>
              </a:tr>
              <a:tr h="2475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1" i="0" dirty="0">
                          <a:solidFill>
                            <a:schemeClr val="accent2"/>
                          </a:solidFill>
                          <a:latin typeface="Courier New" panose="02070309020205020404" pitchFamily="49" charset="0"/>
                          <a:cs typeface="Courier New" panose="02070309020205020404" pitchFamily="49" charset="0"/>
                        </a:rPr>
                        <a:t>jal</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dirty="0" err="1">
                          <a:solidFill>
                            <a:schemeClr val="bg1">
                              <a:lumMod val="10000"/>
                            </a:schemeClr>
                          </a:solidFill>
                          <a:latin typeface="Courier New" panose="02070309020205020404" pitchFamily="49" charset="0"/>
                          <a:cs typeface="Courier New" panose="02070309020205020404" pitchFamily="49" charset="0"/>
                        </a:rPr>
                        <a:t>rd</a:t>
                      </a:r>
                      <a:r>
                        <a:rPr lang="es-ES" sz="1100" b="1" i="0" dirty="0">
                          <a:solidFill>
                            <a:schemeClr val="bg1">
                              <a:lumMod val="10000"/>
                            </a:schemeClr>
                          </a:solidFill>
                          <a:latin typeface="Courier New" panose="02070309020205020404" pitchFamily="49" charset="0"/>
                          <a:cs typeface="Courier New" panose="02070309020205020404" pitchFamily="49" charset="0"/>
                        </a:rPr>
                        <a:t>, imm</a:t>
                      </a:r>
                      <a:r>
                        <a:rPr lang="es-ES" sz="1100" b="1" i="0" baseline="-25000" dirty="0">
                          <a:solidFill>
                            <a:schemeClr val="bg1">
                              <a:lumMod val="10000"/>
                            </a:schemeClr>
                          </a:solidFill>
                          <a:latin typeface="Courier New" panose="02070309020205020404" pitchFamily="49" charset="0"/>
                          <a:cs typeface="Courier New" panose="02070309020205020404" pitchFamily="49" charset="0"/>
                        </a:rPr>
                        <a:t>21b</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2" marR="74252" marT="37130" marB="37130">
                    <a:lnT w="6350" cap="flat" cmpd="sng" algn="ctr">
                      <a:solidFill>
                        <a:srgbClr val="C00000"/>
                      </a:solidFill>
                      <a:prstDash val="sysDash"/>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tc>
                  <a:txBody>
                    <a:bodyPr/>
                    <a:lstStyle/>
                    <a:p>
                      <a:pPr algn="l"/>
                      <a:r>
                        <a:rPr lang="es-ES" sz="1100" b="0" i="0" dirty="0">
                          <a:solidFill>
                            <a:schemeClr val="bg1">
                              <a:lumMod val="10000"/>
                            </a:schemeClr>
                          </a:solidFill>
                          <a:latin typeface="+mn-lt"/>
                          <a:cs typeface="Courier New" panose="02070309020205020404" pitchFamily="49" charset="0"/>
                        </a:rPr>
                        <a:t>PC </a:t>
                      </a:r>
                      <a:r>
                        <a:rPr lang="es-ES" sz="1100" b="0" i="0" dirty="0">
                          <a:solidFill>
                            <a:schemeClr val="bg1">
                              <a:lumMod val="10000"/>
                            </a:schemeClr>
                          </a:solidFill>
                          <a:latin typeface="+mn-lt"/>
                          <a:cs typeface="Courier New" panose="02070309020205020404" pitchFamily="49" charset="0"/>
                          <a:sym typeface="Wingdings" pitchFamily="2" charset="2"/>
                        </a:rPr>
                        <a:t> PC + </a:t>
                      </a:r>
                      <a:r>
                        <a:rPr lang="es-ES" sz="1100" b="0" dirty="0" err="1">
                          <a:solidFill>
                            <a:schemeClr val="bg1">
                              <a:lumMod val="10000"/>
                            </a:schemeClr>
                          </a:solidFill>
                          <a:sym typeface="Wingdings" pitchFamily="2" charset="2"/>
                        </a:rPr>
                        <a:t>sExt</a:t>
                      </a:r>
                      <a:r>
                        <a:rPr lang="es-ES" sz="1100" b="0" dirty="0">
                          <a:solidFill>
                            <a:schemeClr val="bg1">
                              <a:lumMod val="10000"/>
                            </a:schemeClr>
                          </a:solidFill>
                          <a:sym typeface="Wingdings" pitchFamily="2" charset="2"/>
                        </a:rPr>
                        <a:t>(imm</a:t>
                      </a:r>
                      <a:r>
                        <a:rPr lang="es-ES" sz="1100" b="0" baseline="-25000" dirty="0">
                          <a:solidFill>
                            <a:schemeClr val="bg1">
                              <a:lumMod val="10000"/>
                            </a:schemeClr>
                          </a:solidFill>
                          <a:sym typeface="Wingdings" pitchFamily="2" charset="2"/>
                        </a:rPr>
                        <a:t>20:1</a:t>
                      </a:r>
                      <a:r>
                        <a:rPr lang="es-ES" sz="1100" b="0" dirty="0">
                          <a:solidFill>
                            <a:schemeClr val="bg1">
                              <a:lumMod val="10000"/>
                            </a:schemeClr>
                          </a:solidFill>
                          <a:sym typeface="Wingdings" pitchFamily="2" charset="2"/>
                        </a:rPr>
                        <a:t> &lt;&lt; 1), </a:t>
                      </a:r>
                      <a:r>
                        <a:rPr lang="es-ES" sz="1100" b="0" dirty="0" err="1">
                          <a:solidFill>
                            <a:schemeClr val="bg1">
                              <a:lumMod val="10000"/>
                            </a:schemeClr>
                          </a:solidFill>
                          <a:sym typeface="Wingdings" pitchFamily="2" charset="2"/>
                        </a:rPr>
                        <a:t>rd</a:t>
                      </a:r>
                      <a:r>
                        <a:rPr lang="es-ES" sz="1100" b="0" dirty="0">
                          <a:solidFill>
                            <a:schemeClr val="bg1">
                              <a:lumMod val="10000"/>
                            </a:schemeClr>
                          </a:solidFill>
                          <a:sym typeface="Wingdings" pitchFamily="2" charset="2"/>
                        </a:rPr>
                        <a:t>  PC + 4</a:t>
                      </a:r>
                      <a:endParaRPr lang="es-ES" sz="1100" b="0" i="0" dirty="0">
                        <a:solidFill>
                          <a:schemeClr val="bg1">
                            <a:lumMod val="10000"/>
                          </a:schemeClr>
                        </a:solidFill>
                        <a:latin typeface="+mn-lt"/>
                        <a:cs typeface="Courier New" panose="02070309020205020404" pitchFamily="49" charset="0"/>
                      </a:endParaRPr>
                    </a:p>
                  </a:txBody>
                  <a:tcPr marL="74252" marR="74252" marT="37130" marB="37130">
                    <a:lnT w="6350" cap="flat" cmpd="sng" algn="ctr">
                      <a:solidFill>
                        <a:srgbClr val="C00000"/>
                      </a:solidFill>
                      <a:prstDash val="sysDash"/>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latin typeface="+mn-lt"/>
                        </a:rPr>
                        <a:t>tipo-J</a:t>
                      </a:r>
                    </a:p>
                  </a:txBody>
                  <a:tcPr marL="74252" marR="74252" marT="37130" marB="37130">
                    <a:lnT w="6350" cap="flat" cmpd="sng" algn="ctr">
                      <a:solidFill>
                        <a:srgbClr val="C00000"/>
                      </a:solidFill>
                      <a:prstDash val="sysDash"/>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12"/>
                  </a:ext>
                </a:extLst>
              </a:tr>
            </a:tbl>
          </a:graphicData>
        </a:graphic>
      </p:graphicFrame>
      <p:sp>
        <p:nvSpPr>
          <p:cNvPr id="38961" name="CuadroTexto 3">
            <a:extLst>
              <a:ext uri="{FF2B5EF4-FFF2-40B4-BE49-F238E27FC236}">
                <a16:creationId xmlns:a16="http://schemas.microsoft.com/office/drawing/2014/main" id="{8C7A290F-991A-49CE-AEC6-A338F5D77785}"/>
              </a:ext>
            </a:extLst>
          </p:cNvPr>
          <p:cNvSpPr txBox="1">
            <a:spLocks noChangeArrowheads="1"/>
          </p:cNvSpPr>
          <p:nvPr/>
        </p:nvSpPr>
        <p:spPr bwMode="auto">
          <a:xfrm>
            <a:off x="809633" y="4357342"/>
            <a:ext cx="511679" cy="317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fontAlgn="base">
              <a:spcBef>
                <a:spcPct val="0"/>
              </a:spcBef>
              <a:spcAft>
                <a:spcPct val="0"/>
              </a:spcAft>
              <a:defRPr>
                <a:solidFill>
                  <a:schemeClr val="tx1"/>
                </a:solidFill>
                <a:latin typeface="Tw Cen MT" panose="020B0602020104020603" pitchFamily="34" charset="0"/>
              </a:defRPr>
            </a:lvl6pPr>
            <a:lvl7pPr marL="2971800" indent="-228600" defTabSz="457200" fontAlgn="base">
              <a:spcBef>
                <a:spcPct val="0"/>
              </a:spcBef>
              <a:spcAft>
                <a:spcPct val="0"/>
              </a:spcAft>
              <a:defRPr>
                <a:solidFill>
                  <a:schemeClr val="tx1"/>
                </a:solidFill>
                <a:latin typeface="Tw Cen MT" panose="020B0602020104020603" pitchFamily="34" charset="0"/>
              </a:defRPr>
            </a:lvl7pPr>
            <a:lvl8pPr marL="3429000" indent="-228600" defTabSz="457200" fontAlgn="base">
              <a:spcBef>
                <a:spcPct val="0"/>
              </a:spcBef>
              <a:spcAft>
                <a:spcPct val="0"/>
              </a:spcAft>
              <a:defRPr>
                <a:solidFill>
                  <a:schemeClr val="tx1"/>
                </a:solidFill>
                <a:latin typeface="Tw Cen MT" panose="020B0602020104020603" pitchFamily="34" charset="0"/>
              </a:defRPr>
            </a:lvl8pPr>
            <a:lvl9pPr marL="3886200" indent="-228600" defTabSz="457200" fontAlgn="base">
              <a:spcBef>
                <a:spcPct val="0"/>
              </a:spcBef>
              <a:spcAft>
                <a:spcPct val="0"/>
              </a:spcAft>
              <a:defRPr>
                <a:solidFill>
                  <a:schemeClr val="tx1"/>
                </a:solidFill>
                <a:latin typeface="Tw Cen MT" panose="020B0602020104020603" pitchFamily="34" charset="0"/>
              </a:defRPr>
            </a:lvl9pPr>
          </a:lstStyle>
          <a:p>
            <a:pPr algn="l" defTabSz="371292"/>
            <a:r>
              <a:rPr lang="es-ES" altLang="es-ES" sz="1462" b="1">
                <a:solidFill>
                  <a:srgbClr val="2683C6"/>
                </a:solidFill>
              </a:rPr>
              <a:t>ALU</a:t>
            </a:r>
          </a:p>
        </p:txBody>
      </p:sp>
      <p:sp>
        <p:nvSpPr>
          <p:cNvPr id="5" name="Abrir llave 4">
            <a:extLst>
              <a:ext uri="{FF2B5EF4-FFF2-40B4-BE49-F238E27FC236}">
                <a16:creationId xmlns:a16="http://schemas.microsoft.com/office/drawing/2014/main" id="{B295675A-6C4B-4E92-9DD3-BD991C15A93C}"/>
              </a:ext>
            </a:extLst>
          </p:cNvPr>
          <p:cNvSpPr/>
          <p:nvPr/>
        </p:nvSpPr>
        <p:spPr>
          <a:xfrm>
            <a:off x="1286646" y="3891932"/>
            <a:ext cx="158575" cy="1238944"/>
          </a:xfrm>
          <a:prstGeom prst="leftBrace">
            <a:avLst>
              <a:gd name="adj1" fmla="val 85630"/>
              <a:gd name="adj2" fmla="val 50000"/>
            </a:avLst>
          </a:prstGeom>
        </p:spPr>
        <p:style>
          <a:lnRef idx="1">
            <a:schemeClr val="accent1"/>
          </a:lnRef>
          <a:fillRef idx="0">
            <a:schemeClr val="accent1"/>
          </a:fillRef>
          <a:effectRef idx="0">
            <a:schemeClr val="accent1"/>
          </a:effectRef>
          <a:fontRef idx="minor">
            <a:schemeClr val="tx1"/>
          </a:fontRef>
        </p:style>
        <p:txBody>
          <a:bodyPr anchor="ctr"/>
          <a:lstStyle/>
          <a:p>
            <a:pPr defTabSz="371292" fontAlgn="auto">
              <a:spcBef>
                <a:spcPts val="0"/>
              </a:spcBef>
              <a:spcAft>
                <a:spcPts val="0"/>
              </a:spcAft>
              <a:defRPr/>
            </a:pPr>
            <a:endParaRPr lang="es-ES" sz="1462">
              <a:solidFill>
                <a:srgbClr val="ECECEC"/>
              </a:solidFill>
              <a:latin typeface="Tw Cen MT" panose="020B0602020104020603"/>
            </a:endParaRPr>
          </a:p>
        </p:txBody>
      </p:sp>
      <p:sp>
        <p:nvSpPr>
          <p:cNvPr id="38963" name="CuadroTexto 5">
            <a:extLst>
              <a:ext uri="{FF2B5EF4-FFF2-40B4-BE49-F238E27FC236}">
                <a16:creationId xmlns:a16="http://schemas.microsoft.com/office/drawing/2014/main" id="{2F40AA8D-AF49-4429-9477-47E4D15391BC}"/>
              </a:ext>
            </a:extLst>
          </p:cNvPr>
          <p:cNvSpPr txBox="1">
            <a:spLocks noChangeArrowheads="1"/>
          </p:cNvSpPr>
          <p:nvPr/>
        </p:nvSpPr>
        <p:spPr bwMode="auto">
          <a:xfrm>
            <a:off x="759354" y="5467364"/>
            <a:ext cx="559769" cy="317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fontAlgn="base">
              <a:spcBef>
                <a:spcPct val="0"/>
              </a:spcBef>
              <a:spcAft>
                <a:spcPct val="0"/>
              </a:spcAft>
              <a:defRPr>
                <a:solidFill>
                  <a:schemeClr val="tx1"/>
                </a:solidFill>
                <a:latin typeface="Tw Cen MT" panose="020B0602020104020603" pitchFamily="34" charset="0"/>
              </a:defRPr>
            </a:lvl6pPr>
            <a:lvl7pPr marL="2971800" indent="-228600" defTabSz="457200" fontAlgn="base">
              <a:spcBef>
                <a:spcPct val="0"/>
              </a:spcBef>
              <a:spcAft>
                <a:spcPct val="0"/>
              </a:spcAft>
              <a:defRPr>
                <a:solidFill>
                  <a:schemeClr val="tx1"/>
                </a:solidFill>
                <a:latin typeface="Tw Cen MT" panose="020B0602020104020603" pitchFamily="34" charset="0"/>
              </a:defRPr>
            </a:lvl7pPr>
            <a:lvl8pPr marL="3429000" indent="-228600" defTabSz="457200" fontAlgn="base">
              <a:spcBef>
                <a:spcPct val="0"/>
              </a:spcBef>
              <a:spcAft>
                <a:spcPct val="0"/>
              </a:spcAft>
              <a:defRPr>
                <a:solidFill>
                  <a:schemeClr val="tx1"/>
                </a:solidFill>
                <a:latin typeface="Tw Cen MT" panose="020B0602020104020603" pitchFamily="34" charset="0"/>
              </a:defRPr>
            </a:lvl8pPr>
            <a:lvl9pPr marL="3886200" indent="-228600" defTabSz="457200" fontAlgn="base">
              <a:spcBef>
                <a:spcPct val="0"/>
              </a:spcBef>
              <a:spcAft>
                <a:spcPct val="0"/>
              </a:spcAft>
              <a:defRPr>
                <a:solidFill>
                  <a:schemeClr val="tx1"/>
                </a:solidFill>
                <a:latin typeface="Tw Cen MT" panose="020B0602020104020603" pitchFamily="34" charset="0"/>
              </a:defRPr>
            </a:lvl9pPr>
          </a:lstStyle>
          <a:p>
            <a:pPr algn="l" defTabSz="371292"/>
            <a:r>
              <a:rPr lang="es-ES" altLang="es-ES" sz="1462" b="1">
                <a:solidFill>
                  <a:srgbClr val="2683C6"/>
                </a:solidFill>
              </a:rPr>
              <a:t>ALUI</a:t>
            </a:r>
          </a:p>
        </p:txBody>
      </p:sp>
      <p:sp>
        <p:nvSpPr>
          <p:cNvPr id="7" name="Abrir llave 6">
            <a:extLst>
              <a:ext uri="{FF2B5EF4-FFF2-40B4-BE49-F238E27FC236}">
                <a16:creationId xmlns:a16="http://schemas.microsoft.com/office/drawing/2014/main" id="{ABA45E96-672B-4493-8ABA-5A35AACC83ED}"/>
              </a:ext>
            </a:extLst>
          </p:cNvPr>
          <p:cNvSpPr/>
          <p:nvPr/>
        </p:nvSpPr>
        <p:spPr>
          <a:xfrm>
            <a:off x="1286646" y="5130875"/>
            <a:ext cx="158575" cy="981100"/>
          </a:xfrm>
          <a:prstGeom prst="leftBrace">
            <a:avLst>
              <a:gd name="adj1" fmla="val 85630"/>
              <a:gd name="adj2" fmla="val 50000"/>
            </a:avLst>
          </a:prstGeom>
        </p:spPr>
        <p:style>
          <a:lnRef idx="1">
            <a:schemeClr val="accent1"/>
          </a:lnRef>
          <a:fillRef idx="0">
            <a:schemeClr val="accent1"/>
          </a:fillRef>
          <a:effectRef idx="0">
            <a:schemeClr val="accent1"/>
          </a:effectRef>
          <a:fontRef idx="minor">
            <a:schemeClr val="tx1"/>
          </a:fontRef>
        </p:style>
        <p:txBody>
          <a:bodyPr anchor="ctr"/>
          <a:lstStyle/>
          <a:p>
            <a:pPr defTabSz="371292" fontAlgn="auto">
              <a:spcBef>
                <a:spcPts val="0"/>
              </a:spcBef>
              <a:spcAft>
                <a:spcPts val="0"/>
              </a:spcAft>
              <a:defRPr/>
            </a:pPr>
            <a:endParaRPr lang="es-ES" sz="1462">
              <a:solidFill>
                <a:srgbClr val="ECECEC"/>
              </a:solidFill>
              <a:latin typeface="Tw Cen MT" panose="020B0602020104020603"/>
            </a:endParaRPr>
          </a:p>
        </p:txBody>
      </p:sp>
      <p:sp>
        <p:nvSpPr>
          <p:cNvPr id="10" name="Marcador de número de diapositiva 9">
            <a:extLst>
              <a:ext uri="{FF2B5EF4-FFF2-40B4-BE49-F238E27FC236}">
                <a16:creationId xmlns:a16="http://schemas.microsoft.com/office/drawing/2014/main" id="{157553A3-5DA8-4A14-ABD7-324515597F82}"/>
              </a:ext>
            </a:extLst>
          </p:cNvPr>
          <p:cNvSpPr>
            <a:spLocks noGrp="1"/>
          </p:cNvSpPr>
          <p:nvPr>
            <p:ph type="sldNum" sz="quarter" idx="12"/>
          </p:nvPr>
        </p:nvSpPr>
        <p:spPr/>
        <p:txBody>
          <a:bodyPr/>
          <a:lstStyle>
            <a:lvl1pPr>
              <a:defRPr>
                <a:solidFill>
                  <a:schemeClr val="tx1"/>
                </a:solidFill>
                <a:latin typeface="Tw Cen MT" panose="020B0602020104020603" pitchFamily="34" charset="0"/>
              </a:defRPr>
            </a:lvl1pPr>
            <a:lvl2pPr marL="603350" indent="-232058">
              <a:defRPr>
                <a:solidFill>
                  <a:schemeClr val="tx1"/>
                </a:solidFill>
                <a:latin typeface="Tw Cen MT" panose="020B0602020104020603" pitchFamily="34" charset="0"/>
              </a:defRPr>
            </a:lvl2pPr>
            <a:lvl3pPr marL="928230" indent="-185646">
              <a:defRPr>
                <a:solidFill>
                  <a:schemeClr val="tx1"/>
                </a:solidFill>
                <a:latin typeface="Tw Cen MT" panose="020B0602020104020603" pitchFamily="34" charset="0"/>
              </a:defRPr>
            </a:lvl3pPr>
            <a:lvl4pPr marL="1299522" indent="-185646">
              <a:defRPr>
                <a:solidFill>
                  <a:schemeClr val="tx1"/>
                </a:solidFill>
                <a:latin typeface="Tw Cen MT" panose="020B0602020104020603" pitchFamily="34" charset="0"/>
              </a:defRPr>
            </a:lvl4pPr>
            <a:lvl5pPr marL="1670815" indent="-185646">
              <a:defRPr>
                <a:solidFill>
                  <a:schemeClr val="tx1"/>
                </a:solidFill>
                <a:latin typeface="Tw Cen MT" panose="020B0602020104020603" pitchFamily="34" charset="0"/>
              </a:defRPr>
            </a:lvl5pPr>
            <a:lvl6pPr marL="2042107" indent="-185646" defTabSz="371292" fontAlgn="base">
              <a:spcBef>
                <a:spcPct val="0"/>
              </a:spcBef>
              <a:spcAft>
                <a:spcPct val="0"/>
              </a:spcAft>
              <a:defRPr>
                <a:solidFill>
                  <a:schemeClr val="tx1"/>
                </a:solidFill>
                <a:latin typeface="Tw Cen MT" panose="020B0602020104020603" pitchFamily="34" charset="0"/>
              </a:defRPr>
            </a:lvl6pPr>
            <a:lvl7pPr marL="2413399" indent="-185646" defTabSz="371292" fontAlgn="base">
              <a:spcBef>
                <a:spcPct val="0"/>
              </a:spcBef>
              <a:spcAft>
                <a:spcPct val="0"/>
              </a:spcAft>
              <a:defRPr>
                <a:solidFill>
                  <a:schemeClr val="tx1"/>
                </a:solidFill>
                <a:latin typeface="Tw Cen MT" panose="020B0602020104020603" pitchFamily="34" charset="0"/>
              </a:defRPr>
            </a:lvl7pPr>
            <a:lvl8pPr marL="2784691" indent="-185646" defTabSz="371292" fontAlgn="base">
              <a:spcBef>
                <a:spcPct val="0"/>
              </a:spcBef>
              <a:spcAft>
                <a:spcPct val="0"/>
              </a:spcAft>
              <a:defRPr>
                <a:solidFill>
                  <a:schemeClr val="tx1"/>
                </a:solidFill>
                <a:latin typeface="Tw Cen MT" panose="020B0602020104020603" pitchFamily="34" charset="0"/>
              </a:defRPr>
            </a:lvl8pPr>
            <a:lvl9pPr marL="3155983" indent="-185646" defTabSz="371292" fontAlgn="base">
              <a:spcBef>
                <a:spcPct val="0"/>
              </a:spcBef>
              <a:spcAft>
                <a:spcPct val="0"/>
              </a:spcAft>
              <a:defRPr>
                <a:solidFill>
                  <a:schemeClr val="tx1"/>
                </a:solidFill>
                <a:latin typeface="Tw Cen MT" panose="020B0602020104020603" pitchFamily="34" charset="0"/>
              </a:defRPr>
            </a:lvl9pPr>
          </a:lstStyle>
          <a:p>
            <a:pPr defTabSz="371292"/>
            <a:fld id="{53F9FEBF-BAC6-445B-ADE8-19083018E14F}" type="slidenum">
              <a:rPr lang="es-ES" altLang="es-ES">
                <a:solidFill>
                  <a:srgbClr val="171717"/>
                </a:solidFill>
              </a:rPr>
              <a:pPr defTabSz="371292"/>
              <a:t>114</a:t>
            </a:fld>
            <a:endParaRPr lang="es-ES" altLang="es-ES">
              <a:solidFill>
                <a:srgbClr val="171717"/>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A7CAC0-35F3-4DA2-94DF-F0333192AFCA}"/>
              </a:ext>
            </a:extLst>
          </p:cNvPr>
          <p:cNvSpPr>
            <a:spLocks noGrp="1"/>
          </p:cNvSpPr>
          <p:nvPr>
            <p:ph type="title"/>
          </p:nvPr>
        </p:nvSpPr>
        <p:spPr>
          <a:xfrm>
            <a:off x="926953" y="1263205"/>
            <a:ext cx="8044755" cy="1200268"/>
          </a:xfrm>
        </p:spPr>
        <p:txBody>
          <a:bodyPr/>
          <a:lstStyle/>
          <a:p>
            <a:pPr fontAlgn="auto">
              <a:spcAft>
                <a:spcPts val="0"/>
              </a:spcAft>
              <a:defRPr/>
            </a:pPr>
            <a:r>
              <a:rPr lang="es-ES" sz="2599" dirty="0" err="1">
                <a:solidFill>
                  <a:schemeClr val="accent2"/>
                </a:solidFill>
                <a:latin typeface="Rockwell" panose="02060603020205020403" pitchFamily="18" charset="0"/>
              </a:rPr>
              <a:t>Risc</a:t>
            </a:r>
            <a:r>
              <a:rPr lang="es-ES" sz="2599" dirty="0">
                <a:solidFill>
                  <a:schemeClr val="accent2"/>
                </a:solidFill>
                <a:latin typeface="Rockwell" panose="02060603020205020403" pitchFamily="18" charset="0"/>
              </a:rPr>
              <a:t>-V reducido</a:t>
            </a:r>
            <a:endParaRPr lang="es-ES" sz="3573" dirty="0">
              <a:latin typeface="Rockwell" panose="02060603020205020403" pitchFamily="18" charset="0"/>
            </a:endParaRPr>
          </a:p>
        </p:txBody>
      </p:sp>
      <p:sp>
        <p:nvSpPr>
          <p:cNvPr id="3" name="Marcador de contenido 2">
            <a:extLst>
              <a:ext uri="{FF2B5EF4-FFF2-40B4-BE49-F238E27FC236}">
                <a16:creationId xmlns:a16="http://schemas.microsoft.com/office/drawing/2014/main" id="{836D302F-A8D7-46F9-B5AE-0E08EEA8B362}"/>
              </a:ext>
            </a:extLst>
          </p:cNvPr>
          <p:cNvSpPr>
            <a:spLocks noGrp="1"/>
          </p:cNvSpPr>
          <p:nvPr>
            <p:ph idx="1"/>
          </p:nvPr>
        </p:nvSpPr>
        <p:spPr>
          <a:xfrm>
            <a:off x="926952" y="2190157"/>
            <a:ext cx="8266502" cy="4171928"/>
          </a:xfrm>
        </p:spPr>
        <p:txBody>
          <a:bodyPr>
            <a:normAutofit/>
          </a:bodyPr>
          <a:lstStyle/>
          <a:p>
            <a:pPr fontAlgn="auto">
              <a:spcAft>
                <a:spcPts val="0"/>
              </a:spcAft>
              <a:defRPr/>
            </a:pPr>
            <a:r>
              <a:rPr lang="es-ES" sz="2274" dirty="0">
                <a:ea typeface="ＭＳ Ｐゴシック" charset="-128"/>
                <a:cs typeface="ＭＳ Ｐゴシック" charset="-128"/>
              </a:rPr>
              <a:t>Estos son los distintos </a:t>
            </a:r>
            <a:r>
              <a:rPr lang="es-ES" sz="2274" dirty="0">
                <a:solidFill>
                  <a:schemeClr val="accent2"/>
                </a:solidFill>
                <a:ea typeface="ＭＳ Ｐゴシック" charset="-128"/>
                <a:cs typeface="ＭＳ Ｐゴシック" charset="-128"/>
              </a:rPr>
              <a:t>tipos de formato</a:t>
            </a:r>
            <a:r>
              <a:rPr lang="es-ES" sz="2274" dirty="0">
                <a:ea typeface="ＭＳ Ｐゴシック" charset="-128"/>
                <a:cs typeface="ＭＳ Ｐゴシック" charset="-128"/>
              </a:rPr>
              <a:t> de instrucciones</a:t>
            </a:r>
            <a:endParaRPr lang="es-ES" dirty="0">
              <a:solidFill>
                <a:schemeClr val="accent2"/>
              </a:solidFill>
            </a:endParaRPr>
          </a:p>
          <a:p>
            <a:pPr marL="0" indent="0" fontAlgn="auto">
              <a:spcAft>
                <a:spcPts val="0"/>
              </a:spcAft>
              <a:buNone/>
              <a:defRPr/>
            </a:pPr>
            <a:endParaRPr lang="es-ES" altLang="es-ES" sz="1624" dirty="0"/>
          </a:p>
        </p:txBody>
      </p:sp>
      <p:graphicFrame>
        <p:nvGraphicFramePr>
          <p:cNvPr id="4" name="Tabla 3">
            <a:extLst>
              <a:ext uri="{FF2B5EF4-FFF2-40B4-BE49-F238E27FC236}">
                <a16:creationId xmlns:a16="http://schemas.microsoft.com/office/drawing/2014/main" id="{871A85D6-CBB0-409B-AA90-F1F97D9D4E97}"/>
              </a:ext>
            </a:extLst>
          </p:cNvPr>
          <p:cNvGraphicFramePr>
            <a:graphicFrameLocks noGrp="1"/>
          </p:cNvGraphicFramePr>
          <p:nvPr/>
        </p:nvGraphicFramePr>
        <p:xfrm>
          <a:off x="1962199" y="2531801"/>
          <a:ext cx="5551386" cy="1215738"/>
        </p:xfrm>
        <a:graphic>
          <a:graphicData uri="http://schemas.openxmlformats.org/drawingml/2006/table">
            <a:tbl>
              <a:tblPr firstRow="1" bandRow="1">
                <a:tableStyleId>{073A0DAA-6AF3-43AB-8588-CEC1D06C72B9}</a:tableStyleId>
              </a:tblPr>
              <a:tblGrid>
                <a:gridCol w="174638">
                  <a:extLst>
                    <a:ext uri="{9D8B030D-6E8A-4147-A177-3AD203B41FA5}">
                      <a16:colId xmlns:a16="http://schemas.microsoft.com/office/drawing/2014/main" val="20000"/>
                    </a:ext>
                  </a:extLst>
                </a:gridCol>
                <a:gridCol w="174638">
                  <a:extLst>
                    <a:ext uri="{9D8B030D-6E8A-4147-A177-3AD203B41FA5}">
                      <a16:colId xmlns:a16="http://schemas.microsoft.com/office/drawing/2014/main" val="20001"/>
                    </a:ext>
                  </a:extLst>
                </a:gridCol>
                <a:gridCol w="174638">
                  <a:extLst>
                    <a:ext uri="{9D8B030D-6E8A-4147-A177-3AD203B41FA5}">
                      <a16:colId xmlns:a16="http://schemas.microsoft.com/office/drawing/2014/main" val="20002"/>
                    </a:ext>
                  </a:extLst>
                </a:gridCol>
                <a:gridCol w="174638">
                  <a:extLst>
                    <a:ext uri="{9D8B030D-6E8A-4147-A177-3AD203B41FA5}">
                      <a16:colId xmlns:a16="http://schemas.microsoft.com/office/drawing/2014/main" val="20003"/>
                    </a:ext>
                  </a:extLst>
                </a:gridCol>
                <a:gridCol w="174638">
                  <a:extLst>
                    <a:ext uri="{9D8B030D-6E8A-4147-A177-3AD203B41FA5}">
                      <a16:colId xmlns:a16="http://schemas.microsoft.com/office/drawing/2014/main" val="20004"/>
                    </a:ext>
                  </a:extLst>
                </a:gridCol>
                <a:gridCol w="174638">
                  <a:extLst>
                    <a:ext uri="{9D8B030D-6E8A-4147-A177-3AD203B41FA5}">
                      <a16:colId xmlns:a16="http://schemas.microsoft.com/office/drawing/2014/main" val="20005"/>
                    </a:ext>
                  </a:extLst>
                </a:gridCol>
                <a:gridCol w="174638">
                  <a:extLst>
                    <a:ext uri="{9D8B030D-6E8A-4147-A177-3AD203B41FA5}">
                      <a16:colId xmlns:a16="http://schemas.microsoft.com/office/drawing/2014/main" val="20006"/>
                    </a:ext>
                  </a:extLst>
                </a:gridCol>
                <a:gridCol w="174638">
                  <a:extLst>
                    <a:ext uri="{9D8B030D-6E8A-4147-A177-3AD203B41FA5}">
                      <a16:colId xmlns:a16="http://schemas.microsoft.com/office/drawing/2014/main" val="20007"/>
                    </a:ext>
                  </a:extLst>
                </a:gridCol>
                <a:gridCol w="174638">
                  <a:extLst>
                    <a:ext uri="{9D8B030D-6E8A-4147-A177-3AD203B41FA5}">
                      <a16:colId xmlns:a16="http://schemas.microsoft.com/office/drawing/2014/main" val="20008"/>
                    </a:ext>
                  </a:extLst>
                </a:gridCol>
                <a:gridCol w="174638">
                  <a:extLst>
                    <a:ext uri="{9D8B030D-6E8A-4147-A177-3AD203B41FA5}">
                      <a16:colId xmlns:a16="http://schemas.microsoft.com/office/drawing/2014/main" val="20009"/>
                    </a:ext>
                  </a:extLst>
                </a:gridCol>
                <a:gridCol w="174638">
                  <a:extLst>
                    <a:ext uri="{9D8B030D-6E8A-4147-A177-3AD203B41FA5}">
                      <a16:colId xmlns:a16="http://schemas.microsoft.com/office/drawing/2014/main" val="20010"/>
                    </a:ext>
                  </a:extLst>
                </a:gridCol>
                <a:gridCol w="174638">
                  <a:extLst>
                    <a:ext uri="{9D8B030D-6E8A-4147-A177-3AD203B41FA5}">
                      <a16:colId xmlns:a16="http://schemas.microsoft.com/office/drawing/2014/main" val="20011"/>
                    </a:ext>
                  </a:extLst>
                </a:gridCol>
                <a:gridCol w="174638">
                  <a:extLst>
                    <a:ext uri="{9D8B030D-6E8A-4147-A177-3AD203B41FA5}">
                      <a16:colId xmlns:a16="http://schemas.microsoft.com/office/drawing/2014/main" val="20012"/>
                    </a:ext>
                  </a:extLst>
                </a:gridCol>
                <a:gridCol w="174638">
                  <a:extLst>
                    <a:ext uri="{9D8B030D-6E8A-4147-A177-3AD203B41FA5}">
                      <a16:colId xmlns:a16="http://schemas.microsoft.com/office/drawing/2014/main" val="20013"/>
                    </a:ext>
                  </a:extLst>
                </a:gridCol>
                <a:gridCol w="174638">
                  <a:extLst>
                    <a:ext uri="{9D8B030D-6E8A-4147-A177-3AD203B41FA5}">
                      <a16:colId xmlns:a16="http://schemas.microsoft.com/office/drawing/2014/main" val="20014"/>
                    </a:ext>
                  </a:extLst>
                </a:gridCol>
                <a:gridCol w="174638">
                  <a:extLst>
                    <a:ext uri="{9D8B030D-6E8A-4147-A177-3AD203B41FA5}">
                      <a16:colId xmlns:a16="http://schemas.microsoft.com/office/drawing/2014/main" val="20015"/>
                    </a:ext>
                  </a:extLst>
                </a:gridCol>
                <a:gridCol w="174638">
                  <a:extLst>
                    <a:ext uri="{9D8B030D-6E8A-4147-A177-3AD203B41FA5}">
                      <a16:colId xmlns:a16="http://schemas.microsoft.com/office/drawing/2014/main" val="20016"/>
                    </a:ext>
                  </a:extLst>
                </a:gridCol>
                <a:gridCol w="174638">
                  <a:extLst>
                    <a:ext uri="{9D8B030D-6E8A-4147-A177-3AD203B41FA5}">
                      <a16:colId xmlns:a16="http://schemas.microsoft.com/office/drawing/2014/main" val="20017"/>
                    </a:ext>
                  </a:extLst>
                </a:gridCol>
                <a:gridCol w="174638">
                  <a:extLst>
                    <a:ext uri="{9D8B030D-6E8A-4147-A177-3AD203B41FA5}">
                      <a16:colId xmlns:a16="http://schemas.microsoft.com/office/drawing/2014/main" val="20018"/>
                    </a:ext>
                  </a:extLst>
                </a:gridCol>
                <a:gridCol w="174638">
                  <a:extLst>
                    <a:ext uri="{9D8B030D-6E8A-4147-A177-3AD203B41FA5}">
                      <a16:colId xmlns:a16="http://schemas.microsoft.com/office/drawing/2014/main" val="20019"/>
                    </a:ext>
                  </a:extLst>
                </a:gridCol>
                <a:gridCol w="174638">
                  <a:extLst>
                    <a:ext uri="{9D8B030D-6E8A-4147-A177-3AD203B41FA5}">
                      <a16:colId xmlns:a16="http://schemas.microsoft.com/office/drawing/2014/main" val="20020"/>
                    </a:ext>
                  </a:extLst>
                </a:gridCol>
                <a:gridCol w="174638">
                  <a:extLst>
                    <a:ext uri="{9D8B030D-6E8A-4147-A177-3AD203B41FA5}">
                      <a16:colId xmlns:a16="http://schemas.microsoft.com/office/drawing/2014/main" val="20021"/>
                    </a:ext>
                  </a:extLst>
                </a:gridCol>
                <a:gridCol w="174638">
                  <a:extLst>
                    <a:ext uri="{9D8B030D-6E8A-4147-A177-3AD203B41FA5}">
                      <a16:colId xmlns:a16="http://schemas.microsoft.com/office/drawing/2014/main" val="20022"/>
                    </a:ext>
                  </a:extLst>
                </a:gridCol>
                <a:gridCol w="174638">
                  <a:extLst>
                    <a:ext uri="{9D8B030D-6E8A-4147-A177-3AD203B41FA5}">
                      <a16:colId xmlns:a16="http://schemas.microsoft.com/office/drawing/2014/main" val="20023"/>
                    </a:ext>
                  </a:extLst>
                </a:gridCol>
                <a:gridCol w="174638">
                  <a:extLst>
                    <a:ext uri="{9D8B030D-6E8A-4147-A177-3AD203B41FA5}">
                      <a16:colId xmlns:a16="http://schemas.microsoft.com/office/drawing/2014/main" val="20024"/>
                    </a:ext>
                  </a:extLst>
                </a:gridCol>
                <a:gridCol w="169348">
                  <a:extLst>
                    <a:ext uri="{9D8B030D-6E8A-4147-A177-3AD203B41FA5}">
                      <a16:colId xmlns:a16="http://schemas.microsoft.com/office/drawing/2014/main" val="20025"/>
                    </a:ext>
                  </a:extLst>
                </a:gridCol>
                <a:gridCol w="169348">
                  <a:extLst>
                    <a:ext uri="{9D8B030D-6E8A-4147-A177-3AD203B41FA5}">
                      <a16:colId xmlns:a16="http://schemas.microsoft.com/office/drawing/2014/main" val="20026"/>
                    </a:ext>
                  </a:extLst>
                </a:gridCol>
                <a:gridCol w="169348">
                  <a:extLst>
                    <a:ext uri="{9D8B030D-6E8A-4147-A177-3AD203B41FA5}">
                      <a16:colId xmlns:a16="http://schemas.microsoft.com/office/drawing/2014/main" val="20027"/>
                    </a:ext>
                  </a:extLst>
                </a:gridCol>
                <a:gridCol w="169348">
                  <a:extLst>
                    <a:ext uri="{9D8B030D-6E8A-4147-A177-3AD203B41FA5}">
                      <a16:colId xmlns:a16="http://schemas.microsoft.com/office/drawing/2014/main" val="20028"/>
                    </a:ext>
                  </a:extLst>
                </a:gridCol>
                <a:gridCol w="169348">
                  <a:extLst>
                    <a:ext uri="{9D8B030D-6E8A-4147-A177-3AD203B41FA5}">
                      <a16:colId xmlns:a16="http://schemas.microsoft.com/office/drawing/2014/main" val="20029"/>
                    </a:ext>
                  </a:extLst>
                </a:gridCol>
                <a:gridCol w="169348">
                  <a:extLst>
                    <a:ext uri="{9D8B030D-6E8A-4147-A177-3AD203B41FA5}">
                      <a16:colId xmlns:a16="http://schemas.microsoft.com/office/drawing/2014/main" val="20030"/>
                    </a:ext>
                  </a:extLst>
                </a:gridCol>
                <a:gridCol w="169348">
                  <a:extLst>
                    <a:ext uri="{9D8B030D-6E8A-4147-A177-3AD203B41FA5}">
                      <a16:colId xmlns:a16="http://schemas.microsoft.com/office/drawing/2014/main" val="20031"/>
                    </a:ext>
                  </a:extLst>
                </a:gridCol>
              </a:tblGrid>
              <a:tr h="162948">
                <a:tc>
                  <a:txBody>
                    <a:bodyPr/>
                    <a:lstStyle/>
                    <a:p>
                      <a:pPr algn="ctr"/>
                      <a:r>
                        <a:rPr lang="es-ES" sz="700" b="0" dirty="0">
                          <a:solidFill>
                            <a:schemeClr val="bg1">
                              <a:lumMod val="10000"/>
                            </a:schemeClr>
                          </a:solidFill>
                        </a:rPr>
                        <a:t>31</a:t>
                      </a: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s-ES" sz="700" b="0" dirty="0">
                          <a:solidFill>
                            <a:schemeClr val="bg1">
                              <a:lumMod val="10000"/>
                            </a:schemeClr>
                          </a:solidFill>
                        </a:rPr>
                        <a:t>25</a:t>
                      </a: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s-ES" sz="700" b="0" dirty="0">
                          <a:solidFill>
                            <a:schemeClr val="bg1">
                              <a:lumMod val="10000"/>
                            </a:schemeClr>
                          </a:solidFill>
                        </a:rPr>
                        <a:t>24</a:t>
                      </a: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s-ES" sz="700" b="0" dirty="0">
                          <a:solidFill>
                            <a:schemeClr val="bg1">
                              <a:lumMod val="10000"/>
                            </a:schemeClr>
                          </a:solidFill>
                        </a:rPr>
                        <a:t>20</a:t>
                      </a: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s-ES" sz="700" b="0" dirty="0">
                          <a:solidFill>
                            <a:schemeClr val="bg1">
                              <a:lumMod val="10000"/>
                            </a:schemeClr>
                          </a:solidFill>
                        </a:rPr>
                        <a:t>19</a:t>
                      </a: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s-ES" sz="700" b="0" dirty="0">
                          <a:solidFill>
                            <a:schemeClr val="bg1">
                              <a:lumMod val="10000"/>
                            </a:schemeClr>
                          </a:solidFill>
                        </a:rPr>
                        <a:t>15</a:t>
                      </a: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s-ES" sz="700" b="0" dirty="0">
                          <a:solidFill>
                            <a:schemeClr val="bg1">
                              <a:lumMod val="10000"/>
                            </a:schemeClr>
                          </a:solidFill>
                        </a:rPr>
                        <a:t>14</a:t>
                      </a: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s-ES" sz="700" b="0" dirty="0">
                          <a:solidFill>
                            <a:schemeClr val="bg1">
                              <a:lumMod val="10000"/>
                            </a:schemeClr>
                          </a:solidFill>
                        </a:rPr>
                        <a:t>12</a:t>
                      </a: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s-ES" sz="700" b="0" dirty="0">
                          <a:solidFill>
                            <a:schemeClr val="bg1">
                              <a:lumMod val="10000"/>
                            </a:schemeClr>
                          </a:solidFill>
                        </a:rPr>
                        <a:t>11</a:t>
                      </a: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s-ES" sz="700" b="0" dirty="0">
                          <a:solidFill>
                            <a:schemeClr val="bg1">
                              <a:lumMod val="10000"/>
                            </a:schemeClr>
                          </a:solidFill>
                        </a:rPr>
                        <a:t>7</a:t>
                      </a: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s-ES" sz="700" b="0" dirty="0">
                          <a:solidFill>
                            <a:schemeClr val="bg1">
                              <a:lumMod val="10000"/>
                            </a:schemeClr>
                          </a:solidFill>
                        </a:rPr>
                        <a:t>6</a:t>
                      </a: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s-ES" sz="700" b="0" dirty="0">
                          <a:solidFill>
                            <a:schemeClr val="bg1">
                              <a:lumMod val="10000"/>
                            </a:schemeClr>
                          </a:solidFill>
                        </a:rPr>
                        <a:t>0</a:t>
                      </a:r>
                    </a:p>
                  </a:txBody>
                  <a:tcPr marL="0" marR="0" marT="0" marB="0" anchor="b">
                    <a:lnL w="12700" cmpd="sng">
                      <a:noFill/>
                    </a:lnL>
                    <a:lnR w="12700" cmpd="sng">
                      <a:noFill/>
                    </a:lnR>
                    <a:lnT w="12700" cmpd="sng">
                      <a:noFill/>
                    </a:lnT>
                    <a:lnB w="635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10558">
                <a:tc gridSpan="7">
                  <a:txBody>
                    <a:bodyPr/>
                    <a:lstStyle/>
                    <a:p>
                      <a:pPr algn="ctr"/>
                      <a:r>
                        <a:rPr lang="es-ES" sz="1100" dirty="0">
                          <a:solidFill>
                            <a:schemeClr val="bg1">
                              <a:lumMod val="10000"/>
                            </a:schemeClr>
                          </a:solidFill>
                        </a:rPr>
                        <a:t>funct7</a:t>
                      </a:r>
                    </a:p>
                  </a:txBody>
                  <a:tcPr marL="74266" marR="74266" marT="0" marB="37157"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solidFill>
                      <a:schemeClr val="tx2"/>
                    </a:solid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gridSpan="5">
                  <a:txBody>
                    <a:bodyPr/>
                    <a:lstStyle/>
                    <a:p>
                      <a:pPr algn="ctr"/>
                      <a:r>
                        <a:rPr lang="es-ES" sz="1100" dirty="0">
                          <a:solidFill>
                            <a:schemeClr val="bg1">
                              <a:lumMod val="10000"/>
                            </a:schemeClr>
                          </a:solidFill>
                        </a:rPr>
                        <a:t>rs2</a:t>
                      </a:r>
                    </a:p>
                  </a:txBody>
                  <a:tcPr marL="74266" marR="74266" marT="0" marB="37157"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solidFill>
                      <a:schemeClr val="tx2"/>
                    </a:solid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gridSpan="5">
                  <a:txBody>
                    <a:bodyPr/>
                    <a:lstStyle/>
                    <a:p>
                      <a:pPr algn="ctr"/>
                      <a:r>
                        <a:rPr lang="es-ES" sz="1100" dirty="0">
                          <a:solidFill>
                            <a:schemeClr val="bg1">
                              <a:lumMod val="10000"/>
                            </a:schemeClr>
                          </a:solidFill>
                        </a:rPr>
                        <a:t>rs1</a:t>
                      </a:r>
                    </a:p>
                  </a:txBody>
                  <a:tcPr marL="74266" marR="74266" marT="0" marB="37157"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solidFill>
                      <a:schemeClr val="tx2"/>
                    </a:solid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gridSpan="3">
                  <a:txBody>
                    <a:bodyPr/>
                    <a:lstStyle/>
                    <a:p>
                      <a:pPr algn="ctr"/>
                      <a:r>
                        <a:rPr lang="es-ES" sz="1100" dirty="0">
                          <a:solidFill>
                            <a:schemeClr val="bg1">
                              <a:lumMod val="10000"/>
                            </a:schemeClr>
                          </a:solidFill>
                        </a:rPr>
                        <a:t>funct3</a:t>
                      </a:r>
                    </a:p>
                  </a:txBody>
                  <a:tcPr marL="74266" marR="74266" marT="0" marB="37157"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solidFill>
                      <a:schemeClr val="tx2"/>
                    </a:solid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gridSpan="5">
                  <a:txBody>
                    <a:bodyPr/>
                    <a:lstStyle/>
                    <a:p>
                      <a:pPr algn="ctr"/>
                      <a:r>
                        <a:rPr lang="es-ES" sz="1100" dirty="0" err="1">
                          <a:solidFill>
                            <a:schemeClr val="bg1">
                              <a:lumMod val="10000"/>
                            </a:schemeClr>
                          </a:solidFill>
                        </a:rPr>
                        <a:t>rd</a:t>
                      </a:r>
                      <a:endParaRPr lang="es-ES" sz="1100" dirty="0">
                        <a:solidFill>
                          <a:schemeClr val="bg1">
                            <a:lumMod val="10000"/>
                          </a:schemeClr>
                        </a:solidFill>
                      </a:endParaRPr>
                    </a:p>
                  </a:txBody>
                  <a:tcPr marL="74266" marR="74266" marT="0" marB="37157"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solidFill>
                      <a:schemeClr val="tx2"/>
                    </a:solid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gridSpan="7">
                  <a:txBody>
                    <a:bodyPr/>
                    <a:lstStyle/>
                    <a:p>
                      <a:pPr algn="ctr"/>
                      <a:r>
                        <a:rPr lang="es-ES" sz="1100" dirty="0" err="1">
                          <a:solidFill>
                            <a:schemeClr val="bg1">
                              <a:lumMod val="10000"/>
                            </a:schemeClr>
                          </a:solidFill>
                        </a:rPr>
                        <a:t>op</a:t>
                      </a:r>
                      <a:endParaRPr lang="es-ES" sz="1100" dirty="0">
                        <a:solidFill>
                          <a:schemeClr val="bg1">
                            <a:lumMod val="10000"/>
                          </a:schemeClr>
                        </a:solidFill>
                      </a:endParaRPr>
                    </a:p>
                  </a:txBody>
                  <a:tcPr marL="74266" marR="74266" marT="0" marB="37157"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solidFill>
                      <a:schemeClr val="tx2"/>
                    </a:solidFill>
                  </a:tcPr>
                </a:tc>
                <a:tc hMerge="1">
                  <a:txBody>
                    <a:bodyPr/>
                    <a:lstStyle/>
                    <a:p>
                      <a:endParaRPr lang="es-ES"/>
                    </a:p>
                  </a:txBody>
                  <a:tcP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a:p>
                  </a:txBody>
                  <a:tcP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a:p>
                  </a:txBody>
                  <a:tcP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a:p>
                  </a:txBody>
                  <a:tcP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dirty="0"/>
                    </a:p>
                  </a:txBody>
                  <a:tcP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dirty="0"/>
                    </a:p>
                  </a:txBody>
                  <a:tcP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0001"/>
                  </a:ext>
                </a:extLst>
              </a:tr>
              <a:tr h="210558">
                <a:tc gridSpan="12">
                  <a:txBody>
                    <a:bodyPr/>
                    <a:lstStyle/>
                    <a:p>
                      <a:pPr algn="ctr"/>
                      <a:r>
                        <a:rPr lang="es-ES" sz="1100" dirty="0">
                          <a:solidFill>
                            <a:schemeClr val="bg1">
                              <a:lumMod val="10000"/>
                            </a:schemeClr>
                          </a:solidFill>
                        </a:rPr>
                        <a:t>imm</a:t>
                      </a:r>
                      <a:r>
                        <a:rPr lang="es-ES" sz="1100" baseline="-25000" dirty="0">
                          <a:solidFill>
                            <a:schemeClr val="bg1">
                              <a:lumMod val="10000"/>
                            </a:schemeClr>
                          </a:solidFill>
                        </a:rPr>
                        <a:t>11:0</a:t>
                      </a:r>
                    </a:p>
                  </a:txBody>
                  <a:tcPr marL="74266" marR="74266" marT="0" marB="37157"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solidFill>
                      <a:schemeClr val="tx2"/>
                    </a:solid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gridSpan="5">
                  <a:txBody>
                    <a:bodyPr/>
                    <a:lstStyle/>
                    <a:p>
                      <a:pPr algn="ctr"/>
                      <a:r>
                        <a:rPr lang="es-ES" sz="1100" dirty="0">
                          <a:solidFill>
                            <a:schemeClr val="bg1">
                              <a:lumMod val="10000"/>
                            </a:schemeClr>
                          </a:solidFill>
                        </a:rPr>
                        <a:t>rs1</a:t>
                      </a:r>
                    </a:p>
                  </a:txBody>
                  <a:tcPr marL="74266" marR="74266" marT="0" marB="37157"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solidFill>
                      <a:schemeClr val="tx2"/>
                    </a:solid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gridSpan="3">
                  <a:txBody>
                    <a:bodyPr/>
                    <a:lstStyle/>
                    <a:p>
                      <a:pPr algn="ctr"/>
                      <a:r>
                        <a:rPr lang="es-ES" sz="1100" dirty="0">
                          <a:solidFill>
                            <a:schemeClr val="bg1">
                              <a:lumMod val="10000"/>
                            </a:schemeClr>
                          </a:solidFill>
                        </a:rPr>
                        <a:t>funct3</a:t>
                      </a:r>
                    </a:p>
                  </a:txBody>
                  <a:tcPr marL="74266" marR="74266" marT="0" marB="37157"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solidFill>
                      <a:schemeClr val="tx2"/>
                    </a:solid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gridSpan="5">
                  <a:txBody>
                    <a:bodyPr/>
                    <a:lstStyle/>
                    <a:p>
                      <a:pPr algn="ctr"/>
                      <a:r>
                        <a:rPr lang="es-ES" sz="1100" dirty="0" err="1">
                          <a:solidFill>
                            <a:schemeClr val="bg1">
                              <a:lumMod val="10000"/>
                            </a:schemeClr>
                          </a:solidFill>
                        </a:rPr>
                        <a:t>rd</a:t>
                      </a:r>
                      <a:endParaRPr lang="es-ES" sz="1100" dirty="0">
                        <a:solidFill>
                          <a:schemeClr val="bg1">
                            <a:lumMod val="10000"/>
                          </a:schemeClr>
                        </a:solidFill>
                      </a:endParaRPr>
                    </a:p>
                  </a:txBody>
                  <a:tcPr marL="74266" marR="74266" marT="0" marB="37157"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solidFill>
                      <a:schemeClr val="tx2"/>
                    </a:solid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gridSpan="7">
                  <a:txBody>
                    <a:bodyPr/>
                    <a:lstStyle/>
                    <a:p>
                      <a:pPr algn="ctr"/>
                      <a:r>
                        <a:rPr lang="es-ES" sz="1100" dirty="0" err="1">
                          <a:solidFill>
                            <a:schemeClr val="bg1">
                              <a:lumMod val="10000"/>
                            </a:schemeClr>
                          </a:solidFill>
                        </a:rPr>
                        <a:t>op</a:t>
                      </a:r>
                      <a:endParaRPr lang="es-ES" sz="1100" dirty="0">
                        <a:solidFill>
                          <a:schemeClr val="bg1">
                            <a:lumMod val="10000"/>
                          </a:schemeClr>
                        </a:solidFill>
                      </a:endParaRPr>
                    </a:p>
                  </a:txBody>
                  <a:tcPr marL="74266" marR="74266" marT="0" marB="37157"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solidFill>
                      <a:schemeClr val="tx2"/>
                    </a:solid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0002"/>
                  </a:ext>
                </a:extLst>
              </a:tr>
              <a:tr h="210558">
                <a:tc grid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dirty="0">
                          <a:solidFill>
                            <a:schemeClr val="bg1">
                              <a:lumMod val="10000"/>
                            </a:schemeClr>
                          </a:solidFill>
                        </a:rPr>
                        <a:t>imm</a:t>
                      </a:r>
                      <a:r>
                        <a:rPr lang="es-ES" sz="1100" baseline="-25000" dirty="0">
                          <a:solidFill>
                            <a:schemeClr val="bg1">
                              <a:lumMod val="10000"/>
                            </a:schemeClr>
                          </a:solidFill>
                        </a:rPr>
                        <a:t>11:5</a:t>
                      </a:r>
                    </a:p>
                  </a:txBody>
                  <a:tcPr marL="74266" marR="74266" marT="0" marB="37157"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solidFill>
                      <a:schemeClr val="tx2"/>
                    </a:solid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gridSpan="5">
                  <a:txBody>
                    <a:bodyPr/>
                    <a:lstStyle/>
                    <a:p>
                      <a:pPr algn="ctr"/>
                      <a:r>
                        <a:rPr lang="es-ES" sz="1100" dirty="0">
                          <a:solidFill>
                            <a:schemeClr val="bg1">
                              <a:lumMod val="10000"/>
                            </a:schemeClr>
                          </a:solidFill>
                        </a:rPr>
                        <a:t>rs2</a:t>
                      </a:r>
                    </a:p>
                  </a:txBody>
                  <a:tcPr marL="74266" marR="74266" marT="0" marB="37157"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solidFill>
                      <a:schemeClr val="tx2"/>
                    </a:solid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gridSpan="5">
                  <a:txBody>
                    <a:bodyPr/>
                    <a:lstStyle/>
                    <a:p>
                      <a:pPr algn="ctr"/>
                      <a:r>
                        <a:rPr lang="es-ES" sz="1100" dirty="0">
                          <a:solidFill>
                            <a:schemeClr val="bg1">
                              <a:lumMod val="10000"/>
                            </a:schemeClr>
                          </a:solidFill>
                        </a:rPr>
                        <a:t>rs1</a:t>
                      </a:r>
                    </a:p>
                  </a:txBody>
                  <a:tcPr marL="74266" marR="74266" marT="0" marB="37157"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solidFill>
                      <a:schemeClr val="tx2"/>
                    </a:solid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gridSpan="3">
                  <a:txBody>
                    <a:bodyPr/>
                    <a:lstStyle/>
                    <a:p>
                      <a:pPr algn="ctr"/>
                      <a:r>
                        <a:rPr lang="es-ES" sz="1100" dirty="0">
                          <a:solidFill>
                            <a:schemeClr val="bg1">
                              <a:lumMod val="10000"/>
                            </a:schemeClr>
                          </a:solidFill>
                        </a:rPr>
                        <a:t>funct3</a:t>
                      </a:r>
                    </a:p>
                  </a:txBody>
                  <a:tcPr marL="74266" marR="74266" marT="0" marB="37157"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solidFill>
                      <a:schemeClr val="tx2"/>
                    </a:solid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grid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dirty="0">
                          <a:solidFill>
                            <a:schemeClr val="bg1">
                              <a:lumMod val="10000"/>
                            </a:schemeClr>
                          </a:solidFill>
                        </a:rPr>
                        <a:t>imm</a:t>
                      </a:r>
                      <a:r>
                        <a:rPr lang="es-ES" sz="1100" baseline="-25000" dirty="0">
                          <a:solidFill>
                            <a:schemeClr val="bg1">
                              <a:lumMod val="10000"/>
                            </a:schemeClr>
                          </a:solidFill>
                        </a:rPr>
                        <a:t>4:0</a:t>
                      </a:r>
                    </a:p>
                  </a:txBody>
                  <a:tcPr marL="74266" marR="74266" marT="0" marB="37157"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solidFill>
                      <a:schemeClr val="tx2"/>
                    </a:solid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gridSpan="7">
                  <a:txBody>
                    <a:bodyPr/>
                    <a:lstStyle/>
                    <a:p>
                      <a:pPr algn="ctr"/>
                      <a:r>
                        <a:rPr lang="es-ES" sz="1100" dirty="0" err="1">
                          <a:solidFill>
                            <a:schemeClr val="bg1">
                              <a:lumMod val="10000"/>
                            </a:schemeClr>
                          </a:solidFill>
                        </a:rPr>
                        <a:t>op</a:t>
                      </a:r>
                      <a:endParaRPr lang="es-ES" sz="1100" dirty="0">
                        <a:solidFill>
                          <a:schemeClr val="bg1">
                            <a:lumMod val="10000"/>
                          </a:schemeClr>
                        </a:solidFill>
                      </a:endParaRPr>
                    </a:p>
                  </a:txBody>
                  <a:tcPr marL="74266" marR="74266" marT="0" marB="37157"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solidFill>
                      <a:schemeClr val="tx2"/>
                    </a:solid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0003"/>
                  </a:ext>
                </a:extLst>
              </a:tr>
              <a:tr h="210558">
                <a:tc grid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dirty="0">
                          <a:solidFill>
                            <a:schemeClr val="bg1">
                              <a:lumMod val="10000"/>
                            </a:schemeClr>
                          </a:solidFill>
                        </a:rPr>
                        <a:t>imm</a:t>
                      </a:r>
                      <a:r>
                        <a:rPr lang="es-ES" sz="1100" baseline="-25000" dirty="0">
                          <a:solidFill>
                            <a:schemeClr val="bg1">
                              <a:lumMod val="10000"/>
                            </a:schemeClr>
                          </a:solidFill>
                        </a:rPr>
                        <a:t>12,10:5</a:t>
                      </a:r>
                    </a:p>
                  </a:txBody>
                  <a:tcPr marL="74266" marR="74266" marT="0" marB="37157"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solidFill>
                      <a:schemeClr val="tx2"/>
                    </a:solid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gridSpan="5">
                  <a:txBody>
                    <a:bodyPr/>
                    <a:lstStyle/>
                    <a:p>
                      <a:pPr algn="ctr"/>
                      <a:r>
                        <a:rPr lang="es-ES" sz="1100" dirty="0">
                          <a:solidFill>
                            <a:schemeClr val="bg1">
                              <a:lumMod val="10000"/>
                            </a:schemeClr>
                          </a:solidFill>
                        </a:rPr>
                        <a:t>rs2</a:t>
                      </a:r>
                    </a:p>
                  </a:txBody>
                  <a:tcPr marL="74266" marR="74266" marT="0" marB="37157"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solidFill>
                      <a:schemeClr val="tx2"/>
                    </a:solid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gridSpan="5">
                  <a:txBody>
                    <a:bodyPr/>
                    <a:lstStyle/>
                    <a:p>
                      <a:pPr algn="ctr"/>
                      <a:r>
                        <a:rPr lang="es-ES" sz="1100" dirty="0">
                          <a:solidFill>
                            <a:schemeClr val="bg1">
                              <a:lumMod val="10000"/>
                            </a:schemeClr>
                          </a:solidFill>
                        </a:rPr>
                        <a:t>rs1</a:t>
                      </a:r>
                    </a:p>
                  </a:txBody>
                  <a:tcPr marL="74266" marR="74266" marT="0" marB="37157"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solidFill>
                      <a:schemeClr val="tx2"/>
                    </a:solid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gridSpan="3">
                  <a:txBody>
                    <a:bodyPr/>
                    <a:lstStyle/>
                    <a:p>
                      <a:pPr algn="ctr"/>
                      <a:r>
                        <a:rPr lang="es-ES" sz="1100" dirty="0">
                          <a:solidFill>
                            <a:schemeClr val="bg1">
                              <a:lumMod val="10000"/>
                            </a:schemeClr>
                          </a:solidFill>
                        </a:rPr>
                        <a:t>funct3</a:t>
                      </a:r>
                    </a:p>
                  </a:txBody>
                  <a:tcPr marL="74266" marR="74266" marT="0" marB="37157"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solidFill>
                      <a:schemeClr val="tx2"/>
                    </a:solid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grid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dirty="0">
                          <a:solidFill>
                            <a:schemeClr val="bg1">
                              <a:lumMod val="10000"/>
                            </a:schemeClr>
                          </a:solidFill>
                        </a:rPr>
                        <a:t>imm</a:t>
                      </a:r>
                      <a:r>
                        <a:rPr lang="es-ES" sz="1100" baseline="-25000" dirty="0">
                          <a:solidFill>
                            <a:schemeClr val="bg1">
                              <a:lumMod val="10000"/>
                            </a:schemeClr>
                          </a:solidFill>
                        </a:rPr>
                        <a:t>4:1,11</a:t>
                      </a:r>
                    </a:p>
                  </a:txBody>
                  <a:tcPr marL="74266" marR="74266" marT="0" marB="37157"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solidFill>
                      <a:schemeClr val="tx2"/>
                    </a:solid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gridSpan="7">
                  <a:txBody>
                    <a:bodyPr/>
                    <a:lstStyle/>
                    <a:p>
                      <a:pPr algn="ctr"/>
                      <a:r>
                        <a:rPr lang="es-ES" sz="1100" dirty="0" err="1">
                          <a:solidFill>
                            <a:schemeClr val="bg1">
                              <a:lumMod val="10000"/>
                            </a:schemeClr>
                          </a:solidFill>
                        </a:rPr>
                        <a:t>op</a:t>
                      </a:r>
                      <a:endParaRPr lang="es-ES" sz="1100" dirty="0">
                        <a:solidFill>
                          <a:schemeClr val="bg1">
                            <a:lumMod val="10000"/>
                          </a:schemeClr>
                        </a:solidFill>
                      </a:endParaRPr>
                    </a:p>
                  </a:txBody>
                  <a:tcPr marL="74266" marR="74266" marT="0" marB="37157"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solidFill>
                      <a:schemeClr val="tx2"/>
                    </a:solid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0004"/>
                  </a:ext>
                </a:extLst>
              </a:tr>
              <a:tr h="210558">
                <a:tc gridSpan="20">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dirty="0">
                          <a:solidFill>
                            <a:schemeClr val="bg1">
                              <a:lumMod val="10000"/>
                            </a:schemeClr>
                          </a:solidFill>
                        </a:rPr>
                        <a:t>imm</a:t>
                      </a:r>
                      <a:r>
                        <a:rPr lang="es-ES" sz="1100" baseline="-25000" dirty="0">
                          <a:solidFill>
                            <a:schemeClr val="bg1">
                              <a:lumMod val="10000"/>
                            </a:schemeClr>
                          </a:solidFill>
                        </a:rPr>
                        <a:t>20,10:1,11,19:12</a:t>
                      </a:r>
                    </a:p>
                  </a:txBody>
                  <a:tcPr marL="74266" marR="74266" marT="0" marB="37157"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solidFill>
                      <a:schemeClr val="tx2"/>
                    </a:solid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gridSpan="5">
                  <a:txBody>
                    <a:bodyPr/>
                    <a:lstStyle/>
                    <a:p>
                      <a:pPr algn="ctr"/>
                      <a:r>
                        <a:rPr lang="es-ES" sz="1100" dirty="0" err="1">
                          <a:solidFill>
                            <a:schemeClr val="bg1">
                              <a:lumMod val="10000"/>
                            </a:schemeClr>
                          </a:solidFill>
                        </a:rPr>
                        <a:t>rd</a:t>
                      </a:r>
                      <a:endParaRPr lang="es-ES" sz="1100" dirty="0">
                        <a:solidFill>
                          <a:schemeClr val="bg1">
                            <a:lumMod val="10000"/>
                          </a:schemeClr>
                        </a:solidFill>
                      </a:endParaRPr>
                    </a:p>
                  </a:txBody>
                  <a:tcPr marL="74266" marR="74266" marT="0" marB="37157"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solidFill>
                      <a:schemeClr val="tx2"/>
                    </a:solid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gridSpan="7">
                  <a:txBody>
                    <a:bodyPr/>
                    <a:lstStyle/>
                    <a:p>
                      <a:pPr algn="ctr"/>
                      <a:r>
                        <a:rPr lang="es-ES" sz="1100" dirty="0" err="1">
                          <a:solidFill>
                            <a:schemeClr val="bg1">
                              <a:lumMod val="10000"/>
                            </a:schemeClr>
                          </a:solidFill>
                        </a:rPr>
                        <a:t>op</a:t>
                      </a:r>
                      <a:endParaRPr lang="es-ES" sz="1100" dirty="0">
                        <a:solidFill>
                          <a:schemeClr val="bg1">
                            <a:lumMod val="10000"/>
                          </a:schemeClr>
                        </a:solidFill>
                      </a:endParaRPr>
                    </a:p>
                  </a:txBody>
                  <a:tcPr marL="74266" marR="74266" marT="0" marB="37157"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solidFill>
                      <a:schemeClr val="tx2"/>
                    </a:solid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aphicFrame>
        <p:nvGraphicFramePr>
          <p:cNvPr id="5" name="Tabla 4">
            <a:extLst>
              <a:ext uri="{FF2B5EF4-FFF2-40B4-BE49-F238E27FC236}">
                <a16:creationId xmlns:a16="http://schemas.microsoft.com/office/drawing/2014/main" id="{3701956E-AADE-4317-A994-8B6627801587}"/>
              </a:ext>
            </a:extLst>
          </p:cNvPr>
          <p:cNvGraphicFramePr>
            <a:graphicFrameLocks noGrp="1"/>
          </p:cNvGraphicFramePr>
          <p:nvPr/>
        </p:nvGraphicFramePr>
        <p:xfrm>
          <a:off x="7513596" y="2531801"/>
          <a:ext cx="1184799" cy="1215738"/>
        </p:xfrm>
        <a:graphic>
          <a:graphicData uri="http://schemas.openxmlformats.org/drawingml/2006/table">
            <a:tbl>
              <a:tblPr firstRow="1" bandRow="1">
                <a:tableStyleId>{073A0DAA-6AF3-43AB-8588-CEC1D06C72B9}</a:tableStyleId>
              </a:tblPr>
              <a:tblGrid>
                <a:gridCol w="169257">
                  <a:extLst>
                    <a:ext uri="{9D8B030D-6E8A-4147-A177-3AD203B41FA5}">
                      <a16:colId xmlns:a16="http://schemas.microsoft.com/office/drawing/2014/main" val="20000"/>
                    </a:ext>
                  </a:extLst>
                </a:gridCol>
                <a:gridCol w="169257">
                  <a:extLst>
                    <a:ext uri="{9D8B030D-6E8A-4147-A177-3AD203B41FA5}">
                      <a16:colId xmlns:a16="http://schemas.microsoft.com/office/drawing/2014/main" val="20001"/>
                    </a:ext>
                  </a:extLst>
                </a:gridCol>
                <a:gridCol w="169257">
                  <a:extLst>
                    <a:ext uri="{9D8B030D-6E8A-4147-A177-3AD203B41FA5}">
                      <a16:colId xmlns:a16="http://schemas.microsoft.com/office/drawing/2014/main" val="20002"/>
                    </a:ext>
                  </a:extLst>
                </a:gridCol>
                <a:gridCol w="169257">
                  <a:extLst>
                    <a:ext uri="{9D8B030D-6E8A-4147-A177-3AD203B41FA5}">
                      <a16:colId xmlns:a16="http://schemas.microsoft.com/office/drawing/2014/main" val="20003"/>
                    </a:ext>
                  </a:extLst>
                </a:gridCol>
                <a:gridCol w="169257">
                  <a:extLst>
                    <a:ext uri="{9D8B030D-6E8A-4147-A177-3AD203B41FA5}">
                      <a16:colId xmlns:a16="http://schemas.microsoft.com/office/drawing/2014/main" val="20004"/>
                    </a:ext>
                  </a:extLst>
                </a:gridCol>
                <a:gridCol w="169257">
                  <a:extLst>
                    <a:ext uri="{9D8B030D-6E8A-4147-A177-3AD203B41FA5}">
                      <a16:colId xmlns:a16="http://schemas.microsoft.com/office/drawing/2014/main" val="20005"/>
                    </a:ext>
                  </a:extLst>
                </a:gridCol>
                <a:gridCol w="169257">
                  <a:extLst>
                    <a:ext uri="{9D8B030D-6E8A-4147-A177-3AD203B41FA5}">
                      <a16:colId xmlns:a16="http://schemas.microsoft.com/office/drawing/2014/main" val="20006"/>
                    </a:ext>
                  </a:extLst>
                </a:gridCol>
              </a:tblGrid>
              <a:tr h="162948">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700" b="0" dirty="0">
                        <a:solidFill>
                          <a:schemeClr val="bg1">
                            <a:lumMod val="10000"/>
                          </a:schemeClr>
                        </a:solidFill>
                      </a:endParaRPr>
                    </a:p>
                  </a:txBody>
                  <a:tcPr marL="0" marR="0" marT="0" marB="0" anchor="b">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10558">
                <a:tc gridSpan="7">
                  <a:txBody>
                    <a:bodyPr/>
                    <a:lstStyle/>
                    <a:p>
                      <a:pPr algn="l"/>
                      <a:r>
                        <a:rPr lang="es-ES" sz="1100" dirty="0">
                          <a:solidFill>
                            <a:schemeClr val="accent2"/>
                          </a:solidFill>
                        </a:rPr>
                        <a:t>tipo-R</a:t>
                      </a:r>
                    </a:p>
                  </a:txBody>
                  <a:tcPr marL="74226" marR="74226" marT="0" marB="37157"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s-ES"/>
                    </a:p>
                  </a:txBody>
                  <a:tcP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a:p>
                  </a:txBody>
                  <a:tcP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a:p>
                  </a:txBody>
                  <a:tcP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a:p>
                  </a:txBody>
                  <a:tcP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dirty="0"/>
                    </a:p>
                  </a:txBody>
                  <a:tcP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dirty="0"/>
                    </a:p>
                  </a:txBody>
                  <a:tcP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0001"/>
                  </a:ext>
                </a:extLst>
              </a:tr>
              <a:tr h="210558">
                <a:tc gridSpan="7">
                  <a:txBody>
                    <a:bodyPr/>
                    <a:lstStyle/>
                    <a:p>
                      <a:pPr algn="l"/>
                      <a:r>
                        <a:rPr lang="es-ES" sz="1100" dirty="0">
                          <a:solidFill>
                            <a:schemeClr val="accent2"/>
                          </a:solidFill>
                        </a:rPr>
                        <a:t>tipo-I</a:t>
                      </a:r>
                    </a:p>
                  </a:txBody>
                  <a:tcPr marL="74226" marR="74226" marT="0" marB="37157"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0002"/>
                  </a:ext>
                </a:extLst>
              </a:tr>
              <a:tr h="210558">
                <a:tc gridSpan="7">
                  <a:txBody>
                    <a:bodyPr/>
                    <a:lstStyle/>
                    <a:p>
                      <a:pPr algn="l"/>
                      <a:r>
                        <a:rPr lang="es-ES" sz="1100" dirty="0">
                          <a:solidFill>
                            <a:schemeClr val="accent2"/>
                          </a:solidFill>
                        </a:rPr>
                        <a:t>tipo-S</a:t>
                      </a:r>
                    </a:p>
                  </a:txBody>
                  <a:tcPr marL="74226" marR="74226" marT="0" marB="37157"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0003"/>
                  </a:ext>
                </a:extLst>
              </a:tr>
              <a:tr h="210558">
                <a:tc gridSpan="7">
                  <a:txBody>
                    <a:bodyPr/>
                    <a:lstStyle/>
                    <a:p>
                      <a:pPr algn="l"/>
                      <a:r>
                        <a:rPr lang="es-ES" sz="1100" dirty="0">
                          <a:solidFill>
                            <a:schemeClr val="accent2"/>
                          </a:solidFill>
                        </a:rPr>
                        <a:t>tipo-B</a:t>
                      </a:r>
                    </a:p>
                  </a:txBody>
                  <a:tcPr marL="74226" marR="74226" marT="0" marB="37157"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0004"/>
                  </a:ext>
                </a:extLst>
              </a:tr>
              <a:tr h="210558">
                <a:tc gridSpan="7">
                  <a:txBody>
                    <a:bodyPr/>
                    <a:lstStyle/>
                    <a:p>
                      <a:pPr algn="l"/>
                      <a:r>
                        <a:rPr lang="es-ES" sz="1100" dirty="0">
                          <a:solidFill>
                            <a:schemeClr val="accent2"/>
                          </a:solidFill>
                        </a:rPr>
                        <a:t>tipo-J</a:t>
                      </a:r>
                    </a:p>
                  </a:txBody>
                  <a:tcPr marL="74226" marR="74226" marT="0" marB="37157"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tc hMerge="1">
                  <a:txBody>
                    <a:bodyPr/>
                    <a:lstStyle/>
                    <a:p>
                      <a:endParaRPr lang="es-ES" sz="1400" dirty="0"/>
                    </a:p>
                  </a:txBody>
                  <a:tcPr marT="0" anchor="ctr">
                    <a:lnL w="6350" cap="flat" cmpd="sng" algn="ctr">
                      <a:solidFill>
                        <a:schemeClr val="bg1">
                          <a:lumMod val="10000"/>
                        </a:schemeClr>
                      </a:solidFill>
                      <a:prstDash val="solid"/>
                      <a:round/>
                      <a:headEnd type="none" w="med" len="med"/>
                      <a:tailEnd type="none" w="med" len="med"/>
                    </a:lnL>
                    <a:lnR w="6350" cap="flat" cmpd="sng" algn="ctr">
                      <a:solidFill>
                        <a:schemeClr val="bg1">
                          <a:lumMod val="10000"/>
                        </a:schemeClr>
                      </a:solidFill>
                      <a:prstDash val="solid"/>
                      <a:round/>
                      <a:headEnd type="none" w="med" len="med"/>
                      <a:tailEnd type="none" w="med" len="med"/>
                    </a:lnR>
                    <a:lnT w="6350" cap="flat" cmpd="sng" algn="ctr">
                      <a:solidFill>
                        <a:schemeClr val="bg1">
                          <a:lumMod val="10000"/>
                        </a:schemeClr>
                      </a:solidFill>
                      <a:prstDash val="solid"/>
                      <a:round/>
                      <a:headEnd type="none" w="med" len="med"/>
                      <a:tailEnd type="none" w="med" len="med"/>
                    </a:lnT>
                    <a:lnB w="635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aphicFrame>
        <p:nvGraphicFramePr>
          <p:cNvPr id="6" name="Marcador de contenido 5">
            <a:extLst>
              <a:ext uri="{FF2B5EF4-FFF2-40B4-BE49-F238E27FC236}">
                <a16:creationId xmlns:a16="http://schemas.microsoft.com/office/drawing/2014/main" id="{A3ACE66A-804A-4FA9-8AEE-FE1E1B03F5A4}"/>
              </a:ext>
            </a:extLst>
          </p:cNvPr>
          <p:cNvGraphicFramePr>
            <a:graphicFrameLocks/>
          </p:cNvGraphicFramePr>
          <p:nvPr/>
        </p:nvGraphicFramePr>
        <p:xfrm>
          <a:off x="1505813" y="3839073"/>
          <a:ext cx="7008217" cy="2945880"/>
        </p:xfrm>
        <a:graphic>
          <a:graphicData uri="http://schemas.openxmlformats.org/drawingml/2006/table">
            <a:tbl>
              <a:tblPr firstRow="1" bandRow="1">
                <a:tableStyleId>{2D5ABB26-0587-4C30-8999-92F81FD0307C}</a:tableStyleId>
              </a:tblPr>
              <a:tblGrid>
                <a:gridCol w="973351">
                  <a:extLst>
                    <a:ext uri="{9D8B030D-6E8A-4147-A177-3AD203B41FA5}">
                      <a16:colId xmlns:a16="http://schemas.microsoft.com/office/drawing/2014/main" val="20000"/>
                    </a:ext>
                  </a:extLst>
                </a:gridCol>
                <a:gridCol w="534018">
                  <a:extLst>
                    <a:ext uri="{9D8B030D-6E8A-4147-A177-3AD203B41FA5}">
                      <a16:colId xmlns:a16="http://schemas.microsoft.com/office/drawing/2014/main" val="20001"/>
                    </a:ext>
                  </a:extLst>
                </a:gridCol>
                <a:gridCol w="1833616">
                  <a:extLst>
                    <a:ext uri="{9D8B030D-6E8A-4147-A177-3AD203B41FA5}">
                      <a16:colId xmlns:a16="http://schemas.microsoft.com/office/drawing/2014/main" val="20002"/>
                    </a:ext>
                  </a:extLst>
                </a:gridCol>
                <a:gridCol w="1833616">
                  <a:extLst>
                    <a:ext uri="{9D8B030D-6E8A-4147-A177-3AD203B41FA5}">
                      <a16:colId xmlns:a16="http://schemas.microsoft.com/office/drawing/2014/main" val="20003"/>
                    </a:ext>
                  </a:extLst>
                </a:gridCol>
                <a:gridCol w="1833616">
                  <a:extLst>
                    <a:ext uri="{9D8B030D-6E8A-4147-A177-3AD203B41FA5}">
                      <a16:colId xmlns:a16="http://schemas.microsoft.com/office/drawing/2014/main" val="20004"/>
                    </a:ext>
                  </a:extLst>
                </a:gridCol>
              </a:tblGrid>
              <a:tr h="210420">
                <a:tc>
                  <a:txBody>
                    <a:bodyPr/>
                    <a:lstStyle/>
                    <a:p>
                      <a:pPr algn="ctr"/>
                      <a:r>
                        <a:rPr lang="es-ES" sz="1100" b="1" i="0" dirty="0">
                          <a:solidFill>
                            <a:schemeClr val="bg1">
                              <a:lumMod val="10000"/>
                            </a:schemeClr>
                          </a:solidFill>
                          <a:latin typeface="+mn-lt"/>
                          <a:cs typeface="Courier New" panose="02070309020205020404" pitchFamily="49" charset="0"/>
                        </a:rPr>
                        <a:t>Instrucción</a:t>
                      </a:r>
                    </a:p>
                  </a:txBody>
                  <a:tcPr marL="74250" marR="74250" marT="0" marB="37133">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tx1"/>
                    </a:solidFill>
                  </a:tcPr>
                </a:tc>
                <a:tc>
                  <a:txBody>
                    <a:bodyPr/>
                    <a:lstStyle/>
                    <a:p>
                      <a:pPr algn="ctr"/>
                      <a:r>
                        <a:rPr lang="es-ES" sz="1100" b="1" i="0" dirty="0">
                          <a:solidFill>
                            <a:schemeClr val="bg1">
                              <a:lumMod val="10000"/>
                            </a:schemeClr>
                          </a:solidFill>
                          <a:latin typeface="+mn-lt"/>
                          <a:cs typeface="Courier New" panose="02070309020205020404" pitchFamily="49" charset="0"/>
                        </a:rPr>
                        <a:t>Tipo</a:t>
                      </a:r>
                    </a:p>
                  </a:txBody>
                  <a:tcPr marL="74250" marR="74250" marT="0" marB="37133">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tx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1100" b="1" dirty="0">
                          <a:solidFill>
                            <a:schemeClr val="bg1">
                              <a:lumMod val="10000"/>
                            </a:schemeClr>
                          </a:solidFill>
                          <a:latin typeface="+mn-lt"/>
                        </a:rPr>
                        <a:t>funct7 (31:25)</a:t>
                      </a:r>
                    </a:p>
                  </a:txBody>
                  <a:tcPr marL="74250" marR="74250" marT="0" marB="37133">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tx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1100" b="1" dirty="0">
                          <a:solidFill>
                            <a:schemeClr val="bg1">
                              <a:lumMod val="10000"/>
                            </a:schemeClr>
                          </a:solidFill>
                          <a:latin typeface="+mn-lt"/>
                        </a:rPr>
                        <a:t>funct3 (14:12)</a:t>
                      </a:r>
                    </a:p>
                  </a:txBody>
                  <a:tcPr marL="74250" marR="74250" marT="0" marB="37133">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tx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1100" b="1" dirty="0" err="1">
                          <a:solidFill>
                            <a:schemeClr val="bg1">
                              <a:lumMod val="10000"/>
                            </a:schemeClr>
                          </a:solidFill>
                          <a:latin typeface="+mn-lt"/>
                        </a:rPr>
                        <a:t>op</a:t>
                      </a:r>
                      <a:r>
                        <a:rPr lang="es-ES" sz="1100" b="1" dirty="0">
                          <a:solidFill>
                            <a:schemeClr val="bg1">
                              <a:lumMod val="10000"/>
                            </a:schemeClr>
                          </a:solidFill>
                          <a:latin typeface="+mn-lt"/>
                        </a:rPr>
                        <a:t> (6:0)</a:t>
                      </a:r>
                    </a:p>
                  </a:txBody>
                  <a:tcPr marL="74250" marR="74250" marT="0" marB="37133">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210420">
                <a:tc>
                  <a:txBody>
                    <a:bodyPr/>
                    <a:lstStyle/>
                    <a:p>
                      <a:pPr algn="ctr"/>
                      <a:r>
                        <a:rPr lang="es-ES" sz="1100" b="1" i="0" dirty="0" err="1">
                          <a:solidFill>
                            <a:schemeClr val="accent2"/>
                          </a:solidFill>
                          <a:latin typeface="Courier New" panose="02070309020205020404" pitchFamily="49" charset="0"/>
                          <a:cs typeface="Courier New" panose="02070309020205020404" pitchFamily="49" charset="0"/>
                        </a:rPr>
                        <a:t>lw</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0" marR="74250" marT="0" marB="37133">
                    <a:lnT w="6350" cap="flat" cmpd="sng" algn="ctr">
                      <a:solidFill>
                        <a:schemeClr val="accent2"/>
                      </a:solidFill>
                      <a:prstDash val="solid"/>
                      <a:round/>
                      <a:headEnd type="none" w="med" len="med"/>
                      <a:tailEnd type="none" w="med" len="med"/>
                    </a:lnT>
                    <a:solidFill>
                      <a:schemeClr val="accent2">
                        <a:lumMod val="20000"/>
                        <a:lumOff val="80000"/>
                      </a:schemeClr>
                    </a:solidFill>
                  </a:tcPr>
                </a:tc>
                <a:tc>
                  <a:txBody>
                    <a:bodyPr/>
                    <a:lstStyle/>
                    <a:p>
                      <a:pPr algn="ctr"/>
                      <a:r>
                        <a:rPr lang="es-ES" sz="1100" b="0" i="0" dirty="0">
                          <a:solidFill>
                            <a:schemeClr val="bg1">
                              <a:lumMod val="10000"/>
                            </a:schemeClr>
                          </a:solidFill>
                          <a:latin typeface="+mn-lt"/>
                          <a:cs typeface="Courier New" panose="02070309020205020404" pitchFamily="49" charset="0"/>
                        </a:rPr>
                        <a:t>I</a:t>
                      </a:r>
                    </a:p>
                  </a:txBody>
                  <a:tcPr marL="74250" marR="74250" marT="0" marB="37133">
                    <a:lnT w="6350" cap="flat" cmpd="sng" algn="ctr">
                      <a:solidFill>
                        <a:schemeClr val="accent2"/>
                      </a:solidFill>
                      <a:prstDash val="solid"/>
                      <a:round/>
                      <a:headEnd type="none" w="med" len="med"/>
                      <a:tailEnd type="none" w="med" len="med"/>
                    </a:lnT>
                    <a:solidFill>
                      <a:schemeClr val="accent2">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1100" b="1" i="0" dirty="0">
                          <a:solidFill>
                            <a:schemeClr val="bg1">
                              <a:lumMod val="10000"/>
                            </a:schemeClr>
                          </a:solidFill>
                          <a:latin typeface="Courier New" panose="02070309020205020404" pitchFamily="49" charset="0"/>
                          <a:cs typeface="Courier New" panose="02070309020205020404" pitchFamily="49" charset="0"/>
                        </a:rPr>
                        <a:t>-</a:t>
                      </a:r>
                    </a:p>
                  </a:txBody>
                  <a:tcPr marL="74250" marR="74250" marT="0" marB="37133">
                    <a:lnT w="6350" cap="flat" cmpd="sng" algn="ctr">
                      <a:solidFill>
                        <a:schemeClr val="accent2"/>
                      </a:solidFill>
                      <a:prstDash val="solid"/>
                      <a:round/>
                      <a:headEnd type="none" w="med" len="med"/>
                      <a:tailEnd type="none" w="med" len="med"/>
                    </a:lnT>
                    <a:solidFill>
                      <a:schemeClr val="accent2">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1100" b="1" i="0" dirty="0">
                          <a:solidFill>
                            <a:schemeClr val="bg1">
                              <a:lumMod val="10000"/>
                            </a:schemeClr>
                          </a:solidFill>
                          <a:latin typeface="Courier New" panose="02070309020205020404" pitchFamily="49" charset="0"/>
                          <a:cs typeface="Courier New" panose="02070309020205020404" pitchFamily="49" charset="0"/>
                        </a:rPr>
                        <a:t>010</a:t>
                      </a:r>
                    </a:p>
                  </a:txBody>
                  <a:tcPr marL="74250" marR="74250" marT="0" marB="37133">
                    <a:lnT w="6350" cap="flat" cmpd="sng" algn="ctr">
                      <a:solidFill>
                        <a:schemeClr val="accent2"/>
                      </a:solidFill>
                      <a:prstDash val="solid"/>
                      <a:round/>
                      <a:headEnd type="none" w="med" len="med"/>
                      <a:tailEnd type="none" w="med" len="med"/>
                    </a:lnT>
                    <a:solidFill>
                      <a:schemeClr val="accent2">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1100" b="1" i="0" dirty="0">
                          <a:solidFill>
                            <a:schemeClr val="bg1">
                              <a:lumMod val="10000"/>
                            </a:schemeClr>
                          </a:solidFill>
                          <a:latin typeface="Courier New" panose="02070309020205020404" pitchFamily="49" charset="0"/>
                          <a:cs typeface="Courier New" panose="02070309020205020404" pitchFamily="49" charset="0"/>
                        </a:rPr>
                        <a:t>0000011</a:t>
                      </a:r>
                    </a:p>
                  </a:txBody>
                  <a:tcPr marL="74250" marR="74250" marT="0" marB="37133">
                    <a:lnT w="6350" cap="flat" cmpd="sng" algn="ctr">
                      <a:solidFill>
                        <a:schemeClr val="accent2"/>
                      </a:solidFill>
                      <a:prstDash val="solid"/>
                      <a:round/>
                      <a:headEnd type="none" w="med" len="med"/>
                      <a:tailEnd type="none" w="med" len="med"/>
                    </a:lnT>
                    <a:solidFill>
                      <a:schemeClr val="accent2">
                        <a:lumMod val="20000"/>
                        <a:lumOff val="80000"/>
                      </a:schemeClr>
                    </a:solidFill>
                  </a:tcPr>
                </a:tc>
                <a:extLst>
                  <a:ext uri="{0D108BD9-81ED-4DB2-BD59-A6C34878D82A}">
                    <a16:rowId xmlns:a16="http://schemas.microsoft.com/office/drawing/2014/main" val="10001"/>
                  </a:ext>
                </a:extLst>
              </a:tr>
              <a:tr h="210420">
                <a:tc>
                  <a:txBody>
                    <a:bodyPr/>
                    <a:lstStyle/>
                    <a:p>
                      <a:pPr algn="ctr"/>
                      <a:r>
                        <a:rPr lang="es-ES" sz="1100" b="1" i="0" dirty="0" err="1">
                          <a:solidFill>
                            <a:schemeClr val="accent2"/>
                          </a:solidFill>
                          <a:latin typeface="Courier New" panose="02070309020205020404" pitchFamily="49" charset="0"/>
                          <a:cs typeface="Courier New" panose="02070309020205020404" pitchFamily="49" charset="0"/>
                        </a:rPr>
                        <a:t>sw</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0" marR="74250" marT="0" marB="37133">
                    <a:lnB w="6350" cap="flat" cmpd="sng" algn="ctr">
                      <a:solidFill>
                        <a:srgbClr val="C00000"/>
                      </a:solidFill>
                      <a:prstDash val="sysDash"/>
                      <a:round/>
                      <a:headEnd type="none" w="med" len="med"/>
                      <a:tailEnd type="none" w="med" len="med"/>
                    </a:lnB>
                  </a:tcPr>
                </a:tc>
                <a:tc>
                  <a:txBody>
                    <a:bodyPr/>
                    <a:lstStyle/>
                    <a:p>
                      <a:pPr algn="ctr"/>
                      <a:r>
                        <a:rPr lang="es-ES" sz="1100" b="0" i="0" dirty="0">
                          <a:solidFill>
                            <a:schemeClr val="bg1">
                              <a:lumMod val="10000"/>
                            </a:schemeClr>
                          </a:solidFill>
                          <a:latin typeface="+mn-lt"/>
                          <a:cs typeface="Courier New" panose="02070309020205020404" pitchFamily="49" charset="0"/>
                        </a:rPr>
                        <a:t>S</a:t>
                      </a:r>
                    </a:p>
                  </a:txBody>
                  <a:tcPr marL="74250" marR="74250" marT="0" marB="37133">
                    <a:lnB w="6350" cap="flat" cmpd="sng" algn="ctr">
                      <a:solidFill>
                        <a:srgbClr val="C00000"/>
                      </a:solidFill>
                      <a:prstDash val="sysDash"/>
                      <a:round/>
                      <a:headEnd type="none" w="med" len="med"/>
                      <a:tailEnd type="none" w="med" len="med"/>
                    </a:lnB>
                  </a:tcPr>
                </a:tc>
                <a:tc>
                  <a:txBody>
                    <a:bodyPr/>
                    <a:lstStyle/>
                    <a:p>
                      <a:pPr algn="ctr"/>
                      <a:r>
                        <a:rPr lang="es-ES" sz="1100" b="1" i="0" dirty="0">
                          <a:solidFill>
                            <a:schemeClr val="bg1">
                              <a:lumMod val="10000"/>
                            </a:schemeClr>
                          </a:solidFill>
                          <a:latin typeface="Courier New" panose="02070309020205020404" pitchFamily="49" charset="0"/>
                          <a:cs typeface="Courier New" panose="02070309020205020404" pitchFamily="49" charset="0"/>
                        </a:rPr>
                        <a:t>-</a:t>
                      </a:r>
                    </a:p>
                  </a:txBody>
                  <a:tcPr marL="74250" marR="74250" marT="0" marB="37133">
                    <a:lnB w="6350" cap="flat" cmpd="sng" algn="ctr">
                      <a:solidFill>
                        <a:srgbClr val="C00000"/>
                      </a:solidFill>
                      <a:prstDash val="sysDash"/>
                      <a:round/>
                      <a:headEnd type="none" w="med" len="med"/>
                      <a:tailEnd type="none" w="med" len="med"/>
                    </a:lnB>
                  </a:tcPr>
                </a:tc>
                <a:tc>
                  <a:txBody>
                    <a:bodyPr/>
                    <a:lstStyle/>
                    <a:p>
                      <a:pPr algn="ctr"/>
                      <a:r>
                        <a:rPr lang="es-ES" sz="1100" b="1" i="0" dirty="0">
                          <a:solidFill>
                            <a:schemeClr val="bg1">
                              <a:lumMod val="10000"/>
                            </a:schemeClr>
                          </a:solidFill>
                          <a:latin typeface="Courier New" panose="02070309020205020404" pitchFamily="49" charset="0"/>
                          <a:cs typeface="Courier New" panose="02070309020205020404" pitchFamily="49" charset="0"/>
                        </a:rPr>
                        <a:t>010</a:t>
                      </a:r>
                    </a:p>
                  </a:txBody>
                  <a:tcPr marL="74250" marR="74250" marT="0" marB="37133">
                    <a:lnB w="6350" cap="flat" cmpd="sng" algn="ctr">
                      <a:solidFill>
                        <a:srgbClr val="C00000"/>
                      </a:solidFill>
                      <a:prstDash val="sysDash"/>
                      <a:round/>
                      <a:headEnd type="none" w="med" len="med"/>
                      <a:tailEnd type="none" w="med" len="med"/>
                    </a:lnB>
                  </a:tcPr>
                </a:tc>
                <a:tc>
                  <a:txBody>
                    <a:bodyPr/>
                    <a:lstStyle/>
                    <a:p>
                      <a:pPr algn="ctr"/>
                      <a:r>
                        <a:rPr lang="es-ES" sz="1100" b="1" i="0" dirty="0">
                          <a:solidFill>
                            <a:schemeClr val="bg1">
                              <a:lumMod val="10000"/>
                            </a:schemeClr>
                          </a:solidFill>
                          <a:latin typeface="Courier New" panose="02070309020205020404" pitchFamily="49" charset="0"/>
                          <a:cs typeface="Courier New" panose="02070309020205020404" pitchFamily="49" charset="0"/>
                        </a:rPr>
                        <a:t>0100011</a:t>
                      </a:r>
                    </a:p>
                  </a:txBody>
                  <a:tcPr marL="74250" marR="74250" marT="0" marB="37133">
                    <a:lnB w="6350" cap="flat" cmpd="sng" algn="ctr">
                      <a:solidFill>
                        <a:srgbClr val="C00000"/>
                      </a:solidFill>
                      <a:prstDash val="sysDash"/>
                      <a:round/>
                      <a:headEnd type="none" w="med" len="med"/>
                      <a:tailEnd type="none" w="med" len="med"/>
                    </a:lnB>
                  </a:tcPr>
                </a:tc>
                <a:extLst>
                  <a:ext uri="{0D108BD9-81ED-4DB2-BD59-A6C34878D82A}">
                    <a16:rowId xmlns:a16="http://schemas.microsoft.com/office/drawing/2014/main" val="10002"/>
                  </a:ext>
                </a:extLst>
              </a:tr>
              <a:tr h="210420">
                <a:tc>
                  <a:txBody>
                    <a:bodyPr/>
                    <a:lstStyle/>
                    <a:p>
                      <a:pPr algn="ctr"/>
                      <a:r>
                        <a:rPr lang="es-ES" sz="1100" b="1" i="0" dirty="0" err="1">
                          <a:solidFill>
                            <a:schemeClr val="accent2"/>
                          </a:solidFill>
                          <a:latin typeface="Courier New" panose="02070309020205020404" pitchFamily="49" charset="0"/>
                          <a:cs typeface="Courier New" panose="02070309020205020404" pitchFamily="49" charset="0"/>
                        </a:rPr>
                        <a:t>add</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0" marR="74250" marT="0" marB="37133">
                    <a:lnT w="6350" cap="flat" cmpd="sng" algn="ctr">
                      <a:solidFill>
                        <a:srgbClr val="C00000"/>
                      </a:solidFill>
                      <a:prstDash val="sysDash"/>
                      <a:round/>
                      <a:headEnd type="none" w="med" len="med"/>
                      <a:tailEnd type="none" w="med" len="med"/>
                    </a:lnT>
                    <a:solidFill>
                      <a:schemeClr val="accent2">
                        <a:lumMod val="20000"/>
                        <a:lumOff val="80000"/>
                      </a:schemeClr>
                    </a:solidFill>
                  </a:tcPr>
                </a:tc>
                <a:tc>
                  <a:txBody>
                    <a:bodyPr/>
                    <a:lstStyle/>
                    <a:p>
                      <a:pPr algn="ctr"/>
                      <a:r>
                        <a:rPr lang="es-ES" sz="1100" b="0" i="0" dirty="0">
                          <a:solidFill>
                            <a:schemeClr val="bg1">
                              <a:lumMod val="10000"/>
                            </a:schemeClr>
                          </a:solidFill>
                          <a:latin typeface="+mn-lt"/>
                          <a:cs typeface="Courier New" panose="02070309020205020404" pitchFamily="49" charset="0"/>
                        </a:rPr>
                        <a:t>R</a:t>
                      </a:r>
                    </a:p>
                  </a:txBody>
                  <a:tcPr marL="74250" marR="74250" marT="0" marB="37133">
                    <a:lnT w="6350" cap="flat" cmpd="sng" algn="ctr">
                      <a:solidFill>
                        <a:srgbClr val="C00000"/>
                      </a:solidFill>
                      <a:prstDash val="sysDash"/>
                      <a:round/>
                      <a:headEnd type="none" w="med" len="med"/>
                      <a:tailEnd type="none" w="med" len="med"/>
                    </a:lnT>
                    <a:solidFill>
                      <a:schemeClr val="accent2">
                        <a:lumMod val="20000"/>
                        <a:lumOff val="80000"/>
                      </a:schemeClr>
                    </a:solidFill>
                  </a:tcPr>
                </a:tc>
                <a:tc>
                  <a:txBody>
                    <a:bodyPr/>
                    <a:lstStyle/>
                    <a:p>
                      <a:pPr algn="ctr"/>
                      <a:r>
                        <a:rPr lang="es-ES" sz="1100" b="1" i="0" dirty="0">
                          <a:solidFill>
                            <a:schemeClr val="bg1">
                              <a:lumMod val="10000"/>
                            </a:schemeClr>
                          </a:solidFill>
                          <a:latin typeface="Courier New" panose="02070309020205020404" pitchFamily="49" charset="0"/>
                          <a:cs typeface="Courier New" panose="02070309020205020404" pitchFamily="49" charset="0"/>
                        </a:rPr>
                        <a:t>0000000</a:t>
                      </a:r>
                    </a:p>
                  </a:txBody>
                  <a:tcPr marL="74250" marR="74250" marT="0" marB="37133">
                    <a:lnT w="6350" cap="flat" cmpd="sng" algn="ctr">
                      <a:solidFill>
                        <a:srgbClr val="C00000"/>
                      </a:solidFill>
                      <a:prstDash val="sysDash"/>
                      <a:round/>
                      <a:headEnd type="none" w="med" len="med"/>
                      <a:tailEnd type="none" w="med" len="med"/>
                    </a:lnT>
                    <a:solidFill>
                      <a:schemeClr val="accent2">
                        <a:lumMod val="20000"/>
                        <a:lumOff val="80000"/>
                      </a:schemeClr>
                    </a:solidFill>
                  </a:tcPr>
                </a:tc>
                <a:tc>
                  <a:txBody>
                    <a:bodyPr/>
                    <a:lstStyle/>
                    <a:p>
                      <a:pPr algn="ctr"/>
                      <a:r>
                        <a:rPr lang="es-ES" sz="1100" b="1" i="0" dirty="0">
                          <a:solidFill>
                            <a:schemeClr val="bg1">
                              <a:lumMod val="10000"/>
                            </a:schemeClr>
                          </a:solidFill>
                          <a:latin typeface="Courier New" panose="02070309020205020404" pitchFamily="49" charset="0"/>
                          <a:cs typeface="Courier New" panose="02070309020205020404" pitchFamily="49" charset="0"/>
                        </a:rPr>
                        <a:t>000</a:t>
                      </a:r>
                    </a:p>
                  </a:txBody>
                  <a:tcPr marL="74250" marR="74250" marT="0" marB="37133">
                    <a:lnT w="6350" cap="flat" cmpd="sng" algn="ctr">
                      <a:solidFill>
                        <a:srgbClr val="C00000"/>
                      </a:solidFill>
                      <a:prstDash val="sysDash"/>
                      <a:round/>
                      <a:headEnd type="none" w="med" len="med"/>
                      <a:tailEnd type="none" w="med" len="med"/>
                    </a:lnT>
                    <a:solidFill>
                      <a:schemeClr val="accent2">
                        <a:lumMod val="20000"/>
                        <a:lumOff val="80000"/>
                      </a:schemeClr>
                    </a:solidFill>
                  </a:tcPr>
                </a:tc>
                <a:tc rowSpan="5">
                  <a:txBody>
                    <a:bodyPr/>
                    <a:lstStyle/>
                    <a:p>
                      <a:pPr algn="ctr"/>
                      <a:r>
                        <a:rPr lang="es-ES" sz="1100" b="1" i="0" dirty="0">
                          <a:solidFill>
                            <a:schemeClr val="bg1">
                              <a:lumMod val="10000"/>
                            </a:schemeClr>
                          </a:solidFill>
                          <a:latin typeface="Courier New" panose="02070309020205020404" pitchFamily="49" charset="0"/>
                          <a:cs typeface="Courier New" panose="02070309020205020404" pitchFamily="49" charset="0"/>
                        </a:rPr>
                        <a:t>0110011</a:t>
                      </a:r>
                    </a:p>
                  </a:txBody>
                  <a:tcPr marL="74250" marR="74250" marT="0" marB="37133" anchor="ctr">
                    <a:lnT w="6350" cap="flat" cmpd="sng" algn="ctr">
                      <a:solidFill>
                        <a:srgbClr val="C00000"/>
                      </a:solidFill>
                      <a:prstDash val="sysDash"/>
                      <a:round/>
                      <a:headEnd type="none" w="med" len="med"/>
                      <a:tailEnd type="none" w="med" len="med"/>
                    </a:lnT>
                    <a:lnB w="6350" cap="flat" cmpd="sng" algn="ctr">
                      <a:solidFill>
                        <a:srgbClr val="C00000"/>
                      </a:solidFill>
                      <a:prstDash val="sysDash"/>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3"/>
                  </a:ext>
                </a:extLst>
              </a:tr>
              <a:tr h="2104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b="1" i="0" dirty="0">
                          <a:solidFill>
                            <a:schemeClr val="accent2"/>
                          </a:solidFill>
                          <a:latin typeface="Courier New" panose="02070309020205020404" pitchFamily="49" charset="0"/>
                          <a:cs typeface="Courier New" panose="02070309020205020404" pitchFamily="49" charset="0"/>
                        </a:rPr>
                        <a:t>sub</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0" marR="74250" marT="0" marB="37133">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b="0" i="0" dirty="0">
                          <a:solidFill>
                            <a:schemeClr val="bg1">
                              <a:lumMod val="10000"/>
                            </a:schemeClr>
                          </a:solidFill>
                          <a:latin typeface="+mn-lt"/>
                          <a:cs typeface="Courier New" panose="02070309020205020404" pitchFamily="49" charset="0"/>
                        </a:rPr>
                        <a:t>R</a:t>
                      </a:r>
                    </a:p>
                  </a:txBody>
                  <a:tcPr marL="74250" marR="74250" marT="0" marB="37133">
                    <a:lnB w="12700" cap="flat" cmpd="sng" algn="ctr">
                      <a:noFill/>
                      <a:prstDash val="solid"/>
                      <a:round/>
                      <a:headEnd type="none" w="med" len="med"/>
                      <a:tailEnd type="none" w="med" len="med"/>
                    </a:lnB>
                  </a:tcPr>
                </a:tc>
                <a:tc>
                  <a:txBody>
                    <a:bodyPr/>
                    <a:lstStyle/>
                    <a:p>
                      <a:pPr algn="ctr"/>
                      <a:r>
                        <a:rPr lang="es-ES" sz="1100" b="1" i="0" dirty="0">
                          <a:solidFill>
                            <a:schemeClr val="bg1">
                              <a:lumMod val="10000"/>
                            </a:schemeClr>
                          </a:solidFill>
                          <a:latin typeface="Courier New" panose="02070309020205020404" pitchFamily="49" charset="0"/>
                          <a:cs typeface="Courier New" panose="02070309020205020404" pitchFamily="49" charset="0"/>
                        </a:rPr>
                        <a:t>0100000</a:t>
                      </a:r>
                    </a:p>
                  </a:txBody>
                  <a:tcPr marL="74250" marR="74250" marT="0" marB="37133">
                    <a:lnB w="12700" cap="flat" cmpd="sng" algn="ctr">
                      <a:noFill/>
                      <a:prstDash val="solid"/>
                      <a:round/>
                      <a:headEnd type="none" w="med" len="med"/>
                      <a:tailEnd type="none" w="med" len="med"/>
                    </a:lnB>
                  </a:tcPr>
                </a:tc>
                <a:tc>
                  <a:txBody>
                    <a:bodyPr/>
                    <a:lstStyle/>
                    <a:p>
                      <a:pPr algn="ctr"/>
                      <a:r>
                        <a:rPr lang="es-ES" sz="1100" b="1" i="0" dirty="0">
                          <a:solidFill>
                            <a:schemeClr val="bg1">
                              <a:lumMod val="10000"/>
                            </a:schemeClr>
                          </a:solidFill>
                          <a:latin typeface="Courier New" panose="02070309020205020404" pitchFamily="49" charset="0"/>
                          <a:cs typeface="Courier New" panose="02070309020205020404" pitchFamily="49" charset="0"/>
                        </a:rPr>
                        <a:t>000</a:t>
                      </a:r>
                    </a:p>
                  </a:txBody>
                  <a:tcPr marL="74250" marR="74250" marT="0" marB="37133">
                    <a:lnB w="12700" cap="flat" cmpd="sng" algn="ctr">
                      <a:noFill/>
                      <a:prstDash val="solid"/>
                      <a:round/>
                      <a:headEnd type="none" w="med" len="med"/>
                      <a:tailEnd type="none" w="med" len="med"/>
                    </a:lnB>
                  </a:tcPr>
                </a:tc>
                <a:tc vMerge="1">
                  <a:txBody>
                    <a:bodyPr/>
                    <a:lstStyle/>
                    <a:p>
                      <a:pPr algn="ctr"/>
                      <a:endParaRPr lang="es-ES" sz="1600" b="1" i="0" dirty="0">
                        <a:solidFill>
                          <a:schemeClr val="bg1">
                            <a:lumMod val="10000"/>
                          </a:schemeClr>
                        </a:solidFill>
                        <a:latin typeface="Courier New" panose="02070309020205020404" pitchFamily="49" charset="0"/>
                        <a:cs typeface="Courier New" panose="02070309020205020404" pitchFamily="49" charset="0"/>
                      </a:endParaRPr>
                    </a:p>
                  </a:txBody>
                  <a:tcPr marT="0">
                    <a:lnB w="12700" cap="flat" cmpd="sng" algn="ctr">
                      <a:noFill/>
                      <a:prstDash val="solid"/>
                      <a:round/>
                      <a:headEnd type="none" w="med" len="med"/>
                      <a:tailEnd type="none" w="med" len="med"/>
                    </a:lnB>
                  </a:tcPr>
                </a:tc>
                <a:extLst>
                  <a:ext uri="{0D108BD9-81ED-4DB2-BD59-A6C34878D82A}">
                    <a16:rowId xmlns:a16="http://schemas.microsoft.com/office/drawing/2014/main" val="10004"/>
                  </a:ext>
                </a:extLst>
              </a:tr>
              <a:tr h="210420">
                <a:tc>
                  <a:txBody>
                    <a:bodyPr/>
                    <a:lstStyle/>
                    <a:p>
                      <a:pPr algn="ctr"/>
                      <a:r>
                        <a:rPr lang="es-ES" sz="1100" b="1" i="0" dirty="0">
                          <a:solidFill>
                            <a:schemeClr val="accent2"/>
                          </a:solidFill>
                          <a:latin typeface="Courier New" panose="02070309020205020404" pitchFamily="49" charset="0"/>
                          <a:cs typeface="Courier New" panose="02070309020205020404" pitchFamily="49" charset="0"/>
                        </a:rPr>
                        <a:t>and</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0" marR="74250" marT="0" marB="37133">
                    <a:lnT w="12700" cap="flat" cmpd="sng" algn="ctr">
                      <a:noFill/>
                      <a:prstDash val="solid"/>
                      <a:round/>
                      <a:headEnd type="none" w="med" len="med"/>
                      <a:tailEnd type="none" w="med" len="med"/>
                    </a:lnT>
                    <a:solidFill>
                      <a:schemeClr val="accent2">
                        <a:lumMod val="20000"/>
                        <a:lumOff val="80000"/>
                      </a:schemeClr>
                    </a:solidFill>
                  </a:tcPr>
                </a:tc>
                <a:tc>
                  <a:txBody>
                    <a:bodyPr/>
                    <a:lstStyle/>
                    <a:p>
                      <a:pPr algn="ctr"/>
                      <a:r>
                        <a:rPr lang="es-ES" sz="1100" b="0" i="0" dirty="0">
                          <a:solidFill>
                            <a:schemeClr val="bg1">
                              <a:lumMod val="10000"/>
                            </a:schemeClr>
                          </a:solidFill>
                          <a:latin typeface="+mn-lt"/>
                          <a:cs typeface="Courier New" panose="02070309020205020404" pitchFamily="49" charset="0"/>
                        </a:rPr>
                        <a:t>R</a:t>
                      </a:r>
                    </a:p>
                  </a:txBody>
                  <a:tcPr marL="74250" marR="74250" marT="0" marB="37133">
                    <a:lnT w="12700" cap="flat" cmpd="sng" algn="ctr">
                      <a:noFill/>
                      <a:prstDash val="solid"/>
                      <a:round/>
                      <a:headEnd type="none" w="med" len="med"/>
                      <a:tailEnd type="none" w="med" len="med"/>
                    </a:lnT>
                    <a:solidFill>
                      <a:schemeClr val="accent2">
                        <a:lumMod val="20000"/>
                        <a:lumOff val="80000"/>
                      </a:schemeClr>
                    </a:solidFill>
                  </a:tcPr>
                </a:tc>
                <a:tc>
                  <a:txBody>
                    <a:bodyPr/>
                    <a:lstStyle/>
                    <a:p>
                      <a:pPr algn="ctr"/>
                      <a:r>
                        <a:rPr lang="es-ES" sz="1100" b="1" i="0" dirty="0">
                          <a:solidFill>
                            <a:schemeClr val="bg1">
                              <a:lumMod val="10000"/>
                            </a:schemeClr>
                          </a:solidFill>
                          <a:latin typeface="Courier New" panose="02070309020205020404" pitchFamily="49" charset="0"/>
                          <a:cs typeface="Courier New" panose="02070309020205020404" pitchFamily="49" charset="0"/>
                        </a:rPr>
                        <a:t>0000000</a:t>
                      </a:r>
                    </a:p>
                  </a:txBody>
                  <a:tcPr marL="74250" marR="74250" marT="0" marB="37133">
                    <a:lnT w="12700" cap="flat" cmpd="sng" algn="ctr">
                      <a:noFill/>
                      <a:prstDash val="solid"/>
                      <a:round/>
                      <a:headEnd type="none" w="med" len="med"/>
                      <a:tailEnd type="none" w="med" len="med"/>
                    </a:lnT>
                    <a:solidFill>
                      <a:schemeClr val="accent2">
                        <a:lumMod val="20000"/>
                        <a:lumOff val="80000"/>
                      </a:schemeClr>
                    </a:solidFill>
                  </a:tcPr>
                </a:tc>
                <a:tc>
                  <a:txBody>
                    <a:bodyPr/>
                    <a:lstStyle/>
                    <a:p>
                      <a:pPr algn="ctr"/>
                      <a:r>
                        <a:rPr lang="es-ES" sz="1100" b="1" i="0" dirty="0">
                          <a:solidFill>
                            <a:schemeClr val="bg1">
                              <a:lumMod val="10000"/>
                            </a:schemeClr>
                          </a:solidFill>
                          <a:latin typeface="Courier New" panose="02070309020205020404" pitchFamily="49" charset="0"/>
                          <a:cs typeface="Courier New" panose="02070309020205020404" pitchFamily="49" charset="0"/>
                        </a:rPr>
                        <a:t>111</a:t>
                      </a:r>
                    </a:p>
                  </a:txBody>
                  <a:tcPr marL="74250" marR="74250" marT="0" marB="37133">
                    <a:lnT w="12700" cap="flat" cmpd="sng" algn="ctr">
                      <a:noFill/>
                      <a:prstDash val="solid"/>
                      <a:round/>
                      <a:headEnd type="none" w="med" len="med"/>
                      <a:tailEnd type="none" w="med" len="med"/>
                    </a:lnT>
                    <a:solidFill>
                      <a:schemeClr val="accent2">
                        <a:lumMod val="20000"/>
                        <a:lumOff val="80000"/>
                      </a:schemeClr>
                    </a:solidFill>
                  </a:tcPr>
                </a:tc>
                <a:tc vMerge="1">
                  <a:txBody>
                    <a:bodyPr/>
                    <a:lstStyle/>
                    <a:p>
                      <a:pPr algn="ctr"/>
                      <a:endParaRPr lang="es-ES" sz="1600" b="1" i="0" dirty="0">
                        <a:solidFill>
                          <a:schemeClr val="bg1">
                            <a:lumMod val="10000"/>
                          </a:schemeClr>
                        </a:solidFill>
                        <a:latin typeface="Courier New" panose="02070309020205020404" pitchFamily="49" charset="0"/>
                        <a:cs typeface="Courier New" panose="02070309020205020404" pitchFamily="49" charset="0"/>
                      </a:endParaRPr>
                    </a:p>
                  </a:txBody>
                  <a:tcPr marT="0">
                    <a:lnT w="12700" cap="flat" cmpd="sng" algn="ctr">
                      <a:noFill/>
                      <a:prstDash val="solid"/>
                      <a:round/>
                      <a:headEnd type="none" w="med" len="med"/>
                      <a:tailEnd type="none" w="med" len="med"/>
                    </a:lnT>
                    <a:solidFill>
                      <a:schemeClr val="accent2">
                        <a:lumMod val="20000"/>
                        <a:lumOff val="80000"/>
                      </a:schemeClr>
                    </a:solidFill>
                  </a:tcPr>
                </a:tc>
                <a:extLst>
                  <a:ext uri="{0D108BD9-81ED-4DB2-BD59-A6C34878D82A}">
                    <a16:rowId xmlns:a16="http://schemas.microsoft.com/office/drawing/2014/main" val="10005"/>
                  </a:ext>
                </a:extLst>
              </a:tr>
              <a:tr h="2104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b="1" i="0" dirty="0" err="1">
                          <a:solidFill>
                            <a:schemeClr val="accent2"/>
                          </a:solidFill>
                          <a:latin typeface="Courier New" panose="02070309020205020404" pitchFamily="49" charset="0"/>
                          <a:cs typeface="Courier New" panose="02070309020205020404" pitchFamily="49" charset="0"/>
                        </a:rPr>
                        <a:t>or</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0" marR="74250" marT="0" marB="37133">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b="0" i="0" dirty="0">
                          <a:solidFill>
                            <a:schemeClr val="bg1">
                              <a:lumMod val="10000"/>
                            </a:schemeClr>
                          </a:solidFill>
                          <a:latin typeface="+mn-lt"/>
                          <a:cs typeface="Courier New" panose="02070309020205020404" pitchFamily="49" charset="0"/>
                        </a:rPr>
                        <a:t>R</a:t>
                      </a:r>
                    </a:p>
                  </a:txBody>
                  <a:tcPr marL="74250" marR="74250" marT="0" marB="37133">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b="1" i="0" dirty="0">
                          <a:solidFill>
                            <a:schemeClr val="bg1">
                              <a:lumMod val="10000"/>
                            </a:schemeClr>
                          </a:solidFill>
                          <a:latin typeface="Courier New" panose="02070309020205020404" pitchFamily="49" charset="0"/>
                          <a:cs typeface="Courier New" panose="02070309020205020404" pitchFamily="49" charset="0"/>
                        </a:rPr>
                        <a:t>0000000</a:t>
                      </a:r>
                    </a:p>
                  </a:txBody>
                  <a:tcPr marL="74250" marR="74250" marT="0" marB="37133">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b="1" i="0" dirty="0">
                          <a:solidFill>
                            <a:schemeClr val="bg1">
                              <a:lumMod val="10000"/>
                            </a:schemeClr>
                          </a:solidFill>
                          <a:latin typeface="Courier New" panose="02070309020205020404" pitchFamily="49" charset="0"/>
                          <a:cs typeface="Courier New" panose="02070309020205020404" pitchFamily="49" charset="0"/>
                        </a:rPr>
                        <a:t>110</a:t>
                      </a:r>
                    </a:p>
                  </a:txBody>
                  <a:tcPr marL="74250" marR="74250" marT="0" marB="37133">
                    <a:lnB w="12700" cap="flat" cmpd="sng" algn="ctr">
                      <a:solidFill>
                        <a:schemeClr val="tx1"/>
                      </a:solidFill>
                      <a:prstDash val="solid"/>
                      <a:round/>
                      <a:headEnd type="none" w="med" len="med"/>
                      <a:tailEnd type="none" w="med" len="med"/>
                    </a:lnB>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ES" sz="1600" b="1" i="0" dirty="0">
                        <a:solidFill>
                          <a:schemeClr val="bg1">
                            <a:lumMod val="10000"/>
                          </a:schemeClr>
                        </a:solidFill>
                        <a:latin typeface="Courier New" panose="02070309020205020404" pitchFamily="49" charset="0"/>
                        <a:cs typeface="Courier New" panose="02070309020205020404" pitchFamily="49" charset="0"/>
                      </a:endParaRPr>
                    </a:p>
                  </a:txBody>
                  <a:tcPr marT="0">
                    <a:lnB w="6350" cap="flat" cmpd="sng" algn="ctr">
                      <a:solidFill>
                        <a:srgbClr val="C00000"/>
                      </a:solidFill>
                      <a:prstDash val="sysDash"/>
                      <a:round/>
                      <a:headEnd type="none" w="med" len="med"/>
                      <a:tailEnd type="none" w="med" len="med"/>
                    </a:lnB>
                  </a:tcPr>
                </a:tc>
                <a:extLst>
                  <a:ext uri="{0D108BD9-81ED-4DB2-BD59-A6C34878D82A}">
                    <a16:rowId xmlns:a16="http://schemas.microsoft.com/office/drawing/2014/main" val="10006"/>
                  </a:ext>
                </a:extLst>
              </a:tr>
              <a:tr h="2104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b="1" i="0" dirty="0" err="1">
                          <a:solidFill>
                            <a:schemeClr val="accent2"/>
                          </a:solidFill>
                          <a:latin typeface="Courier New" panose="02070309020205020404" pitchFamily="49" charset="0"/>
                          <a:cs typeface="Courier New" panose="02070309020205020404" pitchFamily="49" charset="0"/>
                        </a:rPr>
                        <a:t>slt</a:t>
                      </a:r>
                      <a:endParaRPr lang="es-ES" sz="1100" b="1" i="0" dirty="0">
                        <a:solidFill>
                          <a:schemeClr val="accent2"/>
                        </a:solidFill>
                        <a:latin typeface="Courier New" panose="02070309020205020404" pitchFamily="49" charset="0"/>
                        <a:cs typeface="Courier New" panose="02070309020205020404" pitchFamily="49" charset="0"/>
                      </a:endParaRPr>
                    </a:p>
                  </a:txBody>
                  <a:tcPr marL="74250" marR="74250" marT="0" marB="37133">
                    <a:lnT w="12700" cap="flat" cmpd="sng" algn="ctr">
                      <a:solidFill>
                        <a:schemeClr val="tx1"/>
                      </a:solidFill>
                      <a:prstDash val="solid"/>
                      <a:round/>
                      <a:headEnd type="none" w="med" len="med"/>
                      <a:tailEnd type="none" w="med" len="med"/>
                    </a:lnT>
                    <a:lnB w="6350" cap="flat" cmpd="sng" algn="ctr">
                      <a:solidFill>
                        <a:srgbClr val="C00000"/>
                      </a:solidFill>
                      <a:prstDash val="sysDash"/>
                      <a:round/>
                      <a:headEnd type="none" w="med" len="med"/>
                      <a:tailEnd type="none" w="med" len="med"/>
                    </a:lnB>
                    <a:solidFill>
                      <a:srgbClr val="D2E8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b="0" i="0" dirty="0">
                          <a:solidFill>
                            <a:schemeClr val="bg1">
                              <a:lumMod val="10000"/>
                            </a:schemeClr>
                          </a:solidFill>
                          <a:latin typeface="+mn-lt"/>
                          <a:cs typeface="Courier New" panose="02070309020205020404" pitchFamily="49" charset="0"/>
                        </a:rPr>
                        <a:t>R</a:t>
                      </a:r>
                    </a:p>
                  </a:txBody>
                  <a:tcPr marL="74250" marR="74250" marT="0" marB="37133">
                    <a:lnT w="12700" cap="flat" cmpd="sng" algn="ctr">
                      <a:solidFill>
                        <a:schemeClr val="tx1"/>
                      </a:solidFill>
                      <a:prstDash val="solid"/>
                      <a:round/>
                      <a:headEnd type="none" w="med" len="med"/>
                      <a:tailEnd type="none" w="med" len="med"/>
                    </a:lnT>
                    <a:lnB w="6350" cap="flat" cmpd="sng" algn="ctr">
                      <a:solidFill>
                        <a:srgbClr val="C00000"/>
                      </a:solidFill>
                      <a:prstDash val="sysDash"/>
                      <a:round/>
                      <a:headEnd type="none" w="med" len="med"/>
                      <a:tailEnd type="none" w="med" len="med"/>
                    </a:lnB>
                    <a:solidFill>
                      <a:srgbClr val="D2E8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b="1" i="0" dirty="0">
                          <a:solidFill>
                            <a:schemeClr val="bg1">
                              <a:lumMod val="10000"/>
                            </a:schemeClr>
                          </a:solidFill>
                          <a:latin typeface="Courier New" panose="02070309020205020404" pitchFamily="49" charset="0"/>
                          <a:cs typeface="Courier New" panose="02070309020205020404" pitchFamily="49" charset="0"/>
                        </a:rPr>
                        <a:t>0000000</a:t>
                      </a:r>
                    </a:p>
                  </a:txBody>
                  <a:tcPr marL="74250" marR="74250" marT="0" marB="37133">
                    <a:lnT w="12700" cap="flat" cmpd="sng" algn="ctr">
                      <a:solidFill>
                        <a:schemeClr val="tx1"/>
                      </a:solidFill>
                      <a:prstDash val="solid"/>
                      <a:round/>
                      <a:headEnd type="none" w="med" len="med"/>
                      <a:tailEnd type="none" w="med" len="med"/>
                    </a:lnT>
                    <a:lnB w="6350" cap="flat" cmpd="sng" algn="ctr">
                      <a:solidFill>
                        <a:srgbClr val="C00000"/>
                      </a:solidFill>
                      <a:prstDash val="sysDash"/>
                      <a:round/>
                      <a:headEnd type="none" w="med" len="med"/>
                      <a:tailEnd type="none" w="med" len="med"/>
                    </a:lnB>
                    <a:solidFill>
                      <a:srgbClr val="D2E8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b="1" i="0" dirty="0">
                          <a:solidFill>
                            <a:schemeClr val="bg1">
                              <a:lumMod val="10000"/>
                            </a:schemeClr>
                          </a:solidFill>
                          <a:latin typeface="Courier New" panose="02070309020205020404" pitchFamily="49" charset="0"/>
                          <a:cs typeface="Courier New" panose="02070309020205020404" pitchFamily="49" charset="0"/>
                        </a:rPr>
                        <a:t>010</a:t>
                      </a:r>
                    </a:p>
                  </a:txBody>
                  <a:tcPr marL="74250" marR="74250" marT="0" marB="37133">
                    <a:lnT w="12700" cap="flat" cmpd="sng" algn="ctr">
                      <a:solidFill>
                        <a:schemeClr val="tx1"/>
                      </a:solidFill>
                      <a:prstDash val="solid"/>
                      <a:round/>
                      <a:headEnd type="none" w="med" len="med"/>
                      <a:tailEnd type="none" w="med" len="med"/>
                    </a:lnT>
                    <a:lnB w="6350" cap="flat" cmpd="sng" algn="ctr">
                      <a:solidFill>
                        <a:srgbClr val="C00000"/>
                      </a:solidFill>
                      <a:prstDash val="sysDash"/>
                      <a:round/>
                      <a:headEnd type="none" w="med" len="med"/>
                      <a:tailEnd type="none" w="med" len="med"/>
                    </a:lnB>
                    <a:solidFill>
                      <a:srgbClr val="D2E8F7"/>
                    </a:solidFill>
                  </a:tcPr>
                </a:tc>
                <a:tc vMerge="1">
                  <a:txBody>
                    <a:bodyPr/>
                    <a:lstStyle/>
                    <a:p>
                      <a:pPr algn="ctr"/>
                      <a:endParaRPr lang="es-ES" sz="1600" b="1" i="0" dirty="0">
                        <a:solidFill>
                          <a:schemeClr val="bg1">
                            <a:lumMod val="10000"/>
                          </a:schemeClr>
                        </a:solidFill>
                        <a:latin typeface="Courier New" panose="02070309020205020404" pitchFamily="49" charset="0"/>
                        <a:cs typeface="Courier New" panose="02070309020205020404" pitchFamily="49" charset="0"/>
                      </a:endParaRPr>
                    </a:p>
                  </a:txBody>
                  <a:tcPr marT="0" anchor="ctr">
                    <a:lnT w="12700" cap="flat" cmpd="sng" algn="ctr">
                      <a:solidFill>
                        <a:schemeClr val="tx1"/>
                      </a:solidFill>
                      <a:prstDash val="solid"/>
                      <a:round/>
                      <a:headEnd type="none" w="med" len="med"/>
                      <a:tailEnd type="none" w="med" len="med"/>
                    </a:lnT>
                    <a:lnB w="6350" cap="flat" cmpd="sng" algn="ctr">
                      <a:solidFill>
                        <a:srgbClr val="C00000"/>
                      </a:solidFill>
                      <a:prstDash val="sysDash"/>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7"/>
                  </a:ext>
                </a:extLst>
              </a:tr>
              <a:tr h="210420">
                <a:tc>
                  <a:txBody>
                    <a:bodyPr/>
                    <a:lstStyle/>
                    <a:p>
                      <a:pPr algn="ctr"/>
                      <a:r>
                        <a:rPr lang="es-ES" sz="1100" b="1" i="0" dirty="0" err="1">
                          <a:solidFill>
                            <a:schemeClr val="accent2"/>
                          </a:solidFill>
                          <a:latin typeface="Courier New" panose="02070309020205020404" pitchFamily="49" charset="0"/>
                          <a:cs typeface="Courier New" panose="02070309020205020404" pitchFamily="49" charset="0"/>
                        </a:rPr>
                        <a:t>addi</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0" marR="74250" marT="0" marB="37133">
                    <a:lnT w="6350" cap="flat" cmpd="sng" algn="ctr">
                      <a:solidFill>
                        <a:srgbClr val="C00000"/>
                      </a:solidFill>
                      <a:prstDash val="sysDash"/>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ES" sz="1100" b="0" i="0" dirty="0">
                          <a:solidFill>
                            <a:schemeClr val="bg1">
                              <a:lumMod val="10000"/>
                            </a:schemeClr>
                          </a:solidFill>
                          <a:latin typeface="+mn-lt"/>
                          <a:cs typeface="Courier New" panose="02070309020205020404" pitchFamily="49" charset="0"/>
                        </a:rPr>
                        <a:t>I</a:t>
                      </a:r>
                    </a:p>
                  </a:txBody>
                  <a:tcPr marL="74250" marR="74250" marT="0" marB="37133">
                    <a:lnT w="6350" cap="flat" cmpd="sng" algn="ctr">
                      <a:solidFill>
                        <a:srgbClr val="C00000"/>
                      </a:solidFill>
                      <a:prstDash val="sysDash"/>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b="1" i="0" dirty="0">
                          <a:solidFill>
                            <a:schemeClr val="bg1">
                              <a:lumMod val="10000"/>
                            </a:schemeClr>
                          </a:solidFill>
                          <a:latin typeface="Courier New" panose="02070309020205020404" pitchFamily="49" charset="0"/>
                          <a:cs typeface="Courier New" panose="02070309020205020404" pitchFamily="49" charset="0"/>
                        </a:rPr>
                        <a:t>-</a:t>
                      </a:r>
                    </a:p>
                  </a:txBody>
                  <a:tcPr marL="74250" marR="74250" marT="0" marB="37133">
                    <a:lnT w="6350" cap="flat" cmpd="sng" algn="ctr">
                      <a:solidFill>
                        <a:srgbClr val="C00000"/>
                      </a:solidFill>
                      <a:prstDash val="sysDash"/>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b="1" i="0" dirty="0">
                          <a:solidFill>
                            <a:schemeClr val="bg1">
                              <a:lumMod val="10000"/>
                            </a:schemeClr>
                          </a:solidFill>
                          <a:latin typeface="Courier New" panose="02070309020205020404" pitchFamily="49" charset="0"/>
                          <a:cs typeface="Courier New" panose="02070309020205020404" pitchFamily="49" charset="0"/>
                        </a:rPr>
                        <a:t>000</a:t>
                      </a:r>
                    </a:p>
                  </a:txBody>
                  <a:tcPr marL="74250" marR="74250" marT="0" marB="37133">
                    <a:lnT w="6350" cap="flat" cmpd="sng" algn="ctr">
                      <a:solidFill>
                        <a:srgbClr val="C00000"/>
                      </a:solidFill>
                      <a:prstDash val="sysDash"/>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b="1" i="0" dirty="0">
                          <a:solidFill>
                            <a:schemeClr val="bg1">
                              <a:lumMod val="10000"/>
                            </a:schemeClr>
                          </a:solidFill>
                          <a:latin typeface="Courier New" panose="02070309020205020404" pitchFamily="49" charset="0"/>
                          <a:cs typeface="Courier New" panose="02070309020205020404" pitchFamily="49" charset="0"/>
                        </a:rPr>
                        <a:t>0010011</a:t>
                      </a:r>
                    </a:p>
                  </a:txBody>
                  <a:tcPr marL="74250" marR="74250" marT="0" marB="37133" anchor="ctr">
                    <a:lnT w="6350" cap="flat" cmpd="sng" algn="ctr">
                      <a:solidFill>
                        <a:srgbClr val="C00000"/>
                      </a:solidFill>
                      <a:prstDash val="sysDash"/>
                      <a:round/>
                      <a:headEnd type="none" w="med" len="med"/>
                      <a:tailEnd type="none" w="med" len="med"/>
                    </a:lnT>
                    <a:lnB w="6350" cap="flat" cmpd="sng" algn="ctr">
                      <a:solidFill>
                        <a:srgbClr val="C00000"/>
                      </a:solidFill>
                      <a:prstDash val="sysDash"/>
                      <a:round/>
                      <a:headEnd type="none" w="med" len="med"/>
                      <a:tailEnd type="none" w="med" len="med"/>
                    </a:lnB>
                    <a:solidFill>
                      <a:srgbClr val="E7E7E7"/>
                    </a:solidFill>
                  </a:tcPr>
                </a:tc>
                <a:extLst>
                  <a:ext uri="{0D108BD9-81ED-4DB2-BD59-A6C34878D82A}">
                    <a16:rowId xmlns:a16="http://schemas.microsoft.com/office/drawing/2014/main" val="10008"/>
                  </a:ext>
                </a:extLst>
              </a:tr>
              <a:tr h="210420">
                <a:tc>
                  <a:txBody>
                    <a:bodyPr/>
                    <a:lstStyle/>
                    <a:p>
                      <a:pPr algn="ctr"/>
                      <a:r>
                        <a:rPr lang="es-ES" sz="1100" b="1" i="0" dirty="0" err="1">
                          <a:solidFill>
                            <a:schemeClr val="accent2"/>
                          </a:solidFill>
                          <a:latin typeface="Courier New" panose="02070309020205020404" pitchFamily="49" charset="0"/>
                          <a:cs typeface="Courier New" panose="02070309020205020404" pitchFamily="49" charset="0"/>
                        </a:rPr>
                        <a:t>andi</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0" marR="74250" marT="0" marB="37133">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p>
                      <a:pPr algn="ctr"/>
                      <a:r>
                        <a:rPr lang="es-ES" sz="1100" b="0" i="0" dirty="0">
                          <a:solidFill>
                            <a:schemeClr val="bg1">
                              <a:lumMod val="10000"/>
                            </a:schemeClr>
                          </a:solidFill>
                          <a:latin typeface="+mn-lt"/>
                          <a:cs typeface="Courier New" panose="02070309020205020404" pitchFamily="49" charset="0"/>
                        </a:rPr>
                        <a:t>I</a:t>
                      </a:r>
                    </a:p>
                  </a:txBody>
                  <a:tcPr marL="74250" marR="74250" marT="0" marB="37133">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b="1" i="0" dirty="0">
                          <a:solidFill>
                            <a:schemeClr val="bg1">
                              <a:lumMod val="10000"/>
                            </a:schemeClr>
                          </a:solidFill>
                          <a:latin typeface="Courier New" panose="02070309020205020404" pitchFamily="49" charset="0"/>
                          <a:cs typeface="Courier New" panose="02070309020205020404" pitchFamily="49" charset="0"/>
                        </a:rPr>
                        <a:t>-</a:t>
                      </a:r>
                    </a:p>
                  </a:txBody>
                  <a:tcPr marL="74250" marR="74250" marT="0" marB="37133">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b="1" i="0" dirty="0">
                          <a:solidFill>
                            <a:schemeClr val="bg1">
                              <a:lumMod val="10000"/>
                            </a:schemeClr>
                          </a:solidFill>
                          <a:latin typeface="Courier New" panose="02070309020205020404" pitchFamily="49" charset="0"/>
                          <a:cs typeface="Courier New" panose="02070309020205020404" pitchFamily="49" charset="0"/>
                        </a:rPr>
                        <a:t>111</a:t>
                      </a:r>
                    </a:p>
                  </a:txBody>
                  <a:tcPr marL="74250" marR="74250" marT="0" marB="37133">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vMerge="1">
                  <a:txBody>
                    <a:bodyPr/>
                    <a:lstStyle/>
                    <a:p>
                      <a:endParaRPr dirty="0"/>
                    </a:p>
                  </a:txBody>
                  <a:tcPr marT="0" anchor="ctr">
                    <a:lnT w="12700" cap="flat" cmpd="sng" algn="ctr">
                      <a:solidFill>
                        <a:schemeClr val="tx1"/>
                      </a:solidFill>
                      <a:prstDash val="solid"/>
                      <a:round/>
                      <a:headEnd type="none" w="med" len="med"/>
                      <a:tailEnd type="none" w="med" len="med"/>
                    </a:lnT>
                    <a:lnB w="6350" cap="flat" cmpd="sng" algn="ctr">
                      <a:solidFill>
                        <a:srgbClr val="C00000"/>
                      </a:solidFill>
                      <a:prstDash val="sysDash"/>
                      <a:round/>
                      <a:headEnd type="none" w="med" len="med"/>
                      <a:tailEnd type="none" w="med" len="med"/>
                    </a:lnB>
                    <a:noFill/>
                  </a:tcPr>
                </a:tc>
                <a:extLst>
                  <a:ext uri="{0D108BD9-81ED-4DB2-BD59-A6C34878D82A}">
                    <a16:rowId xmlns:a16="http://schemas.microsoft.com/office/drawing/2014/main" val="10009"/>
                  </a:ext>
                </a:extLst>
              </a:tr>
              <a:tr h="210420">
                <a:tc>
                  <a:txBody>
                    <a:bodyPr/>
                    <a:lstStyle/>
                    <a:p>
                      <a:pPr algn="ctr"/>
                      <a:r>
                        <a:rPr lang="es-ES" sz="1100" b="1" i="0" dirty="0">
                          <a:solidFill>
                            <a:schemeClr val="accent2"/>
                          </a:solidFill>
                          <a:latin typeface="Courier New" panose="02070309020205020404" pitchFamily="49" charset="0"/>
                          <a:cs typeface="Courier New" panose="02070309020205020404" pitchFamily="49" charset="0"/>
                        </a:rPr>
                        <a:t>ori</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0" marR="74250" marT="0" marB="37133">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s-ES" sz="1100" b="0" i="0" dirty="0">
                          <a:solidFill>
                            <a:schemeClr val="bg1">
                              <a:lumMod val="10000"/>
                            </a:schemeClr>
                          </a:solidFill>
                          <a:latin typeface="+mn-lt"/>
                          <a:cs typeface="Courier New" panose="02070309020205020404" pitchFamily="49" charset="0"/>
                        </a:rPr>
                        <a:t>I</a:t>
                      </a:r>
                    </a:p>
                  </a:txBody>
                  <a:tcPr marL="74250" marR="74250" marT="0" marB="37133">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b="1" i="0" dirty="0">
                          <a:solidFill>
                            <a:schemeClr val="bg1">
                              <a:lumMod val="10000"/>
                            </a:schemeClr>
                          </a:solidFill>
                          <a:latin typeface="Courier New" panose="02070309020205020404" pitchFamily="49" charset="0"/>
                          <a:cs typeface="Courier New" panose="02070309020205020404" pitchFamily="49" charset="0"/>
                        </a:rPr>
                        <a:t>-</a:t>
                      </a:r>
                    </a:p>
                  </a:txBody>
                  <a:tcPr marL="74250" marR="74250" marT="0" marB="37133">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b="1" i="0" dirty="0">
                          <a:solidFill>
                            <a:schemeClr val="bg1">
                              <a:lumMod val="10000"/>
                            </a:schemeClr>
                          </a:solidFill>
                          <a:latin typeface="Courier New" panose="02070309020205020404" pitchFamily="49" charset="0"/>
                          <a:cs typeface="Courier New" panose="02070309020205020404" pitchFamily="49" charset="0"/>
                        </a:rPr>
                        <a:t>110</a:t>
                      </a:r>
                    </a:p>
                  </a:txBody>
                  <a:tcPr marL="74250" marR="74250" marT="0" marB="37133">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ES" sz="1600" b="1" i="0" dirty="0">
                        <a:solidFill>
                          <a:schemeClr val="bg1">
                            <a:lumMod val="10000"/>
                          </a:schemeClr>
                        </a:solidFill>
                        <a:latin typeface="Courier New" panose="02070309020205020404" pitchFamily="49" charset="0"/>
                        <a:cs typeface="Courier New" panose="02070309020205020404" pitchFamily="49" charset="0"/>
                      </a:endParaRPr>
                    </a:p>
                  </a:txBody>
                  <a:tcPr marT="0">
                    <a:lnT w="6350" cap="flat" cmpd="sng" algn="ctr">
                      <a:solidFill>
                        <a:srgbClr val="C00000"/>
                      </a:solidFill>
                      <a:prstDash val="sysDash"/>
                      <a:round/>
                      <a:headEnd type="none" w="med" len="med"/>
                      <a:tailEnd type="none" w="med" len="med"/>
                    </a:lnT>
                    <a:lnB w="6350" cap="flat" cmpd="sng" algn="ctr">
                      <a:solidFill>
                        <a:srgbClr val="C00000"/>
                      </a:solidFill>
                      <a:prstDash val="sysDash"/>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10"/>
                  </a:ext>
                </a:extLst>
              </a:tr>
              <a:tr h="210420">
                <a:tc>
                  <a:txBody>
                    <a:bodyPr/>
                    <a:lstStyle/>
                    <a:p>
                      <a:pPr algn="ctr"/>
                      <a:r>
                        <a:rPr lang="es-ES" sz="1100" b="1" i="0" dirty="0" err="1">
                          <a:solidFill>
                            <a:schemeClr val="accent2"/>
                          </a:solidFill>
                          <a:latin typeface="Courier New" panose="02070309020205020404" pitchFamily="49" charset="0"/>
                          <a:cs typeface="Courier New" panose="02070309020205020404" pitchFamily="49" charset="0"/>
                        </a:rPr>
                        <a:t>slti</a:t>
                      </a:r>
                      <a:endParaRPr lang="es-ES" sz="1100" b="1" i="0" dirty="0">
                        <a:solidFill>
                          <a:schemeClr val="accent2"/>
                        </a:solidFill>
                        <a:latin typeface="Courier New" panose="02070309020205020404" pitchFamily="49" charset="0"/>
                        <a:cs typeface="Courier New" panose="02070309020205020404" pitchFamily="49" charset="0"/>
                      </a:endParaRPr>
                    </a:p>
                  </a:txBody>
                  <a:tcPr marL="74250" marR="74250" marT="0" marB="37133">
                    <a:lnT w="12700" cap="flat" cmpd="sng" algn="ctr">
                      <a:noFill/>
                      <a:prstDash val="solid"/>
                      <a:round/>
                      <a:headEnd type="none" w="med" len="med"/>
                      <a:tailEnd type="none" w="med" len="med"/>
                    </a:lnT>
                    <a:lnB w="6350" cap="flat" cmpd="sng" algn="ctr">
                      <a:solidFill>
                        <a:srgbClr val="C00000"/>
                      </a:solidFill>
                      <a:prstDash val="sysDash"/>
                      <a:round/>
                      <a:headEnd type="none" w="med" len="med"/>
                      <a:tailEnd type="none" w="med" len="med"/>
                    </a:lnB>
                    <a:solidFill>
                      <a:schemeClr val="accent2">
                        <a:lumMod val="20000"/>
                        <a:lumOff val="80000"/>
                      </a:schemeClr>
                    </a:solidFill>
                  </a:tcPr>
                </a:tc>
                <a:tc>
                  <a:txBody>
                    <a:bodyPr/>
                    <a:lstStyle/>
                    <a:p>
                      <a:pPr algn="ctr"/>
                      <a:r>
                        <a:rPr lang="es-ES" sz="1100" b="0" i="0" dirty="0">
                          <a:solidFill>
                            <a:schemeClr val="bg1">
                              <a:lumMod val="10000"/>
                            </a:schemeClr>
                          </a:solidFill>
                          <a:latin typeface="+mn-lt"/>
                          <a:cs typeface="Courier New" panose="02070309020205020404" pitchFamily="49" charset="0"/>
                        </a:rPr>
                        <a:t>I</a:t>
                      </a:r>
                    </a:p>
                  </a:txBody>
                  <a:tcPr marL="74250" marR="74250" marT="0" marB="37133">
                    <a:lnT w="12700" cap="flat" cmpd="sng" algn="ctr">
                      <a:noFill/>
                      <a:prstDash val="solid"/>
                      <a:round/>
                      <a:headEnd type="none" w="med" len="med"/>
                      <a:tailEnd type="none" w="med" len="med"/>
                    </a:lnT>
                    <a:lnB w="6350" cap="flat" cmpd="sng" algn="ctr">
                      <a:solidFill>
                        <a:srgbClr val="C00000"/>
                      </a:solidFill>
                      <a:prstDash val="sysDash"/>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b="1" i="0" dirty="0">
                          <a:solidFill>
                            <a:schemeClr val="bg1">
                              <a:lumMod val="10000"/>
                            </a:schemeClr>
                          </a:solidFill>
                          <a:latin typeface="Courier New" panose="02070309020205020404" pitchFamily="49" charset="0"/>
                          <a:cs typeface="Courier New" panose="02070309020205020404" pitchFamily="49" charset="0"/>
                        </a:rPr>
                        <a:t>-</a:t>
                      </a:r>
                    </a:p>
                  </a:txBody>
                  <a:tcPr marL="74250" marR="74250" marT="0" marB="37133">
                    <a:lnT w="12700" cap="flat" cmpd="sng" algn="ctr">
                      <a:noFill/>
                      <a:prstDash val="solid"/>
                      <a:round/>
                      <a:headEnd type="none" w="med" len="med"/>
                      <a:tailEnd type="none" w="med" len="med"/>
                    </a:lnT>
                    <a:lnB w="6350" cap="flat" cmpd="sng" algn="ctr">
                      <a:solidFill>
                        <a:srgbClr val="C00000"/>
                      </a:solidFill>
                      <a:prstDash val="sysDash"/>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b="1" i="0" dirty="0">
                          <a:solidFill>
                            <a:schemeClr val="bg1">
                              <a:lumMod val="10000"/>
                            </a:schemeClr>
                          </a:solidFill>
                          <a:latin typeface="Courier New" panose="02070309020205020404" pitchFamily="49" charset="0"/>
                          <a:cs typeface="Courier New" panose="02070309020205020404" pitchFamily="49" charset="0"/>
                        </a:rPr>
                        <a:t>010</a:t>
                      </a:r>
                    </a:p>
                  </a:txBody>
                  <a:tcPr marL="74250" marR="74250" marT="0" marB="37133">
                    <a:lnT w="12700" cap="flat" cmpd="sng" algn="ctr">
                      <a:noFill/>
                      <a:prstDash val="solid"/>
                      <a:round/>
                      <a:headEnd type="none" w="med" len="med"/>
                      <a:tailEnd type="none" w="med" len="med"/>
                    </a:lnT>
                    <a:lnB w="6350" cap="flat" cmpd="sng" algn="ctr">
                      <a:solidFill>
                        <a:srgbClr val="C00000"/>
                      </a:solidFill>
                      <a:prstDash val="sysDash"/>
                      <a:round/>
                      <a:headEnd type="none" w="med" len="med"/>
                      <a:tailEnd type="none" w="med" len="med"/>
                    </a:lnB>
                    <a:solidFill>
                      <a:schemeClr val="accent2">
                        <a:lumMod val="20000"/>
                        <a:lumOff val="80000"/>
                      </a:schemeClr>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ES" sz="1600" b="1" i="0" dirty="0">
                        <a:solidFill>
                          <a:schemeClr val="bg1">
                            <a:lumMod val="10000"/>
                          </a:schemeClr>
                        </a:solidFill>
                        <a:latin typeface="Courier New" panose="02070309020205020404" pitchFamily="49" charset="0"/>
                        <a:cs typeface="Courier New" panose="02070309020205020404" pitchFamily="49" charset="0"/>
                      </a:endParaRPr>
                    </a:p>
                  </a:txBody>
                  <a:tcPr marT="0">
                    <a:lnT w="6350" cap="flat" cmpd="sng" algn="ctr">
                      <a:solidFill>
                        <a:srgbClr val="C00000"/>
                      </a:solidFill>
                      <a:prstDash val="sysDash"/>
                      <a:round/>
                      <a:headEnd type="none" w="med" len="med"/>
                      <a:tailEnd type="none" w="med" len="med"/>
                    </a:lnT>
                    <a:lnB w="6350" cap="flat" cmpd="sng" algn="ctr">
                      <a:solidFill>
                        <a:srgbClr val="C00000"/>
                      </a:solidFill>
                      <a:prstDash val="sysDash"/>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11"/>
                  </a:ext>
                </a:extLst>
              </a:tr>
              <a:tr h="210420">
                <a:tc>
                  <a:txBody>
                    <a:bodyPr/>
                    <a:lstStyle/>
                    <a:p>
                      <a:pPr algn="ctr"/>
                      <a:r>
                        <a:rPr lang="es-ES" sz="1100" b="1" i="0" dirty="0" err="1">
                          <a:solidFill>
                            <a:schemeClr val="accent2"/>
                          </a:solidFill>
                          <a:latin typeface="Courier New" panose="02070309020205020404" pitchFamily="49" charset="0"/>
                          <a:cs typeface="Courier New" panose="02070309020205020404" pitchFamily="49" charset="0"/>
                        </a:rPr>
                        <a:t>beq</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0" marR="74250" marT="0" marB="37133">
                    <a:lnT w="6350" cap="flat" cmpd="sng" algn="ctr">
                      <a:solidFill>
                        <a:srgbClr val="C00000"/>
                      </a:solidFill>
                      <a:prstDash val="sysDash"/>
                      <a:round/>
                      <a:headEnd type="none" w="med" len="med"/>
                      <a:tailEnd type="none" w="med" len="med"/>
                    </a:lnT>
                    <a:lnB w="6350" cap="flat" cmpd="sng" algn="ctr">
                      <a:solidFill>
                        <a:srgbClr val="C00000"/>
                      </a:solidFill>
                      <a:prstDash val="sysDash"/>
                      <a:round/>
                      <a:headEnd type="none" w="med" len="med"/>
                      <a:tailEnd type="none" w="med" len="med"/>
                    </a:lnB>
                    <a:solidFill>
                      <a:schemeClr val="bg2"/>
                    </a:solidFill>
                  </a:tcPr>
                </a:tc>
                <a:tc>
                  <a:txBody>
                    <a:bodyPr/>
                    <a:lstStyle/>
                    <a:p>
                      <a:pPr algn="ctr"/>
                      <a:r>
                        <a:rPr lang="es-ES" sz="1100" b="0" dirty="0">
                          <a:solidFill>
                            <a:schemeClr val="bg1">
                              <a:lumMod val="10000"/>
                            </a:schemeClr>
                          </a:solidFill>
                          <a:sym typeface="Wingdings" pitchFamily="2" charset="2"/>
                        </a:rPr>
                        <a:t>B</a:t>
                      </a:r>
                    </a:p>
                  </a:txBody>
                  <a:tcPr marL="74250" marR="74250" marT="0" marB="37133">
                    <a:lnT w="6350" cap="flat" cmpd="sng" algn="ctr">
                      <a:solidFill>
                        <a:srgbClr val="C00000"/>
                      </a:solidFill>
                      <a:prstDash val="sysDash"/>
                      <a:round/>
                      <a:headEnd type="none" w="med" len="med"/>
                      <a:tailEnd type="none" w="med" len="med"/>
                    </a:lnT>
                    <a:lnB w="6350" cap="flat" cmpd="sng" algn="ctr">
                      <a:solidFill>
                        <a:srgbClr val="C00000"/>
                      </a:solidFill>
                      <a:prstDash val="sysDash"/>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b="1" i="0" dirty="0">
                          <a:solidFill>
                            <a:schemeClr val="bg1">
                              <a:lumMod val="10000"/>
                            </a:schemeClr>
                          </a:solidFill>
                          <a:latin typeface="Courier New" panose="02070309020205020404" pitchFamily="49" charset="0"/>
                          <a:cs typeface="Courier New" panose="02070309020205020404" pitchFamily="49" charset="0"/>
                        </a:rPr>
                        <a:t>-</a:t>
                      </a:r>
                    </a:p>
                  </a:txBody>
                  <a:tcPr marL="74250" marR="74250" marT="0" marB="37133">
                    <a:lnT w="6350" cap="flat" cmpd="sng" algn="ctr">
                      <a:solidFill>
                        <a:srgbClr val="C00000"/>
                      </a:solidFill>
                      <a:prstDash val="sysDash"/>
                      <a:round/>
                      <a:headEnd type="none" w="med" len="med"/>
                      <a:tailEnd type="none" w="med" len="med"/>
                    </a:lnT>
                    <a:lnB w="6350" cap="flat" cmpd="sng" algn="ctr">
                      <a:solidFill>
                        <a:srgbClr val="C00000"/>
                      </a:solidFill>
                      <a:prstDash val="sysDash"/>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b="1" i="0" dirty="0">
                          <a:solidFill>
                            <a:schemeClr val="bg1">
                              <a:lumMod val="10000"/>
                            </a:schemeClr>
                          </a:solidFill>
                          <a:latin typeface="Courier New" panose="02070309020205020404" pitchFamily="49" charset="0"/>
                          <a:cs typeface="Courier New" panose="02070309020205020404" pitchFamily="49" charset="0"/>
                        </a:rPr>
                        <a:t>000</a:t>
                      </a:r>
                    </a:p>
                  </a:txBody>
                  <a:tcPr marL="74250" marR="74250" marT="0" marB="37133">
                    <a:lnT w="6350" cap="flat" cmpd="sng" algn="ctr">
                      <a:solidFill>
                        <a:srgbClr val="C00000"/>
                      </a:solidFill>
                      <a:prstDash val="sysDash"/>
                      <a:round/>
                      <a:headEnd type="none" w="med" len="med"/>
                      <a:tailEnd type="none" w="med" len="med"/>
                    </a:lnT>
                    <a:lnB w="6350" cap="flat" cmpd="sng" algn="ctr">
                      <a:solidFill>
                        <a:srgbClr val="C00000"/>
                      </a:solidFill>
                      <a:prstDash val="sysDash"/>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b="1" i="0" dirty="0">
                          <a:solidFill>
                            <a:schemeClr val="bg1">
                              <a:lumMod val="10000"/>
                            </a:schemeClr>
                          </a:solidFill>
                          <a:latin typeface="Courier New" panose="02070309020205020404" pitchFamily="49" charset="0"/>
                          <a:cs typeface="Courier New" panose="02070309020205020404" pitchFamily="49" charset="0"/>
                        </a:rPr>
                        <a:t>1100011</a:t>
                      </a:r>
                    </a:p>
                  </a:txBody>
                  <a:tcPr marL="74250" marR="74250" marT="0" marB="37133">
                    <a:lnT w="6350" cap="flat" cmpd="sng" algn="ctr">
                      <a:solidFill>
                        <a:srgbClr val="C00000"/>
                      </a:solidFill>
                      <a:prstDash val="sysDash"/>
                      <a:round/>
                      <a:headEnd type="none" w="med" len="med"/>
                      <a:tailEnd type="none" w="med" len="med"/>
                    </a:lnT>
                    <a:lnB w="6350" cap="flat" cmpd="sng" algn="ctr">
                      <a:solidFill>
                        <a:srgbClr val="C00000"/>
                      </a:solidFill>
                      <a:prstDash val="sysDash"/>
                      <a:round/>
                      <a:headEnd type="none" w="med" len="med"/>
                      <a:tailEnd type="none" w="med" len="med"/>
                    </a:lnB>
                    <a:solidFill>
                      <a:schemeClr val="bg2"/>
                    </a:solidFill>
                  </a:tcPr>
                </a:tc>
                <a:extLst>
                  <a:ext uri="{0D108BD9-81ED-4DB2-BD59-A6C34878D82A}">
                    <a16:rowId xmlns:a16="http://schemas.microsoft.com/office/drawing/2014/main" val="10012"/>
                  </a:ext>
                </a:extLst>
              </a:tr>
              <a:tr h="2104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b="1" i="0" dirty="0">
                          <a:solidFill>
                            <a:schemeClr val="accent2"/>
                          </a:solidFill>
                          <a:latin typeface="Courier New" panose="02070309020205020404" pitchFamily="49" charset="0"/>
                          <a:cs typeface="Courier New" panose="02070309020205020404" pitchFamily="49" charset="0"/>
                        </a:rPr>
                        <a:t>jal</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0" marR="74250" marT="0" marB="37133">
                    <a:lnT w="6350" cap="flat" cmpd="sng" algn="ctr">
                      <a:solidFill>
                        <a:srgbClr val="C00000"/>
                      </a:solidFill>
                      <a:prstDash val="sysDash"/>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tc>
                  <a:txBody>
                    <a:bodyPr/>
                    <a:lstStyle/>
                    <a:p>
                      <a:pPr algn="ctr"/>
                      <a:r>
                        <a:rPr lang="es-ES" sz="1100" b="0" i="0" dirty="0">
                          <a:solidFill>
                            <a:schemeClr val="bg1">
                              <a:lumMod val="10000"/>
                            </a:schemeClr>
                          </a:solidFill>
                          <a:latin typeface="+mn-lt"/>
                          <a:cs typeface="Courier New" panose="02070309020205020404" pitchFamily="49" charset="0"/>
                        </a:rPr>
                        <a:t>J</a:t>
                      </a:r>
                    </a:p>
                  </a:txBody>
                  <a:tcPr marL="74250" marR="74250" marT="0" marB="37133">
                    <a:lnT w="6350" cap="flat" cmpd="sng" algn="ctr">
                      <a:solidFill>
                        <a:srgbClr val="C00000"/>
                      </a:solidFill>
                      <a:prstDash val="sysDash"/>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b="1" i="0" dirty="0">
                          <a:solidFill>
                            <a:schemeClr val="bg1">
                              <a:lumMod val="10000"/>
                            </a:schemeClr>
                          </a:solidFill>
                          <a:latin typeface="Courier New" panose="02070309020205020404" pitchFamily="49" charset="0"/>
                          <a:cs typeface="Courier New" panose="02070309020205020404" pitchFamily="49" charset="0"/>
                        </a:rPr>
                        <a:t>-</a:t>
                      </a:r>
                    </a:p>
                  </a:txBody>
                  <a:tcPr marL="74250" marR="74250" marT="0" marB="37133">
                    <a:lnT w="6350" cap="flat" cmpd="sng" algn="ctr">
                      <a:solidFill>
                        <a:srgbClr val="C00000"/>
                      </a:solidFill>
                      <a:prstDash val="sysDash"/>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b="1" i="0" dirty="0">
                          <a:solidFill>
                            <a:schemeClr val="bg1">
                              <a:lumMod val="10000"/>
                            </a:schemeClr>
                          </a:solidFill>
                          <a:latin typeface="Courier New" panose="02070309020205020404" pitchFamily="49" charset="0"/>
                          <a:cs typeface="Courier New" panose="02070309020205020404" pitchFamily="49" charset="0"/>
                        </a:rPr>
                        <a:t>-</a:t>
                      </a:r>
                    </a:p>
                  </a:txBody>
                  <a:tcPr marL="74250" marR="74250" marT="0" marB="37133">
                    <a:lnT w="6350" cap="flat" cmpd="sng" algn="ctr">
                      <a:solidFill>
                        <a:srgbClr val="C00000"/>
                      </a:solidFill>
                      <a:prstDash val="sysDash"/>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100" b="1" i="0" dirty="0">
                          <a:solidFill>
                            <a:schemeClr val="bg1">
                              <a:lumMod val="10000"/>
                            </a:schemeClr>
                          </a:solidFill>
                          <a:latin typeface="Courier New" panose="02070309020205020404" pitchFamily="49" charset="0"/>
                          <a:cs typeface="Courier New" panose="02070309020205020404" pitchFamily="49" charset="0"/>
                        </a:rPr>
                        <a:t>1101111</a:t>
                      </a:r>
                    </a:p>
                  </a:txBody>
                  <a:tcPr marL="74250" marR="74250" marT="0" marB="37133">
                    <a:lnT w="6350" cap="flat" cmpd="sng" algn="ctr">
                      <a:solidFill>
                        <a:srgbClr val="C00000"/>
                      </a:solidFill>
                      <a:prstDash val="sysDash"/>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13"/>
                  </a:ext>
                </a:extLst>
              </a:tr>
            </a:tbl>
          </a:graphicData>
        </a:graphic>
      </p:graphicFrame>
      <p:sp>
        <p:nvSpPr>
          <p:cNvPr id="41122" name="CuadroTexto 6">
            <a:extLst>
              <a:ext uri="{FF2B5EF4-FFF2-40B4-BE49-F238E27FC236}">
                <a16:creationId xmlns:a16="http://schemas.microsoft.com/office/drawing/2014/main" id="{38B56179-453F-4156-AE25-98A75F8C8752}"/>
              </a:ext>
            </a:extLst>
          </p:cNvPr>
          <p:cNvSpPr txBox="1">
            <a:spLocks noChangeArrowheads="1"/>
          </p:cNvSpPr>
          <p:nvPr/>
        </p:nvSpPr>
        <p:spPr bwMode="auto">
          <a:xfrm>
            <a:off x="877963" y="4865296"/>
            <a:ext cx="511679" cy="317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fontAlgn="base">
              <a:spcBef>
                <a:spcPct val="0"/>
              </a:spcBef>
              <a:spcAft>
                <a:spcPct val="0"/>
              </a:spcAft>
              <a:defRPr>
                <a:solidFill>
                  <a:schemeClr val="tx1"/>
                </a:solidFill>
                <a:latin typeface="Tw Cen MT" panose="020B0602020104020603" pitchFamily="34" charset="0"/>
              </a:defRPr>
            </a:lvl6pPr>
            <a:lvl7pPr marL="2971800" indent="-228600" defTabSz="457200" fontAlgn="base">
              <a:spcBef>
                <a:spcPct val="0"/>
              </a:spcBef>
              <a:spcAft>
                <a:spcPct val="0"/>
              </a:spcAft>
              <a:defRPr>
                <a:solidFill>
                  <a:schemeClr val="tx1"/>
                </a:solidFill>
                <a:latin typeface="Tw Cen MT" panose="020B0602020104020603" pitchFamily="34" charset="0"/>
              </a:defRPr>
            </a:lvl7pPr>
            <a:lvl8pPr marL="3429000" indent="-228600" defTabSz="457200" fontAlgn="base">
              <a:spcBef>
                <a:spcPct val="0"/>
              </a:spcBef>
              <a:spcAft>
                <a:spcPct val="0"/>
              </a:spcAft>
              <a:defRPr>
                <a:solidFill>
                  <a:schemeClr val="tx1"/>
                </a:solidFill>
                <a:latin typeface="Tw Cen MT" panose="020B0602020104020603" pitchFamily="34" charset="0"/>
              </a:defRPr>
            </a:lvl8pPr>
            <a:lvl9pPr marL="3886200" indent="-228600" defTabSz="457200" fontAlgn="base">
              <a:spcBef>
                <a:spcPct val="0"/>
              </a:spcBef>
              <a:spcAft>
                <a:spcPct val="0"/>
              </a:spcAft>
              <a:defRPr>
                <a:solidFill>
                  <a:schemeClr val="tx1"/>
                </a:solidFill>
                <a:latin typeface="Tw Cen MT" panose="020B0602020104020603" pitchFamily="34" charset="0"/>
              </a:defRPr>
            </a:lvl9pPr>
          </a:lstStyle>
          <a:p>
            <a:pPr algn="l" defTabSz="371292"/>
            <a:r>
              <a:rPr lang="es-ES" altLang="es-ES" sz="1462" b="1">
                <a:solidFill>
                  <a:srgbClr val="2683C6"/>
                </a:solidFill>
              </a:rPr>
              <a:t>ALU</a:t>
            </a:r>
          </a:p>
        </p:txBody>
      </p:sp>
      <p:sp>
        <p:nvSpPr>
          <p:cNvPr id="8" name="Abrir llave 7">
            <a:extLst>
              <a:ext uri="{FF2B5EF4-FFF2-40B4-BE49-F238E27FC236}">
                <a16:creationId xmlns:a16="http://schemas.microsoft.com/office/drawing/2014/main" id="{7B3A741B-A5F9-44DB-81F9-0759FCBB4E8D}"/>
              </a:ext>
            </a:extLst>
          </p:cNvPr>
          <p:cNvSpPr/>
          <p:nvPr/>
        </p:nvSpPr>
        <p:spPr>
          <a:xfrm>
            <a:off x="1357553" y="4460479"/>
            <a:ext cx="158574" cy="1045561"/>
          </a:xfrm>
          <a:prstGeom prst="leftBrace">
            <a:avLst>
              <a:gd name="adj1" fmla="val 85630"/>
              <a:gd name="adj2" fmla="val 50000"/>
            </a:avLst>
          </a:prstGeom>
        </p:spPr>
        <p:style>
          <a:lnRef idx="1">
            <a:schemeClr val="accent1"/>
          </a:lnRef>
          <a:fillRef idx="0">
            <a:schemeClr val="accent1"/>
          </a:fillRef>
          <a:effectRef idx="0">
            <a:schemeClr val="accent1"/>
          </a:effectRef>
          <a:fontRef idx="minor">
            <a:schemeClr val="tx1"/>
          </a:fontRef>
        </p:style>
        <p:txBody>
          <a:bodyPr anchor="ctr"/>
          <a:lstStyle/>
          <a:p>
            <a:pPr defTabSz="371292" fontAlgn="auto">
              <a:spcBef>
                <a:spcPts val="0"/>
              </a:spcBef>
              <a:spcAft>
                <a:spcPts val="0"/>
              </a:spcAft>
              <a:defRPr/>
            </a:pPr>
            <a:endParaRPr lang="es-ES" sz="1462">
              <a:solidFill>
                <a:srgbClr val="ECECEC"/>
              </a:solidFill>
              <a:latin typeface="Tw Cen MT" panose="020B0602020104020603"/>
            </a:endParaRPr>
          </a:p>
        </p:txBody>
      </p:sp>
      <p:sp>
        <p:nvSpPr>
          <p:cNvPr id="41124" name="CuadroTexto 8">
            <a:extLst>
              <a:ext uri="{FF2B5EF4-FFF2-40B4-BE49-F238E27FC236}">
                <a16:creationId xmlns:a16="http://schemas.microsoft.com/office/drawing/2014/main" id="{8832BAB0-426F-4EB3-844D-843641A74FF5}"/>
              </a:ext>
            </a:extLst>
          </p:cNvPr>
          <p:cNvSpPr txBox="1">
            <a:spLocks noChangeArrowheads="1"/>
          </p:cNvSpPr>
          <p:nvPr/>
        </p:nvSpPr>
        <p:spPr bwMode="auto">
          <a:xfrm>
            <a:off x="831550" y="5683953"/>
            <a:ext cx="559769" cy="317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fontAlgn="base">
              <a:spcBef>
                <a:spcPct val="0"/>
              </a:spcBef>
              <a:spcAft>
                <a:spcPct val="0"/>
              </a:spcAft>
              <a:defRPr>
                <a:solidFill>
                  <a:schemeClr val="tx1"/>
                </a:solidFill>
                <a:latin typeface="Tw Cen MT" panose="020B0602020104020603" pitchFamily="34" charset="0"/>
              </a:defRPr>
            </a:lvl6pPr>
            <a:lvl7pPr marL="2971800" indent="-228600" defTabSz="457200" fontAlgn="base">
              <a:spcBef>
                <a:spcPct val="0"/>
              </a:spcBef>
              <a:spcAft>
                <a:spcPct val="0"/>
              </a:spcAft>
              <a:defRPr>
                <a:solidFill>
                  <a:schemeClr val="tx1"/>
                </a:solidFill>
                <a:latin typeface="Tw Cen MT" panose="020B0602020104020603" pitchFamily="34" charset="0"/>
              </a:defRPr>
            </a:lvl7pPr>
            <a:lvl8pPr marL="3429000" indent="-228600" defTabSz="457200" fontAlgn="base">
              <a:spcBef>
                <a:spcPct val="0"/>
              </a:spcBef>
              <a:spcAft>
                <a:spcPct val="0"/>
              </a:spcAft>
              <a:defRPr>
                <a:solidFill>
                  <a:schemeClr val="tx1"/>
                </a:solidFill>
                <a:latin typeface="Tw Cen MT" panose="020B0602020104020603" pitchFamily="34" charset="0"/>
              </a:defRPr>
            </a:lvl8pPr>
            <a:lvl9pPr marL="3886200" indent="-228600" defTabSz="457200" fontAlgn="base">
              <a:spcBef>
                <a:spcPct val="0"/>
              </a:spcBef>
              <a:spcAft>
                <a:spcPct val="0"/>
              </a:spcAft>
              <a:defRPr>
                <a:solidFill>
                  <a:schemeClr val="tx1"/>
                </a:solidFill>
                <a:latin typeface="Tw Cen MT" panose="020B0602020104020603" pitchFamily="34" charset="0"/>
              </a:defRPr>
            </a:lvl9pPr>
          </a:lstStyle>
          <a:p>
            <a:pPr algn="l" defTabSz="371292"/>
            <a:r>
              <a:rPr lang="es-ES" altLang="es-ES" sz="1462" b="1">
                <a:solidFill>
                  <a:srgbClr val="2683C6"/>
                </a:solidFill>
              </a:rPr>
              <a:t>ALUI</a:t>
            </a:r>
          </a:p>
        </p:txBody>
      </p:sp>
      <p:sp>
        <p:nvSpPr>
          <p:cNvPr id="10" name="Abrir llave 9">
            <a:extLst>
              <a:ext uri="{FF2B5EF4-FFF2-40B4-BE49-F238E27FC236}">
                <a16:creationId xmlns:a16="http://schemas.microsoft.com/office/drawing/2014/main" id="{2CDA6C9B-1951-49FD-804F-436B40609DE0}"/>
              </a:ext>
            </a:extLst>
          </p:cNvPr>
          <p:cNvSpPr/>
          <p:nvPr/>
        </p:nvSpPr>
        <p:spPr>
          <a:xfrm>
            <a:off x="1357553" y="5533114"/>
            <a:ext cx="158574" cy="828971"/>
          </a:xfrm>
          <a:prstGeom prst="leftBrace">
            <a:avLst>
              <a:gd name="adj1" fmla="val 85630"/>
              <a:gd name="adj2" fmla="val 50000"/>
            </a:avLst>
          </a:prstGeom>
        </p:spPr>
        <p:style>
          <a:lnRef idx="1">
            <a:schemeClr val="accent1"/>
          </a:lnRef>
          <a:fillRef idx="0">
            <a:schemeClr val="accent1"/>
          </a:fillRef>
          <a:effectRef idx="0">
            <a:schemeClr val="accent1"/>
          </a:effectRef>
          <a:fontRef idx="minor">
            <a:schemeClr val="tx1"/>
          </a:fontRef>
        </p:style>
        <p:txBody>
          <a:bodyPr anchor="ctr"/>
          <a:lstStyle/>
          <a:p>
            <a:pPr defTabSz="371292" fontAlgn="auto">
              <a:spcBef>
                <a:spcPts val="0"/>
              </a:spcBef>
              <a:spcAft>
                <a:spcPts val="0"/>
              </a:spcAft>
              <a:defRPr/>
            </a:pPr>
            <a:endParaRPr lang="es-ES" sz="1462">
              <a:solidFill>
                <a:srgbClr val="ECECEC"/>
              </a:solidFill>
              <a:latin typeface="Tw Cen MT" panose="020B0602020104020603"/>
            </a:endParaRPr>
          </a:p>
        </p:txBody>
      </p:sp>
      <p:sp>
        <p:nvSpPr>
          <p:cNvPr id="13" name="Marcador de número de diapositiva 12">
            <a:extLst>
              <a:ext uri="{FF2B5EF4-FFF2-40B4-BE49-F238E27FC236}">
                <a16:creationId xmlns:a16="http://schemas.microsoft.com/office/drawing/2014/main" id="{FF77042E-7454-46C8-8833-50F5FC6BAB89}"/>
              </a:ext>
            </a:extLst>
          </p:cNvPr>
          <p:cNvSpPr>
            <a:spLocks noGrp="1"/>
          </p:cNvSpPr>
          <p:nvPr>
            <p:ph type="sldNum" sz="quarter" idx="12"/>
          </p:nvPr>
        </p:nvSpPr>
        <p:spPr/>
        <p:txBody>
          <a:bodyPr/>
          <a:lstStyle>
            <a:lvl1pPr>
              <a:defRPr>
                <a:solidFill>
                  <a:schemeClr val="tx1"/>
                </a:solidFill>
                <a:latin typeface="Tw Cen MT" panose="020B0602020104020603" pitchFamily="34" charset="0"/>
              </a:defRPr>
            </a:lvl1pPr>
            <a:lvl2pPr marL="603350" indent="-232058">
              <a:defRPr>
                <a:solidFill>
                  <a:schemeClr val="tx1"/>
                </a:solidFill>
                <a:latin typeface="Tw Cen MT" panose="020B0602020104020603" pitchFamily="34" charset="0"/>
              </a:defRPr>
            </a:lvl2pPr>
            <a:lvl3pPr marL="928230" indent="-185646">
              <a:defRPr>
                <a:solidFill>
                  <a:schemeClr val="tx1"/>
                </a:solidFill>
                <a:latin typeface="Tw Cen MT" panose="020B0602020104020603" pitchFamily="34" charset="0"/>
              </a:defRPr>
            </a:lvl3pPr>
            <a:lvl4pPr marL="1299522" indent="-185646">
              <a:defRPr>
                <a:solidFill>
                  <a:schemeClr val="tx1"/>
                </a:solidFill>
                <a:latin typeface="Tw Cen MT" panose="020B0602020104020603" pitchFamily="34" charset="0"/>
              </a:defRPr>
            </a:lvl4pPr>
            <a:lvl5pPr marL="1670815" indent="-185646">
              <a:defRPr>
                <a:solidFill>
                  <a:schemeClr val="tx1"/>
                </a:solidFill>
                <a:latin typeface="Tw Cen MT" panose="020B0602020104020603" pitchFamily="34" charset="0"/>
              </a:defRPr>
            </a:lvl5pPr>
            <a:lvl6pPr marL="2042107" indent="-185646" defTabSz="371292" fontAlgn="base">
              <a:spcBef>
                <a:spcPct val="0"/>
              </a:spcBef>
              <a:spcAft>
                <a:spcPct val="0"/>
              </a:spcAft>
              <a:defRPr>
                <a:solidFill>
                  <a:schemeClr val="tx1"/>
                </a:solidFill>
                <a:latin typeface="Tw Cen MT" panose="020B0602020104020603" pitchFamily="34" charset="0"/>
              </a:defRPr>
            </a:lvl6pPr>
            <a:lvl7pPr marL="2413399" indent="-185646" defTabSz="371292" fontAlgn="base">
              <a:spcBef>
                <a:spcPct val="0"/>
              </a:spcBef>
              <a:spcAft>
                <a:spcPct val="0"/>
              </a:spcAft>
              <a:defRPr>
                <a:solidFill>
                  <a:schemeClr val="tx1"/>
                </a:solidFill>
                <a:latin typeface="Tw Cen MT" panose="020B0602020104020603" pitchFamily="34" charset="0"/>
              </a:defRPr>
            </a:lvl7pPr>
            <a:lvl8pPr marL="2784691" indent="-185646" defTabSz="371292" fontAlgn="base">
              <a:spcBef>
                <a:spcPct val="0"/>
              </a:spcBef>
              <a:spcAft>
                <a:spcPct val="0"/>
              </a:spcAft>
              <a:defRPr>
                <a:solidFill>
                  <a:schemeClr val="tx1"/>
                </a:solidFill>
                <a:latin typeface="Tw Cen MT" panose="020B0602020104020603" pitchFamily="34" charset="0"/>
              </a:defRPr>
            </a:lvl8pPr>
            <a:lvl9pPr marL="3155983" indent="-185646" defTabSz="371292" fontAlgn="base">
              <a:spcBef>
                <a:spcPct val="0"/>
              </a:spcBef>
              <a:spcAft>
                <a:spcPct val="0"/>
              </a:spcAft>
              <a:defRPr>
                <a:solidFill>
                  <a:schemeClr val="tx1"/>
                </a:solidFill>
                <a:latin typeface="Tw Cen MT" panose="020B0602020104020603" pitchFamily="34" charset="0"/>
              </a:defRPr>
            </a:lvl9pPr>
          </a:lstStyle>
          <a:p>
            <a:pPr defTabSz="371292"/>
            <a:fld id="{641439AA-48E9-46E3-89EE-64DCC0DF0253}" type="slidenum">
              <a:rPr lang="es-ES" altLang="es-ES">
                <a:solidFill>
                  <a:srgbClr val="171717"/>
                </a:solidFill>
              </a:rPr>
              <a:pPr defTabSz="371292"/>
              <a:t>115</a:t>
            </a:fld>
            <a:endParaRPr lang="es-ES" altLang="es-ES">
              <a:solidFill>
                <a:srgbClr val="171717"/>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93C50C-7365-4A64-891F-5ED4BE6DD637}"/>
              </a:ext>
            </a:extLst>
          </p:cNvPr>
          <p:cNvSpPr>
            <a:spLocks noGrp="1"/>
          </p:cNvSpPr>
          <p:nvPr>
            <p:ph type="title"/>
          </p:nvPr>
        </p:nvSpPr>
        <p:spPr/>
        <p:txBody>
          <a:bodyPr/>
          <a:lstStyle/>
          <a:p>
            <a:r>
              <a:rPr lang="es-ES" dirty="0"/>
              <a:t>En resumen…</a:t>
            </a:r>
          </a:p>
        </p:txBody>
      </p:sp>
      <p:sp>
        <p:nvSpPr>
          <p:cNvPr id="3" name="Marcador de contenido 2">
            <a:extLst>
              <a:ext uri="{FF2B5EF4-FFF2-40B4-BE49-F238E27FC236}">
                <a16:creationId xmlns:a16="http://schemas.microsoft.com/office/drawing/2014/main" id="{8B7FDA5F-C331-4B43-8C2C-2229F07AEA72}"/>
              </a:ext>
            </a:extLst>
          </p:cNvPr>
          <p:cNvSpPr>
            <a:spLocks noGrp="1"/>
          </p:cNvSpPr>
          <p:nvPr>
            <p:ph sz="quarter" idx="1"/>
          </p:nvPr>
        </p:nvSpPr>
        <p:spPr/>
        <p:txBody>
          <a:bodyPr>
            <a:normAutofit lnSpcReduction="10000"/>
          </a:bodyPr>
          <a:lstStyle/>
          <a:p>
            <a:r>
              <a:rPr lang="es-ES" dirty="0">
                <a:latin typeface="Calibri" panose="020F0502020204030204" pitchFamily="34" charset="0"/>
                <a:ea typeface="Calibri" panose="020F0502020204030204" pitchFamily="34" charset="0"/>
                <a:cs typeface="Calibri" panose="020F0502020204030204" pitchFamily="34" charset="0"/>
              </a:rPr>
              <a:t>Las instrucciones son secuencias binarias</a:t>
            </a:r>
          </a:p>
          <a:p>
            <a:pPr lvl="1"/>
            <a:r>
              <a:rPr lang="es-ES" dirty="0">
                <a:latin typeface="Calibri" panose="020F0502020204030204" pitchFamily="34" charset="0"/>
                <a:ea typeface="Calibri" panose="020F0502020204030204" pitchFamily="34" charset="0"/>
                <a:cs typeface="Calibri" panose="020F0502020204030204" pitchFamily="34" charset="0"/>
              </a:rPr>
              <a:t>Típicamente, 32 bits (</a:t>
            </a:r>
            <a:r>
              <a:rPr lang="es-ES" dirty="0" err="1">
                <a:latin typeface="Calibri" panose="020F0502020204030204" pitchFamily="34" charset="0"/>
                <a:ea typeface="Calibri" panose="020F0502020204030204" pitchFamily="34" charset="0"/>
                <a:cs typeface="Calibri" panose="020F0502020204030204" pitchFamily="34" charset="0"/>
              </a:rPr>
              <a:t>RiscV</a:t>
            </a:r>
            <a:r>
              <a:rPr lang="es-ES" dirty="0">
                <a:latin typeface="Calibri" panose="020F0502020204030204" pitchFamily="34" charset="0"/>
                <a:ea typeface="Calibri" panose="020F0502020204030204" pitchFamily="34" charset="0"/>
                <a:cs typeface="Calibri" panose="020F0502020204030204" pitchFamily="34" charset="0"/>
              </a:rPr>
              <a:t>)</a:t>
            </a:r>
          </a:p>
          <a:p>
            <a:r>
              <a:rPr lang="es-ES" dirty="0">
                <a:latin typeface="Calibri" panose="020F0502020204030204" pitchFamily="34" charset="0"/>
                <a:ea typeface="Calibri" panose="020F0502020204030204" pitchFamily="34" charset="0"/>
                <a:cs typeface="Calibri" panose="020F0502020204030204" pitchFamily="34" charset="0"/>
              </a:rPr>
              <a:t>La secuencia binaria se divide en campos</a:t>
            </a:r>
          </a:p>
          <a:p>
            <a:pPr lvl="1"/>
            <a:r>
              <a:rPr lang="es-ES" dirty="0">
                <a:latin typeface="Calibri" panose="020F0502020204030204" pitchFamily="34" charset="0"/>
                <a:ea typeface="Calibri" panose="020F0502020204030204" pitchFamily="34" charset="0"/>
                <a:cs typeface="Calibri" panose="020F0502020204030204" pitchFamily="34" charset="0"/>
              </a:rPr>
              <a:t>Los tamaños de los campos dependen del hardware</a:t>
            </a:r>
          </a:p>
          <a:p>
            <a:pPr lvl="1"/>
            <a:r>
              <a:rPr lang="es-ES" dirty="0">
                <a:latin typeface="Calibri" panose="020F0502020204030204" pitchFamily="34" charset="0"/>
                <a:ea typeface="Calibri" panose="020F0502020204030204" pitchFamily="34" charset="0"/>
                <a:cs typeface="Calibri" panose="020F0502020204030204" pitchFamily="34" charset="0"/>
              </a:rPr>
              <a:t>Ej.: 5 bits para un registro (</a:t>
            </a:r>
            <a:r>
              <a:rPr lang="es-ES" dirty="0" err="1">
                <a:latin typeface="Calibri" panose="020F0502020204030204" pitchFamily="34" charset="0"/>
                <a:ea typeface="Calibri" panose="020F0502020204030204" pitchFamily="34" charset="0"/>
                <a:cs typeface="Calibri" panose="020F0502020204030204" pitchFamily="34" charset="0"/>
              </a:rPr>
              <a:t>RiscV</a:t>
            </a:r>
            <a:r>
              <a:rPr lang="es-ES" dirty="0">
                <a:latin typeface="Calibri" panose="020F0502020204030204" pitchFamily="34" charset="0"/>
                <a:ea typeface="Calibri" panose="020F0502020204030204" pitchFamily="34" charset="0"/>
                <a:cs typeface="Calibri" panose="020F0502020204030204" pitchFamily="34" charset="0"/>
              </a:rPr>
              <a:t>), porque hay 32 registros</a:t>
            </a:r>
          </a:p>
          <a:p>
            <a:r>
              <a:rPr lang="es-ES" dirty="0">
                <a:latin typeface="Calibri" panose="020F0502020204030204" pitchFamily="34" charset="0"/>
                <a:ea typeface="Calibri" panose="020F0502020204030204" pitchFamily="34" charset="0"/>
                <a:cs typeface="Calibri" panose="020F0502020204030204" pitchFamily="34" charset="0"/>
              </a:rPr>
              <a:t>El </a:t>
            </a:r>
            <a:r>
              <a:rPr lang="es-ES" b="1" dirty="0">
                <a:latin typeface="Calibri" panose="020F0502020204030204" pitchFamily="34" charset="0"/>
                <a:ea typeface="Calibri" panose="020F0502020204030204" pitchFamily="34" charset="0"/>
                <a:cs typeface="Calibri" panose="020F0502020204030204" pitchFamily="34" charset="0"/>
              </a:rPr>
              <a:t>formato</a:t>
            </a:r>
            <a:r>
              <a:rPr lang="es-ES" dirty="0">
                <a:latin typeface="Calibri" panose="020F0502020204030204" pitchFamily="34" charset="0"/>
                <a:ea typeface="Calibri" panose="020F0502020204030204" pitchFamily="34" charset="0"/>
                <a:cs typeface="Calibri" panose="020F0502020204030204" pitchFamily="34" charset="0"/>
              </a:rPr>
              <a:t> de instrucción es</a:t>
            </a:r>
          </a:p>
          <a:p>
            <a:pPr lvl="1"/>
            <a:r>
              <a:rPr lang="es-ES" dirty="0">
                <a:latin typeface="Calibri" panose="020F0502020204030204" pitchFamily="34" charset="0"/>
                <a:ea typeface="Calibri" panose="020F0502020204030204" pitchFamily="34" charset="0"/>
                <a:cs typeface="Calibri" panose="020F0502020204030204" pitchFamily="34" charset="0"/>
              </a:rPr>
              <a:t>Una descripción formal del número, tamaño y posición de los campos específicos de una arquitectura (familia de procesadores compatibles)</a:t>
            </a:r>
          </a:p>
          <a:p>
            <a:pPr lvl="1"/>
            <a:r>
              <a:rPr lang="es-ES" dirty="0">
                <a:latin typeface="Calibri" panose="020F0502020204030204" pitchFamily="34" charset="0"/>
                <a:ea typeface="Calibri" panose="020F0502020204030204" pitchFamily="34" charset="0"/>
                <a:cs typeface="Calibri" panose="020F0502020204030204" pitchFamily="34" charset="0"/>
              </a:rPr>
              <a:t>La relación formato de instrucción/hardware es estrecha:</a:t>
            </a:r>
          </a:p>
          <a:p>
            <a:pPr lvl="2"/>
            <a:r>
              <a:rPr lang="es-ES" dirty="0">
                <a:latin typeface="Calibri" panose="020F0502020204030204" pitchFamily="34" charset="0"/>
                <a:ea typeface="Calibri" panose="020F0502020204030204" pitchFamily="34" charset="0"/>
                <a:cs typeface="Calibri" panose="020F0502020204030204" pitchFamily="34" charset="0"/>
              </a:rPr>
              <a:t>El formato es la abstracción del hardware para el software</a:t>
            </a:r>
          </a:p>
          <a:p>
            <a:pPr lvl="2"/>
            <a:r>
              <a:rPr lang="es-ES" dirty="0">
                <a:latin typeface="Calibri" panose="020F0502020204030204" pitchFamily="34" charset="0"/>
                <a:ea typeface="Calibri" panose="020F0502020204030204" pitchFamily="34" charset="0"/>
                <a:cs typeface="Calibri" panose="020F0502020204030204" pitchFamily="34" charset="0"/>
              </a:rPr>
              <a:t>El formato condiciona el hardware</a:t>
            </a:r>
          </a:p>
          <a:p>
            <a:pPr lvl="2"/>
            <a:r>
              <a:rPr lang="es-ES" dirty="0">
                <a:latin typeface="Calibri" panose="020F0502020204030204" pitchFamily="34" charset="0"/>
                <a:ea typeface="Calibri" panose="020F0502020204030204" pitchFamily="34" charset="0"/>
                <a:cs typeface="Calibri" panose="020F0502020204030204" pitchFamily="34" charset="0"/>
              </a:rPr>
              <a:t>El hardware condiciona el formato</a:t>
            </a:r>
          </a:p>
          <a:p>
            <a:pPr lvl="1"/>
            <a:endParaRPr lang="es-E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107168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Rectangle 2"/>
          <p:cNvSpPr>
            <a:spLocks noGrp="1" noChangeArrowheads="1"/>
          </p:cNvSpPr>
          <p:nvPr>
            <p:ph type="subTitle" idx="1"/>
          </p:nvPr>
        </p:nvSpPr>
        <p:spPr>
          <a:xfrm>
            <a:off x="1926283" y="4266530"/>
            <a:ext cx="6929438" cy="2070100"/>
          </a:xfrm>
        </p:spPr>
        <p:txBody>
          <a:bodyPr>
            <a:normAutofit/>
          </a:bodyPr>
          <a:lstStyle/>
          <a:p>
            <a:pPr eaLnBrk="1" hangingPunct="1"/>
            <a:r>
              <a:rPr lang="es-ES_tradnl" sz="4800" dirty="0"/>
              <a:t>El repertorio de Instrucciones</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B64ABE-6E04-6674-1ED5-46EA7B9C8D1B}"/>
              </a:ext>
            </a:extLst>
          </p:cNvPr>
          <p:cNvSpPr>
            <a:spLocks noGrp="1"/>
          </p:cNvSpPr>
          <p:nvPr>
            <p:ph type="title"/>
          </p:nvPr>
        </p:nvSpPr>
        <p:spPr/>
        <p:txBody>
          <a:bodyPr/>
          <a:lstStyle/>
          <a:p>
            <a:r>
              <a:rPr lang="es-ES" sz="3573" dirty="0">
                <a:latin typeface="Rockwell" panose="02060603020205020403" pitchFamily="18" charset="0"/>
              </a:rPr>
              <a:t>Repertorio de instrucciones</a:t>
            </a:r>
          </a:p>
        </p:txBody>
      </p:sp>
      <p:sp>
        <p:nvSpPr>
          <p:cNvPr id="3" name="Marcador de contenido 2">
            <a:extLst>
              <a:ext uri="{FF2B5EF4-FFF2-40B4-BE49-F238E27FC236}">
                <a16:creationId xmlns:a16="http://schemas.microsoft.com/office/drawing/2014/main" id="{9437CEA7-0E7F-23D4-45B7-3BBAA1AB3672}"/>
              </a:ext>
            </a:extLst>
          </p:cNvPr>
          <p:cNvSpPr>
            <a:spLocks noGrp="1"/>
          </p:cNvSpPr>
          <p:nvPr>
            <p:ph idx="1"/>
          </p:nvPr>
        </p:nvSpPr>
        <p:spPr>
          <a:xfrm>
            <a:off x="926952" y="3092612"/>
            <a:ext cx="8044755" cy="3470333"/>
          </a:xfrm>
        </p:spPr>
        <p:txBody>
          <a:bodyPr>
            <a:normAutofit/>
          </a:bodyPr>
          <a:lstStyle/>
          <a:p>
            <a:r>
              <a:rPr lang="es-ES" dirty="0"/>
              <a:t>El </a:t>
            </a:r>
            <a:r>
              <a:rPr lang="es-ES" dirty="0">
                <a:solidFill>
                  <a:schemeClr val="accent2"/>
                </a:solidFill>
              </a:rPr>
              <a:t>repertorio de instrucciones </a:t>
            </a:r>
            <a:r>
              <a:rPr lang="es-ES" dirty="0"/>
              <a:t>es el conjunto de todas las instrucciones que puede ejecutar un procesador </a:t>
            </a:r>
          </a:p>
          <a:p>
            <a:r>
              <a:rPr lang="es-ES" dirty="0"/>
              <a:t>Hay diferentes tipos de instrucciones:</a:t>
            </a:r>
          </a:p>
          <a:p>
            <a:pPr lvl="1"/>
            <a:r>
              <a:rPr lang="es-ES" dirty="0">
                <a:solidFill>
                  <a:schemeClr val="accent2"/>
                </a:solidFill>
              </a:rPr>
              <a:t>Transformación de datos</a:t>
            </a:r>
            <a:r>
              <a:rPr lang="es-ES" dirty="0"/>
              <a:t>: realizan operaciones aritméticas, lógicas bit a bit y de desplazamiento de bits.</a:t>
            </a:r>
          </a:p>
          <a:p>
            <a:pPr lvl="1"/>
            <a:r>
              <a:rPr lang="es-ES" dirty="0">
                <a:solidFill>
                  <a:schemeClr val="accent2"/>
                </a:solidFill>
              </a:rPr>
              <a:t>Transferencia de datos</a:t>
            </a:r>
            <a:r>
              <a:rPr lang="es-ES" dirty="0"/>
              <a:t>: copian datos entre registros y memoria</a:t>
            </a:r>
          </a:p>
          <a:p>
            <a:pPr lvl="1"/>
            <a:r>
              <a:rPr lang="es-ES" dirty="0">
                <a:solidFill>
                  <a:schemeClr val="accent2"/>
                </a:solidFill>
              </a:rPr>
              <a:t>Control o salto</a:t>
            </a:r>
            <a:r>
              <a:rPr lang="es-ES" dirty="0"/>
              <a:t>: rompen el orden implícito de ejecución (modifican PC)</a:t>
            </a:r>
          </a:p>
          <a:p>
            <a:pPr lvl="1"/>
            <a:r>
              <a:rPr lang="es-ES" dirty="0">
                <a:solidFill>
                  <a:schemeClr val="accent2"/>
                </a:solidFill>
              </a:rPr>
              <a:t>Privilegiadas</a:t>
            </a:r>
            <a:r>
              <a:rPr lang="es-ES" dirty="0"/>
              <a:t>: permiten acceso a funcionalidades para control del sistema</a:t>
            </a:r>
          </a:p>
          <a:p>
            <a:r>
              <a:rPr lang="es-ES" dirty="0"/>
              <a:t>El repertorio de instrucciones del RISC-V es extremadamente reducido</a:t>
            </a:r>
          </a:p>
        </p:txBody>
      </p:sp>
      <p:sp>
        <p:nvSpPr>
          <p:cNvPr id="4" name="Marcador de número de diapositiva 3">
            <a:extLst>
              <a:ext uri="{FF2B5EF4-FFF2-40B4-BE49-F238E27FC236}">
                <a16:creationId xmlns:a16="http://schemas.microsoft.com/office/drawing/2014/main" id="{0A7CD9D7-B52F-81CB-C11C-C95A9CBF3DF3}"/>
              </a:ext>
            </a:extLst>
          </p:cNvPr>
          <p:cNvSpPr>
            <a:spLocks noGrp="1"/>
          </p:cNvSpPr>
          <p:nvPr>
            <p:ph type="sldNum" sz="quarter" idx="12"/>
          </p:nvPr>
        </p:nvSpPr>
        <p:spPr/>
        <p:txBody>
          <a:bodyPr/>
          <a:lstStyle/>
          <a:p>
            <a:pPr defTabSz="371292" fontAlgn="auto">
              <a:spcBef>
                <a:spcPts val="0"/>
              </a:spcBef>
              <a:spcAft>
                <a:spcPts val="0"/>
              </a:spcAft>
            </a:pPr>
            <a:fld id="{6D22F896-40B5-4ADD-8801-0D06FADFA095}" type="slidenum">
              <a:rPr lang="es-ES">
                <a:solidFill>
                  <a:srgbClr val="E6E6E6">
                    <a:lumMod val="10000"/>
                  </a:srgbClr>
                </a:solidFill>
                <a:latin typeface="Tw Cen MT" panose="020B0602020104020603"/>
              </a:rPr>
              <a:pPr defTabSz="371292" fontAlgn="auto">
                <a:spcBef>
                  <a:spcPts val="0"/>
                </a:spcBef>
                <a:spcAft>
                  <a:spcPts val="0"/>
                </a:spcAft>
              </a:pPr>
              <a:t>118</a:t>
            </a:fld>
            <a:endParaRPr lang="es-ES">
              <a:solidFill>
                <a:srgbClr val="E6E6E6">
                  <a:lumMod val="10000"/>
                </a:srgbClr>
              </a:solidFill>
              <a:latin typeface="Tw Cen MT" panose="020B0602020104020603"/>
            </a:endParaRPr>
          </a:p>
        </p:txBody>
      </p:sp>
    </p:spTree>
    <p:extLst>
      <p:ext uri="{BB962C8B-B14F-4D97-AF65-F5344CB8AC3E}">
        <p14:creationId xmlns:p14="http://schemas.microsoft.com/office/powerpoint/2010/main" val="88879415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B64ABE-6E04-6674-1ED5-46EA7B9C8D1B}"/>
              </a:ext>
            </a:extLst>
          </p:cNvPr>
          <p:cNvSpPr>
            <a:spLocks noGrp="1"/>
          </p:cNvSpPr>
          <p:nvPr>
            <p:ph type="title"/>
          </p:nvPr>
        </p:nvSpPr>
        <p:spPr>
          <a:xfrm>
            <a:off x="926952" y="1265739"/>
            <a:ext cx="8044754" cy="1200761"/>
          </a:xfrm>
        </p:spPr>
        <p:txBody>
          <a:bodyPr/>
          <a:lstStyle/>
          <a:p>
            <a:r>
              <a:rPr lang="es-ES" sz="3573" dirty="0">
                <a:latin typeface="Rockwell" panose="02060603020205020403" pitchFamily="18" charset="0"/>
              </a:rPr>
              <a:t>Repertorio de instrucciones:</a:t>
            </a:r>
            <a:br>
              <a:rPr lang="es-ES" sz="3573" dirty="0">
                <a:latin typeface="Rockwell" panose="02060603020205020403" pitchFamily="18" charset="0"/>
              </a:rPr>
            </a:br>
            <a:r>
              <a:rPr lang="es-ES" sz="2599" dirty="0">
                <a:solidFill>
                  <a:schemeClr val="accent2"/>
                </a:solidFill>
                <a:latin typeface="Rockwell" panose="02060603020205020403" pitchFamily="18" charset="0"/>
              </a:rPr>
              <a:t>aritméticas (I)</a:t>
            </a:r>
          </a:p>
        </p:txBody>
      </p:sp>
      <p:sp>
        <p:nvSpPr>
          <p:cNvPr id="3" name="Marcador de contenido 2">
            <a:extLst>
              <a:ext uri="{FF2B5EF4-FFF2-40B4-BE49-F238E27FC236}">
                <a16:creationId xmlns:a16="http://schemas.microsoft.com/office/drawing/2014/main" id="{9437CEA7-0E7F-23D4-45B7-3BBAA1AB3672}"/>
              </a:ext>
            </a:extLst>
          </p:cNvPr>
          <p:cNvSpPr>
            <a:spLocks noGrp="1"/>
          </p:cNvSpPr>
          <p:nvPr>
            <p:ph idx="1"/>
          </p:nvPr>
        </p:nvSpPr>
        <p:spPr>
          <a:xfrm>
            <a:off x="926952" y="2590264"/>
            <a:ext cx="8044755" cy="3470333"/>
          </a:xfrm>
        </p:spPr>
        <p:txBody>
          <a:bodyPr>
            <a:normAutofit/>
          </a:bodyPr>
          <a:lstStyle/>
          <a:p>
            <a:r>
              <a:rPr lang="es-ES" dirty="0"/>
              <a:t>Realizan operaciones aritméticas con 2 operandos fuente y 1 operando destino, todos de 32 bits</a:t>
            </a:r>
          </a:p>
          <a:p>
            <a:pPr lvl="1"/>
            <a:r>
              <a:rPr lang="es-ES" dirty="0"/>
              <a:t>El </a:t>
            </a:r>
            <a:r>
              <a:rPr lang="es-ES" dirty="0">
                <a:solidFill>
                  <a:schemeClr val="accent2"/>
                </a:solidFill>
              </a:rPr>
              <a:t>operando izquierdo</a:t>
            </a:r>
            <a:r>
              <a:rPr lang="es-ES" dirty="0"/>
              <a:t> se encuentra SIEMPRE en un </a:t>
            </a:r>
            <a:r>
              <a:rPr lang="es-ES" dirty="0">
                <a:solidFill>
                  <a:schemeClr val="accent2"/>
                </a:solidFill>
              </a:rPr>
              <a:t>registro</a:t>
            </a:r>
          </a:p>
          <a:p>
            <a:pPr lvl="1"/>
            <a:r>
              <a:rPr lang="es-ES" dirty="0"/>
              <a:t>El </a:t>
            </a:r>
            <a:r>
              <a:rPr lang="es-ES" dirty="0">
                <a:solidFill>
                  <a:schemeClr val="accent2"/>
                </a:solidFill>
              </a:rPr>
              <a:t>operando derecho </a:t>
            </a:r>
            <a:r>
              <a:rPr lang="es-ES" dirty="0"/>
              <a:t>se encuentra en un </a:t>
            </a:r>
            <a:r>
              <a:rPr lang="es-ES" dirty="0">
                <a:solidFill>
                  <a:schemeClr val="accent2"/>
                </a:solidFill>
              </a:rPr>
              <a:t>registro</a:t>
            </a:r>
            <a:r>
              <a:rPr lang="es-ES" dirty="0"/>
              <a:t> o es un </a:t>
            </a:r>
            <a:r>
              <a:rPr lang="es-ES" dirty="0">
                <a:solidFill>
                  <a:schemeClr val="accent2"/>
                </a:solidFill>
              </a:rPr>
              <a:t>inmediato corto</a:t>
            </a:r>
          </a:p>
          <a:p>
            <a:pPr lvl="2"/>
            <a:r>
              <a:rPr lang="es-ES" dirty="0"/>
              <a:t>La constante inmediata es de 12 bits en C2 ([-2048, +2047]) pero se extiende a 32 bits</a:t>
            </a:r>
          </a:p>
          <a:p>
            <a:pPr lvl="1"/>
            <a:r>
              <a:rPr lang="es-ES" dirty="0"/>
              <a:t>El </a:t>
            </a:r>
            <a:r>
              <a:rPr lang="es-ES" dirty="0">
                <a:solidFill>
                  <a:schemeClr val="accent2"/>
                </a:solidFill>
              </a:rPr>
              <a:t>resultado</a:t>
            </a:r>
            <a:r>
              <a:rPr lang="es-ES" dirty="0"/>
              <a:t> se almacena SIEMPRE en un </a:t>
            </a:r>
            <a:r>
              <a:rPr lang="es-ES" dirty="0">
                <a:solidFill>
                  <a:schemeClr val="accent2"/>
                </a:solidFill>
              </a:rPr>
              <a:t>registro</a:t>
            </a:r>
          </a:p>
        </p:txBody>
      </p:sp>
      <p:sp>
        <p:nvSpPr>
          <p:cNvPr id="5" name="CuadroTexto 4">
            <a:extLst>
              <a:ext uri="{FF2B5EF4-FFF2-40B4-BE49-F238E27FC236}">
                <a16:creationId xmlns:a16="http://schemas.microsoft.com/office/drawing/2014/main" id="{278B25E1-4665-6DA5-3C38-BF8FEB12E3A8}"/>
              </a:ext>
            </a:extLst>
          </p:cNvPr>
          <p:cNvSpPr txBox="1"/>
          <p:nvPr/>
        </p:nvSpPr>
        <p:spPr>
          <a:xfrm>
            <a:off x="1752208" y="4911597"/>
            <a:ext cx="2102723" cy="542328"/>
          </a:xfrm>
          <a:prstGeom prst="rect">
            <a:avLst/>
          </a:prstGeom>
          <a:noFill/>
        </p:spPr>
        <p:txBody>
          <a:bodyPr wrap="square">
            <a:spAutoFit/>
          </a:bodyPr>
          <a:lstStyle/>
          <a:p>
            <a:pPr marL="371292" lvl="1" defTabSz="371292" fontAlgn="auto">
              <a:spcBef>
                <a:spcPts val="0"/>
              </a:spcBef>
              <a:spcAft>
                <a:spcPts val="0"/>
              </a:spcAft>
            </a:pPr>
            <a:r>
              <a:rPr lang="es-ES" sz="1462" b="1" dirty="0">
                <a:solidFill>
                  <a:srgbClr val="2683C6"/>
                </a:solidFill>
                <a:latin typeface="Courier New" panose="02070309020205020404" pitchFamily="49" charset="0"/>
                <a:cs typeface="Courier New" panose="02070309020205020404" pitchFamily="49" charset="0"/>
              </a:rPr>
              <a:t>sub</a:t>
            </a:r>
            <a:r>
              <a:rPr lang="es-ES" sz="1462" b="1" dirty="0">
                <a:solidFill>
                  <a:srgbClr val="E6E6E6">
                    <a:lumMod val="10000"/>
                  </a:srgbClr>
                </a:solidFill>
                <a:latin typeface="Courier New" panose="02070309020205020404" pitchFamily="49" charset="0"/>
                <a:cs typeface="Courier New" panose="02070309020205020404" pitchFamily="49" charset="0"/>
              </a:rPr>
              <a:t> x8, x2, x1</a:t>
            </a:r>
          </a:p>
        </p:txBody>
      </p:sp>
      <p:sp>
        <p:nvSpPr>
          <p:cNvPr id="6" name="CuadroTexto 5">
            <a:extLst>
              <a:ext uri="{FF2B5EF4-FFF2-40B4-BE49-F238E27FC236}">
                <a16:creationId xmlns:a16="http://schemas.microsoft.com/office/drawing/2014/main" id="{C2D10CA1-4CB6-DB7D-7A96-C06409BF7AA3}"/>
              </a:ext>
            </a:extLst>
          </p:cNvPr>
          <p:cNvSpPr txBox="1"/>
          <p:nvPr/>
        </p:nvSpPr>
        <p:spPr>
          <a:xfrm>
            <a:off x="4442065" y="4911597"/>
            <a:ext cx="2361175" cy="317331"/>
          </a:xfrm>
          <a:prstGeom prst="rect">
            <a:avLst/>
          </a:prstGeom>
          <a:noFill/>
        </p:spPr>
        <p:txBody>
          <a:bodyPr wrap="square">
            <a:spAutoFit/>
          </a:bodyPr>
          <a:lstStyle/>
          <a:p>
            <a:pPr marL="371292" lvl="1" defTabSz="371292" fontAlgn="auto">
              <a:spcBef>
                <a:spcPts val="0"/>
              </a:spcBef>
              <a:spcAft>
                <a:spcPts val="0"/>
              </a:spcAft>
            </a:pPr>
            <a:r>
              <a:rPr lang="es-ES" sz="1462" b="1" dirty="0" err="1">
                <a:solidFill>
                  <a:srgbClr val="2683C6"/>
                </a:solidFill>
                <a:latin typeface="Courier New" panose="02070309020205020404" pitchFamily="49" charset="0"/>
                <a:cs typeface="Courier New" panose="02070309020205020404" pitchFamily="49" charset="0"/>
              </a:rPr>
              <a:t>addi</a:t>
            </a:r>
            <a:r>
              <a:rPr lang="es-ES" sz="1462" b="1" dirty="0">
                <a:solidFill>
                  <a:srgbClr val="E6E6E6">
                    <a:lumMod val="10000"/>
                  </a:srgbClr>
                </a:solidFill>
                <a:latin typeface="Courier New" panose="02070309020205020404" pitchFamily="49" charset="0"/>
                <a:cs typeface="Courier New" panose="02070309020205020404" pitchFamily="49" charset="0"/>
              </a:rPr>
              <a:t> x8, x2, </a:t>
            </a:r>
            <a:r>
              <a:rPr lang="es-ES" sz="1462" b="1" dirty="0">
                <a:solidFill>
                  <a:srgbClr val="C00000"/>
                </a:solidFill>
                <a:latin typeface="Courier New" panose="02070309020205020404" pitchFamily="49" charset="0"/>
                <a:cs typeface="Courier New" panose="02070309020205020404" pitchFamily="49" charset="0"/>
              </a:rPr>
              <a:t>6</a:t>
            </a:r>
          </a:p>
        </p:txBody>
      </p:sp>
      <p:graphicFrame>
        <p:nvGraphicFramePr>
          <p:cNvPr id="7" name="Tabla 6">
            <a:extLst>
              <a:ext uri="{FF2B5EF4-FFF2-40B4-BE49-F238E27FC236}">
                <a16:creationId xmlns:a16="http://schemas.microsoft.com/office/drawing/2014/main" id="{71AB8631-268A-3F6E-BDA2-43750E03C7DD}"/>
              </a:ext>
            </a:extLst>
          </p:cNvPr>
          <p:cNvGraphicFramePr>
            <a:graphicFrameLocks noGrp="1"/>
          </p:cNvGraphicFramePr>
          <p:nvPr/>
        </p:nvGraphicFramePr>
        <p:xfrm>
          <a:off x="1831798" y="5272295"/>
          <a:ext cx="1853309" cy="1371600"/>
        </p:xfrm>
        <a:graphic>
          <a:graphicData uri="http://schemas.openxmlformats.org/drawingml/2006/table">
            <a:tbl>
              <a:tblPr firstRow="1" bandRow="1">
                <a:tableStyleId>{5C22544A-7EE6-4342-B048-85BDC9FD1C3A}</a:tableStyleId>
              </a:tblPr>
              <a:tblGrid>
                <a:gridCol w="581171">
                  <a:extLst>
                    <a:ext uri="{9D8B030D-6E8A-4147-A177-3AD203B41FA5}">
                      <a16:colId xmlns:a16="http://schemas.microsoft.com/office/drawing/2014/main" val="557343780"/>
                    </a:ext>
                  </a:extLst>
                </a:gridCol>
                <a:gridCol w="1272138">
                  <a:extLst>
                    <a:ext uri="{9D8B030D-6E8A-4147-A177-3AD203B41FA5}">
                      <a16:colId xmlns:a16="http://schemas.microsoft.com/office/drawing/2014/main" val="2056034146"/>
                    </a:ext>
                  </a:extLst>
                </a:gridCol>
              </a:tblGrid>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x0</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8521907"/>
                  </a:ext>
                </a:extLst>
              </a:tr>
              <a:tr h="148519">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x1</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s-ES" sz="1000" b="1" i="0" dirty="0">
                          <a:solidFill>
                            <a:srgbClr val="C00000"/>
                          </a:solidFill>
                          <a:latin typeface="Courier New" panose="02070309020205020404" pitchFamily="49" charset="0"/>
                          <a:cs typeface="Courier New" panose="02070309020205020404" pitchFamily="49" charset="0"/>
                        </a:rPr>
                        <a:t>0f700ce4</a:t>
                      </a: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895265554"/>
                  </a:ext>
                </a:extLst>
              </a:tr>
              <a:tr h="148519">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x2</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s-ES" sz="1000" b="1" i="0" dirty="0">
                          <a:solidFill>
                            <a:srgbClr val="C00000"/>
                          </a:solidFill>
                          <a:latin typeface="Courier New" panose="02070309020205020404" pitchFamily="49" charset="0"/>
                          <a:cs typeface="Courier New" panose="02070309020205020404" pitchFamily="49" charset="0"/>
                        </a:rPr>
                        <a:t>00200000</a:t>
                      </a: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738530634"/>
                  </a:ext>
                </a:extLst>
              </a:tr>
              <a:tr h="297037">
                <a:tc>
                  <a:txBody>
                    <a:bodyPr/>
                    <a:lstStyle/>
                    <a:p>
                      <a:pPr algn="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013613675"/>
                  </a:ext>
                </a:extLst>
              </a:tr>
              <a:tr h="148519">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x8</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s-ES" sz="1000" b="1" i="0" dirty="0">
                          <a:solidFill>
                            <a:srgbClr val="C00000"/>
                          </a:solidFill>
                          <a:latin typeface="Courier New" panose="02070309020205020404" pitchFamily="49" charset="0"/>
                          <a:cs typeface="Courier New" panose="02070309020205020404" pitchFamily="49" charset="0"/>
                        </a:rPr>
                        <a:t>0f500ce4</a:t>
                      </a: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367793406"/>
                  </a:ext>
                </a:extLst>
              </a:tr>
              <a:tr h="297037">
                <a:tc>
                  <a:txBody>
                    <a:bodyPr/>
                    <a:lstStyle/>
                    <a:p>
                      <a:pPr algn="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470693166"/>
                  </a:ext>
                </a:extLst>
              </a:tr>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x31</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585267453"/>
                  </a:ext>
                </a:extLst>
              </a:tr>
            </a:tbl>
          </a:graphicData>
        </a:graphic>
      </p:graphicFrame>
      <p:sp>
        <p:nvSpPr>
          <p:cNvPr id="8" name="CuadroTexto 7">
            <a:extLst>
              <a:ext uri="{FF2B5EF4-FFF2-40B4-BE49-F238E27FC236}">
                <a16:creationId xmlns:a16="http://schemas.microsoft.com/office/drawing/2014/main" id="{DFA2E917-557A-8A83-3D59-74ABF823203A}"/>
              </a:ext>
            </a:extLst>
          </p:cNvPr>
          <p:cNvSpPr txBox="1"/>
          <p:nvPr/>
        </p:nvSpPr>
        <p:spPr>
          <a:xfrm>
            <a:off x="2681402" y="6571533"/>
            <a:ext cx="767903" cy="292259"/>
          </a:xfrm>
          <a:prstGeom prst="rect">
            <a:avLst/>
          </a:prstGeom>
          <a:noFill/>
        </p:spPr>
        <p:txBody>
          <a:bodyPr wrap="none" rtlCol="0">
            <a:spAutoFit/>
          </a:bodyPr>
          <a:lstStyle/>
          <a:p>
            <a:pPr algn="l" defTabSz="371292" fontAlgn="auto">
              <a:spcBef>
                <a:spcPts val="0"/>
              </a:spcBef>
              <a:spcAft>
                <a:spcPts val="0"/>
              </a:spcAft>
            </a:pPr>
            <a:r>
              <a:rPr lang="es-ES" sz="1299" dirty="0">
                <a:solidFill>
                  <a:srgbClr val="E6E6E6">
                    <a:lumMod val="10000"/>
                  </a:srgbClr>
                </a:solidFill>
                <a:latin typeface="Tw Cen MT" panose="020B0602020104020603"/>
              </a:rPr>
              <a:t>Registros</a:t>
            </a:r>
            <a:endParaRPr lang="es-ES" sz="1462" dirty="0">
              <a:solidFill>
                <a:srgbClr val="E6E6E6">
                  <a:lumMod val="10000"/>
                </a:srgbClr>
              </a:solidFill>
              <a:latin typeface="Tw Cen MT" panose="020B0602020104020603"/>
            </a:endParaRPr>
          </a:p>
        </p:txBody>
      </p:sp>
      <p:graphicFrame>
        <p:nvGraphicFramePr>
          <p:cNvPr id="9" name="Tabla 8">
            <a:extLst>
              <a:ext uri="{FF2B5EF4-FFF2-40B4-BE49-F238E27FC236}">
                <a16:creationId xmlns:a16="http://schemas.microsoft.com/office/drawing/2014/main" id="{7BD0EAF5-5EEE-E0C4-C7D2-4C2FF1D47E72}"/>
              </a:ext>
            </a:extLst>
          </p:cNvPr>
          <p:cNvGraphicFramePr>
            <a:graphicFrameLocks noGrp="1"/>
          </p:cNvGraphicFramePr>
          <p:nvPr/>
        </p:nvGraphicFramePr>
        <p:xfrm>
          <a:off x="4680224" y="5275424"/>
          <a:ext cx="1853309" cy="1371600"/>
        </p:xfrm>
        <a:graphic>
          <a:graphicData uri="http://schemas.openxmlformats.org/drawingml/2006/table">
            <a:tbl>
              <a:tblPr firstRow="1" bandRow="1">
                <a:tableStyleId>{5C22544A-7EE6-4342-B048-85BDC9FD1C3A}</a:tableStyleId>
              </a:tblPr>
              <a:tblGrid>
                <a:gridCol w="581171">
                  <a:extLst>
                    <a:ext uri="{9D8B030D-6E8A-4147-A177-3AD203B41FA5}">
                      <a16:colId xmlns:a16="http://schemas.microsoft.com/office/drawing/2014/main" val="557343780"/>
                    </a:ext>
                  </a:extLst>
                </a:gridCol>
                <a:gridCol w="1272138">
                  <a:extLst>
                    <a:ext uri="{9D8B030D-6E8A-4147-A177-3AD203B41FA5}">
                      <a16:colId xmlns:a16="http://schemas.microsoft.com/office/drawing/2014/main" val="2056034146"/>
                    </a:ext>
                  </a:extLst>
                </a:gridCol>
              </a:tblGrid>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x0</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8521907"/>
                  </a:ext>
                </a:extLst>
              </a:tr>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x1</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rgbClr val="C00000"/>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895265554"/>
                  </a:ext>
                </a:extLst>
              </a:tr>
              <a:tr h="148519">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x2</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00" b="1" i="0" dirty="0">
                          <a:solidFill>
                            <a:srgbClr val="C00000"/>
                          </a:solidFill>
                          <a:latin typeface="Courier New" panose="02070309020205020404" pitchFamily="49" charset="0"/>
                          <a:cs typeface="Courier New" panose="02070309020205020404" pitchFamily="49" charset="0"/>
                        </a:rPr>
                        <a:t>0f700000</a:t>
                      </a: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738530634"/>
                  </a:ext>
                </a:extLst>
              </a:tr>
              <a:tr h="297037">
                <a:tc>
                  <a:txBody>
                    <a:bodyPr/>
                    <a:lstStyle/>
                    <a:p>
                      <a:pPr algn="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013613675"/>
                  </a:ext>
                </a:extLst>
              </a:tr>
              <a:tr h="148519">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x8</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00" b="1" i="0" dirty="0">
                          <a:solidFill>
                            <a:srgbClr val="C00000"/>
                          </a:solidFill>
                          <a:latin typeface="Courier New" panose="02070309020205020404" pitchFamily="49" charset="0"/>
                          <a:cs typeface="Courier New" panose="02070309020205020404" pitchFamily="49" charset="0"/>
                        </a:rPr>
                        <a:t>0f700006</a:t>
                      </a: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367793406"/>
                  </a:ext>
                </a:extLst>
              </a:tr>
              <a:tr h="297037">
                <a:tc>
                  <a:txBody>
                    <a:bodyPr/>
                    <a:lstStyle/>
                    <a:p>
                      <a:pPr algn="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470693166"/>
                  </a:ext>
                </a:extLst>
              </a:tr>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x31</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585267453"/>
                  </a:ext>
                </a:extLst>
              </a:tr>
            </a:tbl>
          </a:graphicData>
        </a:graphic>
      </p:graphicFrame>
      <p:sp>
        <p:nvSpPr>
          <p:cNvPr id="10" name="CuadroTexto 9">
            <a:extLst>
              <a:ext uri="{FF2B5EF4-FFF2-40B4-BE49-F238E27FC236}">
                <a16:creationId xmlns:a16="http://schemas.microsoft.com/office/drawing/2014/main" id="{71B1451B-A9DC-D786-A619-128E2A15AAE8}"/>
              </a:ext>
            </a:extLst>
          </p:cNvPr>
          <p:cNvSpPr txBox="1"/>
          <p:nvPr/>
        </p:nvSpPr>
        <p:spPr>
          <a:xfrm>
            <a:off x="5529827" y="6574661"/>
            <a:ext cx="767903" cy="292259"/>
          </a:xfrm>
          <a:prstGeom prst="rect">
            <a:avLst/>
          </a:prstGeom>
          <a:noFill/>
        </p:spPr>
        <p:txBody>
          <a:bodyPr wrap="none" rtlCol="0">
            <a:spAutoFit/>
          </a:bodyPr>
          <a:lstStyle/>
          <a:p>
            <a:pPr algn="l" defTabSz="371292" fontAlgn="auto">
              <a:spcBef>
                <a:spcPts val="0"/>
              </a:spcBef>
              <a:spcAft>
                <a:spcPts val="0"/>
              </a:spcAft>
            </a:pPr>
            <a:r>
              <a:rPr lang="es-ES" sz="1299" dirty="0">
                <a:solidFill>
                  <a:srgbClr val="E6E6E6">
                    <a:lumMod val="10000"/>
                  </a:srgbClr>
                </a:solidFill>
                <a:latin typeface="Tw Cen MT" panose="020B0602020104020603"/>
              </a:rPr>
              <a:t>Registros</a:t>
            </a:r>
            <a:endParaRPr lang="es-ES" sz="1462" dirty="0">
              <a:solidFill>
                <a:srgbClr val="E6E6E6">
                  <a:lumMod val="10000"/>
                </a:srgbClr>
              </a:solidFill>
              <a:latin typeface="Tw Cen MT" panose="020B0602020104020603"/>
            </a:endParaRPr>
          </a:p>
        </p:txBody>
      </p:sp>
      <p:sp>
        <p:nvSpPr>
          <p:cNvPr id="11" name="Rectángulo redondeado 10">
            <a:extLst>
              <a:ext uri="{FF2B5EF4-FFF2-40B4-BE49-F238E27FC236}">
                <a16:creationId xmlns:a16="http://schemas.microsoft.com/office/drawing/2014/main" id="{1CBEA581-01D7-07F6-18B7-295B543EF109}"/>
              </a:ext>
            </a:extLst>
          </p:cNvPr>
          <p:cNvSpPr/>
          <p:nvPr/>
        </p:nvSpPr>
        <p:spPr>
          <a:xfrm>
            <a:off x="5996730" y="4951445"/>
            <a:ext cx="659304" cy="231701"/>
          </a:xfrm>
          <a:prstGeom prst="roundRect">
            <a:avLst>
              <a:gd name="adj" fmla="val 50000"/>
            </a:avLst>
          </a:prstGeom>
          <a:solidFill>
            <a:schemeClr val="accent1">
              <a:alpha val="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12" name="Rectángulo redondeado 11">
            <a:extLst>
              <a:ext uri="{FF2B5EF4-FFF2-40B4-BE49-F238E27FC236}">
                <a16:creationId xmlns:a16="http://schemas.microsoft.com/office/drawing/2014/main" id="{6E3A50CD-BA00-3BF0-29A8-75FD34EF2856}"/>
              </a:ext>
            </a:extLst>
          </p:cNvPr>
          <p:cNvSpPr/>
          <p:nvPr/>
        </p:nvSpPr>
        <p:spPr>
          <a:xfrm>
            <a:off x="3048408" y="4956171"/>
            <a:ext cx="768301" cy="231701"/>
          </a:xfrm>
          <a:prstGeom prst="roundRect">
            <a:avLst>
              <a:gd name="adj" fmla="val 50000"/>
            </a:avLst>
          </a:prstGeom>
          <a:solidFill>
            <a:schemeClr val="accent1">
              <a:alpha val="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13" name="Rectángulo redondeado 12">
            <a:extLst>
              <a:ext uri="{FF2B5EF4-FFF2-40B4-BE49-F238E27FC236}">
                <a16:creationId xmlns:a16="http://schemas.microsoft.com/office/drawing/2014/main" id="{F5ED337F-6C3E-270F-01AE-413205C3D5AF}"/>
              </a:ext>
            </a:extLst>
          </p:cNvPr>
          <p:cNvSpPr/>
          <p:nvPr/>
        </p:nvSpPr>
        <p:spPr>
          <a:xfrm>
            <a:off x="2591801" y="4945715"/>
            <a:ext cx="333302" cy="231701"/>
          </a:xfrm>
          <a:prstGeom prst="roundRect">
            <a:avLst>
              <a:gd name="adj" fmla="val 50000"/>
            </a:avLst>
          </a:prstGeom>
          <a:solidFill>
            <a:schemeClr val="accent1">
              <a:alpha val="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14" name="Rectángulo redondeado 13">
            <a:extLst>
              <a:ext uri="{FF2B5EF4-FFF2-40B4-BE49-F238E27FC236}">
                <a16:creationId xmlns:a16="http://schemas.microsoft.com/office/drawing/2014/main" id="{6DCC55AB-0919-CB33-4B7D-E6CF98E58DE7}"/>
              </a:ext>
            </a:extLst>
          </p:cNvPr>
          <p:cNvSpPr/>
          <p:nvPr/>
        </p:nvSpPr>
        <p:spPr>
          <a:xfrm>
            <a:off x="5516222" y="4945715"/>
            <a:ext cx="333302" cy="231701"/>
          </a:xfrm>
          <a:prstGeom prst="roundRect">
            <a:avLst>
              <a:gd name="adj" fmla="val 50000"/>
            </a:avLst>
          </a:prstGeom>
          <a:solidFill>
            <a:schemeClr val="accent1">
              <a:alpha val="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15" name="CuadroTexto 14">
            <a:extLst>
              <a:ext uri="{FF2B5EF4-FFF2-40B4-BE49-F238E27FC236}">
                <a16:creationId xmlns:a16="http://schemas.microsoft.com/office/drawing/2014/main" id="{4332A3DB-05C9-0C2A-D0B9-B26C4F89F3CA}"/>
              </a:ext>
            </a:extLst>
          </p:cNvPr>
          <p:cNvSpPr txBox="1"/>
          <p:nvPr/>
        </p:nvSpPr>
        <p:spPr>
          <a:xfrm>
            <a:off x="3936834" y="4654698"/>
            <a:ext cx="1124026"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1 operando destino</a:t>
            </a:r>
          </a:p>
        </p:txBody>
      </p:sp>
      <p:sp>
        <p:nvSpPr>
          <p:cNvPr id="16" name="CuadroTexto 15">
            <a:extLst>
              <a:ext uri="{FF2B5EF4-FFF2-40B4-BE49-F238E27FC236}">
                <a16:creationId xmlns:a16="http://schemas.microsoft.com/office/drawing/2014/main" id="{9397762F-E8D9-4E11-E658-F1E480734938}"/>
              </a:ext>
            </a:extLst>
          </p:cNvPr>
          <p:cNvSpPr txBox="1"/>
          <p:nvPr/>
        </p:nvSpPr>
        <p:spPr>
          <a:xfrm>
            <a:off x="3936835" y="4812957"/>
            <a:ext cx="1122423"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2 operandos fuente</a:t>
            </a:r>
          </a:p>
        </p:txBody>
      </p:sp>
      <p:sp>
        <p:nvSpPr>
          <p:cNvPr id="17" name="Forma libre 16">
            <a:extLst>
              <a:ext uri="{FF2B5EF4-FFF2-40B4-BE49-F238E27FC236}">
                <a16:creationId xmlns:a16="http://schemas.microsoft.com/office/drawing/2014/main" id="{8C6F93B9-C57F-493B-D84C-9B9251C12839}"/>
              </a:ext>
            </a:extLst>
          </p:cNvPr>
          <p:cNvSpPr/>
          <p:nvPr/>
        </p:nvSpPr>
        <p:spPr>
          <a:xfrm>
            <a:off x="2762883" y="4756021"/>
            <a:ext cx="1212173" cy="173584"/>
          </a:xfrm>
          <a:custGeom>
            <a:avLst/>
            <a:gdLst>
              <a:gd name="connsiteX0" fmla="*/ 1492623 w 1492623"/>
              <a:gd name="connsiteY0" fmla="*/ 18762 h 213744"/>
              <a:gd name="connsiteX1" fmla="*/ 329453 w 1492623"/>
              <a:gd name="connsiteY1" fmla="*/ 18762 h 213744"/>
              <a:gd name="connsiteX2" fmla="*/ 0 w 1492623"/>
              <a:gd name="connsiteY2" fmla="*/ 213744 h 213744"/>
            </a:gdLst>
            <a:ahLst/>
            <a:cxnLst>
              <a:cxn ang="0">
                <a:pos x="connsiteX0" y="connsiteY0"/>
              </a:cxn>
              <a:cxn ang="0">
                <a:pos x="connsiteX1" y="connsiteY1"/>
              </a:cxn>
              <a:cxn ang="0">
                <a:pos x="connsiteX2" y="connsiteY2"/>
              </a:cxn>
            </a:cxnLst>
            <a:rect l="l" t="t" r="r" b="b"/>
            <a:pathLst>
              <a:path w="1492623" h="213744">
                <a:moveTo>
                  <a:pt x="1492623" y="18762"/>
                </a:moveTo>
                <a:cubicBezTo>
                  <a:pt x="1035423" y="2513"/>
                  <a:pt x="578223" y="-13735"/>
                  <a:pt x="329453" y="18762"/>
                </a:cubicBezTo>
                <a:cubicBezTo>
                  <a:pt x="80683" y="51259"/>
                  <a:pt x="40341" y="132501"/>
                  <a:pt x="0" y="213744"/>
                </a:cubicBezTo>
              </a:path>
            </a:pathLst>
          </a:custGeom>
          <a:noFill/>
          <a:ln>
            <a:solidFill>
              <a:schemeClr val="accent5"/>
            </a:solidFill>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18" name="Forma libre 17">
            <a:extLst>
              <a:ext uri="{FF2B5EF4-FFF2-40B4-BE49-F238E27FC236}">
                <a16:creationId xmlns:a16="http://schemas.microsoft.com/office/drawing/2014/main" id="{E1B9838E-BA8A-F95A-7B0D-BCAAD97F5064}"/>
              </a:ext>
            </a:extLst>
          </p:cNvPr>
          <p:cNvSpPr/>
          <p:nvPr/>
        </p:nvSpPr>
        <p:spPr>
          <a:xfrm>
            <a:off x="4979740" y="4732604"/>
            <a:ext cx="627928" cy="191541"/>
          </a:xfrm>
          <a:custGeom>
            <a:avLst/>
            <a:gdLst>
              <a:gd name="connsiteX0" fmla="*/ 0 w 773206"/>
              <a:gd name="connsiteY0" fmla="*/ 20703 h 235856"/>
              <a:gd name="connsiteX1" fmla="*/ 463923 w 773206"/>
              <a:gd name="connsiteY1" fmla="*/ 20703 h 235856"/>
              <a:gd name="connsiteX2" fmla="*/ 773206 w 773206"/>
              <a:gd name="connsiteY2" fmla="*/ 235856 h 235856"/>
            </a:gdLst>
            <a:ahLst/>
            <a:cxnLst>
              <a:cxn ang="0">
                <a:pos x="connsiteX0" y="connsiteY0"/>
              </a:cxn>
              <a:cxn ang="0">
                <a:pos x="connsiteX1" y="connsiteY1"/>
              </a:cxn>
              <a:cxn ang="0">
                <a:pos x="connsiteX2" y="connsiteY2"/>
              </a:cxn>
            </a:cxnLst>
            <a:rect l="l" t="t" r="r" b="b"/>
            <a:pathLst>
              <a:path w="773206" h="235856">
                <a:moveTo>
                  <a:pt x="0" y="20703"/>
                </a:moveTo>
                <a:cubicBezTo>
                  <a:pt x="167527" y="2773"/>
                  <a:pt x="335055" y="-15156"/>
                  <a:pt x="463923" y="20703"/>
                </a:cubicBezTo>
                <a:cubicBezTo>
                  <a:pt x="592791" y="56562"/>
                  <a:pt x="682998" y="146209"/>
                  <a:pt x="773206" y="235856"/>
                </a:cubicBezTo>
              </a:path>
            </a:pathLst>
          </a:custGeom>
          <a:noFill/>
          <a:ln>
            <a:solidFill>
              <a:schemeClr val="accent5"/>
            </a:solidFill>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19" name="Forma libre 18">
            <a:extLst>
              <a:ext uri="{FF2B5EF4-FFF2-40B4-BE49-F238E27FC236}">
                <a16:creationId xmlns:a16="http://schemas.microsoft.com/office/drawing/2014/main" id="{E9C2FFF5-A242-0DA2-C4E5-185A1AF64D7C}"/>
              </a:ext>
            </a:extLst>
          </p:cNvPr>
          <p:cNvSpPr/>
          <p:nvPr/>
        </p:nvSpPr>
        <p:spPr>
          <a:xfrm>
            <a:off x="3751186" y="4900949"/>
            <a:ext cx="229330" cy="39576"/>
          </a:xfrm>
          <a:custGeom>
            <a:avLst/>
            <a:gdLst>
              <a:gd name="connsiteX0" fmla="*/ 282388 w 282388"/>
              <a:gd name="connsiteY0" fmla="*/ 15115 h 48732"/>
              <a:gd name="connsiteX1" fmla="*/ 100853 w 282388"/>
              <a:gd name="connsiteY1" fmla="*/ 1668 h 48732"/>
              <a:gd name="connsiteX2" fmla="*/ 0 w 282388"/>
              <a:gd name="connsiteY2" fmla="*/ 48732 h 48732"/>
            </a:gdLst>
            <a:ahLst/>
            <a:cxnLst>
              <a:cxn ang="0">
                <a:pos x="connsiteX0" y="connsiteY0"/>
              </a:cxn>
              <a:cxn ang="0">
                <a:pos x="connsiteX1" y="connsiteY1"/>
              </a:cxn>
              <a:cxn ang="0">
                <a:pos x="connsiteX2" y="connsiteY2"/>
              </a:cxn>
            </a:cxnLst>
            <a:rect l="l" t="t" r="r" b="b"/>
            <a:pathLst>
              <a:path w="282388" h="48732">
                <a:moveTo>
                  <a:pt x="282388" y="15115"/>
                </a:moveTo>
                <a:cubicBezTo>
                  <a:pt x="215153" y="5590"/>
                  <a:pt x="147918" y="-3935"/>
                  <a:pt x="100853" y="1668"/>
                </a:cubicBezTo>
                <a:cubicBezTo>
                  <a:pt x="53788" y="7271"/>
                  <a:pt x="26894" y="28001"/>
                  <a:pt x="0" y="48732"/>
                </a:cubicBezTo>
              </a:path>
            </a:pathLst>
          </a:custGeom>
          <a:noFill/>
          <a:ln>
            <a:solidFill>
              <a:schemeClr val="accent5"/>
            </a:solidFill>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dirty="0">
              <a:solidFill>
                <a:srgbClr val="ECECEC"/>
              </a:solidFill>
              <a:latin typeface="Tw Cen MT" panose="020B0602020104020603"/>
            </a:endParaRPr>
          </a:p>
        </p:txBody>
      </p:sp>
      <p:sp>
        <p:nvSpPr>
          <p:cNvPr id="20" name="Forma libre 19">
            <a:extLst>
              <a:ext uri="{FF2B5EF4-FFF2-40B4-BE49-F238E27FC236}">
                <a16:creationId xmlns:a16="http://schemas.microsoft.com/office/drawing/2014/main" id="{F52D94FC-BA8E-581B-71C4-2EAAD581DDC8}"/>
              </a:ext>
            </a:extLst>
          </p:cNvPr>
          <p:cNvSpPr/>
          <p:nvPr/>
        </p:nvSpPr>
        <p:spPr>
          <a:xfrm>
            <a:off x="4974280" y="4804010"/>
            <a:ext cx="1130270" cy="131055"/>
          </a:xfrm>
          <a:custGeom>
            <a:avLst/>
            <a:gdLst>
              <a:gd name="connsiteX0" fmla="*/ 0 w 1391771"/>
              <a:gd name="connsiteY0" fmla="*/ 161376 h 161376"/>
              <a:gd name="connsiteX1" fmla="*/ 1048871 w 1391771"/>
              <a:gd name="connsiteY1" fmla="*/ 11 h 161376"/>
              <a:gd name="connsiteX2" fmla="*/ 1391771 w 1391771"/>
              <a:gd name="connsiteY2" fmla="*/ 154652 h 161376"/>
            </a:gdLst>
            <a:ahLst/>
            <a:cxnLst>
              <a:cxn ang="0">
                <a:pos x="connsiteX0" y="connsiteY0"/>
              </a:cxn>
              <a:cxn ang="0">
                <a:pos x="connsiteX1" y="connsiteY1"/>
              </a:cxn>
              <a:cxn ang="0">
                <a:pos x="connsiteX2" y="connsiteY2"/>
              </a:cxn>
            </a:cxnLst>
            <a:rect l="l" t="t" r="r" b="b"/>
            <a:pathLst>
              <a:path w="1391771" h="161376">
                <a:moveTo>
                  <a:pt x="0" y="161376"/>
                </a:moveTo>
                <a:cubicBezTo>
                  <a:pt x="408454" y="81254"/>
                  <a:pt x="816909" y="1132"/>
                  <a:pt x="1048871" y="11"/>
                </a:cubicBezTo>
                <a:cubicBezTo>
                  <a:pt x="1280833" y="-1110"/>
                  <a:pt x="1336302" y="76771"/>
                  <a:pt x="1391771" y="154652"/>
                </a:cubicBezTo>
              </a:path>
            </a:pathLst>
          </a:custGeom>
          <a:noFill/>
          <a:ln>
            <a:solidFill>
              <a:schemeClr val="accent5"/>
            </a:solidFill>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21" name="Elipse 20">
            <a:extLst>
              <a:ext uri="{FF2B5EF4-FFF2-40B4-BE49-F238E27FC236}">
                <a16:creationId xmlns:a16="http://schemas.microsoft.com/office/drawing/2014/main" id="{D56A53DA-04F4-9E13-8EB0-F4089A48BA73}"/>
              </a:ext>
            </a:extLst>
          </p:cNvPr>
          <p:cNvSpPr/>
          <p:nvPr/>
        </p:nvSpPr>
        <p:spPr>
          <a:xfrm>
            <a:off x="3997900" y="5986353"/>
            <a:ext cx="238876" cy="218104"/>
          </a:xfrm>
          <a:prstGeom prst="ellipse">
            <a:avLst/>
          </a:prstGeom>
          <a:solidFill>
            <a:schemeClr val="accent1">
              <a:alpha val="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r>
              <a:rPr lang="es-ES" sz="1462" dirty="0">
                <a:solidFill>
                  <a:srgbClr val="2683C6"/>
                </a:solidFill>
                <a:latin typeface="Tw Cen MT" panose="020B0602020104020603"/>
              </a:rPr>
              <a:t>+</a:t>
            </a:r>
          </a:p>
        </p:txBody>
      </p:sp>
      <p:cxnSp>
        <p:nvCxnSpPr>
          <p:cNvPr id="30" name="Conector recto de flecha 29">
            <a:extLst>
              <a:ext uri="{FF2B5EF4-FFF2-40B4-BE49-F238E27FC236}">
                <a16:creationId xmlns:a16="http://schemas.microsoft.com/office/drawing/2014/main" id="{2D650012-E176-D99B-A41B-BF5F72817578}"/>
              </a:ext>
            </a:extLst>
          </p:cNvPr>
          <p:cNvCxnSpPr>
            <a:cxnSpLocks/>
          </p:cNvCxnSpPr>
          <p:nvPr/>
        </p:nvCxnSpPr>
        <p:spPr>
          <a:xfrm flipH="1">
            <a:off x="3685107" y="6091829"/>
            <a:ext cx="316880" cy="0"/>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5" name="Forma libre 34">
            <a:extLst>
              <a:ext uri="{FF2B5EF4-FFF2-40B4-BE49-F238E27FC236}">
                <a16:creationId xmlns:a16="http://schemas.microsoft.com/office/drawing/2014/main" id="{CEF103A9-3627-5AC4-C018-1BB3606BC047}"/>
              </a:ext>
            </a:extLst>
          </p:cNvPr>
          <p:cNvSpPr/>
          <p:nvPr/>
        </p:nvSpPr>
        <p:spPr>
          <a:xfrm>
            <a:off x="3685107" y="5641104"/>
            <a:ext cx="355472" cy="369628"/>
          </a:xfrm>
          <a:custGeom>
            <a:avLst/>
            <a:gdLst>
              <a:gd name="connsiteX0" fmla="*/ 0 w 510988"/>
              <a:gd name="connsiteY0" fmla="*/ 0 h 403412"/>
              <a:gd name="connsiteX1" fmla="*/ 510988 w 510988"/>
              <a:gd name="connsiteY1" fmla="*/ 0 h 403412"/>
              <a:gd name="connsiteX2" fmla="*/ 510988 w 510988"/>
              <a:gd name="connsiteY2" fmla="*/ 403412 h 403412"/>
              <a:gd name="connsiteX3" fmla="*/ 510988 w 510988"/>
              <a:gd name="connsiteY3" fmla="*/ 403412 h 403412"/>
            </a:gdLst>
            <a:ahLst/>
            <a:cxnLst>
              <a:cxn ang="0">
                <a:pos x="connsiteX0" y="connsiteY0"/>
              </a:cxn>
              <a:cxn ang="0">
                <a:pos x="connsiteX1" y="connsiteY1"/>
              </a:cxn>
              <a:cxn ang="0">
                <a:pos x="connsiteX2" y="connsiteY2"/>
              </a:cxn>
              <a:cxn ang="0">
                <a:pos x="connsiteX3" y="connsiteY3"/>
              </a:cxn>
            </a:cxnLst>
            <a:rect l="l" t="t" r="r" b="b"/>
            <a:pathLst>
              <a:path w="510988" h="403412">
                <a:moveTo>
                  <a:pt x="0" y="0"/>
                </a:moveTo>
                <a:lnTo>
                  <a:pt x="510988" y="0"/>
                </a:lnTo>
                <a:lnTo>
                  <a:pt x="510988" y="403412"/>
                </a:lnTo>
                <a:lnTo>
                  <a:pt x="510988" y="403412"/>
                </a:lnTo>
              </a:path>
            </a:pathLst>
          </a:custGeom>
          <a:noFill/>
          <a:ln>
            <a:solidFill>
              <a:schemeClr val="accent2"/>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36" name="Forma libre 35">
            <a:extLst>
              <a:ext uri="{FF2B5EF4-FFF2-40B4-BE49-F238E27FC236}">
                <a16:creationId xmlns:a16="http://schemas.microsoft.com/office/drawing/2014/main" id="{C61B49F2-6415-8529-936C-A9B15E6C2B65}"/>
              </a:ext>
            </a:extLst>
          </p:cNvPr>
          <p:cNvSpPr/>
          <p:nvPr/>
        </p:nvSpPr>
        <p:spPr>
          <a:xfrm>
            <a:off x="3683285" y="5486396"/>
            <a:ext cx="521102" cy="524337"/>
          </a:xfrm>
          <a:custGeom>
            <a:avLst/>
            <a:gdLst>
              <a:gd name="connsiteX0" fmla="*/ 0 w 510988"/>
              <a:gd name="connsiteY0" fmla="*/ 0 h 403412"/>
              <a:gd name="connsiteX1" fmla="*/ 510988 w 510988"/>
              <a:gd name="connsiteY1" fmla="*/ 0 h 403412"/>
              <a:gd name="connsiteX2" fmla="*/ 510988 w 510988"/>
              <a:gd name="connsiteY2" fmla="*/ 403412 h 403412"/>
              <a:gd name="connsiteX3" fmla="*/ 510988 w 510988"/>
              <a:gd name="connsiteY3" fmla="*/ 403412 h 403412"/>
            </a:gdLst>
            <a:ahLst/>
            <a:cxnLst>
              <a:cxn ang="0">
                <a:pos x="connsiteX0" y="connsiteY0"/>
              </a:cxn>
              <a:cxn ang="0">
                <a:pos x="connsiteX1" y="connsiteY1"/>
              </a:cxn>
              <a:cxn ang="0">
                <a:pos x="connsiteX2" y="connsiteY2"/>
              </a:cxn>
              <a:cxn ang="0">
                <a:pos x="connsiteX3" y="connsiteY3"/>
              </a:cxn>
            </a:cxnLst>
            <a:rect l="l" t="t" r="r" b="b"/>
            <a:pathLst>
              <a:path w="510988" h="403412">
                <a:moveTo>
                  <a:pt x="0" y="0"/>
                </a:moveTo>
                <a:lnTo>
                  <a:pt x="510988" y="0"/>
                </a:lnTo>
                <a:lnTo>
                  <a:pt x="510988" y="403412"/>
                </a:lnTo>
                <a:lnTo>
                  <a:pt x="510988" y="403412"/>
                </a:lnTo>
              </a:path>
            </a:pathLst>
          </a:custGeom>
          <a:noFill/>
          <a:ln>
            <a:solidFill>
              <a:schemeClr val="accent2"/>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cxnSp>
        <p:nvCxnSpPr>
          <p:cNvPr id="38" name="Conector recto 37">
            <a:extLst>
              <a:ext uri="{FF2B5EF4-FFF2-40B4-BE49-F238E27FC236}">
                <a16:creationId xmlns:a16="http://schemas.microsoft.com/office/drawing/2014/main" id="{5ECBEF32-AE01-6934-5365-072990D40167}"/>
              </a:ext>
            </a:extLst>
          </p:cNvPr>
          <p:cNvCxnSpPr>
            <a:cxnSpLocks/>
          </p:cNvCxnSpPr>
          <p:nvPr/>
        </p:nvCxnSpPr>
        <p:spPr>
          <a:xfrm flipH="1">
            <a:off x="4002357" y="5765751"/>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9" name="Conector recto 38">
            <a:extLst>
              <a:ext uri="{FF2B5EF4-FFF2-40B4-BE49-F238E27FC236}">
                <a16:creationId xmlns:a16="http://schemas.microsoft.com/office/drawing/2014/main" id="{F25D797E-C6FA-F978-4BF6-D389C8AB862F}"/>
              </a:ext>
            </a:extLst>
          </p:cNvPr>
          <p:cNvCxnSpPr>
            <a:cxnSpLocks/>
          </p:cNvCxnSpPr>
          <p:nvPr/>
        </p:nvCxnSpPr>
        <p:spPr>
          <a:xfrm flipH="1">
            <a:off x="4164347" y="5765751"/>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Conector recto 39">
            <a:extLst>
              <a:ext uri="{FF2B5EF4-FFF2-40B4-BE49-F238E27FC236}">
                <a16:creationId xmlns:a16="http://schemas.microsoft.com/office/drawing/2014/main" id="{E1AA3F9F-CB4E-E771-0AF6-2C5A0317D2E4}"/>
              </a:ext>
            </a:extLst>
          </p:cNvPr>
          <p:cNvCxnSpPr>
            <a:cxnSpLocks/>
          </p:cNvCxnSpPr>
          <p:nvPr/>
        </p:nvCxnSpPr>
        <p:spPr>
          <a:xfrm flipH="1">
            <a:off x="3831267" y="6042405"/>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1" name="CuadroTexto 40">
            <a:extLst>
              <a:ext uri="{FF2B5EF4-FFF2-40B4-BE49-F238E27FC236}">
                <a16:creationId xmlns:a16="http://schemas.microsoft.com/office/drawing/2014/main" id="{7BAB6A16-1F59-1FC1-E4D4-20149437A94D}"/>
              </a:ext>
            </a:extLst>
          </p:cNvPr>
          <p:cNvSpPr txBox="1"/>
          <p:nvPr/>
        </p:nvSpPr>
        <p:spPr>
          <a:xfrm>
            <a:off x="4150366" y="5749506"/>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sp>
        <p:nvSpPr>
          <p:cNvPr id="42" name="CuadroTexto 41">
            <a:extLst>
              <a:ext uri="{FF2B5EF4-FFF2-40B4-BE49-F238E27FC236}">
                <a16:creationId xmlns:a16="http://schemas.microsoft.com/office/drawing/2014/main" id="{D011E3FF-9DB1-FCA6-FD06-D31642693557}"/>
              </a:ext>
            </a:extLst>
          </p:cNvPr>
          <p:cNvSpPr txBox="1"/>
          <p:nvPr/>
        </p:nvSpPr>
        <p:spPr>
          <a:xfrm>
            <a:off x="3978457" y="5754101"/>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sp>
        <p:nvSpPr>
          <p:cNvPr id="43" name="CuadroTexto 42">
            <a:extLst>
              <a:ext uri="{FF2B5EF4-FFF2-40B4-BE49-F238E27FC236}">
                <a16:creationId xmlns:a16="http://schemas.microsoft.com/office/drawing/2014/main" id="{5B9AB49D-5C80-8D61-804C-287AEEA72B19}"/>
              </a:ext>
            </a:extLst>
          </p:cNvPr>
          <p:cNvSpPr txBox="1"/>
          <p:nvPr/>
        </p:nvSpPr>
        <p:spPr>
          <a:xfrm>
            <a:off x="3787164" y="6065191"/>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sp>
        <p:nvSpPr>
          <p:cNvPr id="44" name="Elipse 43">
            <a:extLst>
              <a:ext uri="{FF2B5EF4-FFF2-40B4-BE49-F238E27FC236}">
                <a16:creationId xmlns:a16="http://schemas.microsoft.com/office/drawing/2014/main" id="{52F408A9-CDA8-FB32-A5E6-3F94EB99C6DD}"/>
              </a:ext>
            </a:extLst>
          </p:cNvPr>
          <p:cNvSpPr/>
          <p:nvPr/>
        </p:nvSpPr>
        <p:spPr>
          <a:xfrm>
            <a:off x="6843270" y="5980985"/>
            <a:ext cx="238876" cy="218104"/>
          </a:xfrm>
          <a:prstGeom prst="ellipse">
            <a:avLst/>
          </a:prstGeom>
          <a:solidFill>
            <a:schemeClr val="accent1">
              <a:alpha val="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r>
              <a:rPr lang="es-ES" sz="1462" dirty="0">
                <a:solidFill>
                  <a:srgbClr val="2683C6"/>
                </a:solidFill>
                <a:latin typeface="Tw Cen MT" panose="020B0602020104020603"/>
              </a:rPr>
              <a:t>+</a:t>
            </a:r>
          </a:p>
        </p:txBody>
      </p:sp>
      <p:cxnSp>
        <p:nvCxnSpPr>
          <p:cNvPr id="45" name="Conector recto de flecha 44">
            <a:extLst>
              <a:ext uri="{FF2B5EF4-FFF2-40B4-BE49-F238E27FC236}">
                <a16:creationId xmlns:a16="http://schemas.microsoft.com/office/drawing/2014/main" id="{46AFD18E-5FA8-D78F-2DFD-47E52B4597EA}"/>
              </a:ext>
            </a:extLst>
          </p:cNvPr>
          <p:cNvCxnSpPr>
            <a:cxnSpLocks/>
          </p:cNvCxnSpPr>
          <p:nvPr/>
        </p:nvCxnSpPr>
        <p:spPr>
          <a:xfrm flipH="1">
            <a:off x="6530477" y="6086461"/>
            <a:ext cx="316880" cy="0"/>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6" name="Forma libre 45">
            <a:extLst>
              <a:ext uri="{FF2B5EF4-FFF2-40B4-BE49-F238E27FC236}">
                <a16:creationId xmlns:a16="http://schemas.microsoft.com/office/drawing/2014/main" id="{27B50F65-D975-C097-479E-FEF485B832EC}"/>
              </a:ext>
            </a:extLst>
          </p:cNvPr>
          <p:cNvSpPr/>
          <p:nvPr/>
        </p:nvSpPr>
        <p:spPr>
          <a:xfrm>
            <a:off x="6530478" y="5635736"/>
            <a:ext cx="355472" cy="369628"/>
          </a:xfrm>
          <a:custGeom>
            <a:avLst/>
            <a:gdLst>
              <a:gd name="connsiteX0" fmla="*/ 0 w 510988"/>
              <a:gd name="connsiteY0" fmla="*/ 0 h 403412"/>
              <a:gd name="connsiteX1" fmla="*/ 510988 w 510988"/>
              <a:gd name="connsiteY1" fmla="*/ 0 h 403412"/>
              <a:gd name="connsiteX2" fmla="*/ 510988 w 510988"/>
              <a:gd name="connsiteY2" fmla="*/ 403412 h 403412"/>
              <a:gd name="connsiteX3" fmla="*/ 510988 w 510988"/>
              <a:gd name="connsiteY3" fmla="*/ 403412 h 403412"/>
            </a:gdLst>
            <a:ahLst/>
            <a:cxnLst>
              <a:cxn ang="0">
                <a:pos x="connsiteX0" y="connsiteY0"/>
              </a:cxn>
              <a:cxn ang="0">
                <a:pos x="connsiteX1" y="connsiteY1"/>
              </a:cxn>
              <a:cxn ang="0">
                <a:pos x="connsiteX2" y="connsiteY2"/>
              </a:cxn>
              <a:cxn ang="0">
                <a:pos x="connsiteX3" y="connsiteY3"/>
              </a:cxn>
            </a:cxnLst>
            <a:rect l="l" t="t" r="r" b="b"/>
            <a:pathLst>
              <a:path w="510988" h="403412">
                <a:moveTo>
                  <a:pt x="0" y="0"/>
                </a:moveTo>
                <a:lnTo>
                  <a:pt x="510988" y="0"/>
                </a:lnTo>
                <a:lnTo>
                  <a:pt x="510988" y="403412"/>
                </a:lnTo>
                <a:lnTo>
                  <a:pt x="510988" y="403412"/>
                </a:lnTo>
              </a:path>
            </a:pathLst>
          </a:custGeom>
          <a:noFill/>
          <a:ln>
            <a:solidFill>
              <a:schemeClr val="accent2"/>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47" name="Forma libre 46">
            <a:extLst>
              <a:ext uri="{FF2B5EF4-FFF2-40B4-BE49-F238E27FC236}">
                <a16:creationId xmlns:a16="http://schemas.microsoft.com/office/drawing/2014/main" id="{7CB83D0A-4ECA-EAFD-3352-6BFF6CCA48C7}"/>
              </a:ext>
            </a:extLst>
          </p:cNvPr>
          <p:cNvSpPr/>
          <p:nvPr/>
        </p:nvSpPr>
        <p:spPr>
          <a:xfrm>
            <a:off x="6579591" y="5077032"/>
            <a:ext cx="470166" cy="928333"/>
          </a:xfrm>
          <a:custGeom>
            <a:avLst/>
            <a:gdLst>
              <a:gd name="connsiteX0" fmla="*/ 0 w 510988"/>
              <a:gd name="connsiteY0" fmla="*/ 0 h 403412"/>
              <a:gd name="connsiteX1" fmla="*/ 510988 w 510988"/>
              <a:gd name="connsiteY1" fmla="*/ 0 h 403412"/>
              <a:gd name="connsiteX2" fmla="*/ 510988 w 510988"/>
              <a:gd name="connsiteY2" fmla="*/ 403412 h 403412"/>
              <a:gd name="connsiteX3" fmla="*/ 510988 w 510988"/>
              <a:gd name="connsiteY3" fmla="*/ 403412 h 403412"/>
            </a:gdLst>
            <a:ahLst/>
            <a:cxnLst>
              <a:cxn ang="0">
                <a:pos x="connsiteX0" y="connsiteY0"/>
              </a:cxn>
              <a:cxn ang="0">
                <a:pos x="connsiteX1" y="connsiteY1"/>
              </a:cxn>
              <a:cxn ang="0">
                <a:pos x="connsiteX2" y="connsiteY2"/>
              </a:cxn>
              <a:cxn ang="0">
                <a:pos x="connsiteX3" y="connsiteY3"/>
              </a:cxn>
            </a:cxnLst>
            <a:rect l="l" t="t" r="r" b="b"/>
            <a:pathLst>
              <a:path w="510988" h="403412">
                <a:moveTo>
                  <a:pt x="0" y="0"/>
                </a:moveTo>
                <a:lnTo>
                  <a:pt x="510988" y="0"/>
                </a:lnTo>
                <a:lnTo>
                  <a:pt x="510988" y="403412"/>
                </a:lnTo>
                <a:lnTo>
                  <a:pt x="510988" y="403412"/>
                </a:lnTo>
              </a:path>
            </a:pathLst>
          </a:custGeom>
          <a:noFill/>
          <a:ln>
            <a:solidFill>
              <a:schemeClr val="accent2"/>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cxnSp>
        <p:nvCxnSpPr>
          <p:cNvPr id="48" name="Conector recto 47">
            <a:extLst>
              <a:ext uri="{FF2B5EF4-FFF2-40B4-BE49-F238E27FC236}">
                <a16:creationId xmlns:a16="http://schemas.microsoft.com/office/drawing/2014/main" id="{E5EEA55D-DEF5-B67F-86EB-16636C8A99E6}"/>
              </a:ext>
            </a:extLst>
          </p:cNvPr>
          <p:cNvCxnSpPr>
            <a:cxnSpLocks/>
          </p:cNvCxnSpPr>
          <p:nvPr/>
        </p:nvCxnSpPr>
        <p:spPr>
          <a:xfrm flipH="1">
            <a:off x="6847728" y="5760383"/>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9" name="Conector recto 48">
            <a:extLst>
              <a:ext uri="{FF2B5EF4-FFF2-40B4-BE49-F238E27FC236}">
                <a16:creationId xmlns:a16="http://schemas.microsoft.com/office/drawing/2014/main" id="{65786990-B653-CEDE-4923-6DCAFF13DD0E}"/>
              </a:ext>
            </a:extLst>
          </p:cNvPr>
          <p:cNvCxnSpPr>
            <a:cxnSpLocks/>
          </p:cNvCxnSpPr>
          <p:nvPr/>
        </p:nvCxnSpPr>
        <p:spPr>
          <a:xfrm flipH="1">
            <a:off x="7009717" y="5760383"/>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0" name="Conector recto 49">
            <a:extLst>
              <a:ext uri="{FF2B5EF4-FFF2-40B4-BE49-F238E27FC236}">
                <a16:creationId xmlns:a16="http://schemas.microsoft.com/office/drawing/2014/main" id="{40A7140F-9570-5C46-EAA3-1DD941173E40}"/>
              </a:ext>
            </a:extLst>
          </p:cNvPr>
          <p:cNvCxnSpPr>
            <a:cxnSpLocks/>
          </p:cNvCxnSpPr>
          <p:nvPr/>
        </p:nvCxnSpPr>
        <p:spPr>
          <a:xfrm flipH="1">
            <a:off x="6676638" y="6037037"/>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CuadroTexto 50">
            <a:extLst>
              <a:ext uri="{FF2B5EF4-FFF2-40B4-BE49-F238E27FC236}">
                <a16:creationId xmlns:a16="http://schemas.microsoft.com/office/drawing/2014/main" id="{6AE87EA4-1C9F-6C53-4F44-3272DBC7D689}"/>
              </a:ext>
            </a:extLst>
          </p:cNvPr>
          <p:cNvSpPr txBox="1"/>
          <p:nvPr/>
        </p:nvSpPr>
        <p:spPr>
          <a:xfrm>
            <a:off x="6823827" y="5748732"/>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sp>
        <p:nvSpPr>
          <p:cNvPr id="52" name="CuadroTexto 51">
            <a:extLst>
              <a:ext uri="{FF2B5EF4-FFF2-40B4-BE49-F238E27FC236}">
                <a16:creationId xmlns:a16="http://schemas.microsoft.com/office/drawing/2014/main" id="{F5BDED6A-10DD-F60A-A178-0F84AA2F0354}"/>
              </a:ext>
            </a:extLst>
          </p:cNvPr>
          <p:cNvSpPr txBox="1"/>
          <p:nvPr/>
        </p:nvSpPr>
        <p:spPr>
          <a:xfrm>
            <a:off x="6632534" y="6059823"/>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sp>
        <p:nvSpPr>
          <p:cNvPr id="53" name="CuadroTexto 52">
            <a:extLst>
              <a:ext uri="{FF2B5EF4-FFF2-40B4-BE49-F238E27FC236}">
                <a16:creationId xmlns:a16="http://schemas.microsoft.com/office/drawing/2014/main" id="{66639076-8BDC-DF09-D413-292291DC7B4C}"/>
              </a:ext>
            </a:extLst>
          </p:cNvPr>
          <p:cNvSpPr txBox="1"/>
          <p:nvPr/>
        </p:nvSpPr>
        <p:spPr>
          <a:xfrm>
            <a:off x="6993489" y="5748418"/>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cxnSp>
        <p:nvCxnSpPr>
          <p:cNvPr id="54" name="Conector recto 53">
            <a:extLst>
              <a:ext uri="{FF2B5EF4-FFF2-40B4-BE49-F238E27FC236}">
                <a16:creationId xmlns:a16="http://schemas.microsoft.com/office/drawing/2014/main" id="{A947A4A9-6E5F-1833-718E-2C1B05019086}"/>
              </a:ext>
            </a:extLst>
          </p:cNvPr>
          <p:cNvCxnSpPr>
            <a:cxnSpLocks/>
          </p:cNvCxnSpPr>
          <p:nvPr/>
        </p:nvCxnSpPr>
        <p:spPr>
          <a:xfrm flipH="1">
            <a:off x="7006709" y="5124891"/>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5" name="CuadroTexto 54">
            <a:extLst>
              <a:ext uri="{FF2B5EF4-FFF2-40B4-BE49-F238E27FC236}">
                <a16:creationId xmlns:a16="http://schemas.microsoft.com/office/drawing/2014/main" id="{239E9B3A-250A-6602-71ED-D47C10CE7856}"/>
              </a:ext>
            </a:extLst>
          </p:cNvPr>
          <p:cNvSpPr txBox="1"/>
          <p:nvPr/>
        </p:nvSpPr>
        <p:spPr>
          <a:xfrm>
            <a:off x="6993489" y="5130221"/>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12</a:t>
            </a:r>
            <a:endParaRPr lang="es-ES" sz="1462" dirty="0">
              <a:solidFill>
                <a:srgbClr val="2683C6"/>
              </a:solidFill>
              <a:latin typeface="Tw Cen MT" panose="020B0602020104020603"/>
            </a:endParaRPr>
          </a:p>
        </p:txBody>
      </p:sp>
      <p:sp>
        <p:nvSpPr>
          <p:cNvPr id="56" name="Forma libre 55">
            <a:extLst>
              <a:ext uri="{FF2B5EF4-FFF2-40B4-BE49-F238E27FC236}">
                <a16:creationId xmlns:a16="http://schemas.microsoft.com/office/drawing/2014/main" id="{E05D6F0B-BD7F-E41D-30ED-FF2311D6A1AA}"/>
              </a:ext>
            </a:extLst>
          </p:cNvPr>
          <p:cNvSpPr/>
          <p:nvPr/>
        </p:nvSpPr>
        <p:spPr>
          <a:xfrm>
            <a:off x="6799220" y="5333624"/>
            <a:ext cx="414979" cy="180188"/>
          </a:xfrm>
          <a:custGeom>
            <a:avLst/>
            <a:gdLst>
              <a:gd name="connsiteX0" fmla="*/ 295836 w 510989"/>
              <a:gd name="connsiteY0" fmla="*/ 0 h 221877"/>
              <a:gd name="connsiteX1" fmla="*/ 510989 w 510989"/>
              <a:gd name="connsiteY1" fmla="*/ 0 h 221877"/>
              <a:gd name="connsiteX2" fmla="*/ 510989 w 510989"/>
              <a:gd name="connsiteY2" fmla="*/ 221877 h 221877"/>
              <a:gd name="connsiteX3" fmla="*/ 0 w 510989"/>
              <a:gd name="connsiteY3" fmla="*/ 221877 h 221877"/>
              <a:gd name="connsiteX4" fmla="*/ 221877 w 510989"/>
              <a:gd name="connsiteY4" fmla="*/ 0 h 221877"/>
              <a:gd name="connsiteX5" fmla="*/ 295836 w 510989"/>
              <a:gd name="connsiteY5" fmla="*/ 0 h 221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0989" h="221877">
                <a:moveTo>
                  <a:pt x="295836" y="0"/>
                </a:moveTo>
                <a:lnTo>
                  <a:pt x="510989" y="0"/>
                </a:lnTo>
                <a:lnTo>
                  <a:pt x="510989" y="221877"/>
                </a:lnTo>
                <a:lnTo>
                  <a:pt x="0" y="221877"/>
                </a:lnTo>
                <a:lnTo>
                  <a:pt x="221877" y="0"/>
                </a:lnTo>
                <a:lnTo>
                  <a:pt x="295836" y="0"/>
                </a:lnTo>
                <a:close/>
              </a:path>
            </a:pathLst>
          </a:cu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defTabSz="371292" fontAlgn="auto">
              <a:spcBef>
                <a:spcPts val="0"/>
              </a:spcBef>
              <a:spcAft>
                <a:spcPts val="0"/>
              </a:spcAft>
            </a:pPr>
            <a:r>
              <a:rPr lang="es-ES" sz="975" i="1" dirty="0" err="1">
                <a:solidFill>
                  <a:srgbClr val="2683C6"/>
                </a:solidFill>
                <a:latin typeface="Tw Cen MT" panose="020B0602020104020603"/>
              </a:rPr>
              <a:t>sExt</a:t>
            </a:r>
            <a:endParaRPr lang="es-ES" sz="975" i="1" dirty="0">
              <a:solidFill>
                <a:srgbClr val="2683C6"/>
              </a:solidFill>
              <a:latin typeface="Tw Cen MT" panose="020B0602020104020603"/>
            </a:endParaRPr>
          </a:p>
        </p:txBody>
      </p:sp>
      <p:sp>
        <p:nvSpPr>
          <p:cNvPr id="4" name="Marcador de número de diapositiva 3">
            <a:extLst>
              <a:ext uri="{FF2B5EF4-FFF2-40B4-BE49-F238E27FC236}">
                <a16:creationId xmlns:a16="http://schemas.microsoft.com/office/drawing/2014/main" id="{2732C003-AA66-6207-5BB4-35D8B6E8E253}"/>
              </a:ext>
            </a:extLst>
          </p:cNvPr>
          <p:cNvSpPr>
            <a:spLocks noGrp="1"/>
          </p:cNvSpPr>
          <p:nvPr>
            <p:ph type="sldNum" sz="quarter" idx="12"/>
          </p:nvPr>
        </p:nvSpPr>
        <p:spPr/>
        <p:txBody>
          <a:bodyPr/>
          <a:lstStyle/>
          <a:p>
            <a:pPr defTabSz="371292" fontAlgn="auto">
              <a:spcBef>
                <a:spcPts val="0"/>
              </a:spcBef>
              <a:spcAft>
                <a:spcPts val="0"/>
              </a:spcAft>
            </a:pPr>
            <a:fld id="{6D22F896-40B5-4ADD-8801-0D06FADFA095}" type="slidenum">
              <a:rPr lang="es-ES">
                <a:solidFill>
                  <a:srgbClr val="E6E6E6">
                    <a:lumMod val="10000"/>
                  </a:srgbClr>
                </a:solidFill>
                <a:latin typeface="Tw Cen MT" panose="020B0602020104020603"/>
              </a:rPr>
              <a:pPr defTabSz="371292" fontAlgn="auto">
                <a:spcBef>
                  <a:spcPts val="0"/>
                </a:spcBef>
                <a:spcAft>
                  <a:spcPts val="0"/>
                </a:spcAft>
              </a:pPr>
              <a:t>119</a:t>
            </a:fld>
            <a:endParaRPr lang="es-ES">
              <a:solidFill>
                <a:srgbClr val="E6E6E6">
                  <a:lumMod val="10000"/>
                </a:srgbClr>
              </a:solidFill>
              <a:latin typeface="Tw Cen MT" panose="020B0602020104020603"/>
            </a:endParaRPr>
          </a:p>
        </p:txBody>
      </p:sp>
    </p:spTree>
    <p:extLst>
      <p:ext uri="{BB962C8B-B14F-4D97-AF65-F5344CB8AC3E}">
        <p14:creationId xmlns:p14="http://schemas.microsoft.com/office/powerpoint/2010/main" val="323914127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B64ABE-6E04-6674-1ED5-46EA7B9C8D1B}"/>
              </a:ext>
            </a:extLst>
          </p:cNvPr>
          <p:cNvSpPr>
            <a:spLocks noGrp="1"/>
          </p:cNvSpPr>
          <p:nvPr>
            <p:ph type="title"/>
          </p:nvPr>
        </p:nvSpPr>
        <p:spPr>
          <a:xfrm>
            <a:off x="926952" y="1260279"/>
            <a:ext cx="8044754" cy="1200761"/>
          </a:xfrm>
        </p:spPr>
        <p:txBody>
          <a:bodyPr/>
          <a:lstStyle/>
          <a:p>
            <a:r>
              <a:rPr lang="es-ES" sz="3573" dirty="0">
                <a:latin typeface="Rockwell" panose="02060603020205020403" pitchFamily="18" charset="0"/>
              </a:rPr>
              <a:t>Repertorio de instrucciones:</a:t>
            </a:r>
            <a:br>
              <a:rPr lang="es-ES" sz="3573" dirty="0">
                <a:latin typeface="Rockwell" panose="02060603020205020403" pitchFamily="18" charset="0"/>
              </a:rPr>
            </a:br>
            <a:r>
              <a:rPr lang="es-ES" sz="2599" dirty="0">
                <a:solidFill>
                  <a:schemeClr val="accent2"/>
                </a:solidFill>
                <a:latin typeface="Rockwell" panose="02060603020205020403" pitchFamily="18" charset="0"/>
              </a:rPr>
              <a:t>aritméticas (II)</a:t>
            </a:r>
          </a:p>
        </p:txBody>
      </p:sp>
      <p:sp>
        <p:nvSpPr>
          <p:cNvPr id="3" name="Marcador de contenido 2">
            <a:extLst>
              <a:ext uri="{FF2B5EF4-FFF2-40B4-BE49-F238E27FC236}">
                <a16:creationId xmlns:a16="http://schemas.microsoft.com/office/drawing/2014/main" id="{9437CEA7-0E7F-23D4-45B7-3BBAA1AB3672}"/>
              </a:ext>
            </a:extLst>
          </p:cNvPr>
          <p:cNvSpPr>
            <a:spLocks noGrp="1"/>
          </p:cNvSpPr>
          <p:nvPr>
            <p:ph idx="1"/>
          </p:nvPr>
        </p:nvSpPr>
        <p:spPr>
          <a:xfrm>
            <a:off x="926952" y="2999791"/>
            <a:ext cx="8044755" cy="3835438"/>
          </a:xfrm>
        </p:spPr>
        <p:txBody>
          <a:bodyPr>
            <a:normAutofit lnSpcReduction="10000"/>
          </a:bodyPr>
          <a:lstStyle/>
          <a:p>
            <a:endParaRPr lang="es-ES" sz="1624" dirty="0"/>
          </a:p>
          <a:p>
            <a:endParaRPr lang="es-ES" sz="1624" dirty="0"/>
          </a:p>
          <a:p>
            <a:endParaRPr lang="es-ES" sz="1624" dirty="0"/>
          </a:p>
          <a:p>
            <a:endParaRPr lang="es-ES" sz="1624" dirty="0"/>
          </a:p>
          <a:p>
            <a:endParaRPr lang="es-ES" sz="1624" dirty="0"/>
          </a:p>
          <a:p>
            <a:endParaRPr lang="es-ES" sz="1624" dirty="0"/>
          </a:p>
          <a:p>
            <a:endParaRPr lang="es-ES" sz="1624" dirty="0"/>
          </a:p>
          <a:p>
            <a:endParaRPr lang="es-ES" sz="1624" dirty="0"/>
          </a:p>
          <a:p>
            <a:r>
              <a:rPr lang="es-ES" sz="1624" dirty="0"/>
              <a:t>Existen </a:t>
            </a:r>
            <a:r>
              <a:rPr lang="es-ES" sz="1624" dirty="0">
                <a:solidFill>
                  <a:schemeClr val="accent2"/>
                </a:solidFill>
              </a:rPr>
              <a:t>instrucciones diferentes</a:t>
            </a:r>
            <a:r>
              <a:rPr lang="es-ES" sz="1624" dirty="0"/>
              <a:t> de comparación para interpretar operandos fuente como </a:t>
            </a:r>
            <a:r>
              <a:rPr lang="es-ES" sz="1624" dirty="0">
                <a:solidFill>
                  <a:schemeClr val="accent2"/>
                </a:solidFill>
              </a:rPr>
              <a:t>datos con y sin signo</a:t>
            </a:r>
          </a:p>
        </p:txBody>
      </p:sp>
      <p:graphicFrame>
        <p:nvGraphicFramePr>
          <p:cNvPr id="22" name="Marcador de contenido 5">
            <a:extLst>
              <a:ext uri="{FF2B5EF4-FFF2-40B4-BE49-F238E27FC236}">
                <a16:creationId xmlns:a16="http://schemas.microsoft.com/office/drawing/2014/main" id="{F662A3E1-341C-2CDA-2CDE-A8C4B4B7B04F}"/>
              </a:ext>
            </a:extLst>
          </p:cNvPr>
          <p:cNvGraphicFramePr>
            <a:graphicFrameLocks/>
          </p:cNvGraphicFramePr>
          <p:nvPr/>
        </p:nvGraphicFramePr>
        <p:xfrm>
          <a:off x="926953" y="2352299"/>
          <a:ext cx="8044756" cy="3594663"/>
        </p:xfrm>
        <a:graphic>
          <a:graphicData uri="http://schemas.openxmlformats.org/drawingml/2006/table">
            <a:tbl>
              <a:tblPr firstRow="1" bandRow="1">
                <a:tableStyleId>{2D5ABB26-0587-4C30-8999-92F81FD0307C}</a:tableStyleId>
              </a:tblPr>
              <a:tblGrid>
                <a:gridCol w="2343732">
                  <a:extLst>
                    <a:ext uri="{9D8B030D-6E8A-4147-A177-3AD203B41FA5}">
                      <a16:colId xmlns:a16="http://schemas.microsoft.com/office/drawing/2014/main" val="936975246"/>
                    </a:ext>
                  </a:extLst>
                </a:gridCol>
                <a:gridCol w="1861943">
                  <a:extLst>
                    <a:ext uri="{9D8B030D-6E8A-4147-A177-3AD203B41FA5}">
                      <a16:colId xmlns:a16="http://schemas.microsoft.com/office/drawing/2014/main" val="1489359660"/>
                    </a:ext>
                  </a:extLst>
                </a:gridCol>
                <a:gridCol w="3839081">
                  <a:extLst>
                    <a:ext uri="{9D8B030D-6E8A-4147-A177-3AD203B41FA5}">
                      <a16:colId xmlns:a16="http://schemas.microsoft.com/office/drawing/2014/main" val="3571882013"/>
                    </a:ext>
                  </a:extLst>
                </a:gridCol>
              </a:tblGrid>
              <a:tr h="301163">
                <a:tc>
                  <a:txBody>
                    <a:bodyPr/>
                    <a:lstStyle/>
                    <a:p>
                      <a:pPr algn="l"/>
                      <a:r>
                        <a:rPr lang="es-ES" sz="1200" b="1" dirty="0">
                          <a:solidFill>
                            <a:schemeClr val="bg1">
                              <a:lumMod val="10000"/>
                            </a:schemeClr>
                          </a:solidFill>
                        </a:rPr>
                        <a:t>Instrucción</a:t>
                      </a:r>
                      <a:endParaRPr lang="es-ES" sz="12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l"/>
                      <a:r>
                        <a:rPr lang="es-ES" sz="1200" b="1" dirty="0">
                          <a:solidFill>
                            <a:schemeClr val="bg1">
                              <a:lumMod val="10000"/>
                            </a:schemeClr>
                          </a:solidFill>
                        </a:rPr>
                        <a:t>Operación</a:t>
                      </a:r>
                      <a:endParaRPr lang="es-ES" sz="12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l"/>
                      <a:r>
                        <a:rPr lang="es-ES" sz="1200" b="1" dirty="0">
                          <a:solidFill>
                            <a:schemeClr val="bg1">
                              <a:lumMod val="10000"/>
                            </a:schemeClr>
                          </a:solidFill>
                        </a:rPr>
                        <a:t>Descripción</a:t>
                      </a:r>
                    </a:p>
                  </a:txBody>
                  <a:tcPr marL="74259" marR="74259" marT="37130" marB="37130">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653347337"/>
                  </a:ext>
                </a:extLst>
              </a:tr>
              <a:tr h="470309">
                <a:tc>
                  <a:txBody>
                    <a:bodyPr/>
                    <a:lstStyle/>
                    <a:p>
                      <a:pPr algn="l"/>
                      <a:r>
                        <a:rPr lang="es-ES" sz="1300" b="1" i="0" dirty="0" err="1">
                          <a:solidFill>
                            <a:schemeClr val="accent2"/>
                          </a:solidFill>
                          <a:latin typeface="Courier New" panose="02070309020205020404" pitchFamily="49" charset="0"/>
                          <a:cs typeface="Courier New" panose="02070309020205020404" pitchFamily="49" charset="0"/>
                        </a:rPr>
                        <a:t>add</a:t>
                      </a:r>
                      <a:r>
                        <a:rPr lang="es-ES" sz="1300" b="1" i="0" dirty="0">
                          <a:solidFill>
                            <a:schemeClr val="bg1">
                              <a:lumMod val="10000"/>
                            </a:schemeClr>
                          </a:solidFill>
                          <a:latin typeface="Courier New" panose="02070309020205020404" pitchFamily="49" charset="0"/>
                          <a:cs typeface="Courier New" panose="02070309020205020404" pitchFamily="49" charset="0"/>
                        </a:rPr>
                        <a:t> </a:t>
                      </a:r>
                      <a:r>
                        <a:rPr lang="es-ES" sz="1300" b="1" i="0" dirty="0" err="1">
                          <a:solidFill>
                            <a:schemeClr val="bg1">
                              <a:lumMod val="10000"/>
                            </a:schemeClr>
                          </a:solidFill>
                          <a:latin typeface="Courier New" panose="02070309020205020404" pitchFamily="49" charset="0"/>
                          <a:cs typeface="Courier New" panose="02070309020205020404" pitchFamily="49" charset="0"/>
                        </a:rPr>
                        <a:t>rd</a:t>
                      </a:r>
                      <a:r>
                        <a:rPr lang="es-ES" sz="1300" b="1" i="0" dirty="0">
                          <a:solidFill>
                            <a:schemeClr val="bg1">
                              <a:lumMod val="10000"/>
                            </a:schemeClr>
                          </a:solidFill>
                          <a:latin typeface="Courier New" panose="02070309020205020404" pitchFamily="49" charset="0"/>
                          <a:cs typeface="Courier New" panose="02070309020205020404" pitchFamily="49" charset="0"/>
                        </a:rPr>
                        <a:t>, rs1, rs2</a:t>
                      </a:r>
                    </a:p>
                  </a:txBody>
                  <a:tcPr marL="74259" marR="74259" marT="37130" marB="37130">
                    <a:lnT w="12700" cap="flat" cmpd="sng" algn="ctr">
                      <a:solidFill>
                        <a:schemeClr val="accent2"/>
                      </a:solidFill>
                      <a:prstDash val="solid"/>
                      <a:round/>
                      <a:headEnd type="none" w="med" len="med"/>
                      <a:tailEnd type="none" w="med" len="med"/>
                    </a:lnT>
                    <a:solidFill>
                      <a:schemeClr val="accent2">
                        <a:lumMod val="20000"/>
                        <a:lumOff val="80000"/>
                      </a:schemeClr>
                    </a:solidFill>
                  </a:tcPr>
                </a:tc>
                <a:tc>
                  <a:txBody>
                    <a:bodyPr/>
                    <a:lstStyle/>
                    <a:p>
                      <a:pPr algn="l"/>
                      <a:r>
                        <a:rPr lang="es-ES" sz="1300" b="0" dirty="0" err="1">
                          <a:solidFill>
                            <a:schemeClr val="bg1">
                              <a:lumMod val="10000"/>
                            </a:schemeClr>
                          </a:solidFill>
                        </a:rPr>
                        <a:t>rd</a:t>
                      </a:r>
                      <a:r>
                        <a:rPr lang="es-ES" sz="1300" b="0" dirty="0">
                          <a:solidFill>
                            <a:schemeClr val="bg1">
                              <a:lumMod val="10000"/>
                            </a:schemeClr>
                          </a:solidFill>
                        </a:rPr>
                        <a:t> </a:t>
                      </a:r>
                      <a:r>
                        <a:rPr lang="es-ES" sz="1300" b="0" dirty="0">
                          <a:solidFill>
                            <a:schemeClr val="bg1">
                              <a:lumMod val="10000"/>
                            </a:schemeClr>
                          </a:solidFill>
                          <a:sym typeface="Wingdings" pitchFamily="2" charset="2"/>
                        </a:rPr>
                        <a:t> rs1 + rs2</a:t>
                      </a:r>
                      <a:endParaRPr lang="es-ES" sz="1300" b="0" i="0" dirty="0">
                        <a:solidFill>
                          <a:schemeClr val="bg1">
                            <a:lumMod val="10000"/>
                          </a:schemeClr>
                        </a:solidFill>
                        <a:latin typeface="+mn-lt"/>
                        <a:cs typeface="Courier New" panose="02070309020205020404" pitchFamily="49" charset="0"/>
                      </a:endParaRPr>
                    </a:p>
                  </a:txBody>
                  <a:tcPr marL="74259" marR="74259" marT="37130" marB="37130">
                    <a:lnT w="12700" cap="flat" cmpd="sng" algn="ctr">
                      <a:solidFill>
                        <a:schemeClr val="accent2"/>
                      </a:solidFill>
                      <a:prstDash val="solid"/>
                      <a:round/>
                      <a:headEnd type="none" w="med" len="med"/>
                      <a:tailEnd type="none" w="med" len="med"/>
                    </a:lnT>
                    <a:solidFill>
                      <a:schemeClr val="accent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300" b="0" dirty="0" err="1">
                          <a:solidFill>
                            <a:srgbClr val="C00000"/>
                          </a:solidFill>
                        </a:rPr>
                        <a:t>add</a:t>
                      </a:r>
                      <a:r>
                        <a:rPr lang="es-ES" sz="1300" b="0" dirty="0">
                          <a:solidFill>
                            <a:schemeClr val="bg1">
                              <a:lumMod val="10000"/>
                            </a:schemeClr>
                          </a:solidFill>
                        </a:rPr>
                        <a:t> </a:t>
                      </a:r>
                    </a:p>
                    <a:p>
                      <a:pPr marL="0" marR="0" indent="0" algn="l" defTabSz="914400" rtl="0" eaLnBrk="1" fontAlgn="auto" latinLnBrk="0" hangingPunct="1">
                        <a:lnSpc>
                          <a:spcPct val="100000"/>
                        </a:lnSpc>
                        <a:spcBef>
                          <a:spcPts val="0"/>
                        </a:spcBef>
                        <a:spcAft>
                          <a:spcPts val="0"/>
                        </a:spcAft>
                        <a:buClrTx/>
                        <a:buSzTx/>
                        <a:buFontTx/>
                        <a:buNone/>
                        <a:tabLst/>
                        <a:defRPr/>
                      </a:pPr>
                      <a:r>
                        <a:rPr lang="es-ES" sz="1300" b="0" dirty="0">
                          <a:solidFill>
                            <a:schemeClr val="accent2"/>
                          </a:solidFill>
                        </a:rPr>
                        <a:t>suma</a:t>
                      </a:r>
                      <a:endParaRPr lang="es-ES" sz="1300" b="0" dirty="0">
                        <a:solidFill>
                          <a:schemeClr val="accent2"/>
                        </a:solidFill>
                        <a:latin typeface="+mn-lt"/>
                      </a:endParaRPr>
                    </a:p>
                  </a:txBody>
                  <a:tcPr marL="74259" marR="74259" marT="37130" marB="37130">
                    <a:lnT w="12700" cap="flat" cmpd="sng" algn="ctr">
                      <a:solidFill>
                        <a:schemeClr val="accent2"/>
                      </a:solidFill>
                      <a:prstDash val="solid"/>
                      <a:round/>
                      <a:headEnd type="none" w="med" len="med"/>
                      <a:tailEnd type="none" w="med" len="med"/>
                    </a:lnT>
                    <a:solidFill>
                      <a:schemeClr val="accent2">
                        <a:lumMod val="20000"/>
                        <a:lumOff val="80000"/>
                      </a:schemeClr>
                    </a:solidFill>
                  </a:tcPr>
                </a:tc>
                <a:extLst>
                  <a:ext uri="{0D108BD9-81ED-4DB2-BD59-A6C34878D82A}">
                    <a16:rowId xmlns:a16="http://schemas.microsoft.com/office/drawing/2014/main" val="675244972"/>
                  </a:ext>
                </a:extLst>
              </a:tr>
              <a:tr h="4703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300" b="1" i="0" dirty="0">
                          <a:solidFill>
                            <a:schemeClr val="accent2"/>
                          </a:solidFill>
                          <a:latin typeface="Courier New" panose="02070309020205020404" pitchFamily="49" charset="0"/>
                          <a:cs typeface="Courier New" panose="02070309020205020404" pitchFamily="49" charset="0"/>
                        </a:rPr>
                        <a:t>sub</a:t>
                      </a:r>
                      <a:r>
                        <a:rPr lang="es-ES" sz="1300" b="1" i="0" dirty="0">
                          <a:solidFill>
                            <a:schemeClr val="bg1">
                              <a:lumMod val="10000"/>
                            </a:schemeClr>
                          </a:solidFill>
                          <a:latin typeface="Courier New" panose="02070309020205020404" pitchFamily="49" charset="0"/>
                          <a:cs typeface="Courier New" panose="02070309020205020404" pitchFamily="49" charset="0"/>
                        </a:rPr>
                        <a:t> </a:t>
                      </a:r>
                      <a:r>
                        <a:rPr lang="es-ES" sz="1300" b="1" i="0" dirty="0" err="1">
                          <a:solidFill>
                            <a:schemeClr val="bg1">
                              <a:lumMod val="10000"/>
                            </a:schemeClr>
                          </a:solidFill>
                          <a:latin typeface="Courier New" panose="02070309020205020404" pitchFamily="49" charset="0"/>
                          <a:cs typeface="Courier New" panose="02070309020205020404" pitchFamily="49" charset="0"/>
                        </a:rPr>
                        <a:t>rd</a:t>
                      </a:r>
                      <a:r>
                        <a:rPr lang="es-ES" sz="1300" b="1" i="0" dirty="0">
                          <a:solidFill>
                            <a:schemeClr val="bg1">
                              <a:lumMod val="10000"/>
                            </a:schemeClr>
                          </a:solidFill>
                          <a:latin typeface="Courier New" panose="02070309020205020404" pitchFamily="49" charset="0"/>
                          <a:cs typeface="Courier New" panose="02070309020205020404" pitchFamily="49" charset="0"/>
                        </a:rPr>
                        <a:t>, rs1, rs2</a:t>
                      </a:r>
                    </a:p>
                  </a:txBody>
                  <a:tcPr marL="74259" marR="74259" marT="37130" marB="3713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300" b="0" dirty="0" err="1">
                          <a:solidFill>
                            <a:schemeClr val="bg1">
                              <a:lumMod val="10000"/>
                            </a:schemeClr>
                          </a:solidFill>
                        </a:rPr>
                        <a:t>rd</a:t>
                      </a:r>
                      <a:r>
                        <a:rPr lang="es-ES" sz="1300" b="0" dirty="0">
                          <a:solidFill>
                            <a:schemeClr val="bg1">
                              <a:lumMod val="10000"/>
                            </a:schemeClr>
                          </a:solidFill>
                        </a:rPr>
                        <a:t> </a:t>
                      </a:r>
                      <a:r>
                        <a:rPr lang="es-ES" sz="1300" b="0" dirty="0">
                          <a:solidFill>
                            <a:schemeClr val="bg1">
                              <a:lumMod val="10000"/>
                            </a:schemeClr>
                          </a:solidFill>
                          <a:sym typeface="Wingdings" pitchFamily="2" charset="2"/>
                        </a:rPr>
                        <a:t> rs1 - rs2</a:t>
                      </a:r>
                      <a:endParaRPr lang="es-ES" sz="1300" b="0" i="0" dirty="0">
                        <a:solidFill>
                          <a:schemeClr val="bg1">
                            <a:lumMod val="10000"/>
                          </a:schemeClr>
                        </a:solidFill>
                        <a:latin typeface="+mn-lt"/>
                        <a:cs typeface="Courier New" panose="02070309020205020404" pitchFamily="49" charset="0"/>
                      </a:endParaRPr>
                    </a:p>
                  </a:txBody>
                  <a:tcPr marL="74259" marR="74259" marT="37130" marB="37130"/>
                </a:tc>
                <a:tc>
                  <a:txBody>
                    <a:bodyPr/>
                    <a:lstStyle/>
                    <a:p>
                      <a:pPr algn="l"/>
                      <a:r>
                        <a:rPr lang="es-ES" sz="1300" b="0" dirty="0" err="1">
                          <a:solidFill>
                            <a:srgbClr val="C00000"/>
                          </a:solidFill>
                        </a:rPr>
                        <a:t>sub</a:t>
                      </a:r>
                      <a:r>
                        <a:rPr lang="es-ES" sz="1300" b="0" dirty="0" err="1">
                          <a:solidFill>
                            <a:schemeClr val="bg1">
                              <a:lumMod val="10000"/>
                            </a:schemeClr>
                          </a:solidFill>
                        </a:rPr>
                        <a:t>tract</a:t>
                      </a:r>
                      <a:endParaRPr lang="es-ES" sz="1300" b="0" dirty="0">
                        <a:solidFill>
                          <a:schemeClr val="bg1">
                            <a:lumMod val="10000"/>
                          </a:schemeClr>
                        </a:solidFill>
                      </a:endParaRPr>
                    </a:p>
                    <a:p>
                      <a:pPr algn="l"/>
                      <a:r>
                        <a:rPr lang="es-ES" sz="1300" b="0" dirty="0">
                          <a:solidFill>
                            <a:schemeClr val="accent2"/>
                          </a:solidFill>
                        </a:rPr>
                        <a:t>resta</a:t>
                      </a:r>
                      <a:endParaRPr lang="es-ES" sz="1300" b="0" dirty="0">
                        <a:solidFill>
                          <a:schemeClr val="accent2"/>
                        </a:solidFill>
                        <a:latin typeface="+mn-lt"/>
                      </a:endParaRPr>
                    </a:p>
                  </a:txBody>
                  <a:tcPr marL="74259" marR="74259" marT="37130" marB="37130"/>
                </a:tc>
                <a:extLst>
                  <a:ext uri="{0D108BD9-81ED-4DB2-BD59-A6C34878D82A}">
                    <a16:rowId xmlns:a16="http://schemas.microsoft.com/office/drawing/2014/main" val="3628958978"/>
                  </a:ext>
                </a:extLst>
              </a:tr>
              <a:tr h="4703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300" b="1" i="0" dirty="0" err="1">
                          <a:solidFill>
                            <a:schemeClr val="accent2"/>
                          </a:solidFill>
                          <a:latin typeface="Courier New" panose="02070309020205020404" pitchFamily="49" charset="0"/>
                          <a:cs typeface="Courier New" panose="02070309020205020404" pitchFamily="49" charset="0"/>
                        </a:rPr>
                        <a:t>slt</a:t>
                      </a:r>
                      <a:r>
                        <a:rPr lang="es-ES" sz="1300" b="1" i="0" dirty="0">
                          <a:solidFill>
                            <a:schemeClr val="bg1">
                              <a:lumMod val="10000"/>
                            </a:schemeClr>
                          </a:solidFill>
                          <a:latin typeface="Courier New" panose="02070309020205020404" pitchFamily="49" charset="0"/>
                          <a:cs typeface="Courier New" panose="02070309020205020404" pitchFamily="49" charset="0"/>
                        </a:rPr>
                        <a:t> </a:t>
                      </a:r>
                      <a:r>
                        <a:rPr lang="es-ES" sz="1300" b="1" i="0" dirty="0" err="1">
                          <a:solidFill>
                            <a:schemeClr val="bg1">
                              <a:lumMod val="10000"/>
                            </a:schemeClr>
                          </a:solidFill>
                          <a:latin typeface="Courier New" panose="02070309020205020404" pitchFamily="49" charset="0"/>
                          <a:cs typeface="Courier New" panose="02070309020205020404" pitchFamily="49" charset="0"/>
                        </a:rPr>
                        <a:t>rd</a:t>
                      </a:r>
                      <a:r>
                        <a:rPr lang="es-ES" sz="1300" b="1" i="0" dirty="0">
                          <a:solidFill>
                            <a:schemeClr val="bg1">
                              <a:lumMod val="10000"/>
                            </a:schemeClr>
                          </a:solidFill>
                          <a:latin typeface="Courier New" panose="02070309020205020404" pitchFamily="49" charset="0"/>
                          <a:cs typeface="Courier New" panose="02070309020205020404" pitchFamily="49" charset="0"/>
                        </a:rPr>
                        <a:t>, rs1, rs2</a:t>
                      </a:r>
                    </a:p>
                  </a:txBody>
                  <a:tcPr marL="74259" marR="74259" marT="37130" marB="37130">
                    <a:solidFill>
                      <a:schemeClr val="accent2">
                        <a:lumMod val="20000"/>
                        <a:lumOff val="80000"/>
                      </a:schemeClr>
                    </a:solidFill>
                  </a:tcPr>
                </a:tc>
                <a:tc>
                  <a:txBody>
                    <a:bodyPr/>
                    <a:lstStyle/>
                    <a:p>
                      <a:pPr algn="l"/>
                      <a:r>
                        <a:rPr lang="es-ES" sz="1300" b="0" dirty="0" err="1">
                          <a:solidFill>
                            <a:schemeClr val="bg1">
                              <a:lumMod val="10000"/>
                            </a:schemeClr>
                          </a:solidFill>
                        </a:rPr>
                        <a:t>rd</a:t>
                      </a:r>
                      <a:r>
                        <a:rPr lang="es-ES" sz="1300" b="0" dirty="0">
                          <a:solidFill>
                            <a:schemeClr val="bg1">
                              <a:lumMod val="10000"/>
                            </a:schemeClr>
                          </a:solidFill>
                        </a:rPr>
                        <a:t> </a:t>
                      </a:r>
                      <a:r>
                        <a:rPr lang="es-ES" sz="1300" b="0" dirty="0">
                          <a:solidFill>
                            <a:schemeClr val="bg1">
                              <a:lumMod val="10000"/>
                            </a:schemeClr>
                          </a:solidFill>
                          <a:sym typeface="Wingdings" pitchFamily="2" charset="2"/>
                        </a:rPr>
                        <a:t> </a:t>
                      </a:r>
                      <a:r>
                        <a:rPr lang="es-ES" sz="1300" b="0" dirty="0" err="1">
                          <a:solidFill>
                            <a:schemeClr val="bg1">
                              <a:lumMod val="10000"/>
                            </a:schemeClr>
                          </a:solidFill>
                          <a:sym typeface="Wingdings" pitchFamily="2" charset="2"/>
                        </a:rPr>
                        <a:t>if</a:t>
                      </a:r>
                      <a:r>
                        <a:rPr lang="es-ES" sz="1300" b="0" dirty="0">
                          <a:solidFill>
                            <a:schemeClr val="bg1">
                              <a:lumMod val="10000"/>
                            </a:schemeClr>
                          </a:solidFill>
                          <a:sym typeface="Wingdings" pitchFamily="2" charset="2"/>
                        </a:rPr>
                        <a:t> (</a:t>
                      </a:r>
                      <a:r>
                        <a:rPr lang="es-ES" sz="1300" b="0" dirty="0" err="1">
                          <a:solidFill>
                            <a:schemeClr val="bg1">
                              <a:lumMod val="10000"/>
                            </a:schemeClr>
                          </a:solidFill>
                          <a:sym typeface="Wingdings" pitchFamily="2" charset="2"/>
                        </a:rPr>
                        <a:t>rs</a:t>
                      </a:r>
                      <a:r>
                        <a:rPr lang="es-ES" sz="1300" b="0" dirty="0">
                          <a:solidFill>
                            <a:schemeClr val="bg1">
                              <a:lumMod val="10000"/>
                            </a:schemeClr>
                          </a:solidFill>
                          <a:sym typeface="Wingdings" pitchFamily="2" charset="2"/>
                        </a:rPr>
                        <a:t> &lt;</a:t>
                      </a:r>
                      <a:r>
                        <a:rPr lang="es-ES" sz="1300" b="0" baseline="-25000" dirty="0">
                          <a:solidFill>
                            <a:schemeClr val="bg1">
                              <a:lumMod val="10000"/>
                            </a:schemeClr>
                          </a:solidFill>
                          <a:sym typeface="Wingdings" pitchFamily="2" charset="2"/>
                        </a:rPr>
                        <a:t>S</a:t>
                      </a:r>
                      <a:r>
                        <a:rPr lang="es-ES" sz="1300" b="0" baseline="0" dirty="0">
                          <a:solidFill>
                            <a:schemeClr val="bg1">
                              <a:lumMod val="10000"/>
                            </a:schemeClr>
                          </a:solidFill>
                          <a:sym typeface="Wingdings" pitchFamily="2" charset="2"/>
                        </a:rPr>
                        <a:t> rs2)</a:t>
                      </a:r>
                    </a:p>
                    <a:p>
                      <a:pPr algn="l"/>
                      <a:r>
                        <a:rPr lang="es-ES" sz="1300" b="0" baseline="0" dirty="0">
                          <a:solidFill>
                            <a:schemeClr val="bg1">
                              <a:lumMod val="10000"/>
                            </a:schemeClr>
                          </a:solidFill>
                          <a:sym typeface="Wingdings" pitchFamily="2" charset="2"/>
                        </a:rPr>
                        <a:t>  </a:t>
                      </a:r>
                      <a:r>
                        <a:rPr lang="es-ES" sz="1300" b="0" baseline="0" dirty="0" err="1">
                          <a:solidFill>
                            <a:schemeClr val="bg1">
                              <a:lumMod val="10000"/>
                            </a:schemeClr>
                          </a:solidFill>
                          <a:sym typeface="Wingdings" pitchFamily="2" charset="2"/>
                        </a:rPr>
                        <a:t>then</a:t>
                      </a:r>
                      <a:r>
                        <a:rPr lang="es-ES" sz="1300" b="0" baseline="0" dirty="0">
                          <a:solidFill>
                            <a:schemeClr val="bg1">
                              <a:lumMod val="10000"/>
                            </a:schemeClr>
                          </a:solidFill>
                          <a:sym typeface="Wingdings" pitchFamily="2" charset="2"/>
                        </a:rPr>
                        <a:t> (1) </a:t>
                      </a:r>
                      <a:r>
                        <a:rPr lang="es-ES" sz="1300" b="0" baseline="0" dirty="0" err="1">
                          <a:solidFill>
                            <a:schemeClr val="bg1">
                              <a:lumMod val="10000"/>
                            </a:schemeClr>
                          </a:solidFill>
                          <a:sym typeface="Wingdings" pitchFamily="2" charset="2"/>
                        </a:rPr>
                        <a:t>else</a:t>
                      </a:r>
                      <a:r>
                        <a:rPr lang="es-ES" sz="1300" b="0" baseline="0" dirty="0">
                          <a:solidFill>
                            <a:schemeClr val="bg1">
                              <a:lumMod val="10000"/>
                            </a:schemeClr>
                          </a:solidFill>
                          <a:sym typeface="Wingdings" pitchFamily="2" charset="2"/>
                        </a:rPr>
                        <a:t> (0)</a:t>
                      </a:r>
                      <a:endParaRPr lang="es-ES" sz="1300" b="0" i="0" dirty="0">
                        <a:solidFill>
                          <a:schemeClr val="bg1">
                            <a:lumMod val="10000"/>
                          </a:schemeClr>
                        </a:solidFill>
                        <a:latin typeface="+mn-lt"/>
                        <a:cs typeface="Courier New" panose="02070309020205020404" pitchFamily="49" charset="0"/>
                      </a:endParaRPr>
                    </a:p>
                  </a:txBody>
                  <a:tcPr marL="74259" marR="74259" marT="37130" marB="37130">
                    <a:solidFill>
                      <a:schemeClr val="accent2">
                        <a:lumMod val="20000"/>
                        <a:lumOff val="80000"/>
                      </a:schemeClr>
                    </a:solidFill>
                  </a:tcPr>
                </a:tc>
                <a:tc>
                  <a:txBody>
                    <a:bodyPr/>
                    <a:lstStyle/>
                    <a:p>
                      <a:pPr algn="l"/>
                      <a:r>
                        <a:rPr lang="es-ES" sz="1300" b="0" dirty="0">
                          <a:solidFill>
                            <a:srgbClr val="C00000"/>
                          </a:solidFill>
                        </a:rPr>
                        <a:t>s</a:t>
                      </a:r>
                      <a:r>
                        <a:rPr lang="es-ES" sz="1300" b="0" dirty="0">
                          <a:solidFill>
                            <a:schemeClr val="bg1">
                              <a:lumMod val="10000"/>
                            </a:schemeClr>
                          </a:solidFill>
                        </a:rPr>
                        <a:t>et </a:t>
                      </a:r>
                      <a:r>
                        <a:rPr lang="es-ES" sz="1300" b="0" dirty="0" err="1">
                          <a:solidFill>
                            <a:schemeClr val="bg1">
                              <a:lumMod val="10000"/>
                            </a:schemeClr>
                          </a:solidFill>
                        </a:rPr>
                        <a:t>if</a:t>
                      </a:r>
                      <a:r>
                        <a:rPr lang="es-ES" sz="1300" b="0" dirty="0">
                          <a:solidFill>
                            <a:schemeClr val="bg1">
                              <a:lumMod val="10000"/>
                            </a:schemeClr>
                          </a:solidFill>
                        </a:rPr>
                        <a:t> </a:t>
                      </a:r>
                      <a:r>
                        <a:rPr lang="es-ES" sz="1300" b="0" dirty="0" err="1">
                          <a:solidFill>
                            <a:srgbClr val="C00000"/>
                          </a:solidFill>
                        </a:rPr>
                        <a:t>l</a:t>
                      </a:r>
                      <a:r>
                        <a:rPr lang="es-ES" sz="1300" b="0" dirty="0" err="1">
                          <a:solidFill>
                            <a:schemeClr val="bg1">
                              <a:lumMod val="10000"/>
                            </a:schemeClr>
                          </a:solidFill>
                        </a:rPr>
                        <a:t>ess</a:t>
                      </a:r>
                      <a:r>
                        <a:rPr lang="es-ES" sz="1300" b="0" dirty="0">
                          <a:solidFill>
                            <a:schemeClr val="bg1">
                              <a:lumMod val="10000"/>
                            </a:schemeClr>
                          </a:solidFill>
                        </a:rPr>
                        <a:t> </a:t>
                      </a:r>
                      <a:r>
                        <a:rPr lang="es-ES" sz="1300" b="0" dirty="0" err="1">
                          <a:solidFill>
                            <a:srgbClr val="C00000"/>
                          </a:solidFill>
                        </a:rPr>
                        <a:t>t</a:t>
                      </a:r>
                      <a:r>
                        <a:rPr lang="es-ES" sz="1300" b="0" dirty="0" err="1">
                          <a:solidFill>
                            <a:schemeClr val="bg1">
                              <a:lumMod val="10000"/>
                            </a:schemeClr>
                          </a:solidFill>
                        </a:rPr>
                        <a:t>han</a:t>
                      </a:r>
                      <a:endParaRPr lang="es-ES" sz="1300" b="0" dirty="0">
                        <a:solidFill>
                          <a:schemeClr val="bg1">
                            <a:lumMod val="10000"/>
                          </a:schemeClr>
                        </a:solidFill>
                      </a:endParaRPr>
                    </a:p>
                    <a:p>
                      <a:pPr algn="l"/>
                      <a:r>
                        <a:rPr lang="es-ES" sz="1300" b="0" dirty="0">
                          <a:solidFill>
                            <a:schemeClr val="accent2"/>
                          </a:solidFill>
                        </a:rPr>
                        <a:t>“menor que” con signo</a:t>
                      </a:r>
                      <a:endParaRPr lang="es-ES" sz="1300" b="0" dirty="0">
                        <a:solidFill>
                          <a:schemeClr val="accent2"/>
                        </a:solidFill>
                        <a:latin typeface="+mn-lt"/>
                      </a:endParaRPr>
                    </a:p>
                  </a:txBody>
                  <a:tcPr marL="74259" marR="74259" marT="37130" marB="37130">
                    <a:solidFill>
                      <a:schemeClr val="accent2">
                        <a:lumMod val="20000"/>
                        <a:lumOff val="80000"/>
                      </a:schemeClr>
                    </a:solidFill>
                  </a:tcPr>
                </a:tc>
                <a:extLst>
                  <a:ext uri="{0D108BD9-81ED-4DB2-BD59-A6C34878D82A}">
                    <a16:rowId xmlns:a16="http://schemas.microsoft.com/office/drawing/2014/main" val="1999614752"/>
                  </a:ext>
                </a:extLst>
              </a:tr>
              <a:tr h="4703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300" b="1" i="0" dirty="0" err="1">
                          <a:solidFill>
                            <a:schemeClr val="accent2"/>
                          </a:solidFill>
                          <a:latin typeface="Courier New" panose="02070309020205020404" pitchFamily="49" charset="0"/>
                          <a:cs typeface="Courier New" panose="02070309020205020404" pitchFamily="49" charset="0"/>
                        </a:rPr>
                        <a:t>sltu</a:t>
                      </a:r>
                      <a:r>
                        <a:rPr lang="es-ES" sz="1300" b="1" i="0" dirty="0">
                          <a:solidFill>
                            <a:schemeClr val="bg1">
                              <a:lumMod val="10000"/>
                            </a:schemeClr>
                          </a:solidFill>
                          <a:latin typeface="Courier New" panose="02070309020205020404" pitchFamily="49" charset="0"/>
                          <a:cs typeface="Courier New" panose="02070309020205020404" pitchFamily="49" charset="0"/>
                        </a:rPr>
                        <a:t> </a:t>
                      </a:r>
                      <a:r>
                        <a:rPr lang="es-ES" sz="1300" b="1" i="0" dirty="0" err="1">
                          <a:solidFill>
                            <a:schemeClr val="bg1">
                              <a:lumMod val="10000"/>
                            </a:schemeClr>
                          </a:solidFill>
                          <a:latin typeface="Courier New" panose="02070309020205020404" pitchFamily="49" charset="0"/>
                          <a:cs typeface="Courier New" panose="02070309020205020404" pitchFamily="49" charset="0"/>
                        </a:rPr>
                        <a:t>rd</a:t>
                      </a:r>
                      <a:r>
                        <a:rPr lang="es-ES" sz="1300" b="1" i="0" dirty="0">
                          <a:solidFill>
                            <a:schemeClr val="bg1">
                              <a:lumMod val="10000"/>
                            </a:schemeClr>
                          </a:solidFill>
                          <a:latin typeface="Courier New" panose="02070309020205020404" pitchFamily="49" charset="0"/>
                          <a:cs typeface="Courier New" panose="02070309020205020404" pitchFamily="49" charset="0"/>
                        </a:rPr>
                        <a:t>, rs1, rs2</a:t>
                      </a:r>
                    </a:p>
                  </a:txBody>
                  <a:tcPr marL="74259" marR="74259" marT="37130" marB="37130">
                    <a:lnB w="12700" cap="flat" cmpd="sng" algn="ctr">
                      <a:solidFill>
                        <a:srgbClr val="C00000"/>
                      </a:solidFill>
                      <a:prstDash val="sysDash"/>
                      <a:round/>
                      <a:headEnd type="none" w="med" len="med"/>
                      <a:tailEnd type="none" w="med" len="med"/>
                    </a:lnB>
                  </a:tcPr>
                </a:tc>
                <a:tc>
                  <a:txBody>
                    <a:bodyPr/>
                    <a:lstStyle/>
                    <a:p>
                      <a:pPr algn="l"/>
                      <a:r>
                        <a:rPr lang="es-ES" sz="1300" b="0" dirty="0" err="1">
                          <a:solidFill>
                            <a:schemeClr val="bg1">
                              <a:lumMod val="10000"/>
                            </a:schemeClr>
                          </a:solidFill>
                        </a:rPr>
                        <a:t>rd</a:t>
                      </a:r>
                      <a:r>
                        <a:rPr lang="es-ES" sz="1300" b="0" dirty="0">
                          <a:solidFill>
                            <a:schemeClr val="bg1">
                              <a:lumMod val="10000"/>
                            </a:schemeClr>
                          </a:solidFill>
                        </a:rPr>
                        <a:t> </a:t>
                      </a:r>
                      <a:r>
                        <a:rPr lang="es-ES" sz="1300" b="0" dirty="0">
                          <a:solidFill>
                            <a:schemeClr val="bg1">
                              <a:lumMod val="10000"/>
                            </a:schemeClr>
                          </a:solidFill>
                          <a:sym typeface="Wingdings" pitchFamily="2" charset="2"/>
                        </a:rPr>
                        <a:t> </a:t>
                      </a:r>
                      <a:r>
                        <a:rPr lang="es-ES" sz="1300" b="0" dirty="0" err="1">
                          <a:solidFill>
                            <a:schemeClr val="bg1">
                              <a:lumMod val="10000"/>
                            </a:schemeClr>
                          </a:solidFill>
                          <a:sym typeface="Wingdings" pitchFamily="2" charset="2"/>
                        </a:rPr>
                        <a:t>if</a:t>
                      </a:r>
                      <a:r>
                        <a:rPr lang="es-ES" sz="1300" b="0" dirty="0">
                          <a:solidFill>
                            <a:schemeClr val="bg1">
                              <a:lumMod val="10000"/>
                            </a:schemeClr>
                          </a:solidFill>
                          <a:sym typeface="Wingdings" pitchFamily="2" charset="2"/>
                        </a:rPr>
                        <a:t> (</a:t>
                      </a:r>
                      <a:r>
                        <a:rPr lang="es-ES" sz="1300" b="0" dirty="0" err="1">
                          <a:solidFill>
                            <a:schemeClr val="bg1">
                              <a:lumMod val="10000"/>
                            </a:schemeClr>
                          </a:solidFill>
                          <a:sym typeface="Wingdings" pitchFamily="2" charset="2"/>
                        </a:rPr>
                        <a:t>rs</a:t>
                      </a:r>
                      <a:r>
                        <a:rPr lang="es-ES" sz="1300" b="0" dirty="0">
                          <a:solidFill>
                            <a:schemeClr val="bg1">
                              <a:lumMod val="10000"/>
                            </a:schemeClr>
                          </a:solidFill>
                          <a:sym typeface="Wingdings" pitchFamily="2" charset="2"/>
                        </a:rPr>
                        <a:t> &lt;</a:t>
                      </a:r>
                      <a:r>
                        <a:rPr lang="es-ES" sz="1300" b="0" baseline="-25000" dirty="0">
                          <a:solidFill>
                            <a:schemeClr val="bg1">
                              <a:lumMod val="10000"/>
                            </a:schemeClr>
                          </a:solidFill>
                          <a:sym typeface="Wingdings" pitchFamily="2" charset="2"/>
                        </a:rPr>
                        <a:t>U</a:t>
                      </a:r>
                      <a:r>
                        <a:rPr lang="es-ES" sz="1300" b="0" baseline="0" dirty="0">
                          <a:solidFill>
                            <a:schemeClr val="bg1">
                              <a:lumMod val="10000"/>
                            </a:schemeClr>
                          </a:solidFill>
                          <a:sym typeface="Wingdings" pitchFamily="2" charset="2"/>
                        </a:rPr>
                        <a:t> rs2)</a:t>
                      </a:r>
                    </a:p>
                    <a:p>
                      <a:pPr algn="l"/>
                      <a:r>
                        <a:rPr lang="es-ES" sz="1300" b="0" baseline="0" dirty="0">
                          <a:solidFill>
                            <a:schemeClr val="bg1">
                              <a:lumMod val="10000"/>
                            </a:schemeClr>
                          </a:solidFill>
                          <a:sym typeface="Wingdings" pitchFamily="2" charset="2"/>
                        </a:rPr>
                        <a:t>  </a:t>
                      </a:r>
                      <a:r>
                        <a:rPr lang="es-ES" sz="1300" b="0" baseline="0" dirty="0" err="1">
                          <a:solidFill>
                            <a:schemeClr val="bg1">
                              <a:lumMod val="10000"/>
                            </a:schemeClr>
                          </a:solidFill>
                          <a:sym typeface="Wingdings" pitchFamily="2" charset="2"/>
                        </a:rPr>
                        <a:t>then</a:t>
                      </a:r>
                      <a:r>
                        <a:rPr lang="es-ES" sz="1300" b="0" baseline="0" dirty="0">
                          <a:solidFill>
                            <a:schemeClr val="bg1">
                              <a:lumMod val="10000"/>
                            </a:schemeClr>
                          </a:solidFill>
                          <a:sym typeface="Wingdings" pitchFamily="2" charset="2"/>
                        </a:rPr>
                        <a:t> (1) </a:t>
                      </a:r>
                      <a:r>
                        <a:rPr lang="es-ES" sz="1300" b="0" baseline="0" dirty="0" err="1">
                          <a:solidFill>
                            <a:schemeClr val="bg1">
                              <a:lumMod val="10000"/>
                            </a:schemeClr>
                          </a:solidFill>
                          <a:sym typeface="Wingdings" pitchFamily="2" charset="2"/>
                        </a:rPr>
                        <a:t>else</a:t>
                      </a:r>
                      <a:r>
                        <a:rPr lang="es-ES" sz="1300" b="0" baseline="0" dirty="0">
                          <a:solidFill>
                            <a:schemeClr val="bg1">
                              <a:lumMod val="10000"/>
                            </a:schemeClr>
                          </a:solidFill>
                          <a:sym typeface="Wingdings" pitchFamily="2" charset="2"/>
                        </a:rPr>
                        <a:t> (0)</a:t>
                      </a:r>
                      <a:endParaRPr lang="es-ES" sz="1300" b="0" i="0" dirty="0">
                        <a:solidFill>
                          <a:schemeClr val="bg1">
                            <a:lumMod val="10000"/>
                          </a:schemeClr>
                        </a:solidFill>
                        <a:latin typeface="+mn-lt"/>
                        <a:cs typeface="Courier New" panose="02070309020205020404" pitchFamily="49" charset="0"/>
                      </a:endParaRPr>
                    </a:p>
                  </a:txBody>
                  <a:tcPr marL="74259" marR="74259" marT="37130" marB="37130">
                    <a:lnB w="12700" cap="flat" cmpd="sng" algn="ctr">
                      <a:solidFill>
                        <a:srgbClr val="C00000"/>
                      </a:solidFill>
                      <a:prstDash val="sysDash"/>
                      <a:round/>
                      <a:headEnd type="none" w="med" len="med"/>
                      <a:tailEnd type="none" w="med" len="med"/>
                    </a:lnB>
                  </a:tcPr>
                </a:tc>
                <a:tc>
                  <a:txBody>
                    <a:bodyPr/>
                    <a:lstStyle/>
                    <a:p>
                      <a:pPr algn="l"/>
                      <a:r>
                        <a:rPr lang="es-ES" sz="1300" b="0" dirty="0">
                          <a:solidFill>
                            <a:srgbClr val="C00000"/>
                          </a:solidFill>
                        </a:rPr>
                        <a:t>s</a:t>
                      </a:r>
                      <a:r>
                        <a:rPr lang="es-ES" sz="1300" b="0" dirty="0">
                          <a:solidFill>
                            <a:schemeClr val="bg1">
                              <a:lumMod val="10000"/>
                            </a:schemeClr>
                          </a:solidFill>
                        </a:rPr>
                        <a:t>et </a:t>
                      </a:r>
                      <a:r>
                        <a:rPr lang="es-ES" sz="1300" b="0" dirty="0" err="1">
                          <a:solidFill>
                            <a:schemeClr val="bg1">
                              <a:lumMod val="10000"/>
                            </a:schemeClr>
                          </a:solidFill>
                        </a:rPr>
                        <a:t>if</a:t>
                      </a:r>
                      <a:r>
                        <a:rPr lang="es-ES" sz="1300" b="0" dirty="0">
                          <a:solidFill>
                            <a:schemeClr val="bg1">
                              <a:lumMod val="10000"/>
                            </a:schemeClr>
                          </a:solidFill>
                        </a:rPr>
                        <a:t> </a:t>
                      </a:r>
                      <a:r>
                        <a:rPr lang="es-ES" sz="1300" b="0" dirty="0" err="1">
                          <a:solidFill>
                            <a:srgbClr val="C00000"/>
                          </a:solidFill>
                        </a:rPr>
                        <a:t>l</a:t>
                      </a:r>
                      <a:r>
                        <a:rPr lang="es-ES" sz="1300" b="0" dirty="0" err="1">
                          <a:solidFill>
                            <a:schemeClr val="bg1">
                              <a:lumMod val="10000"/>
                            </a:schemeClr>
                          </a:solidFill>
                        </a:rPr>
                        <a:t>ess</a:t>
                      </a:r>
                      <a:r>
                        <a:rPr lang="es-ES" sz="1300" b="0" dirty="0">
                          <a:solidFill>
                            <a:schemeClr val="bg1">
                              <a:lumMod val="10000"/>
                            </a:schemeClr>
                          </a:solidFill>
                        </a:rPr>
                        <a:t> </a:t>
                      </a:r>
                      <a:r>
                        <a:rPr lang="es-ES" sz="1300" b="0" dirty="0" err="1">
                          <a:solidFill>
                            <a:srgbClr val="C00000"/>
                          </a:solidFill>
                        </a:rPr>
                        <a:t>t</a:t>
                      </a:r>
                      <a:r>
                        <a:rPr lang="es-ES" sz="1300" b="0" dirty="0" err="1">
                          <a:solidFill>
                            <a:schemeClr val="bg1">
                              <a:lumMod val="10000"/>
                            </a:schemeClr>
                          </a:solidFill>
                        </a:rPr>
                        <a:t>han</a:t>
                      </a:r>
                      <a:r>
                        <a:rPr lang="es-ES" sz="1300" b="0" dirty="0">
                          <a:solidFill>
                            <a:schemeClr val="bg1">
                              <a:lumMod val="10000"/>
                            </a:schemeClr>
                          </a:solidFill>
                        </a:rPr>
                        <a:t> </a:t>
                      </a:r>
                      <a:r>
                        <a:rPr lang="es-ES" sz="1300" b="0" dirty="0" err="1">
                          <a:solidFill>
                            <a:srgbClr val="C00000"/>
                          </a:solidFill>
                        </a:rPr>
                        <a:t>u</a:t>
                      </a:r>
                      <a:r>
                        <a:rPr lang="es-ES" sz="1300" b="0" dirty="0" err="1">
                          <a:solidFill>
                            <a:schemeClr val="bg1">
                              <a:lumMod val="10000"/>
                            </a:schemeClr>
                          </a:solidFill>
                        </a:rPr>
                        <a:t>nsigned</a:t>
                      </a:r>
                      <a:endParaRPr lang="es-ES" sz="1300" b="0" dirty="0">
                        <a:solidFill>
                          <a:schemeClr val="bg1">
                            <a:lumMod val="10000"/>
                          </a:schemeClr>
                        </a:solidFill>
                      </a:endParaRPr>
                    </a:p>
                    <a:p>
                      <a:pPr algn="l"/>
                      <a:r>
                        <a:rPr lang="es-ES" sz="1300" b="0" dirty="0">
                          <a:solidFill>
                            <a:schemeClr val="accent2"/>
                          </a:solidFill>
                        </a:rPr>
                        <a:t>“menor que” sin signo</a:t>
                      </a:r>
                      <a:endParaRPr lang="es-ES" sz="1300" b="0" dirty="0">
                        <a:solidFill>
                          <a:schemeClr val="accent2"/>
                        </a:solidFill>
                        <a:latin typeface="+mn-lt"/>
                      </a:endParaRPr>
                    </a:p>
                  </a:txBody>
                  <a:tcPr marL="74259" marR="74259" marT="37130" marB="37130">
                    <a:lnB w="12700" cap="flat" cmpd="sng" algn="ctr">
                      <a:solidFill>
                        <a:srgbClr val="C00000"/>
                      </a:solidFill>
                      <a:prstDash val="sysDash"/>
                      <a:round/>
                      <a:headEnd type="none" w="med" len="med"/>
                      <a:tailEnd type="none" w="med" len="med"/>
                    </a:lnB>
                  </a:tcPr>
                </a:tc>
                <a:extLst>
                  <a:ext uri="{0D108BD9-81ED-4DB2-BD59-A6C34878D82A}">
                    <a16:rowId xmlns:a16="http://schemas.microsoft.com/office/drawing/2014/main" val="994913247"/>
                  </a:ext>
                </a:extLst>
              </a:tr>
              <a:tr h="4703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300" b="1" i="0" dirty="0" err="1">
                          <a:solidFill>
                            <a:schemeClr val="accent2"/>
                          </a:solidFill>
                          <a:latin typeface="Courier New" panose="02070309020205020404" pitchFamily="49" charset="0"/>
                          <a:cs typeface="Courier New" panose="02070309020205020404" pitchFamily="49" charset="0"/>
                        </a:rPr>
                        <a:t>addi</a:t>
                      </a:r>
                      <a:r>
                        <a:rPr lang="es-ES" sz="1300" b="1" i="0" dirty="0">
                          <a:solidFill>
                            <a:schemeClr val="bg1">
                              <a:lumMod val="10000"/>
                            </a:schemeClr>
                          </a:solidFill>
                          <a:latin typeface="Courier New" panose="02070309020205020404" pitchFamily="49" charset="0"/>
                          <a:cs typeface="Courier New" panose="02070309020205020404" pitchFamily="49" charset="0"/>
                        </a:rPr>
                        <a:t> </a:t>
                      </a:r>
                      <a:r>
                        <a:rPr lang="es-ES" sz="1300" b="1" i="0" dirty="0" err="1">
                          <a:solidFill>
                            <a:schemeClr val="bg1">
                              <a:lumMod val="10000"/>
                            </a:schemeClr>
                          </a:solidFill>
                          <a:latin typeface="Courier New" panose="02070309020205020404" pitchFamily="49" charset="0"/>
                          <a:cs typeface="Courier New" panose="02070309020205020404" pitchFamily="49" charset="0"/>
                        </a:rPr>
                        <a:t>rd</a:t>
                      </a:r>
                      <a:r>
                        <a:rPr lang="es-ES" sz="1300" b="1" i="0" dirty="0">
                          <a:solidFill>
                            <a:schemeClr val="bg1">
                              <a:lumMod val="10000"/>
                            </a:schemeClr>
                          </a:solidFill>
                          <a:latin typeface="Courier New" panose="02070309020205020404" pitchFamily="49" charset="0"/>
                          <a:cs typeface="Courier New" panose="02070309020205020404" pitchFamily="49" charset="0"/>
                        </a:rPr>
                        <a:t>, rs1, imm</a:t>
                      </a:r>
                      <a:r>
                        <a:rPr lang="es-ES" sz="1300" b="1" i="0" baseline="-25000" dirty="0">
                          <a:solidFill>
                            <a:schemeClr val="bg1">
                              <a:lumMod val="10000"/>
                            </a:schemeClr>
                          </a:solidFill>
                          <a:latin typeface="Courier New" panose="02070309020205020404" pitchFamily="49" charset="0"/>
                          <a:cs typeface="Courier New" panose="02070309020205020404" pitchFamily="49" charset="0"/>
                        </a:rPr>
                        <a:t>12b</a:t>
                      </a:r>
                      <a:endParaRPr lang="es-ES" sz="13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T w="12700" cap="flat" cmpd="sng" algn="ctr">
                      <a:solidFill>
                        <a:srgbClr val="C00000"/>
                      </a:solidFill>
                      <a:prstDash val="sysDash"/>
                      <a:round/>
                      <a:headEnd type="none" w="med" len="med"/>
                      <a:tailEnd type="none" w="med" len="med"/>
                    </a:lnT>
                    <a:solidFill>
                      <a:schemeClr val="accent2">
                        <a:lumMod val="20000"/>
                        <a:lumOff val="80000"/>
                      </a:schemeClr>
                    </a:solidFill>
                  </a:tcPr>
                </a:tc>
                <a:tc>
                  <a:txBody>
                    <a:bodyPr/>
                    <a:lstStyle/>
                    <a:p>
                      <a:pPr algn="l"/>
                      <a:r>
                        <a:rPr lang="es-ES" sz="1300" b="0" dirty="0" err="1">
                          <a:solidFill>
                            <a:schemeClr val="bg1">
                              <a:lumMod val="10000"/>
                            </a:schemeClr>
                          </a:solidFill>
                        </a:rPr>
                        <a:t>rd</a:t>
                      </a:r>
                      <a:r>
                        <a:rPr lang="es-ES" sz="1300" b="0" dirty="0">
                          <a:solidFill>
                            <a:schemeClr val="bg1">
                              <a:lumMod val="10000"/>
                            </a:schemeClr>
                          </a:solidFill>
                        </a:rPr>
                        <a:t> </a:t>
                      </a:r>
                      <a:r>
                        <a:rPr lang="es-ES" sz="1300" b="0" dirty="0">
                          <a:solidFill>
                            <a:schemeClr val="bg1">
                              <a:lumMod val="10000"/>
                            </a:schemeClr>
                          </a:solidFill>
                          <a:sym typeface="Wingdings" pitchFamily="2" charset="2"/>
                        </a:rPr>
                        <a:t> rs1 + </a:t>
                      </a:r>
                      <a:r>
                        <a:rPr lang="es-ES" sz="1300" b="0" dirty="0" err="1">
                          <a:solidFill>
                            <a:schemeClr val="bg1">
                              <a:lumMod val="10000"/>
                            </a:schemeClr>
                          </a:solidFill>
                          <a:sym typeface="Wingdings" pitchFamily="2" charset="2"/>
                        </a:rPr>
                        <a:t>sExt</a:t>
                      </a:r>
                      <a:r>
                        <a:rPr lang="es-ES" sz="1300" b="0" dirty="0">
                          <a:solidFill>
                            <a:schemeClr val="bg1">
                              <a:lumMod val="10000"/>
                            </a:schemeClr>
                          </a:solidFill>
                          <a:sym typeface="Wingdings" pitchFamily="2" charset="2"/>
                        </a:rPr>
                        <a:t>(</a:t>
                      </a:r>
                      <a:r>
                        <a:rPr lang="es-ES" sz="1300" b="0" dirty="0" err="1">
                          <a:solidFill>
                            <a:schemeClr val="bg1">
                              <a:lumMod val="10000"/>
                            </a:schemeClr>
                          </a:solidFill>
                          <a:sym typeface="Wingdings" pitchFamily="2" charset="2"/>
                        </a:rPr>
                        <a:t>imm</a:t>
                      </a:r>
                      <a:r>
                        <a:rPr lang="es-ES" sz="1300" b="0" dirty="0">
                          <a:solidFill>
                            <a:schemeClr val="bg1">
                              <a:lumMod val="10000"/>
                            </a:schemeClr>
                          </a:solidFill>
                          <a:sym typeface="Wingdings" pitchFamily="2" charset="2"/>
                        </a:rPr>
                        <a:t>)</a:t>
                      </a:r>
                      <a:r>
                        <a:rPr lang="es-ES" sz="1300" b="0" dirty="0">
                          <a:solidFill>
                            <a:schemeClr val="bg1">
                              <a:lumMod val="10000"/>
                            </a:schemeClr>
                          </a:solidFill>
                        </a:rPr>
                        <a:t> </a:t>
                      </a:r>
                      <a:endParaRPr lang="es-ES" sz="1300" b="0" i="0" dirty="0">
                        <a:solidFill>
                          <a:schemeClr val="bg1">
                            <a:lumMod val="10000"/>
                          </a:schemeClr>
                        </a:solidFill>
                        <a:latin typeface="+mn-lt"/>
                        <a:cs typeface="Courier New" panose="02070309020205020404" pitchFamily="49" charset="0"/>
                      </a:endParaRPr>
                    </a:p>
                  </a:txBody>
                  <a:tcPr marL="74259" marR="74259" marT="37130" marB="37130">
                    <a:lnT w="12700" cap="flat" cmpd="sng" algn="ctr">
                      <a:solidFill>
                        <a:srgbClr val="C00000"/>
                      </a:solidFill>
                      <a:prstDash val="sysDash"/>
                      <a:round/>
                      <a:headEnd type="none" w="med" len="med"/>
                      <a:tailEnd type="none" w="med" len="med"/>
                    </a:lnT>
                    <a:solidFill>
                      <a:schemeClr val="accent2">
                        <a:lumMod val="20000"/>
                        <a:lumOff val="80000"/>
                      </a:schemeClr>
                    </a:solidFill>
                  </a:tcPr>
                </a:tc>
                <a:tc>
                  <a:txBody>
                    <a:bodyPr/>
                    <a:lstStyle/>
                    <a:p>
                      <a:pPr algn="l"/>
                      <a:r>
                        <a:rPr lang="es-ES" sz="1300" b="0" dirty="0" err="1">
                          <a:solidFill>
                            <a:srgbClr val="C00000"/>
                          </a:solidFill>
                        </a:rPr>
                        <a:t>add</a:t>
                      </a:r>
                      <a:r>
                        <a:rPr lang="es-ES" sz="1300" b="0" dirty="0">
                          <a:solidFill>
                            <a:srgbClr val="C00000"/>
                          </a:solidFill>
                        </a:rPr>
                        <a:t> </a:t>
                      </a:r>
                      <a:r>
                        <a:rPr lang="es-ES" sz="1300" b="0" dirty="0" err="1">
                          <a:solidFill>
                            <a:srgbClr val="C00000"/>
                          </a:solidFill>
                        </a:rPr>
                        <a:t>i</a:t>
                      </a:r>
                      <a:r>
                        <a:rPr lang="es-ES" sz="1300" b="0" dirty="0" err="1">
                          <a:solidFill>
                            <a:schemeClr val="bg1">
                              <a:lumMod val="10000"/>
                            </a:schemeClr>
                          </a:solidFill>
                        </a:rPr>
                        <a:t>mmediate</a:t>
                      </a:r>
                      <a:endParaRPr lang="es-ES" sz="1300" b="0" dirty="0">
                        <a:solidFill>
                          <a:schemeClr val="bg1">
                            <a:lumMod val="10000"/>
                          </a:schemeClr>
                        </a:solidFill>
                      </a:endParaRPr>
                    </a:p>
                    <a:p>
                      <a:pPr algn="l"/>
                      <a:r>
                        <a:rPr lang="es-ES" sz="1300" b="0" dirty="0">
                          <a:solidFill>
                            <a:schemeClr val="accent2"/>
                          </a:solidFill>
                        </a:rPr>
                        <a:t>Suma una constante</a:t>
                      </a:r>
                      <a:endParaRPr lang="es-ES" sz="1300" b="0" dirty="0">
                        <a:solidFill>
                          <a:schemeClr val="accent2"/>
                        </a:solidFill>
                        <a:latin typeface="+mn-lt"/>
                      </a:endParaRPr>
                    </a:p>
                  </a:txBody>
                  <a:tcPr marL="74259" marR="74259" marT="37130" marB="37130">
                    <a:lnT w="12700" cap="flat" cmpd="sng" algn="ctr">
                      <a:solidFill>
                        <a:srgbClr val="C00000"/>
                      </a:solidFill>
                      <a:prstDash val="sysDash"/>
                      <a:round/>
                      <a:headEnd type="none" w="med" len="med"/>
                      <a:tailEnd type="none" w="med" len="med"/>
                    </a:lnT>
                    <a:solidFill>
                      <a:schemeClr val="accent2">
                        <a:lumMod val="20000"/>
                        <a:lumOff val="80000"/>
                      </a:schemeClr>
                    </a:solidFill>
                  </a:tcPr>
                </a:tc>
                <a:extLst>
                  <a:ext uri="{0D108BD9-81ED-4DB2-BD59-A6C34878D82A}">
                    <a16:rowId xmlns:a16="http://schemas.microsoft.com/office/drawing/2014/main" val="3424786884"/>
                  </a:ext>
                </a:extLst>
              </a:tr>
              <a:tr h="4703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300" b="1" i="0" dirty="0" err="1">
                          <a:solidFill>
                            <a:schemeClr val="accent2"/>
                          </a:solidFill>
                          <a:latin typeface="Courier New" panose="02070309020205020404" pitchFamily="49" charset="0"/>
                          <a:cs typeface="Courier New" panose="02070309020205020404" pitchFamily="49" charset="0"/>
                        </a:rPr>
                        <a:t>slti</a:t>
                      </a:r>
                      <a:r>
                        <a:rPr lang="es-ES" sz="1300" b="1" i="0" dirty="0">
                          <a:solidFill>
                            <a:schemeClr val="bg1">
                              <a:lumMod val="10000"/>
                            </a:schemeClr>
                          </a:solidFill>
                          <a:latin typeface="Courier New" panose="02070309020205020404" pitchFamily="49" charset="0"/>
                          <a:cs typeface="Courier New" panose="02070309020205020404" pitchFamily="49" charset="0"/>
                        </a:rPr>
                        <a:t> </a:t>
                      </a:r>
                      <a:r>
                        <a:rPr lang="es-ES" sz="1300" b="1" i="0" dirty="0" err="1">
                          <a:solidFill>
                            <a:schemeClr val="bg1">
                              <a:lumMod val="10000"/>
                            </a:schemeClr>
                          </a:solidFill>
                          <a:latin typeface="Courier New" panose="02070309020205020404" pitchFamily="49" charset="0"/>
                          <a:cs typeface="Courier New" panose="02070309020205020404" pitchFamily="49" charset="0"/>
                        </a:rPr>
                        <a:t>rd</a:t>
                      </a:r>
                      <a:r>
                        <a:rPr lang="es-ES" sz="1300" b="1" i="0" dirty="0">
                          <a:solidFill>
                            <a:schemeClr val="bg1">
                              <a:lumMod val="10000"/>
                            </a:schemeClr>
                          </a:solidFill>
                          <a:latin typeface="Courier New" panose="02070309020205020404" pitchFamily="49" charset="0"/>
                          <a:cs typeface="Courier New" panose="02070309020205020404" pitchFamily="49" charset="0"/>
                        </a:rPr>
                        <a:t>, rs1, imm</a:t>
                      </a:r>
                      <a:r>
                        <a:rPr lang="es-ES" sz="1300" b="1" i="0" baseline="-25000" dirty="0">
                          <a:solidFill>
                            <a:schemeClr val="bg1">
                              <a:lumMod val="10000"/>
                            </a:schemeClr>
                          </a:solidFill>
                          <a:latin typeface="Courier New" panose="02070309020205020404" pitchFamily="49" charset="0"/>
                          <a:cs typeface="Courier New" panose="02070309020205020404" pitchFamily="49" charset="0"/>
                        </a:rPr>
                        <a:t>12b</a:t>
                      </a:r>
                      <a:endParaRPr lang="es-ES" sz="13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tc>
                <a:tc>
                  <a:txBody>
                    <a:bodyPr/>
                    <a:lstStyle/>
                    <a:p>
                      <a:pPr algn="l"/>
                      <a:r>
                        <a:rPr lang="es-ES" sz="1300" b="0" dirty="0" err="1">
                          <a:solidFill>
                            <a:schemeClr val="bg1">
                              <a:lumMod val="10000"/>
                            </a:schemeClr>
                          </a:solidFill>
                        </a:rPr>
                        <a:t>rd</a:t>
                      </a:r>
                      <a:r>
                        <a:rPr lang="es-ES" sz="1300" b="0" dirty="0">
                          <a:solidFill>
                            <a:schemeClr val="bg1">
                              <a:lumMod val="10000"/>
                            </a:schemeClr>
                          </a:solidFill>
                        </a:rPr>
                        <a:t> </a:t>
                      </a:r>
                      <a:r>
                        <a:rPr lang="es-ES" sz="1300" b="0" dirty="0">
                          <a:solidFill>
                            <a:schemeClr val="bg1">
                              <a:lumMod val="10000"/>
                            </a:schemeClr>
                          </a:solidFill>
                          <a:sym typeface="Wingdings" pitchFamily="2" charset="2"/>
                        </a:rPr>
                        <a:t> </a:t>
                      </a:r>
                      <a:r>
                        <a:rPr lang="es-ES" sz="1300" b="0" dirty="0" err="1">
                          <a:solidFill>
                            <a:schemeClr val="bg1">
                              <a:lumMod val="10000"/>
                            </a:schemeClr>
                          </a:solidFill>
                          <a:sym typeface="Wingdings" pitchFamily="2" charset="2"/>
                        </a:rPr>
                        <a:t>if</a:t>
                      </a:r>
                      <a:r>
                        <a:rPr lang="es-ES" sz="1300" b="0" dirty="0">
                          <a:solidFill>
                            <a:schemeClr val="bg1">
                              <a:lumMod val="10000"/>
                            </a:schemeClr>
                          </a:solidFill>
                          <a:sym typeface="Wingdings" pitchFamily="2" charset="2"/>
                        </a:rPr>
                        <a:t> (</a:t>
                      </a:r>
                      <a:r>
                        <a:rPr lang="es-ES" sz="1300" b="0" dirty="0" err="1">
                          <a:solidFill>
                            <a:schemeClr val="bg1">
                              <a:lumMod val="10000"/>
                            </a:schemeClr>
                          </a:solidFill>
                          <a:sym typeface="Wingdings" pitchFamily="2" charset="2"/>
                        </a:rPr>
                        <a:t>rs</a:t>
                      </a:r>
                      <a:r>
                        <a:rPr lang="es-ES" sz="1300" b="0" dirty="0">
                          <a:solidFill>
                            <a:schemeClr val="bg1">
                              <a:lumMod val="10000"/>
                            </a:schemeClr>
                          </a:solidFill>
                          <a:sym typeface="Wingdings" pitchFamily="2" charset="2"/>
                        </a:rPr>
                        <a:t> &lt;</a:t>
                      </a:r>
                      <a:r>
                        <a:rPr lang="es-ES" sz="1300" b="0" baseline="-25000" dirty="0">
                          <a:solidFill>
                            <a:schemeClr val="bg1">
                              <a:lumMod val="10000"/>
                            </a:schemeClr>
                          </a:solidFill>
                          <a:sym typeface="Wingdings" pitchFamily="2" charset="2"/>
                        </a:rPr>
                        <a:t>S</a:t>
                      </a:r>
                      <a:r>
                        <a:rPr lang="es-ES" sz="1300" b="0" baseline="0" dirty="0">
                          <a:solidFill>
                            <a:schemeClr val="bg1">
                              <a:lumMod val="10000"/>
                            </a:schemeClr>
                          </a:solidFill>
                          <a:sym typeface="Wingdings" pitchFamily="2" charset="2"/>
                        </a:rPr>
                        <a:t> </a:t>
                      </a:r>
                      <a:r>
                        <a:rPr lang="es-ES" sz="1300" b="0" dirty="0" err="1">
                          <a:solidFill>
                            <a:schemeClr val="bg1">
                              <a:lumMod val="10000"/>
                            </a:schemeClr>
                          </a:solidFill>
                          <a:sym typeface="Wingdings" pitchFamily="2" charset="2"/>
                        </a:rPr>
                        <a:t>sExt</a:t>
                      </a:r>
                      <a:r>
                        <a:rPr lang="es-ES" sz="1300" b="0" dirty="0">
                          <a:solidFill>
                            <a:schemeClr val="bg1">
                              <a:lumMod val="10000"/>
                            </a:schemeClr>
                          </a:solidFill>
                          <a:sym typeface="Wingdings" pitchFamily="2" charset="2"/>
                        </a:rPr>
                        <a:t>(</a:t>
                      </a:r>
                      <a:r>
                        <a:rPr lang="es-ES" sz="1300" b="0" dirty="0" err="1">
                          <a:solidFill>
                            <a:schemeClr val="bg1">
                              <a:lumMod val="10000"/>
                            </a:schemeClr>
                          </a:solidFill>
                          <a:sym typeface="Wingdings" pitchFamily="2" charset="2"/>
                        </a:rPr>
                        <a:t>imm</a:t>
                      </a:r>
                      <a:r>
                        <a:rPr lang="es-ES" sz="1300" b="0" dirty="0">
                          <a:solidFill>
                            <a:schemeClr val="bg1">
                              <a:lumMod val="10000"/>
                            </a:schemeClr>
                          </a:solidFill>
                          <a:sym typeface="Wingdings" pitchFamily="2" charset="2"/>
                        </a:rPr>
                        <a:t>)</a:t>
                      </a:r>
                      <a:r>
                        <a:rPr lang="es-ES" sz="1300" b="0" baseline="0" dirty="0">
                          <a:solidFill>
                            <a:schemeClr val="bg1">
                              <a:lumMod val="10000"/>
                            </a:schemeClr>
                          </a:solidFill>
                          <a:sym typeface="Wingdings" pitchFamily="2" charset="2"/>
                        </a:rPr>
                        <a:t>)</a:t>
                      </a:r>
                    </a:p>
                    <a:p>
                      <a:pPr algn="l"/>
                      <a:r>
                        <a:rPr lang="es-ES" sz="1300" b="0" baseline="0" dirty="0">
                          <a:solidFill>
                            <a:schemeClr val="bg1">
                              <a:lumMod val="10000"/>
                            </a:schemeClr>
                          </a:solidFill>
                          <a:sym typeface="Wingdings" pitchFamily="2" charset="2"/>
                        </a:rPr>
                        <a:t>  </a:t>
                      </a:r>
                      <a:r>
                        <a:rPr lang="es-ES" sz="1300" b="0" baseline="0" dirty="0" err="1">
                          <a:solidFill>
                            <a:schemeClr val="bg1">
                              <a:lumMod val="10000"/>
                            </a:schemeClr>
                          </a:solidFill>
                          <a:sym typeface="Wingdings" pitchFamily="2" charset="2"/>
                        </a:rPr>
                        <a:t>then</a:t>
                      </a:r>
                      <a:r>
                        <a:rPr lang="es-ES" sz="1300" b="0" baseline="0" dirty="0">
                          <a:solidFill>
                            <a:schemeClr val="bg1">
                              <a:lumMod val="10000"/>
                            </a:schemeClr>
                          </a:solidFill>
                          <a:sym typeface="Wingdings" pitchFamily="2" charset="2"/>
                        </a:rPr>
                        <a:t> (1) </a:t>
                      </a:r>
                      <a:r>
                        <a:rPr lang="es-ES" sz="1300" b="0" baseline="0" dirty="0" err="1">
                          <a:solidFill>
                            <a:schemeClr val="bg1">
                              <a:lumMod val="10000"/>
                            </a:schemeClr>
                          </a:solidFill>
                          <a:sym typeface="Wingdings" pitchFamily="2" charset="2"/>
                        </a:rPr>
                        <a:t>else</a:t>
                      </a:r>
                      <a:r>
                        <a:rPr lang="es-ES" sz="1300" b="0" baseline="0" dirty="0">
                          <a:solidFill>
                            <a:schemeClr val="bg1">
                              <a:lumMod val="10000"/>
                            </a:schemeClr>
                          </a:solidFill>
                          <a:sym typeface="Wingdings" pitchFamily="2" charset="2"/>
                        </a:rPr>
                        <a:t> (0)</a:t>
                      </a:r>
                      <a:endParaRPr lang="es-ES" sz="1300" b="0" i="0" dirty="0">
                        <a:solidFill>
                          <a:schemeClr val="bg1">
                            <a:lumMod val="10000"/>
                          </a:schemeClr>
                        </a:solidFill>
                        <a:latin typeface="+mn-lt"/>
                        <a:cs typeface="Courier New" panose="02070309020205020404" pitchFamily="49" charset="0"/>
                      </a:endParaRPr>
                    </a:p>
                  </a:txBody>
                  <a:tcPr marL="74259" marR="74259" marT="37130" marB="3713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300" b="0" dirty="0">
                          <a:solidFill>
                            <a:srgbClr val="C00000"/>
                          </a:solidFill>
                        </a:rPr>
                        <a:t>s</a:t>
                      </a:r>
                      <a:r>
                        <a:rPr lang="es-ES" sz="1300" b="0" dirty="0">
                          <a:solidFill>
                            <a:schemeClr val="bg1">
                              <a:lumMod val="10000"/>
                            </a:schemeClr>
                          </a:solidFill>
                        </a:rPr>
                        <a:t>et </a:t>
                      </a:r>
                      <a:r>
                        <a:rPr lang="es-ES" sz="1300" b="0" dirty="0" err="1">
                          <a:solidFill>
                            <a:schemeClr val="bg1">
                              <a:lumMod val="10000"/>
                            </a:schemeClr>
                          </a:solidFill>
                        </a:rPr>
                        <a:t>if</a:t>
                      </a:r>
                      <a:r>
                        <a:rPr lang="es-ES" sz="1300" b="0" dirty="0">
                          <a:solidFill>
                            <a:schemeClr val="bg1">
                              <a:lumMod val="10000"/>
                            </a:schemeClr>
                          </a:solidFill>
                        </a:rPr>
                        <a:t> </a:t>
                      </a:r>
                      <a:r>
                        <a:rPr lang="es-ES" sz="1300" b="0" dirty="0" err="1">
                          <a:solidFill>
                            <a:srgbClr val="C00000"/>
                          </a:solidFill>
                        </a:rPr>
                        <a:t>l</a:t>
                      </a:r>
                      <a:r>
                        <a:rPr lang="es-ES" sz="1300" b="0" dirty="0" err="1">
                          <a:solidFill>
                            <a:schemeClr val="bg1">
                              <a:lumMod val="10000"/>
                            </a:schemeClr>
                          </a:solidFill>
                        </a:rPr>
                        <a:t>ess</a:t>
                      </a:r>
                      <a:r>
                        <a:rPr lang="es-ES" sz="1300" b="0" dirty="0">
                          <a:solidFill>
                            <a:schemeClr val="bg1">
                              <a:lumMod val="10000"/>
                            </a:schemeClr>
                          </a:solidFill>
                        </a:rPr>
                        <a:t> </a:t>
                      </a:r>
                      <a:r>
                        <a:rPr lang="es-ES" sz="1300" b="0" dirty="0" err="1">
                          <a:solidFill>
                            <a:srgbClr val="C00000"/>
                          </a:solidFill>
                        </a:rPr>
                        <a:t>t</a:t>
                      </a:r>
                      <a:r>
                        <a:rPr lang="es-ES" sz="1300" b="0" dirty="0" err="1">
                          <a:solidFill>
                            <a:schemeClr val="bg1">
                              <a:lumMod val="10000"/>
                            </a:schemeClr>
                          </a:solidFill>
                        </a:rPr>
                        <a:t>han</a:t>
                      </a:r>
                      <a:r>
                        <a:rPr lang="es-ES" sz="1300" b="0" dirty="0">
                          <a:solidFill>
                            <a:schemeClr val="bg1">
                              <a:lumMod val="10000"/>
                            </a:schemeClr>
                          </a:solidFill>
                        </a:rPr>
                        <a:t> </a:t>
                      </a:r>
                      <a:r>
                        <a:rPr lang="es-ES" sz="1300" b="0" dirty="0" err="1">
                          <a:solidFill>
                            <a:srgbClr val="C00000"/>
                          </a:solidFill>
                        </a:rPr>
                        <a:t>i</a:t>
                      </a:r>
                      <a:r>
                        <a:rPr lang="es-ES" sz="1300" b="0" dirty="0" err="1">
                          <a:solidFill>
                            <a:schemeClr val="bg1">
                              <a:lumMod val="10000"/>
                            </a:schemeClr>
                          </a:solidFill>
                        </a:rPr>
                        <a:t>mmediate</a:t>
                      </a:r>
                      <a:endParaRPr lang="es-ES" sz="1300" b="0" dirty="0">
                        <a:solidFill>
                          <a:schemeClr val="bg1">
                            <a:lumMod val="10000"/>
                          </a:schemeClr>
                        </a:solidFill>
                      </a:endParaRPr>
                    </a:p>
                    <a:p>
                      <a:pPr algn="l"/>
                      <a:r>
                        <a:rPr lang="es-ES" sz="1300" b="0" dirty="0">
                          <a:solidFill>
                            <a:schemeClr val="accent2"/>
                          </a:solidFill>
                        </a:rPr>
                        <a:t>“menor que constante” con signo</a:t>
                      </a:r>
                      <a:endParaRPr lang="es-ES" sz="1300" b="0" dirty="0">
                        <a:solidFill>
                          <a:schemeClr val="accent2"/>
                        </a:solidFill>
                        <a:latin typeface="+mn-lt"/>
                      </a:endParaRPr>
                    </a:p>
                  </a:txBody>
                  <a:tcPr marL="74259" marR="74259" marT="37130" marB="37130"/>
                </a:tc>
                <a:extLst>
                  <a:ext uri="{0D108BD9-81ED-4DB2-BD59-A6C34878D82A}">
                    <a16:rowId xmlns:a16="http://schemas.microsoft.com/office/drawing/2014/main" val="715752711"/>
                  </a:ext>
                </a:extLst>
              </a:tr>
              <a:tr h="4703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300" b="1" i="0" dirty="0" err="1">
                          <a:solidFill>
                            <a:schemeClr val="accent2"/>
                          </a:solidFill>
                          <a:latin typeface="Courier New" panose="02070309020205020404" pitchFamily="49" charset="0"/>
                          <a:cs typeface="Courier New" panose="02070309020205020404" pitchFamily="49" charset="0"/>
                        </a:rPr>
                        <a:t>sltiu</a:t>
                      </a:r>
                      <a:r>
                        <a:rPr lang="es-ES" sz="1300" b="1" i="0" dirty="0">
                          <a:solidFill>
                            <a:schemeClr val="bg1">
                              <a:lumMod val="10000"/>
                            </a:schemeClr>
                          </a:solidFill>
                          <a:latin typeface="Courier New" panose="02070309020205020404" pitchFamily="49" charset="0"/>
                          <a:cs typeface="Courier New" panose="02070309020205020404" pitchFamily="49" charset="0"/>
                        </a:rPr>
                        <a:t> </a:t>
                      </a:r>
                      <a:r>
                        <a:rPr lang="es-ES" sz="1300" b="1" i="0" dirty="0" err="1">
                          <a:solidFill>
                            <a:schemeClr val="bg1">
                              <a:lumMod val="10000"/>
                            </a:schemeClr>
                          </a:solidFill>
                          <a:latin typeface="Courier New" panose="02070309020205020404" pitchFamily="49" charset="0"/>
                          <a:cs typeface="Courier New" panose="02070309020205020404" pitchFamily="49" charset="0"/>
                        </a:rPr>
                        <a:t>rd</a:t>
                      </a:r>
                      <a:r>
                        <a:rPr lang="es-ES" sz="1300" b="1" i="0" dirty="0">
                          <a:solidFill>
                            <a:schemeClr val="bg1">
                              <a:lumMod val="10000"/>
                            </a:schemeClr>
                          </a:solidFill>
                          <a:latin typeface="Courier New" panose="02070309020205020404" pitchFamily="49" charset="0"/>
                          <a:cs typeface="Courier New" panose="02070309020205020404" pitchFamily="49" charset="0"/>
                        </a:rPr>
                        <a:t>, rs1, imm</a:t>
                      </a:r>
                      <a:r>
                        <a:rPr lang="es-ES" sz="1300" b="1" i="0" baseline="-25000" dirty="0">
                          <a:solidFill>
                            <a:schemeClr val="bg1">
                              <a:lumMod val="10000"/>
                            </a:schemeClr>
                          </a:solidFill>
                          <a:latin typeface="Courier New" panose="02070309020205020404" pitchFamily="49" charset="0"/>
                          <a:cs typeface="Courier New" panose="02070309020205020404" pitchFamily="49" charset="0"/>
                        </a:rPr>
                        <a:t>12b</a:t>
                      </a:r>
                      <a:endParaRPr lang="es-ES" sz="13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B w="12700" cap="flat" cmpd="sng" algn="ctr">
                      <a:solidFill>
                        <a:schemeClr val="accent2"/>
                      </a:solidFill>
                      <a:prstDash val="solid"/>
                      <a:round/>
                      <a:headEnd type="none" w="med" len="med"/>
                      <a:tailEnd type="none" w="med" len="med"/>
                    </a:lnB>
                    <a:solidFill>
                      <a:schemeClr val="accent2">
                        <a:lumMod val="20000"/>
                        <a:lumOff val="80000"/>
                      </a:schemeClr>
                    </a:solidFill>
                  </a:tcPr>
                </a:tc>
                <a:tc>
                  <a:txBody>
                    <a:bodyPr/>
                    <a:lstStyle/>
                    <a:p>
                      <a:pPr algn="l"/>
                      <a:r>
                        <a:rPr lang="es-ES" sz="1300" b="0" dirty="0" err="1">
                          <a:solidFill>
                            <a:schemeClr val="bg1">
                              <a:lumMod val="10000"/>
                            </a:schemeClr>
                          </a:solidFill>
                        </a:rPr>
                        <a:t>rd</a:t>
                      </a:r>
                      <a:r>
                        <a:rPr lang="es-ES" sz="1300" b="0" dirty="0">
                          <a:solidFill>
                            <a:schemeClr val="bg1">
                              <a:lumMod val="10000"/>
                            </a:schemeClr>
                          </a:solidFill>
                        </a:rPr>
                        <a:t> </a:t>
                      </a:r>
                      <a:r>
                        <a:rPr lang="es-ES" sz="1300" b="0" dirty="0">
                          <a:solidFill>
                            <a:schemeClr val="bg1">
                              <a:lumMod val="10000"/>
                            </a:schemeClr>
                          </a:solidFill>
                          <a:sym typeface="Wingdings" pitchFamily="2" charset="2"/>
                        </a:rPr>
                        <a:t> </a:t>
                      </a:r>
                      <a:r>
                        <a:rPr lang="es-ES" sz="1300" b="0" dirty="0" err="1">
                          <a:solidFill>
                            <a:schemeClr val="bg1">
                              <a:lumMod val="10000"/>
                            </a:schemeClr>
                          </a:solidFill>
                          <a:sym typeface="Wingdings" pitchFamily="2" charset="2"/>
                        </a:rPr>
                        <a:t>if</a:t>
                      </a:r>
                      <a:r>
                        <a:rPr lang="es-ES" sz="1300" b="0" dirty="0">
                          <a:solidFill>
                            <a:schemeClr val="bg1">
                              <a:lumMod val="10000"/>
                            </a:schemeClr>
                          </a:solidFill>
                          <a:sym typeface="Wingdings" pitchFamily="2" charset="2"/>
                        </a:rPr>
                        <a:t> (</a:t>
                      </a:r>
                      <a:r>
                        <a:rPr lang="es-ES" sz="1300" b="0" dirty="0" err="1">
                          <a:solidFill>
                            <a:schemeClr val="bg1">
                              <a:lumMod val="10000"/>
                            </a:schemeClr>
                          </a:solidFill>
                          <a:sym typeface="Wingdings" pitchFamily="2" charset="2"/>
                        </a:rPr>
                        <a:t>rs</a:t>
                      </a:r>
                      <a:r>
                        <a:rPr lang="es-ES" sz="1300" b="0" dirty="0">
                          <a:solidFill>
                            <a:schemeClr val="bg1">
                              <a:lumMod val="10000"/>
                            </a:schemeClr>
                          </a:solidFill>
                          <a:sym typeface="Wingdings" pitchFamily="2" charset="2"/>
                        </a:rPr>
                        <a:t> &lt;</a:t>
                      </a:r>
                      <a:r>
                        <a:rPr lang="es-ES" sz="1300" b="0" baseline="-25000" dirty="0">
                          <a:solidFill>
                            <a:schemeClr val="bg1">
                              <a:lumMod val="10000"/>
                            </a:schemeClr>
                          </a:solidFill>
                          <a:sym typeface="Wingdings" pitchFamily="2" charset="2"/>
                        </a:rPr>
                        <a:t>U</a:t>
                      </a:r>
                      <a:r>
                        <a:rPr lang="es-ES" sz="1300" b="0" baseline="0" dirty="0">
                          <a:solidFill>
                            <a:schemeClr val="bg1">
                              <a:lumMod val="10000"/>
                            </a:schemeClr>
                          </a:solidFill>
                          <a:sym typeface="Wingdings" pitchFamily="2" charset="2"/>
                        </a:rPr>
                        <a:t> </a:t>
                      </a:r>
                      <a:r>
                        <a:rPr lang="es-ES" sz="1300" b="0" baseline="0" dirty="0" err="1">
                          <a:solidFill>
                            <a:schemeClr val="bg1">
                              <a:lumMod val="10000"/>
                            </a:schemeClr>
                          </a:solidFill>
                          <a:sym typeface="Wingdings" pitchFamily="2" charset="2"/>
                        </a:rPr>
                        <a:t>s</a:t>
                      </a:r>
                      <a:r>
                        <a:rPr lang="es-ES" sz="1300" b="0" dirty="0" err="1">
                          <a:solidFill>
                            <a:schemeClr val="bg1">
                              <a:lumMod val="10000"/>
                            </a:schemeClr>
                          </a:solidFill>
                          <a:sym typeface="Wingdings" pitchFamily="2" charset="2"/>
                        </a:rPr>
                        <a:t>Ext</a:t>
                      </a:r>
                      <a:r>
                        <a:rPr lang="es-ES" sz="1300" b="0" dirty="0">
                          <a:solidFill>
                            <a:schemeClr val="bg1">
                              <a:lumMod val="10000"/>
                            </a:schemeClr>
                          </a:solidFill>
                          <a:sym typeface="Wingdings" pitchFamily="2" charset="2"/>
                        </a:rPr>
                        <a:t>(</a:t>
                      </a:r>
                      <a:r>
                        <a:rPr lang="es-ES" sz="1300" b="0" dirty="0" err="1">
                          <a:solidFill>
                            <a:schemeClr val="bg1">
                              <a:lumMod val="10000"/>
                            </a:schemeClr>
                          </a:solidFill>
                          <a:sym typeface="Wingdings" pitchFamily="2" charset="2"/>
                        </a:rPr>
                        <a:t>imm</a:t>
                      </a:r>
                      <a:r>
                        <a:rPr lang="es-ES" sz="1300" b="0" dirty="0">
                          <a:solidFill>
                            <a:schemeClr val="bg1">
                              <a:lumMod val="10000"/>
                            </a:schemeClr>
                          </a:solidFill>
                          <a:sym typeface="Wingdings" pitchFamily="2" charset="2"/>
                        </a:rPr>
                        <a:t>)</a:t>
                      </a:r>
                      <a:r>
                        <a:rPr lang="es-ES" sz="1300" b="0" baseline="0" dirty="0">
                          <a:solidFill>
                            <a:schemeClr val="bg1">
                              <a:lumMod val="10000"/>
                            </a:schemeClr>
                          </a:solidFill>
                          <a:sym typeface="Wingdings" pitchFamily="2" charset="2"/>
                        </a:rPr>
                        <a:t>)</a:t>
                      </a:r>
                    </a:p>
                    <a:p>
                      <a:pPr algn="l"/>
                      <a:r>
                        <a:rPr lang="es-ES" sz="1300" b="0" baseline="0" dirty="0">
                          <a:solidFill>
                            <a:schemeClr val="bg1">
                              <a:lumMod val="10000"/>
                            </a:schemeClr>
                          </a:solidFill>
                          <a:sym typeface="Wingdings" pitchFamily="2" charset="2"/>
                        </a:rPr>
                        <a:t>  </a:t>
                      </a:r>
                      <a:r>
                        <a:rPr lang="es-ES" sz="1300" b="0" baseline="0" dirty="0" err="1">
                          <a:solidFill>
                            <a:schemeClr val="bg1">
                              <a:lumMod val="10000"/>
                            </a:schemeClr>
                          </a:solidFill>
                          <a:sym typeface="Wingdings" pitchFamily="2" charset="2"/>
                        </a:rPr>
                        <a:t>then</a:t>
                      </a:r>
                      <a:r>
                        <a:rPr lang="es-ES" sz="1300" b="0" baseline="0" dirty="0">
                          <a:solidFill>
                            <a:schemeClr val="bg1">
                              <a:lumMod val="10000"/>
                            </a:schemeClr>
                          </a:solidFill>
                          <a:sym typeface="Wingdings" pitchFamily="2" charset="2"/>
                        </a:rPr>
                        <a:t> (1) </a:t>
                      </a:r>
                      <a:r>
                        <a:rPr lang="es-ES" sz="1300" b="0" baseline="0" dirty="0" err="1">
                          <a:solidFill>
                            <a:schemeClr val="bg1">
                              <a:lumMod val="10000"/>
                            </a:schemeClr>
                          </a:solidFill>
                          <a:sym typeface="Wingdings" pitchFamily="2" charset="2"/>
                        </a:rPr>
                        <a:t>else</a:t>
                      </a:r>
                      <a:r>
                        <a:rPr lang="es-ES" sz="1300" b="0" baseline="0" dirty="0">
                          <a:solidFill>
                            <a:schemeClr val="bg1">
                              <a:lumMod val="10000"/>
                            </a:schemeClr>
                          </a:solidFill>
                          <a:sym typeface="Wingdings" pitchFamily="2" charset="2"/>
                        </a:rPr>
                        <a:t> (0)</a:t>
                      </a:r>
                      <a:endParaRPr lang="es-ES" sz="1300" b="0" i="0" dirty="0">
                        <a:solidFill>
                          <a:schemeClr val="bg1">
                            <a:lumMod val="10000"/>
                          </a:schemeClr>
                        </a:solidFill>
                        <a:latin typeface="+mn-lt"/>
                        <a:cs typeface="Courier New" panose="02070309020205020404" pitchFamily="49" charset="0"/>
                      </a:endParaRPr>
                    </a:p>
                  </a:txBody>
                  <a:tcPr marL="74259" marR="74259" marT="37130" marB="37130">
                    <a:lnB w="12700" cap="flat" cmpd="sng" algn="ctr">
                      <a:solidFill>
                        <a:schemeClr val="accent2"/>
                      </a:solidFill>
                      <a:prstDash val="solid"/>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300" b="0" dirty="0">
                          <a:solidFill>
                            <a:srgbClr val="C00000"/>
                          </a:solidFill>
                        </a:rPr>
                        <a:t>s</a:t>
                      </a:r>
                      <a:r>
                        <a:rPr lang="es-ES" sz="1300" b="0" dirty="0">
                          <a:solidFill>
                            <a:schemeClr val="bg1">
                              <a:lumMod val="10000"/>
                            </a:schemeClr>
                          </a:solidFill>
                        </a:rPr>
                        <a:t>et </a:t>
                      </a:r>
                      <a:r>
                        <a:rPr lang="es-ES" sz="1300" b="0" dirty="0" err="1">
                          <a:solidFill>
                            <a:schemeClr val="bg1">
                              <a:lumMod val="10000"/>
                            </a:schemeClr>
                          </a:solidFill>
                        </a:rPr>
                        <a:t>if</a:t>
                      </a:r>
                      <a:r>
                        <a:rPr lang="es-ES" sz="1300" b="0" dirty="0">
                          <a:solidFill>
                            <a:schemeClr val="bg1">
                              <a:lumMod val="10000"/>
                            </a:schemeClr>
                          </a:solidFill>
                        </a:rPr>
                        <a:t> </a:t>
                      </a:r>
                      <a:r>
                        <a:rPr lang="es-ES" sz="1300" b="0" dirty="0" err="1">
                          <a:solidFill>
                            <a:srgbClr val="C00000"/>
                          </a:solidFill>
                        </a:rPr>
                        <a:t>l</a:t>
                      </a:r>
                      <a:r>
                        <a:rPr lang="es-ES" sz="1300" b="0" dirty="0" err="1">
                          <a:solidFill>
                            <a:schemeClr val="bg1">
                              <a:lumMod val="10000"/>
                            </a:schemeClr>
                          </a:solidFill>
                        </a:rPr>
                        <a:t>ess</a:t>
                      </a:r>
                      <a:r>
                        <a:rPr lang="es-ES" sz="1300" b="0" dirty="0">
                          <a:solidFill>
                            <a:schemeClr val="bg1">
                              <a:lumMod val="10000"/>
                            </a:schemeClr>
                          </a:solidFill>
                        </a:rPr>
                        <a:t> </a:t>
                      </a:r>
                      <a:r>
                        <a:rPr lang="es-ES" sz="1300" b="0" dirty="0" err="1">
                          <a:solidFill>
                            <a:srgbClr val="C00000"/>
                          </a:solidFill>
                        </a:rPr>
                        <a:t>t</a:t>
                      </a:r>
                      <a:r>
                        <a:rPr lang="es-ES" sz="1300" b="0" dirty="0" err="1">
                          <a:solidFill>
                            <a:schemeClr val="bg1">
                              <a:lumMod val="10000"/>
                            </a:schemeClr>
                          </a:solidFill>
                        </a:rPr>
                        <a:t>han</a:t>
                      </a:r>
                      <a:r>
                        <a:rPr lang="es-ES" sz="1300" b="0" dirty="0">
                          <a:solidFill>
                            <a:schemeClr val="bg1">
                              <a:lumMod val="10000"/>
                            </a:schemeClr>
                          </a:solidFill>
                        </a:rPr>
                        <a:t> </a:t>
                      </a:r>
                      <a:r>
                        <a:rPr lang="es-ES" sz="1300" b="0" dirty="0" err="1">
                          <a:solidFill>
                            <a:srgbClr val="C00000"/>
                          </a:solidFill>
                        </a:rPr>
                        <a:t>i</a:t>
                      </a:r>
                      <a:r>
                        <a:rPr lang="es-ES" sz="1300" b="0" dirty="0" err="1">
                          <a:solidFill>
                            <a:schemeClr val="bg1">
                              <a:lumMod val="10000"/>
                            </a:schemeClr>
                          </a:solidFill>
                        </a:rPr>
                        <a:t>mmediate</a:t>
                      </a:r>
                      <a:r>
                        <a:rPr lang="es-ES" sz="1300" b="0" dirty="0">
                          <a:solidFill>
                            <a:schemeClr val="bg1">
                              <a:lumMod val="10000"/>
                            </a:schemeClr>
                          </a:solidFill>
                        </a:rPr>
                        <a:t> </a:t>
                      </a:r>
                      <a:r>
                        <a:rPr lang="es-ES" sz="1300" b="0" dirty="0" err="1">
                          <a:solidFill>
                            <a:srgbClr val="C00000"/>
                          </a:solidFill>
                        </a:rPr>
                        <a:t>u</a:t>
                      </a:r>
                      <a:r>
                        <a:rPr lang="es-ES" sz="1300" b="0" dirty="0" err="1">
                          <a:solidFill>
                            <a:schemeClr val="bg1">
                              <a:lumMod val="10000"/>
                            </a:schemeClr>
                          </a:solidFill>
                        </a:rPr>
                        <a:t>nsigned</a:t>
                      </a:r>
                      <a:endParaRPr lang="es-ES" sz="1300" b="0" dirty="0">
                        <a:solidFill>
                          <a:schemeClr val="bg1">
                            <a:lumMod val="10000"/>
                          </a:schemeClr>
                        </a:solidFill>
                      </a:endParaRPr>
                    </a:p>
                    <a:p>
                      <a:pPr algn="l"/>
                      <a:r>
                        <a:rPr lang="es-ES" sz="1300" b="0" dirty="0">
                          <a:solidFill>
                            <a:schemeClr val="accent2"/>
                          </a:solidFill>
                        </a:rPr>
                        <a:t>“menor que constante” sin signo</a:t>
                      </a:r>
                      <a:endParaRPr lang="es-ES" sz="1300" b="0" dirty="0">
                        <a:solidFill>
                          <a:schemeClr val="accent2"/>
                        </a:solidFill>
                        <a:latin typeface="+mn-lt"/>
                      </a:endParaRPr>
                    </a:p>
                  </a:txBody>
                  <a:tcPr marL="74259" marR="74259" marT="37130" marB="37130">
                    <a:lnB w="12700" cap="flat" cmpd="sng" algn="ctr">
                      <a:solidFill>
                        <a:schemeClr val="accent2"/>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218647877"/>
                  </a:ext>
                </a:extLst>
              </a:tr>
            </a:tbl>
          </a:graphicData>
        </a:graphic>
      </p:graphicFrame>
      <p:sp>
        <p:nvSpPr>
          <p:cNvPr id="4" name="Marcador de número de diapositiva 3">
            <a:extLst>
              <a:ext uri="{FF2B5EF4-FFF2-40B4-BE49-F238E27FC236}">
                <a16:creationId xmlns:a16="http://schemas.microsoft.com/office/drawing/2014/main" id="{B83195E5-2C03-242B-C14E-240CADE1386E}"/>
              </a:ext>
            </a:extLst>
          </p:cNvPr>
          <p:cNvSpPr>
            <a:spLocks noGrp="1"/>
          </p:cNvSpPr>
          <p:nvPr>
            <p:ph type="sldNum" sz="quarter" idx="12"/>
          </p:nvPr>
        </p:nvSpPr>
        <p:spPr/>
        <p:txBody>
          <a:bodyPr/>
          <a:lstStyle/>
          <a:p>
            <a:pPr defTabSz="371292" fontAlgn="auto">
              <a:spcBef>
                <a:spcPts val="0"/>
              </a:spcBef>
              <a:spcAft>
                <a:spcPts val="0"/>
              </a:spcAft>
            </a:pPr>
            <a:fld id="{6D22F896-40B5-4ADD-8801-0D06FADFA095}" type="slidenum">
              <a:rPr lang="es-ES">
                <a:solidFill>
                  <a:srgbClr val="E6E6E6">
                    <a:lumMod val="10000"/>
                  </a:srgbClr>
                </a:solidFill>
                <a:latin typeface="Tw Cen MT" panose="020B0602020104020603"/>
              </a:rPr>
              <a:pPr defTabSz="371292" fontAlgn="auto">
                <a:spcBef>
                  <a:spcPts val="0"/>
                </a:spcBef>
                <a:spcAft>
                  <a:spcPts val="0"/>
                </a:spcAft>
              </a:pPr>
              <a:t>120</a:t>
            </a:fld>
            <a:endParaRPr lang="es-ES">
              <a:solidFill>
                <a:srgbClr val="E6E6E6">
                  <a:lumMod val="10000"/>
                </a:srgbClr>
              </a:solidFill>
              <a:latin typeface="Tw Cen MT" panose="020B0602020104020603"/>
            </a:endParaRPr>
          </a:p>
        </p:txBody>
      </p:sp>
    </p:spTree>
    <p:extLst>
      <p:ext uri="{BB962C8B-B14F-4D97-AF65-F5344CB8AC3E}">
        <p14:creationId xmlns:p14="http://schemas.microsoft.com/office/powerpoint/2010/main" val="184455569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B64ABE-6E04-6674-1ED5-46EA7B9C8D1B}"/>
              </a:ext>
            </a:extLst>
          </p:cNvPr>
          <p:cNvSpPr>
            <a:spLocks noGrp="1"/>
          </p:cNvSpPr>
          <p:nvPr>
            <p:ph type="title"/>
          </p:nvPr>
        </p:nvSpPr>
        <p:spPr>
          <a:xfrm>
            <a:off x="926952" y="1265739"/>
            <a:ext cx="8044754" cy="1200761"/>
          </a:xfrm>
        </p:spPr>
        <p:txBody>
          <a:bodyPr/>
          <a:lstStyle/>
          <a:p>
            <a:r>
              <a:rPr lang="es-ES" sz="3573" dirty="0">
                <a:latin typeface="Rockwell" panose="02060603020205020403" pitchFamily="18" charset="0"/>
              </a:rPr>
              <a:t>Repertorio de instrucciones:</a:t>
            </a:r>
            <a:br>
              <a:rPr lang="es-ES" sz="3573" dirty="0">
                <a:latin typeface="Rockwell" panose="02060603020205020403" pitchFamily="18" charset="0"/>
              </a:rPr>
            </a:br>
            <a:r>
              <a:rPr lang="es-ES" sz="2599" dirty="0">
                <a:solidFill>
                  <a:schemeClr val="accent2"/>
                </a:solidFill>
                <a:latin typeface="Rockwell" panose="02060603020205020403" pitchFamily="18" charset="0"/>
              </a:rPr>
              <a:t>lógicas (I)</a:t>
            </a:r>
          </a:p>
        </p:txBody>
      </p:sp>
      <p:sp>
        <p:nvSpPr>
          <p:cNvPr id="3" name="Marcador de contenido 2">
            <a:extLst>
              <a:ext uri="{FF2B5EF4-FFF2-40B4-BE49-F238E27FC236}">
                <a16:creationId xmlns:a16="http://schemas.microsoft.com/office/drawing/2014/main" id="{9437CEA7-0E7F-23D4-45B7-3BBAA1AB3672}"/>
              </a:ext>
            </a:extLst>
          </p:cNvPr>
          <p:cNvSpPr>
            <a:spLocks noGrp="1"/>
          </p:cNvSpPr>
          <p:nvPr>
            <p:ph idx="1"/>
          </p:nvPr>
        </p:nvSpPr>
        <p:spPr>
          <a:xfrm>
            <a:off x="926952" y="2590264"/>
            <a:ext cx="8044755" cy="3470333"/>
          </a:xfrm>
        </p:spPr>
        <p:txBody>
          <a:bodyPr>
            <a:normAutofit/>
          </a:bodyPr>
          <a:lstStyle/>
          <a:p>
            <a:r>
              <a:rPr lang="es-ES" dirty="0"/>
              <a:t>Realizan operaciones de tipo lógico bit a bit (</a:t>
            </a:r>
            <a:r>
              <a:rPr lang="es-ES" dirty="0" err="1"/>
              <a:t>bitwise</a:t>
            </a:r>
            <a:r>
              <a:rPr lang="es-ES" dirty="0"/>
              <a:t>) con 2 operandos fuente y 1 operando destino, todos de 32 bits</a:t>
            </a:r>
          </a:p>
          <a:p>
            <a:pPr lvl="1"/>
            <a:r>
              <a:rPr lang="es-ES" dirty="0"/>
              <a:t>El </a:t>
            </a:r>
            <a:r>
              <a:rPr lang="es-ES" dirty="0">
                <a:solidFill>
                  <a:schemeClr val="accent2"/>
                </a:solidFill>
              </a:rPr>
              <a:t>operando izquierdo</a:t>
            </a:r>
            <a:r>
              <a:rPr lang="es-ES" dirty="0"/>
              <a:t> se encuentra SIEMPRE en un </a:t>
            </a:r>
            <a:r>
              <a:rPr lang="es-ES" dirty="0">
                <a:solidFill>
                  <a:schemeClr val="accent2"/>
                </a:solidFill>
              </a:rPr>
              <a:t>registro</a:t>
            </a:r>
          </a:p>
          <a:p>
            <a:pPr lvl="1"/>
            <a:r>
              <a:rPr lang="es-ES" dirty="0"/>
              <a:t>El </a:t>
            </a:r>
            <a:r>
              <a:rPr lang="es-ES" dirty="0">
                <a:solidFill>
                  <a:schemeClr val="accent2"/>
                </a:solidFill>
              </a:rPr>
              <a:t>operando derecho </a:t>
            </a:r>
            <a:r>
              <a:rPr lang="es-ES" dirty="0"/>
              <a:t>se encuentra en un </a:t>
            </a:r>
            <a:r>
              <a:rPr lang="es-ES" dirty="0">
                <a:solidFill>
                  <a:schemeClr val="accent2"/>
                </a:solidFill>
              </a:rPr>
              <a:t>registro</a:t>
            </a:r>
            <a:r>
              <a:rPr lang="es-ES" dirty="0"/>
              <a:t> o es un </a:t>
            </a:r>
            <a:r>
              <a:rPr lang="es-ES" dirty="0">
                <a:solidFill>
                  <a:schemeClr val="accent2"/>
                </a:solidFill>
              </a:rPr>
              <a:t>inmediato corto</a:t>
            </a:r>
          </a:p>
          <a:p>
            <a:pPr lvl="2"/>
            <a:r>
              <a:rPr lang="es-ES" dirty="0"/>
              <a:t>La </a:t>
            </a:r>
            <a:r>
              <a:rPr lang="es-ES" dirty="0">
                <a:solidFill>
                  <a:schemeClr val="accent2"/>
                </a:solidFill>
              </a:rPr>
              <a:t>constante inmediata es de 12 bits </a:t>
            </a:r>
            <a:r>
              <a:rPr lang="es-ES" dirty="0"/>
              <a:t>en C2 pero se extiende su signo a 32 bits</a:t>
            </a:r>
          </a:p>
          <a:p>
            <a:pPr lvl="1"/>
            <a:r>
              <a:rPr lang="es-ES" dirty="0"/>
              <a:t>El </a:t>
            </a:r>
            <a:r>
              <a:rPr lang="es-ES" dirty="0">
                <a:solidFill>
                  <a:schemeClr val="accent2"/>
                </a:solidFill>
              </a:rPr>
              <a:t>resultado</a:t>
            </a:r>
            <a:r>
              <a:rPr lang="es-ES" dirty="0"/>
              <a:t> se almacena SIEMPRE en un </a:t>
            </a:r>
            <a:r>
              <a:rPr lang="es-ES" dirty="0">
                <a:solidFill>
                  <a:schemeClr val="accent2"/>
                </a:solidFill>
              </a:rPr>
              <a:t>registro</a:t>
            </a:r>
          </a:p>
        </p:txBody>
      </p:sp>
      <p:sp>
        <p:nvSpPr>
          <p:cNvPr id="6" name="CuadroTexto 5">
            <a:extLst>
              <a:ext uri="{FF2B5EF4-FFF2-40B4-BE49-F238E27FC236}">
                <a16:creationId xmlns:a16="http://schemas.microsoft.com/office/drawing/2014/main" id="{C2D10CA1-4CB6-DB7D-7A96-C06409BF7AA3}"/>
              </a:ext>
            </a:extLst>
          </p:cNvPr>
          <p:cNvSpPr txBox="1"/>
          <p:nvPr/>
        </p:nvSpPr>
        <p:spPr>
          <a:xfrm>
            <a:off x="2607422" y="4911597"/>
            <a:ext cx="2361175" cy="317331"/>
          </a:xfrm>
          <a:prstGeom prst="rect">
            <a:avLst/>
          </a:prstGeom>
          <a:noFill/>
        </p:spPr>
        <p:txBody>
          <a:bodyPr wrap="square">
            <a:spAutoFit/>
          </a:bodyPr>
          <a:lstStyle/>
          <a:p>
            <a:pPr marL="371292" lvl="1" defTabSz="371292" fontAlgn="auto">
              <a:spcBef>
                <a:spcPts val="0"/>
              </a:spcBef>
              <a:spcAft>
                <a:spcPts val="0"/>
              </a:spcAft>
            </a:pPr>
            <a:r>
              <a:rPr lang="es-ES" sz="1462" b="1" dirty="0">
                <a:solidFill>
                  <a:srgbClr val="2683C6"/>
                </a:solidFill>
                <a:latin typeface="Courier New" panose="02070309020205020404" pitchFamily="49" charset="0"/>
                <a:cs typeface="Courier New" panose="02070309020205020404" pitchFamily="49" charset="0"/>
              </a:rPr>
              <a:t>ori</a:t>
            </a:r>
            <a:r>
              <a:rPr lang="es-ES" sz="1462" b="1" dirty="0">
                <a:solidFill>
                  <a:srgbClr val="E6E6E6">
                    <a:lumMod val="10000"/>
                  </a:srgbClr>
                </a:solidFill>
                <a:latin typeface="Courier New" panose="02070309020205020404" pitchFamily="49" charset="0"/>
                <a:cs typeface="Courier New" panose="02070309020205020404" pitchFamily="49" charset="0"/>
              </a:rPr>
              <a:t> x8, x2,</a:t>
            </a:r>
            <a:r>
              <a:rPr lang="es-ES" sz="1462" b="1" dirty="0">
                <a:solidFill>
                  <a:srgbClr val="C00000"/>
                </a:solidFill>
                <a:latin typeface="Courier New" panose="02070309020205020404" pitchFamily="49" charset="0"/>
                <a:cs typeface="Courier New" panose="02070309020205020404" pitchFamily="49" charset="0"/>
              </a:rPr>
              <a:t>0xfff</a:t>
            </a:r>
          </a:p>
        </p:txBody>
      </p:sp>
      <p:graphicFrame>
        <p:nvGraphicFramePr>
          <p:cNvPr id="9" name="Tabla 8">
            <a:extLst>
              <a:ext uri="{FF2B5EF4-FFF2-40B4-BE49-F238E27FC236}">
                <a16:creationId xmlns:a16="http://schemas.microsoft.com/office/drawing/2014/main" id="{7BD0EAF5-5EEE-E0C4-C7D2-4C2FF1D47E72}"/>
              </a:ext>
            </a:extLst>
          </p:cNvPr>
          <p:cNvGraphicFramePr>
            <a:graphicFrameLocks noGrp="1"/>
          </p:cNvGraphicFramePr>
          <p:nvPr/>
        </p:nvGraphicFramePr>
        <p:xfrm>
          <a:off x="2845581" y="5275424"/>
          <a:ext cx="1853309" cy="1371600"/>
        </p:xfrm>
        <a:graphic>
          <a:graphicData uri="http://schemas.openxmlformats.org/drawingml/2006/table">
            <a:tbl>
              <a:tblPr firstRow="1" bandRow="1">
                <a:tableStyleId>{5C22544A-7EE6-4342-B048-85BDC9FD1C3A}</a:tableStyleId>
              </a:tblPr>
              <a:tblGrid>
                <a:gridCol w="581171">
                  <a:extLst>
                    <a:ext uri="{9D8B030D-6E8A-4147-A177-3AD203B41FA5}">
                      <a16:colId xmlns:a16="http://schemas.microsoft.com/office/drawing/2014/main" val="557343780"/>
                    </a:ext>
                  </a:extLst>
                </a:gridCol>
                <a:gridCol w="1272138">
                  <a:extLst>
                    <a:ext uri="{9D8B030D-6E8A-4147-A177-3AD203B41FA5}">
                      <a16:colId xmlns:a16="http://schemas.microsoft.com/office/drawing/2014/main" val="2056034146"/>
                    </a:ext>
                  </a:extLst>
                </a:gridCol>
              </a:tblGrid>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x0</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8521907"/>
                  </a:ext>
                </a:extLst>
              </a:tr>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x1</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rgbClr val="C00000"/>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895265554"/>
                  </a:ext>
                </a:extLst>
              </a:tr>
              <a:tr h="148519">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x2</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00" b="1" i="0" dirty="0">
                          <a:solidFill>
                            <a:srgbClr val="C00000"/>
                          </a:solidFill>
                          <a:latin typeface="Courier New" panose="02070309020205020404" pitchFamily="49" charset="0"/>
                          <a:cs typeface="Courier New" panose="02070309020205020404" pitchFamily="49" charset="0"/>
                        </a:rPr>
                        <a:t>0f500a34</a:t>
                      </a: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738530634"/>
                  </a:ext>
                </a:extLst>
              </a:tr>
              <a:tr h="297037">
                <a:tc>
                  <a:txBody>
                    <a:bodyPr/>
                    <a:lstStyle/>
                    <a:p>
                      <a:pPr algn="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013613675"/>
                  </a:ext>
                </a:extLst>
              </a:tr>
              <a:tr h="148519">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x8</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00" b="1" i="0" dirty="0">
                          <a:solidFill>
                            <a:srgbClr val="C00000"/>
                          </a:solidFill>
                          <a:latin typeface="Courier New" panose="02070309020205020404" pitchFamily="49" charset="0"/>
                          <a:cs typeface="Courier New" panose="02070309020205020404" pitchFamily="49" charset="0"/>
                        </a:rPr>
                        <a:t>0f500fff</a:t>
                      </a: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367793406"/>
                  </a:ext>
                </a:extLst>
              </a:tr>
              <a:tr h="297037">
                <a:tc>
                  <a:txBody>
                    <a:bodyPr/>
                    <a:lstStyle/>
                    <a:p>
                      <a:pPr algn="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470693166"/>
                  </a:ext>
                </a:extLst>
              </a:tr>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x31</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585267453"/>
                  </a:ext>
                </a:extLst>
              </a:tr>
            </a:tbl>
          </a:graphicData>
        </a:graphic>
      </p:graphicFrame>
      <p:sp>
        <p:nvSpPr>
          <p:cNvPr id="10" name="CuadroTexto 9">
            <a:extLst>
              <a:ext uri="{FF2B5EF4-FFF2-40B4-BE49-F238E27FC236}">
                <a16:creationId xmlns:a16="http://schemas.microsoft.com/office/drawing/2014/main" id="{71B1451B-A9DC-D786-A619-128E2A15AAE8}"/>
              </a:ext>
            </a:extLst>
          </p:cNvPr>
          <p:cNvSpPr txBox="1"/>
          <p:nvPr/>
        </p:nvSpPr>
        <p:spPr>
          <a:xfrm>
            <a:off x="3695185" y="6574661"/>
            <a:ext cx="767903" cy="292259"/>
          </a:xfrm>
          <a:prstGeom prst="rect">
            <a:avLst/>
          </a:prstGeom>
          <a:noFill/>
        </p:spPr>
        <p:txBody>
          <a:bodyPr wrap="none" rtlCol="0">
            <a:spAutoFit/>
          </a:bodyPr>
          <a:lstStyle/>
          <a:p>
            <a:pPr algn="l" defTabSz="371292" fontAlgn="auto">
              <a:spcBef>
                <a:spcPts val="0"/>
              </a:spcBef>
              <a:spcAft>
                <a:spcPts val="0"/>
              </a:spcAft>
            </a:pPr>
            <a:r>
              <a:rPr lang="es-ES" sz="1299" dirty="0">
                <a:solidFill>
                  <a:srgbClr val="E6E6E6">
                    <a:lumMod val="10000"/>
                  </a:srgbClr>
                </a:solidFill>
                <a:latin typeface="Tw Cen MT" panose="020B0602020104020603"/>
              </a:rPr>
              <a:t>Registros</a:t>
            </a:r>
            <a:endParaRPr lang="es-ES" sz="1462" dirty="0">
              <a:solidFill>
                <a:srgbClr val="E6E6E6">
                  <a:lumMod val="10000"/>
                </a:srgbClr>
              </a:solidFill>
              <a:latin typeface="Tw Cen MT" panose="020B0602020104020603"/>
            </a:endParaRPr>
          </a:p>
        </p:txBody>
      </p:sp>
      <p:sp>
        <p:nvSpPr>
          <p:cNvPr id="11" name="Rectángulo redondeado 10">
            <a:extLst>
              <a:ext uri="{FF2B5EF4-FFF2-40B4-BE49-F238E27FC236}">
                <a16:creationId xmlns:a16="http://schemas.microsoft.com/office/drawing/2014/main" id="{1CBEA581-01D7-07F6-18B7-295B543EF109}"/>
              </a:ext>
            </a:extLst>
          </p:cNvPr>
          <p:cNvSpPr/>
          <p:nvPr/>
        </p:nvSpPr>
        <p:spPr>
          <a:xfrm>
            <a:off x="3909532" y="4951445"/>
            <a:ext cx="1005240" cy="231701"/>
          </a:xfrm>
          <a:prstGeom prst="roundRect">
            <a:avLst>
              <a:gd name="adj" fmla="val 50000"/>
            </a:avLst>
          </a:prstGeom>
          <a:solidFill>
            <a:schemeClr val="accent1">
              <a:alpha val="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14" name="Rectángulo redondeado 13">
            <a:extLst>
              <a:ext uri="{FF2B5EF4-FFF2-40B4-BE49-F238E27FC236}">
                <a16:creationId xmlns:a16="http://schemas.microsoft.com/office/drawing/2014/main" id="{6DCC55AB-0919-CB33-4B7D-E6CF98E58DE7}"/>
              </a:ext>
            </a:extLst>
          </p:cNvPr>
          <p:cNvSpPr/>
          <p:nvPr/>
        </p:nvSpPr>
        <p:spPr>
          <a:xfrm>
            <a:off x="3479543" y="4945715"/>
            <a:ext cx="333302" cy="231701"/>
          </a:xfrm>
          <a:prstGeom prst="roundRect">
            <a:avLst>
              <a:gd name="adj" fmla="val 50000"/>
            </a:avLst>
          </a:prstGeom>
          <a:solidFill>
            <a:schemeClr val="accent1">
              <a:alpha val="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15" name="CuadroTexto 14">
            <a:extLst>
              <a:ext uri="{FF2B5EF4-FFF2-40B4-BE49-F238E27FC236}">
                <a16:creationId xmlns:a16="http://schemas.microsoft.com/office/drawing/2014/main" id="{4332A3DB-05C9-0C2A-D0B9-B26C4F89F3CA}"/>
              </a:ext>
            </a:extLst>
          </p:cNvPr>
          <p:cNvSpPr txBox="1"/>
          <p:nvPr/>
        </p:nvSpPr>
        <p:spPr>
          <a:xfrm>
            <a:off x="2102192" y="4654698"/>
            <a:ext cx="1124026"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1 operando destino</a:t>
            </a:r>
          </a:p>
        </p:txBody>
      </p:sp>
      <p:sp>
        <p:nvSpPr>
          <p:cNvPr id="16" name="CuadroTexto 15">
            <a:extLst>
              <a:ext uri="{FF2B5EF4-FFF2-40B4-BE49-F238E27FC236}">
                <a16:creationId xmlns:a16="http://schemas.microsoft.com/office/drawing/2014/main" id="{9397762F-E8D9-4E11-E658-F1E480734938}"/>
              </a:ext>
            </a:extLst>
          </p:cNvPr>
          <p:cNvSpPr txBox="1"/>
          <p:nvPr/>
        </p:nvSpPr>
        <p:spPr>
          <a:xfrm>
            <a:off x="2102192" y="4812957"/>
            <a:ext cx="1122423"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2 operandos fuente</a:t>
            </a:r>
          </a:p>
        </p:txBody>
      </p:sp>
      <p:sp>
        <p:nvSpPr>
          <p:cNvPr id="18" name="Forma libre 17">
            <a:extLst>
              <a:ext uri="{FF2B5EF4-FFF2-40B4-BE49-F238E27FC236}">
                <a16:creationId xmlns:a16="http://schemas.microsoft.com/office/drawing/2014/main" id="{E1B9838E-BA8A-F95A-7B0D-BCAAD97F5064}"/>
              </a:ext>
            </a:extLst>
          </p:cNvPr>
          <p:cNvSpPr/>
          <p:nvPr/>
        </p:nvSpPr>
        <p:spPr>
          <a:xfrm>
            <a:off x="3145098" y="4732604"/>
            <a:ext cx="502344" cy="210936"/>
          </a:xfrm>
          <a:custGeom>
            <a:avLst/>
            <a:gdLst>
              <a:gd name="connsiteX0" fmla="*/ 0 w 773206"/>
              <a:gd name="connsiteY0" fmla="*/ 20703 h 235856"/>
              <a:gd name="connsiteX1" fmla="*/ 463923 w 773206"/>
              <a:gd name="connsiteY1" fmla="*/ 20703 h 235856"/>
              <a:gd name="connsiteX2" fmla="*/ 773206 w 773206"/>
              <a:gd name="connsiteY2" fmla="*/ 235856 h 235856"/>
            </a:gdLst>
            <a:ahLst/>
            <a:cxnLst>
              <a:cxn ang="0">
                <a:pos x="connsiteX0" y="connsiteY0"/>
              </a:cxn>
              <a:cxn ang="0">
                <a:pos x="connsiteX1" y="connsiteY1"/>
              </a:cxn>
              <a:cxn ang="0">
                <a:pos x="connsiteX2" y="connsiteY2"/>
              </a:cxn>
            </a:cxnLst>
            <a:rect l="l" t="t" r="r" b="b"/>
            <a:pathLst>
              <a:path w="773206" h="235856">
                <a:moveTo>
                  <a:pt x="0" y="20703"/>
                </a:moveTo>
                <a:cubicBezTo>
                  <a:pt x="167527" y="2773"/>
                  <a:pt x="335055" y="-15156"/>
                  <a:pt x="463923" y="20703"/>
                </a:cubicBezTo>
                <a:cubicBezTo>
                  <a:pt x="592791" y="56562"/>
                  <a:pt x="682998" y="146209"/>
                  <a:pt x="773206" y="235856"/>
                </a:cubicBezTo>
              </a:path>
            </a:pathLst>
          </a:custGeom>
          <a:noFill/>
          <a:ln>
            <a:solidFill>
              <a:schemeClr val="accent5"/>
            </a:solidFill>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20" name="Forma libre 19">
            <a:extLst>
              <a:ext uri="{FF2B5EF4-FFF2-40B4-BE49-F238E27FC236}">
                <a16:creationId xmlns:a16="http://schemas.microsoft.com/office/drawing/2014/main" id="{F52D94FC-BA8E-581B-71C4-2EAAD581DDC8}"/>
              </a:ext>
            </a:extLst>
          </p:cNvPr>
          <p:cNvSpPr/>
          <p:nvPr/>
        </p:nvSpPr>
        <p:spPr>
          <a:xfrm>
            <a:off x="3139638" y="4804010"/>
            <a:ext cx="1130270" cy="131055"/>
          </a:xfrm>
          <a:custGeom>
            <a:avLst/>
            <a:gdLst>
              <a:gd name="connsiteX0" fmla="*/ 0 w 1391771"/>
              <a:gd name="connsiteY0" fmla="*/ 161376 h 161376"/>
              <a:gd name="connsiteX1" fmla="*/ 1048871 w 1391771"/>
              <a:gd name="connsiteY1" fmla="*/ 11 h 161376"/>
              <a:gd name="connsiteX2" fmla="*/ 1391771 w 1391771"/>
              <a:gd name="connsiteY2" fmla="*/ 154652 h 161376"/>
            </a:gdLst>
            <a:ahLst/>
            <a:cxnLst>
              <a:cxn ang="0">
                <a:pos x="connsiteX0" y="connsiteY0"/>
              </a:cxn>
              <a:cxn ang="0">
                <a:pos x="connsiteX1" y="connsiteY1"/>
              </a:cxn>
              <a:cxn ang="0">
                <a:pos x="connsiteX2" y="connsiteY2"/>
              </a:cxn>
            </a:cxnLst>
            <a:rect l="l" t="t" r="r" b="b"/>
            <a:pathLst>
              <a:path w="1391771" h="161376">
                <a:moveTo>
                  <a:pt x="0" y="161376"/>
                </a:moveTo>
                <a:cubicBezTo>
                  <a:pt x="408454" y="81254"/>
                  <a:pt x="816909" y="1132"/>
                  <a:pt x="1048871" y="11"/>
                </a:cubicBezTo>
                <a:cubicBezTo>
                  <a:pt x="1280833" y="-1110"/>
                  <a:pt x="1336302" y="76771"/>
                  <a:pt x="1391771" y="154652"/>
                </a:cubicBezTo>
              </a:path>
            </a:pathLst>
          </a:custGeom>
          <a:noFill/>
          <a:ln>
            <a:solidFill>
              <a:schemeClr val="accent5"/>
            </a:solidFill>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44" name="Elipse 43">
            <a:extLst>
              <a:ext uri="{FF2B5EF4-FFF2-40B4-BE49-F238E27FC236}">
                <a16:creationId xmlns:a16="http://schemas.microsoft.com/office/drawing/2014/main" id="{52F408A9-CDA8-FB32-A5E6-3F94EB99C6DD}"/>
              </a:ext>
            </a:extLst>
          </p:cNvPr>
          <p:cNvSpPr/>
          <p:nvPr/>
        </p:nvSpPr>
        <p:spPr>
          <a:xfrm>
            <a:off x="5008628" y="5980985"/>
            <a:ext cx="238876" cy="218104"/>
          </a:xfrm>
          <a:prstGeom prst="ellipse">
            <a:avLst/>
          </a:prstGeom>
          <a:solidFill>
            <a:schemeClr val="accent1">
              <a:alpha val="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r>
              <a:rPr lang="es-ES" sz="1462" dirty="0">
                <a:solidFill>
                  <a:srgbClr val="2683C6"/>
                </a:solidFill>
                <a:latin typeface="Tw Cen MT" panose="020B0602020104020603"/>
              </a:rPr>
              <a:t>+</a:t>
            </a:r>
          </a:p>
        </p:txBody>
      </p:sp>
      <p:cxnSp>
        <p:nvCxnSpPr>
          <p:cNvPr id="45" name="Conector recto de flecha 44">
            <a:extLst>
              <a:ext uri="{FF2B5EF4-FFF2-40B4-BE49-F238E27FC236}">
                <a16:creationId xmlns:a16="http://schemas.microsoft.com/office/drawing/2014/main" id="{46AFD18E-5FA8-D78F-2DFD-47E52B4597EA}"/>
              </a:ext>
            </a:extLst>
          </p:cNvPr>
          <p:cNvCxnSpPr>
            <a:cxnSpLocks/>
          </p:cNvCxnSpPr>
          <p:nvPr/>
        </p:nvCxnSpPr>
        <p:spPr>
          <a:xfrm flipH="1">
            <a:off x="4695834" y="6086461"/>
            <a:ext cx="316880" cy="0"/>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6" name="Forma libre 45">
            <a:extLst>
              <a:ext uri="{FF2B5EF4-FFF2-40B4-BE49-F238E27FC236}">
                <a16:creationId xmlns:a16="http://schemas.microsoft.com/office/drawing/2014/main" id="{27B50F65-D975-C097-479E-FEF485B832EC}"/>
              </a:ext>
            </a:extLst>
          </p:cNvPr>
          <p:cNvSpPr/>
          <p:nvPr/>
        </p:nvSpPr>
        <p:spPr>
          <a:xfrm>
            <a:off x="4695835" y="5635736"/>
            <a:ext cx="355472" cy="369628"/>
          </a:xfrm>
          <a:custGeom>
            <a:avLst/>
            <a:gdLst>
              <a:gd name="connsiteX0" fmla="*/ 0 w 510988"/>
              <a:gd name="connsiteY0" fmla="*/ 0 h 403412"/>
              <a:gd name="connsiteX1" fmla="*/ 510988 w 510988"/>
              <a:gd name="connsiteY1" fmla="*/ 0 h 403412"/>
              <a:gd name="connsiteX2" fmla="*/ 510988 w 510988"/>
              <a:gd name="connsiteY2" fmla="*/ 403412 h 403412"/>
              <a:gd name="connsiteX3" fmla="*/ 510988 w 510988"/>
              <a:gd name="connsiteY3" fmla="*/ 403412 h 403412"/>
            </a:gdLst>
            <a:ahLst/>
            <a:cxnLst>
              <a:cxn ang="0">
                <a:pos x="connsiteX0" y="connsiteY0"/>
              </a:cxn>
              <a:cxn ang="0">
                <a:pos x="connsiteX1" y="connsiteY1"/>
              </a:cxn>
              <a:cxn ang="0">
                <a:pos x="connsiteX2" y="connsiteY2"/>
              </a:cxn>
              <a:cxn ang="0">
                <a:pos x="connsiteX3" y="connsiteY3"/>
              </a:cxn>
            </a:cxnLst>
            <a:rect l="l" t="t" r="r" b="b"/>
            <a:pathLst>
              <a:path w="510988" h="403412">
                <a:moveTo>
                  <a:pt x="0" y="0"/>
                </a:moveTo>
                <a:lnTo>
                  <a:pt x="510988" y="0"/>
                </a:lnTo>
                <a:lnTo>
                  <a:pt x="510988" y="403412"/>
                </a:lnTo>
                <a:lnTo>
                  <a:pt x="510988" y="403412"/>
                </a:lnTo>
              </a:path>
            </a:pathLst>
          </a:custGeom>
          <a:noFill/>
          <a:ln>
            <a:solidFill>
              <a:schemeClr val="accent2"/>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47" name="Forma libre 46">
            <a:extLst>
              <a:ext uri="{FF2B5EF4-FFF2-40B4-BE49-F238E27FC236}">
                <a16:creationId xmlns:a16="http://schemas.microsoft.com/office/drawing/2014/main" id="{7CB83D0A-4ECA-EAFD-3352-6BFF6CCA48C7}"/>
              </a:ext>
            </a:extLst>
          </p:cNvPr>
          <p:cNvSpPr/>
          <p:nvPr/>
        </p:nvSpPr>
        <p:spPr>
          <a:xfrm>
            <a:off x="4857196" y="5077032"/>
            <a:ext cx="357919" cy="928333"/>
          </a:xfrm>
          <a:custGeom>
            <a:avLst/>
            <a:gdLst>
              <a:gd name="connsiteX0" fmla="*/ 0 w 510988"/>
              <a:gd name="connsiteY0" fmla="*/ 0 h 403412"/>
              <a:gd name="connsiteX1" fmla="*/ 510988 w 510988"/>
              <a:gd name="connsiteY1" fmla="*/ 0 h 403412"/>
              <a:gd name="connsiteX2" fmla="*/ 510988 w 510988"/>
              <a:gd name="connsiteY2" fmla="*/ 403412 h 403412"/>
              <a:gd name="connsiteX3" fmla="*/ 510988 w 510988"/>
              <a:gd name="connsiteY3" fmla="*/ 403412 h 403412"/>
            </a:gdLst>
            <a:ahLst/>
            <a:cxnLst>
              <a:cxn ang="0">
                <a:pos x="connsiteX0" y="connsiteY0"/>
              </a:cxn>
              <a:cxn ang="0">
                <a:pos x="connsiteX1" y="connsiteY1"/>
              </a:cxn>
              <a:cxn ang="0">
                <a:pos x="connsiteX2" y="connsiteY2"/>
              </a:cxn>
              <a:cxn ang="0">
                <a:pos x="connsiteX3" y="connsiteY3"/>
              </a:cxn>
            </a:cxnLst>
            <a:rect l="l" t="t" r="r" b="b"/>
            <a:pathLst>
              <a:path w="510988" h="403412">
                <a:moveTo>
                  <a:pt x="0" y="0"/>
                </a:moveTo>
                <a:lnTo>
                  <a:pt x="510988" y="0"/>
                </a:lnTo>
                <a:lnTo>
                  <a:pt x="510988" y="403412"/>
                </a:lnTo>
                <a:lnTo>
                  <a:pt x="510988" y="403412"/>
                </a:lnTo>
              </a:path>
            </a:pathLst>
          </a:custGeom>
          <a:noFill/>
          <a:ln>
            <a:solidFill>
              <a:schemeClr val="accent2"/>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cxnSp>
        <p:nvCxnSpPr>
          <p:cNvPr id="48" name="Conector recto 47">
            <a:extLst>
              <a:ext uri="{FF2B5EF4-FFF2-40B4-BE49-F238E27FC236}">
                <a16:creationId xmlns:a16="http://schemas.microsoft.com/office/drawing/2014/main" id="{E5EEA55D-DEF5-B67F-86EB-16636C8A99E6}"/>
              </a:ext>
            </a:extLst>
          </p:cNvPr>
          <p:cNvCxnSpPr>
            <a:cxnSpLocks/>
          </p:cNvCxnSpPr>
          <p:nvPr/>
        </p:nvCxnSpPr>
        <p:spPr>
          <a:xfrm flipH="1">
            <a:off x="5013085" y="5760383"/>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9" name="Conector recto 48">
            <a:extLst>
              <a:ext uri="{FF2B5EF4-FFF2-40B4-BE49-F238E27FC236}">
                <a16:creationId xmlns:a16="http://schemas.microsoft.com/office/drawing/2014/main" id="{65786990-B653-CEDE-4923-6DCAFF13DD0E}"/>
              </a:ext>
            </a:extLst>
          </p:cNvPr>
          <p:cNvCxnSpPr>
            <a:cxnSpLocks/>
          </p:cNvCxnSpPr>
          <p:nvPr/>
        </p:nvCxnSpPr>
        <p:spPr>
          <a:xfrm flipH="1">
            <a:off x="5175075" y="5760383"/>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0" name="Conector recto 49">
            <a:extLst>
              <a:ext uri="{FF2B5EF4-FFF2-40B4-BE49-F238E27FC236}">
                <a16:creationId xmlns:a16="http://schemas.microsoft.com/office/drawing/2014/main" id="{40A7140F-9570-5C46-EAA3-1DD941173E40}"/>
              </a:ext>
            </a:extLst>
          </p:cNvPr>
          <p:cNvCxnSpPr>
            <a:cxnSpLocks/>
          </p:cNvCxnSpPr>
          <p:nvPr/>
        </p:nvCxnSpPr>
        <p:spPr>
          <a:xfrm flipH="1">
            <a:off x="4841995" y="6037037"/>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CuadroTexto 50">
            <a:extLst>
              <a:ext uri="{FF2B5EF4-FFF2-40B4-BE49-F238E27FC236}">
                <a16:creationId xmlns:a16="http://schemas.microsoft.com/office/drawing/2014/main" id="{6AE87EA4-1C9F-6C53-4F44-3272DBC7D689}"/>
              </a:ext>
            </a:extLst>
          </p:cNvPr>
          <p:cNvSpPr txBox="1"/>
          <p:nvPr/>
        </p:nvSpPr>
        <p:spPr>
          <a:xfrm>
            <a:off x="4989184" y="5748732"/>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sp>
        <p:nvSpPr>
          <p:cNvPr id="52" name="CuadroTexto 51">
            <a:extLst>
              <a:ext uri="{FF2B5EF4-FFF2-40B4-BE49-F238E27FC236}">
                <a16:creationId xmlns:a16="http://schemas.microsoft.com/office/drawing/2014/main" id="{F5BDED6A-10DD-F60A-A178-0F84AA2F0354}"/>
              </a:ext>
            </a:extLst>
          </p:cNvPr>
          <p:cNvSpPr txBox="1"/>
          <p:nvPr/>
        </p:nvSpPr>
        <p:spPr>
          <a:xfrm>
            <a:off x="4797891" y="6059823"/>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sp>
        <p:nvSpPr>
          <p:cNvPr id="53" name="CuadroTexto 52">
            <a:extLst>
              <a:ext uri="{FF2B5EF4-FFF2-40B4-BE49-F238E27FC236}">
                <a16:creationId xmlns:a16="http://schemas.microsoft.com/office/drawing/2014/main" id="{66639076-8BDC-DF09-D413-292291DC7B4C}"/>
              </a:ext>
            </a:extLst>
          </p:cNvPr>
          <p:cNvSpPr txBox="1"/>
          <p:nvPr/>
        </p:nvSpPr>
        <p:spPr>
          <a:xfrm>
            <a:off x="5158846" y="5748418"/>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cxnSp>
        <p:nvCxnSpPr>
          <p:cNvPr id="54" name="Conector recto 53">
            <a:extLst>
              <a:ext uri="{FF2B5EF4-FFF2-40B4-BE49-F238E27FC236}">
                <a16:creationId xmlns:a16="http://schemas.microsoft.com/office/drawing/2014/main" id="{A947A4A9-6E5F-1833-718E-2C1B05019086}"/>
              </a:ext>
            </a:extLst>
          </p:cNvPr>
          <p:cNvCxnSpPr>
            <a:cxnSpLocks/>
          </p:cNvCxnSpPr>
          <p:nvPr/>
        </p:nvCxnSpPr>
        <p:spPr>
          <a:xfrm flipH="1">
            <a:off x="5172067" y="5124891"/>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5" name="CuadroTexto 54">
            <a:extLst>
              <a:ext uri="{FF2B5EF4-FFF2-40B4-BE49-F238E27FC236}">
                <a16:creationId xmlns:a16="http://schemas.microsoft.com/office/drawing/2014/main" id="{239E9B3A-250A-6602-71ED-D47C10CE7856}"/>
              </a:ext>
            </a:extLst>
          </p:cNvPr>
          <p:cNvSpPr txBox="1"/>
          <p:nvPr/>
        </p:nvSpPr>
        <p:spPr>
          <a:xfrm>
            <a:off x="5158846" y="5130221"/>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12</a:t>
            </a:r>
            <a:endParaRPr lang="es-ES" sz="1462" dirty="0">
              <a:solidFill>
                <a:srgbClr val="2683C6"/>
              </a:solidFill>
              <a:latin typeface="Tw Cen MT" panose="020B0602020104020603"/>
            </a:endParaRPr>
          </a:p>
        </p:txBody>
      </p:sp>
      <p:sp>
        <p:nvSpPr>
          <p:cNvPr id="56" name="Forma libre 55">
            <a:extLst>
              <a:ext uri="{FF2B5EF4-FFF2-40B4-BE49-F238E27FC236}">
                <a16:creationId xmlns:a16="http://schemas.microsoft.com/office/drawing/2014/main" id="{E05D6F0B-BD7F-E41D-30ED-FF2311D6A1AA}"/>
              </a:ext>
            </a:extLst>
          </p:cNvPr>
          <p:cNvSpPr/>
          <p:nvPr/>
        </p:nvSpPr>
        <p:spPr>
          <a:xfrm>
            <a:off x="4964577" y="5333624"/>
            <a:ext cx="414979" cy="180188"/>
          </a:xfrm>
          <a:custGeom>
            <a:avLst/>
            <a:gdLst>
              <a:gd name="connsiteX0" fmla="*/ 295836 w 510989"/>
              <a:gd name="connsiteY0" fmla="*/ 0 h 221877"/>
              <a:gd name="connsiteX1" fmla="*/ 510989 w 510989"/>
              <a:gd name="connsiteY1" fmla="*/ 0 h 221877"/>
              <a:gd name="connsiteX2" fmla="*/ 510989 w 510989"/>
              <a:gd name="connsiteY2" fmla="*/ 221877 h 221877"/>
              <a:gd name="connsiteX3" fmla="*/ 0 w 510989"/>
              <a:gd name="connsiteY3" fmla="*/ 221877 h 221877"/>
              <a:gd name="connsiteX4" fmla="*/ 221877 w 510989"/>
              <a:gd name="connsiteY4" fmla="*/ 0 h 221877"/>
              <a:gd name="connsiteX5" fmla="*/ 295836 w 510989"/>
              <a:gd name="connsiteY5" fmla="*/ 0 h 221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0989" h="221877">
                <a:moveTo>
                  <a:pt x="295836" y="0"/>
                </a:moveTo>
                <a:lnTo>
                  <a:pt x="510989" y="0"/>
                </a:lnTo>
                <a:lnTo>
                  <a:pt x="510989" y="221877"/>
                </a:lnTo>
                <a:lnTo>
                  <a:pt x="0" y="221877"/>
                </a:lnTo>
                <a:lnTo>
                  <a:pt x="221877" y="0"/>
                </a:lnTo>
                <a:lnTo>
                  <a:pt x="295836" y="0"/>
                </a:lnTo>
                <a:close/>
              </a:path>
            </a:pathLst>
          </a:cu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defTabSz="371292" fontAlgn="auto">
              <a:spcBef>
                <a:spcPts val="0"/>
              </a:spcBef>
              <a:spcAft>
                <a:spcPts val="0"/>
              </a:spcAft>
            </a:pPr>
            <a:r>
              <a:rPr lang="es-ES" sz="975" i="1" dirty="0" err="1">
                <a:solidFill>
                  <a:srgbClr val="2683C6"/>
                </a:solidFill>
                <a:latin typeface="Tw Cen MT" panose="020B0602020104020603"/>
              </a:rPr>
              <a:t>sExt</a:t>
            </a:r>
            <a:endParaRPr lang="es-ES" sz="975" i="1" dirty="0">
              <a:solidFill>
                <a:srgbClr val="2683C6"/>
              </a:solidFill>
              <a:latin typeface="Tw Cen MT" panose="020B0602020104020603"/>
            </a:endParaRPr>
          </a:p>
        </p:txBody>
      </p:sp>
      <p:graphicFrame>
        <p:nvGraphicFramePr>
          <p:cNvPr id="4" name="Tabla 3">
            <a:extLst>
              <a:ext uri="{FF2B5EF4-FFF2-40B4-BE49-F238E27FC236}">
                <a16:creationId xmlns:a16="http://schemas.microsoft.com/office/drawing/2014/main" id="{12580F85-8BD4-2891-0666-FBF6BA8FB768}"/>
              </a:ext>
            </a:extLst>
          </p:cNvPr>
          <p:cNvGraphicFramePr>
            <a:graphicFrameLocks noGrp="1"/>
          </p:cNvGraphicFramePr>
          <p:nvPr/>
        </p:nvGraphicFramePr>
        <p:xfrm>
          <a:off x="6053248" y="5541198"/>
          <a:ext cx="2818013" cy="519816"/>
        </p:xfrm>
        <a:graphic>
          <a:graphicData uri="http://schemas.openxmlformats.org/drawingml/2006/table">
            <a:tbl>
              <a:tblPr firstRow="1" bandRow="1">
                <a:tableStyleId>{073A0DAA-6AF3-43AB-8588-CEC1D06C72B9}</a:tableStyleId>
              </a:tblPr>
              <a:tblGrid>
                <a:gridCol w="376543">
                  <a:extLst>
                    <a:ext uri="{9D8B030D-6E8A-4147-A177-3AD203B41FA5}">
                      <a16:colId xmlns:a16="http://schemas.microsoft.com/office/drawing/2014/main" val="3256160865"/>
                    </a:ext>
                  </a:extLst>
                </a:gridCol>
                <a:gridCol w="2441470">
                  <a:extLst>
                    <a:ext uri="{9D8B030D-6E8A-4147-A177-3AD203B41FA5}">
                      <a16:colId xmlns:a16="http://schemas.microsoft.com/office/drawing/2014/main" val="1261247352"/>
                    </a:ext>
                  </a:extLst>
                </a:gridCol>
              </a:tblGrid>
              <a:tr h="173272">
                <a:tc>
                  <a:txBody>
                    <a:bodyPr/>
                    <a:lstStyle/>
                    <a:p>
                      <a:endParaRPr lang="es-ES" sz="1100" b="0"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noFill/>
                  </a:tcPr>
                </a:tc>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00001111010100000000</a:t>
                      </a:r>
                      <a:r>
                        <a:rPr lang="es-ES" sz="1000" b="1" i="0" dirty="0">
                          <a:solidFill>
                            <a:schemeClr val="accent2"/>
                          </a:solidFill>
                          <a:latin typeface="Courier New" panose="02070309020205020404" pitchFamily="49" charset="0"/>
                          <a:cs typeface="Courier New" panose="02070309020205020404" pitchFamily="49" charset="0"/>
                        </a:rPr>
                        <a:t>101000110100</a:t>
                      </a:r>
                    </a:p>
                  </a:txBody>
                  <a:tcPr marL="0" marR="0" marT="0" marB="0">
                    <a:noFill/>
                  </a:tcPr>
                </a:tc>
                <a:extLst>
                  <a:ext uri="{0D108BD9-81ED-4DB2-BD59-A6C34878D82A}">
                    <a16:rowId xmlns:a16="http://schemas.microsoft.com/office/drawing/2014/main" val="3955513832"/>
                  </a:ext>
                </a:extLst>
              </a:tr>
              <a:tr h="173272">
                <a:tc>
                  <a:txBody>
                    <a:bodyPr/>
                    <a:lstStyle/>
                    <a:p>
                      <a:pPr algn="ctr"/>
                      <a:r>
                        <a:rPr lang="es-ES" sz="1100" b="1" i="0" dirty="0" err="1">
                          <a:solidFill>
                            <a:schemeClr val="bg1">
                              <a:lumMod val="10000"/>
                            </a:schemeClr>
                          </a:solidFill>
                          <a:latin typeface="Courier New" panose="02070309020205020404" pitchFamily="49" charset="0"/>
                          <a:cs typeface="Courier New" panose="02070309020205020404" pitchFamily="49" charset="0"/>
                        </a:rPr>
                        <a:t>or</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lnB w="28575" cap="flat" cmpd="sng" algn="ctr">
                      <a:solidFill>
                        <a:schemeClr val="bg1">
                          <a:lumMod val="10000"/>
                        </a:schemeClr>
                      </a:solidFill>
                      <a:prstDash val="solid"/>
                      <a:round/>
                      <a:headEnd type="none" w="med" len="med"/>
                      <a:tailEnd type="none" w="med" len="med"/>
                    </a:lnB>
                    <a:noFill/>
                  </a:tcPr>
                </a:tc>
                <a:tc>
                  <a:txBody>
                    <a:bodyPr/>
                    <a:lstStyle/>
                    <a:p>
                      <a:pPr algn="r"/>
                      <a:r>
                        <a:rPr lang="es-ES" sz="1000" b="1" i="0" dirty="0">
                          <a:solidFill>
                            <a:schemeClr val="accent2"/>
                          </a:solidFill>
                          <a:latin typeface="Courier New" panose="02070309020205020404" pitchFamily="49" charset="0"/>
                          <a:cs typeface="Courier New" panose="02070309020205020404" pitchFamily="49" charset="0"/>
                        </a:rPr>
                        <a:t>00000000000000000000</a:t>
                      </a:r>
                      <a:r>
                        <a:rPr lang="es-ES" sz="1000" b="1" i="0" dirty="0">
                          <a:solidFill>
                            <a:srgbClr val="C00000"/>
                          </a:solidFill>
                          <a:latin typeface="Courier New" panose="02070309020205020404" pitchFamily="49" charset="0"/>
                          <a:cs typeface="Courier New" panose="02070309020205020404" pitchFamily="49" charset="0"/>
                        </a:rPr>
                        <a:t>111111111111</a:t>
                      </a:r>
                    </a:p>
                  </a:txBody>
                  <a:tcPr marL="0" marR="0" marT="0" marB="0">
                    <a:lnB w="28575"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480000673"/>
                  </a:ext>
                </a:extLst>
              </a:tr>
              <a:tr h="173272">
                <a:tc>
                  <a:txBody>
                    <a:bodyPr/>
                    <a:lstStyle/>
                    <a:p>
                      <a:endParaRPr lang="es-ES" sz="1100" b="0"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lnT w="28575" cap="flat" cmpd="sng" algn="ctr">
                      <a:solidFill>
                        <a:schemeClr val="bg1">
                          <a:lumMod val="10000"/>
                        </a:schemeClr>
                      </a:solidFill>
                      <a:prstDash val="solid"/>
                      <a:round/>
                      <a:headEnd type="none" w="med" len="med"/>
                      <a:tailEnd type="none" w="med" len="med"/>
                    </a:lnT>
                    <a:noFill/>
                  </a:tcPr>
                </a:tc>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00001111010100000000</a:t>
                      </a:r>
                      <a:r>
                        <a:rPr lang="es-ES" sz="1000" b="1" i="0" dirty="0">
                          <a:solidFill>
                            <a:schemeClr val="accent2"/>
                          </a:solidFill>
                          <a:latin typeface="Courier New" panose="02070309020205020404" pitchFamily="49" charset="0"/>
                          <a:cs typeface="Courier New" panose="02070309020205020404" pitchFamily="49" charset="0"/>
                        </a:rPr>
                        <a:t>111111111111</a:t>
                      </a:r>
                    </a:p>
                  </a:txBody>
                  <a:tcPr marL="0" marR="0" marT="0" marB="0">
                    <a:lnT w="28575" cap="flat" cmpd="sng" algn="ctr">
                      <a:solidFill>
                        <a:schemeClr val="bg1">
                          <a:lumMod val="10000"/>
                        </a:schemeClr>
                      </a:solidFill>
                      <a:prstDash val="solid"/>
                      <a:round/>
                      <a:headEnd type="none" w="med" len="med"/>
                      <a:tailEnd type="none" w="med" len="med"/>
                    </a:lnT>
                    <a:noFill/>
                  </a:tcPr>
                </a:tc>
                <a:extLst>
                  <a:ext uri="{0D108BD9-81ED-4DB2-BD59-A6C34878D82A}">
                    <a16:rowId xmlns:a16="http://schemas.microsoft.com/office/drawing/2014/main" val="654711830"/>
                  </a:ext>
                </a:extLst>
              </a:tr>
            </a:tbl>
          </a:graphicData>
        </a:graphic>
      </p:graphicFrame>
      <p:sp>
        <p:nvSpPr>
          <p:cNvPr id="5" name="Marcador de número de diapositiva 4">
            <a:extLst>
              <a:ext uri="{FF2B5EF4-FFF2-40B4-BE49-F238E27FC236}">
                <a16:creationId xmlns:a16="http://schemas.microsoft.com/office/drawing/2014/main" id="{21FE458A-628A-BC2A-BF9F-B6902D982FAA}"/>
              </a:ext>
            </a:extLst>
          </p:cNvPr>
          <p:cNvSpPr>
            <a:spLocks noGrp="1"/>
          </p:cNvSpPr>
          <p:nvPr>
            <p:ph type="sldNum" sz="quarter" idx="12"/>
          </p:nvPr>
        </p:nvSpPr>
        <p:spPr/>
        <p:txBody>
          <a:bodyPr/>
          <a:lstStyle/>
          <a:p>
            <a:pPr defTabSz="371292" fontAlgn="auto">
              <a:spcBef>
                <a:spcPts val="0"/>
              </a:spcBef>
              <a:spcAft>
                <a:spcPts val="0"/>
              </a:spcAft>
            </a:pPr>
            <a:fld id="{6D22F896-40B5-4ADD-8801-0D06FADFA095}" type="slidenum">
              <a:rPr lang="es-ES">
                <a:solidFill>
                  <a:srgbClr val="E6E6E6">
                    <a:lumMod val="10000"/>
                  </a:srgbClr>
                </a:solidFill>
                <a:latin typeface="Tw Cen MT" panose="020B0602020104020603"/>
              </a:rPr>
              <a:pPr defTabSz="371292" fontAlgn="auto">
                <a:spcBef>
                  <a:spcPts val="0"/>
                </a:spcBef>
                <a:spcAft>
                  <a:spcPts val="0"/>
                </a:spcAft>
              </a:pPr>
              <a:t>121</a:t>
            </a:fld>
            <a:endParaRPr lang="es-ES">
              <a:solidFill>
                <a:srgbClr val="E6E6E6">
                  <a:lumMod val="10000"/>
                </a:srgbClr>
              </a:solidFill>
              <a:latin typeface="Tw Cen MT" panose="020B0602020104020603"/>
            </a:endParaRPr>
          </a:p>
        </p:txBody>
      </p:sp>
    </p:spTree>
    <p:extLst>
      <p:ext uri="{BB962C8B-B14F-4D97-AF65-F5344CB8AC3E}">
        <p14:creationId xmlns:p14="http://schemas.microsoft.com/office/powerpoint/2010/main" val="369892535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B64ABE-6E04-6674-1ED5-46EA7B9C8D1B}"/>
              </a:ext>
            </a:extLst>
          </p:cNvPr>
          <p:cNvSpPr>
            <a:spLocks noGrp="1"/>
          </p:cNvSpPr>
          <p:nvPr>
            <p:ph type="title"/>
          </p:nvPr>
        </p:nvSpPr>
        <p:spPr>
          <a:xfrm>
            <a:off x="926952" y="1265739"/>
            <a:ext cx="8044754" cy="1200761"/>
          </a:xfrm>
        </p:spPr>
        <p:txBody>
          <a:bodyPr/>
          <a:lstStyle/>
          <a:p>
            <a:r>
              <a:rPr lang="es-ES" sz="3573" dirty="0">
                <a:latin typeface="Rockwell" panose="02060603020205020403" pitchFamily="18" charset="0"/>
              </a:rPr>
              <a:t>Repertorio de instrucciones:</a:t>
            </a:r>
            <a:br>
              <a:rPr lang="es-ES" sz="3573" dirty="0">
                <a:latin typeface="Rockwell" panose="02060603020205020403" pitchFamily="18" charset="0"/>
              </a:rPr>
            </a:br>
            <a:r>
              <a:rPr lang="es-ES" sz="2599" dirty="0">
                <a:solidFill>
                  <a:schemeClr val="accent2"/>
                </a:solidFill>
                <a:latin typeface="Rockwell" panose="02060603020205020403" pitchFamily="18" charset="0"/>
              </a:rPr>
              <a:t>lógicas (II)</a:t>
            </a:r>
          </a:p>
        </p:txBody>
      </p:sp>
      <p:sp>
        <p:nvSpPr>
          <p:cNvPr id="3" name="Marcador de contenido 2">
            <a:extLst>
              <a:ext uri="{FF2B5EF4-FFF2-40B4-BE49-F238E27FC236}">
                <a16:creationId xmlns:a16="http://schemas.microsoft.com/office/drawing/2014/main" id="{9437CEA7-0E7F-23D4-45B7-3BBAA1AB3672}"/>
              </a:ext>
            </a:extLst>
          </p:cNvPr>
          <p:cNvSpPr>
            <a:spLocks noGrp="1"/>
          </p:cNvSpPr>
          <p:nvPr>
            <p:ph idx="1"/>
          </p:nvPr>
        </p:nvSpPr>
        <p:spPr>
          <a:xfrm>
            <a:off x="926952" y="2590264"/>
            <a:ext cx="8044755" cy="3470333"/>
          </a:xfrm>
        </p:spPr>
        <p:txBody>
          <a:bodyPr>
            <a:normAutofit/>
          </a:bodyPr>
          <a:lstStyle/>
          <a:p>
            <a:r>
              <a:rPr lang="es-ES" dirty="0"/>
              <a:t>Las operaciones de tipo lógico bit a bit se usan para </a:t>
            </a:r>
            <a:r>
              <a:rPr lang="es-ES" dirty="0">
                <a:solidFill>
                  <a:schemeClr val="accent2"/>
                </a:solidFill>
              </a:rPr>
              <a:t>manipular los bits individuales</a:t>
            </a:r>
            <a:r>
              <a:rPr lang="es-ES" dirty="0"/>
              <a:t> de un dato</a:t>
            </a:r>
          </a:p>
          <a:p>
            <a:pPr lvl="1"/>
            <a:r>
              <a:rPr lang="es-ES" dirty="0"/>
              <a:t>Un </a:t>
            </a:r>
            <a:r>
              <a:rPr lang="es-ES" dirty="0">
                <a:solidFill>
                  <a:schemeClr val="accent2"/>
                </a:solidFill>
              </a:rPr>
              <a:t>operando</a:t>
            </a:r>
            <a:r>
              <a:rPr lang="es-ES" dirty="0"/>
              <a:t> contiene el </a:t>
            </a:r>
            <a:r>
              <a:rPr lang="es-ES" dirty="0">
                <a:solidFill>
                  <a:schemeClr val="accent2"/>
                </a:solidFill>
              </a:rPr>
              <a:t>dato a manipular</a:t>
            </a:r>
          </a:p>
          <a:p>
            <a:pPr lvl="1"/>
            <a:r>
              <a:rPr lang="es-ES" dirty="0"/>
              <a:t>El otro </a:t>
            </a:r>
            <a:r>
              <a:rPr lang="es-ES" dirty="0">
                <a:solidFill>
                  <a:schemeClr val="accent2"/>
                </a:solidFill>
              </a:rPr>
              <a:t>operando</a:t>
            </a:r>
            <a:r>
              <a:rPr lang="es-ES" dirty="0"/>
              <a:t> contiene una </a:t>
            </a:r>
            <a:r>
              <a:rPr lang="es-ES" dirty="0">
                <a:solidFill>
                  <a:schemeClr val="accent2"/>
                </a:solidFill>
              </a:rPr>
              <a:t>máscara</a:t>
            </a:r>
            <a:r>
              <a:rPr lang="es-ES" dirty="0"/>
              <a:t> que indica los bits a cambiar</a:t>
            </a:r>
          </a:p>
          <a:p>
            <a:pPr lvl="1"/>
            <a:r>
              <a:rPr lang="es-ES" dirty="0"/>
              <a:t>Se utilizará una operación distinta según el cambio que se desee</a:t>
            </a:r>
          </a:p>
        </p:txBody>
      </p:sp>
      <p:sp>
        <p:nvSpPr>
          <p:cNvPr id="15" name="CuadroTexto 14">
            <a:extLst>
              <a:ext uri="{FF2B5EF4-FFF2-40B4-BE49-F238E27FC236}">
                <a16:creationId xmlns:a16="http://schemas.microsoft.com/office/drawing/2014/main" id="{4332A3DB-05C9-0C2A-D0B9-B26C4F89F3CA}"/>
              </a:ext>
            </a:extLst>
          </p:cNvPr>
          <p:cNvSpPr txBox="1"/>
          <p:nvPr/>
        </p:nvSpPr>
        <p:spPr>
          <a:xfrm>
            <a:off x="7421100" y="4731897"/>
            <a:ext cx="1000595"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dato manipulado</a:t>
            </a:r>
          </a:p>
        </p:txBody>
      </p:sp>
      <p:sp>
        <p:nvSpPr>
          <p:cNvPr id="16" name="CuadroTexto 15">
            <a:extLst>
              <a:ext uri="{FF2B5EF4-FFF2-40B4-BE49-F238E27FC236}">
                <a16:creationId xmlns:a16="http://schemas.microsoft.com/office/drawing/2014/main" id="{9397762F-E8D9-4E11-E658-F1E480734938}"/>
              </a:ext>
            </a:extLst>
          </p:cNvPr>
          <p:cNvSpPr txBox="1"/>
          <p:nvPr/>
        </p:nvSpPr>
        <p:spPr>
          <a:xfrm>
            <a:off x="7421100" y="4564317"/>
            <a:ext cx="587020"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máscara</a:t>
            </a:r>
          </a:p>
        </p:txBody>
      </p:sp>
      <p:graphicFrame>
        <p:nvGraphicFramePr>
          <p:cNvPr id="4" name="Tabla 3">
            <a:extLst>
              <a:ext uri="{FF2B5EF4-FFF2-40B4-BE49-F238E27FC236}">
                <a16:creationId xmlns:a16="http://schemas.microsoft.com/office/drawing/2014/main" id="{12580F85-8BD4-2891-0666-FBF6BA8FB768}"/>
              </a:ext>
            </a:extLst>
          </p:cNvPr>
          <p:cNvGraphicFramePr>
            <a:graphicFrameLocks noGrp="1"/>
          </p:cNvGraphicFramePr>
          <p:nvPr/>
        </p:nvGraphicFramePr>
        <p:xfrm>
          <a:off x="4174924" y="4449149"/>
          <a:ext cx="2818014" cy="519816"/>
        </p:xfrm>
        <a:graphic>
          <a:graphicData uri="http://schemas.openxmlformats.org/drawingml/2006/table">
            <a:tbl>
              <a:tblPr firstRow="1" bandRow="1">
                <a:tableStyleId>{073A0DAA-6AF3-43AB-8588-CEC1D06C72B9}</a:tableStyleId>
              </a:tblPr>
              <a:tblGrid>
                <a:gridCol w="376543">
                  <a:extLst>
                    <a:ext uri="{9D8B030D-6E8A-4147-A177-3AD203B41FA5}">
                      <a16:colId xmlns:a16="http://schemas.microsoft.com/office/drawing/2014/main" val="3256160865"/>
                    </a:ext>
                  </a:extLst>
                </a:gridCol>
                <a:gridCol w="2441471">
                  <a:extLst>
                    <a:ext uri="{9D8B030D-6E8A-4147-A177-3AD203B41FA5}">
                      <a16:colId xmlns:a16="http://schemas.microsoft.com/office/drawing/2014/main" val="1261247352"/>
                    </a:ext>
                  </a:extLst>
                </a:gridCol>
              </a:tblGrid>
              <a:tr h="173272">
                <a:tc>
                  <a:txBody>
                    <a:bodyPr/>
                    <a:lstStyle/>
                    <a:p>
                      <a:endParaRPr lang="es-ES" sz="1100" b="0"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noFill/>
                  </a:tcPr>
                </a:tc>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00001111010100000000</a:t>
                      </a:r>
                      <a:r>
                        <a:rPr lang="es-ES" sz="1000" b="1" i="0" dirty="0">
                          <a:solidFill>
                            <a:schemeClr val="accent2"/>
                          </a:solidFill>
                          <a:latin typeface="Courier New" panose="02070309020205020404" pitchFamily="49" charset="0"/>
                          <a:cs typeface="Courier New" panose="02070309020205020404" pitchFamily="49" charset="0"/>
                        </a:rPr>
                        <a:t>101000110100</a:t>
                      </a:r>
                    </a:p>
                  </a:txBody>
                  <a:tcPr marL="0" marR="0" marT="0" marB="0">
                    <a:noFill/>
                  </a:tcPr>
                </a:tc>
                <a:extLst>
                  <a:ext uri="{0D108BD9-81ED-4DB2-BD59-A6C34878D82A}">
                    <a16:rowId xmlns:a16="http://schemas.microsoft.com/office/drawing/2014/main" val="3955513832"/>
                  </a:ext>
                </a:extLst>
              </a:tr>
              <a:tr h="173272">
                <a:tc>
                  <a:txBody>
                    <a:bodyPr/>
                    <a:lstStyle/>
                    <a:p>
                      <a:pPr algn="ctr"/>
                      <a:r>
                        <a:rPr lang="es-ES" sz="1100" b="1" i="0" dirty="0" err="1">
                          <a:solidFill>
                            <a:schemeClr val="bg1">
                              <a:lumMod val="10000"/>
                            </a:schemeClr>
                          </a:solidFill>
                          <a:latin typeface="Courier New" panose="02070309020205020404" pitchFamily="49" charset="0"/>
                          <a:cs typeface="Courier New" panose="02070309020205020404" pitchFamily="49" charset="0"/>
                        </a:rPr>
                        <a:t>or</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lnB w="28575" cap="flat" cmpd="sng" algn="ctr">
                      <a:solidFill>
                        <a:schemeClr val="bg1">
                          <a:lumMod val="10000"/>
                        </a:schemeClr>
                      </a:solidFill>
                      <a:prstDash val="solid"/>
                      <a:round/>
                      <a:headEnd type="none" w="med" len="med"/>
                      <a:tailEnd type="none" w="med" len="med"/>
                    </a:lnB>
                    <a:noFill/>
                  </a:tcPr>
                </a:tc>
                <a:tc>
                  <a:txBody>
                    <a:bodyPr/>
                    <a:lstStyle/>
                    <a:p>
                      <a:pPr algn="r"/>
                      <a:r>
                        <a:rPr lang="es-ES" sz="1000" b="1" i="0" dirty="0">
                          <a:solidFill>
                            <a:schemeClr val="accent2"/>
                          </a:solidFill>
                          <a:latin typeface="Courier New" panose="02070309020205020404" pitchFamily="49" charset="0"/>
                          <a:cs typeface="Courier New" panose="02070309020205020404" pitchFamily="49" charset="0"/>
                        </a:rPr>
                        <a:t>00000000000000000000</a:t>
                      </a:r>
                      <a:r>
                        <a:rPr lang="es-ES" sz="1000" b="1" i="0" dirty="0">
                          <a:solidFill>
                            <a:srgbClr val="C00000"/>
                          </a:solidFill>
                          <a:latin typeface="Courier New" panose="02070309020205020404" pitchFamily="49" charset="0"/>
                          <a:cs typeface="Courier New" panose="02070309020205020404" pitchFamily="49" charset="0"/>
                        </a:rPr>
                        <a:t>111111111111</a:t>
                      </a:r>
                    </a:p>
                  </a:txBody>
                  <a:tcPr marL="0" marR="0" marT="0" marB="0">
                    <a:lnB w="28575"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480000673"/>
                  </a:ext>
                </a:extLst>
              </a:tr>
              <a:tr h="173272">
                <a:tc>
                  <a:txBody>
                    <a:bodyPr/>
                    <a:lstStyle/>
                    <a:p>
                      <a:endParaRPr lang="es-ES" sz="1100" b="0"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lnT w="28575" cap="flat" cmpd="sng" algn="ctr">
                      <a:solidFill>
                        <a:schemeClr val="bg1">
                          <a:lumMod val="10000"/>
                        </a:schemeClr>
                      </a:solidFill>
                      <a:prstDash val="solid"/>
                      <a:round/>
                      <a:headEnd type="none" w="med" len="med"/>
                      <a:tailEnd type="none" w="med" len="med"/>
                    </a:lnT>
                    <a:noFill/>
                  </a:tcPr>
                </a:tc>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00001111010100000000</a:t>
                      </a:r>
                      <a:r>
                        <a:rPr lang="es-ES" sz="1000" b="1" i="0" dirty="0">
                          <a:solidFill>
                            <a:srgbClr val="C00000"/>
                          </a:solidFill>
                          <a:latin typeface="Courier New" panose="02070309020205020404" pitchFamily="49" charset="0"/>
                          <a:cs typeface="Courier New" panose="02070309020205020404" pitchFamily="49" charset="0"/>
                        </a:rPr>
                        <a:t>111111111111</a:t>
                      </a:r>
                    </a:p>
                  </a:txBody>
                  <a:tcPr marL="0" marR="0" marT="0" marB="0">
                    <a:lnT w="28575" cap="flat" cmpd="sng" algn="ctr">
                      <a:solidFill>
                        <a:schemeClr val="bg1">
                          <a:lumMod val="10000"/>
                        </a:schemeClr>
                      </a:solidFill>
                      <a:prstDash val="solid"/>
                      <a:round/>
                      <a:headEnd type="none" w="med" len="med"/>
                      <a:tailEnd type="none" w="med" len="med"/>
                    </a:lnT>
                    <a:noFill/>
                  </a:tcPr>
                </a:tc>
                <a:extLst>
                  <a:ext uri="{0D108BD9-81ED-4DB2-BD59-A6C34878D82A}">
                    <a16:rowId xmlns:a16="http://schemas.microsoft.com/office/drawing/2014/main" val="654711830"/>
                  </a:ext>
                </a:extLst>
              </a:tr>
            </a:tbl>
          </a:graphicData>
        </a:graphic>
      </p:graphicFrame>
      <p:sp>
        <p:nvSpPr>
          <p:cNvPr id="5" name="CuadroTexto 4">
            <a:extLst>
              <a:ext uri="{FF2B5EF4-FFF2-40B4-BE49-F238E27FC236}">
                <a16:creationId xmlns:a16="http://schemas.microsoft.com/office/drawing/2014/main" id="{226F1B5B-EC1E-FBA1-0132-BE11CDFD2150}"/>
              </a:ext>
            </a:extLst>
          </p:cNvPr>
          <p:cNvSpPr txBox="1"/>
          <p:nvPr/>
        </p:nvSpPr>
        <p:spPr>
          <a:xfrm>
            <a:off x="7421100" y="4396737"/>
            <a:ext cx="405880"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dato</a:t>
            </a:r>
          </a:p>
        </p:txBody>
      </p:sp>
      <p:graphicFrame>
        <p:nvGraphicFramePr>
          <p:cNvPr id="7" name="Tabla 6">
            <a:extLst>
              <a:ext uri="{FF2B5EF4-FFF2-40B4-BE49-F238E27FC236}">
                <a16:creationId xmlns:a16="http://schemas.microsoft.com/office/drawing/2014/main" id="{513CFCB3-A7AB-FB2C-1C63-3E76FA0918E8}"/>
              </a:ext>
            </a:extLst>
          </p:cNvPr>
          <p:cNvGraphicFramePr>
            <a:graphicFrameLocks noGrp="1"/>
          </p:cNvGraphicFramePr>
          <p:nvPr/>
        </p:nvGraphicFramePr>
        <p:xfrm>
          <a:off x="4178562" y="5071879"/>
          <a:ext cx="2818014" cy="519816"/>
        </p:xfrm>
        <a:graphic>
          <a:graphicData uri="http://schemas.openxmlformats.org/drawingml/2006/table">
            <a:tbl>
              <a:tblPr firstRow="1" bandRow="1">
                <a:tableStyleId>{073A0DAA-6AF3-43AB-8588-CEC1D06C72B9}</a:tableStyleId>
              </a:tblPr>
              <a:tblGrid>
                <a:gridCol w="376543">
                  <a:extLst>
                    <a:ext uri="{9D8B030D-6E8A-4147-A177-3AD203B41FA5}">
                      <a16:colId xmlns:a16="http://schemas.microsoft.com/office/drawing/2014/main" val="3256160865"/>
                    </a:ext>
                  </a:extLst>
                </a:gridCol>
                <a:gridCol w="2441471">
                  <a:extLst>
                    <a:ext uri="{9D8B030D-6E8A-4147-A177-3AD203B41FA5}">
                      <a16:colId xmlns:a16="http://schemas.microsoft.com/office/drawing/2014/main" val="1261247352"/>
                    </a:ext>
                  </a:extLst>
                </a:gridCol>
              </a:tblGrid>
              <a:tr h="173272">
                <a:tc>
                  <a:txBody>
                    <a:bodyPr/>
                    <a:lstStyle/>
                    <a:p>
                      <a:endParaRPr lang="es-ES" sz="1100" b="0"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noFill/>
                  </a:tcPr>
                </a:tc>
                <a:tc>
                  <a:txBody>
                    <a:bodyPr/>
                    <a:lstStyle/>
                    <a:p>
                      <a:pPr algn="r"/>
                      <a:r>
                        <a:rPr lang="es-ES" sz="1000" b="1" i="0" dirty="0">
                          <a:solidFill>
                            <a:schemeClr val="accent2"/>
                          </a:solidFill>
                          <a:latin typeface="Courier New" panose="02070309020205020404" pitchFamily="49" charset="0"/>
                          <a:cs typeface="Courier New" panose="02070309020205020404" pitchFamily="49" charset="0"/>
                        </a:rPr>
                        <a:t>00001111010100000000</a:t>
                      </a:r>
                      <a:r>
                        <a:rPr lang="es-ES" sz="1000" b="1" i="0" dirty="0">
                          <a:solidFill>
                            <a:schemeClr val="accent5"/>
                          </a:solidFill>
                          <a:latin typeface="Courier New" panose="02070309020205020404" pitchFamily="49" charset="0"/>
                          <a:cs typeface="Courier New" panose="02070309020205020404" pitchFamily="49" charset="0"/>
                        </a:rPr>
                        <a:t>101000110100</a:t>
                      </a:r>
                    </a:p>
                  </a:txBody>
                  <a:tcPr marL="0" marR="0" marT="0" marB="0">
                    <a:noFill/>
                  </a:tcPr>
                </a:tc>
                <a:extLst>
                  <a:ext uri="{0D108BD9-81ED-4DB2-BD59-A6C34878D82A}">
                    <a16:rowId xmlns:a16="http://schemas.microsoft.com/office/drawing/2014/main" val="3955513832"/>
                  </a:ext>
                </a:extLst>
              </a:tr>
              <a:tr h="173272">
                <a:tc>
                  <a:txBody>
                    <a:bodyPr/>
                    <a:lstStyle/>
                    <a:p>
                      <a:pPr algn="ctr"/>
                      <a:r>
                        <a:rPr lang="es-ES" sz="1100" b="1" i="0" dirty="0">
                          <a:solidFill>
                            <a:schemeClr val="bg1">
                              <a:lumMod val="10000"/>
                            </a:schemeClr>
                          </a:solidFill>
                          <a:latin typeface="Courier New" panose="02070309020205020404" pitchFamily="49" charset="0"/>
                          <a:cs typeface="Courier New" panose="02070309020205020404" pitchFamily="49" charset="0"/>
                        </a:rPr>
                        <a:t>and</a:t>
                      </a:r>
                    </a:p>
                  </a:txBody>
                  <a:tcPr marL="0" marR="0" marT="0" marB="0">
                    <a:lnB w="28575" cap="flat" cmpd="sng" algn="ctr">
                      <a:solidFill>
                        <a:schemeClr val="bg1">
                          <a:lumMod val="10000"/>
                        </a:schemeClr>
                      </a:solidFill>
                      <a:prstDash val="solid"/>
                      <a:round/>
                      <a:headEnd type="none" w="med" len="med"/>
                      <a:tailEnd type="none" w="med" len="med"/>
                    </a:lnB>
                    <a:noFill/>
                  </a:tcPr>
                </a:tc>
                <a:tc>
                  <a:txBody>
                    <a:bodyPr/>
                    <a:lstStyle/>
                    <a:p>
                      <a:pPr algn="r"/>
                      <a:r>
                        <a:rPr lang="es-ES" sz="1000" b="1" i="0" dirty="0">
                          <a:solidFill>
                            <a:srgbClr val="C00000"/>
                          </a:solidFill>
                          <a:latin typeface="Courier New" panose="02070309020205020404" pitchFamily="49" charset="0"/>
                          <a:cs typeface="Courier New" panose="02070309020205020404" pitchFamily="49" charset="0"/>
                        </a:rPr>
                        <a:t>00000000000000000000</a:t>
                      </a:r>
                      <a:r>
                        <a:rPr lang="es-ES" sz="1000" b="1" i="0" dirty="0">
                          <a:solidFill>
                            <a:schemeClr val="accent2"/>
                          </a:solidFill>
                          <a:latin typeface="Courier New" panose="02070309020205020404" pitchFamily="49" charset="0"/>
                          <a:cs typeface="Courier New" panose="02070309020205020404" pitchFamily="49" charset="0"/>
                        </a:rPr>
                        <a:t>111111111111</a:t>
                      </a:r>
                    </a:p>
                  </a:txBody>
                  <a:tcPr marL="0" marR="0" marT="0" marB="0">
                    <a:lnB w="28575"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480000673"/>
                  </a:ext>
                </a:extLst>
              </a:tr>
              <a:tr h="173272">
                <a:tc>
                  <a:txBody>
                    <a:bodyPr/>
                    <a:lstStyle/>
                    <a:p>
                      <a:endParaRPr lang="es-ES" sz="1100" b="0"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lnT w="28575" cap="flat" cmpd="sng" algn="ctr">
                      <a:solidFill>
                        <a:schemeClr val="bg1">
                          <a:lumMod val="10000"/>
                        </a:schemeClr>
                      </a:solidFill>
                      <a:prstDash val="solid"/>
                      <a:round/>
                      <a:headEnd type="none" w="med" len="med"/>
                      <a:tailEnd type="none" w="med" len="med"/>
                    </a:lnT>
                    <a:noFill/>
                  </a:tcPr>
                </a:tc>
                <a:tc>
                  <a:txBody>
                    <a:bodyPr/>
                    <a:lstStyle/>
                    <a:p>
                      <a:pPr algn="r"/>
                      <a:r>
                        <a:rPr lang="es-ES" sz="1000" b="1" i="0" dirty="0">
                          <a:solidFill>
                            <a:srgbClr val="C00000"/>
                          </a:solidFill>
                          <a:latin typeface="Courier New" panose="02070309020205020404" pitchFamily="49" charset="0"/>
                          <a:cs typeface="Courier New" panose="02070309020205020404" pitchFamily="49" charset="0"/>
                        </a:rPr>
                        <a:t>00000000000000000000</a:t>
                      </a:r>
                      <a:r>
                        <a:rPr lang="es-ES" sz="1000" b="1" i="0" dirty="0">
                          <a:solidFill>
                            <a:schemeClr val="accent5"/>
                          </a:solidFill>
                          <a:latin typeface="Courier New" panose="02070309020205020404" pitchFamily="49" charset="0"/>
                          <a:cs typeface="Courier New" panose="02070309020205020404" pitchFamily="49" charset="0"/>
                        </a:rPr>
                        <a:t>101000110100</a:t>
                      </a:r>
                    </a:p>
                  </a:txBody>
                  <a:tcPr marL="0" marR="0" marT="0" marB="0">
                    <a:lnT w="28575" cap="flat" cmpd="sng" algn="ctr">
                      <a:solidFill>
                        <a:schemeClr val="bg1">
                          <a:lumMod val="10000"/>
                        </a:schemeClr>
                      </a:solidFill>
                      <a:prstDash val="solid"/>
                      <a:round/>
                      <a:headEnd type="none" w="med" len="med"/>
                      <a:tailEnd type="none" w="med" len="med"/>
                    </a:lnT>
                    <a:noFill/>
                  </a:tcPr>
                </a:tc>
                <a:extLst>
                  <a:ext uri="{0D108BD9-81ED-4DB2-BD59-A6C34878D82A}">
                    <a16:rowId xmlns:a16="http://schemas.microsoft.com/office/drawing/2014/main" val="654711830"/>
                  </a:ext>
                </a:extLst>
              </a:tr>
            </a:tbl>
          </a:graphicData>
        </a:graphic>
      </p:graphicFrame>
      <p:cxnSp>
        <p:nvCxnSpPr>
          <p:cNvPr id="12" name="Conector recto de flecha 11">
            <a:extLst>
              <a:ext uri="{FF2B5EF4-FFF2-40B4-BE49-F238E27FC236}">
                <a16:creationId xmlns:a16="http://schemas.microsoft.com/office/drawing/2014/main" id="{5CE81098-6CFC-5A97-E8BA-BA772388BB66}"/>
              </a:ext>
            </a:extLst>
          </p:cNvPr>
          <p:cNvCxnSpPr>
            <a:cxnSpLocks/>
          </p:cNvCxnSpPr>
          <p:nvPr/>
        </p:nvCxnSpPr>
        <p:spPr>
          <a:xfrm flipH="1" flipV="1">
            <a:off x="7078483" y="4509213"/>
            <a:ext cx="342617" cy="1"/>
          </a:xfrm>
          <a:prstGeom prst="straightConnector1">
            <a:avLst/>
          </a:prstGeom>
          <a:ln>
            <a:solidFill>
              <a:schemeClr val="accent5"/>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a:extLst>
              <a:ext uri="{FF2B5EF4-FFF2-40B4-BE49-F238E27FC236}">
                <a16:creationId xmlns:a16="http://schemas.microsoft.com/office/drawing/2014/main" id="{9691F4CD-870A-E4C0-F7A2-DE50383C3E01}"/>
              </a:ext>
            </a:extLst>
          </p:cNvPr>
          <p:cNvCxnSpPr>
            <a:cxnSpLocks/>
          </p:cNvCxnSpPr>
          <p:nvPr/>
        </p:nvCxnSpPr>
        <p:spPr>
          <a:xfrm flipH="1" flipV="1">
            <a:off x="7078483" y="4687585"/>
            <a:ext cx="342617" cy="1"/>
          </a:xfrm>
          <a:prstGeom prst="straightConnector1">
            <a:avLst/>
          </a:prstGeom>
          <a:ln>
            <a:solidFill>
              <a:schemeClr val="accent5"/>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AA4DBD88-AA7A-F2DE-01F8-3AC50BB5653D}"/>
              </a:ext>
            </a:extLst>
          </p:cNvPr>
          <p:cNvCxnSpPr>
            <a:cxnSpLocks/>
          </p:cNvCxnSpPr>
          <p:nvPr/>
        </p:nvCxnSpPr>
        <p:spPr>
          <a:xfrm flipH="1" flipV="1">
            <a:off x="7078483" y="4856853"/>
            <a:ext cx="342617" cy="1"/>
          </a:xfrm>
          <a:prstGeom prst="straightConnector1">
            <a:avLst/>
          </a:prstGeom>
          <a:ln>
            <a:solidFill>
              <a:schemeClr val="accent5"/>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AB3E3034-87DA-C664-4EFC-4455494E242B}"/>
              </a:ext>
            </a:extLst>
          </p:cNvPr>
          <p:cNvSpPr txBox="1"/>
          <p:nvPr/>
        </p:nvSpPr>
        <p:spPr>
          <a:xfrm>
            <a:off x="1314059" y="4418437"/>
            <a:ext cx="2818015" cy="392415"/>
          </a:xfrm>
          <a:prstGeom prst="rect">
            <a:avLst/>
          </a:prstGeom>
          <a:noFill/>
        </p:spPr>
        <p:txBody>
          <a:bodyPr wrap="square" rtlCol="0">
            <a:spAutoFit/>
          </a:bodyPr>
          <a:lstStyle/>
          <a:p>
            <a:pPr defTabSz="371292" fontAlgn="auto">
              <a:spcBef>
                <a:spcPts val="0"/>
              </a:spcBef>
              <a:spcAft>
                <a:spcPts val="0"/>
              </a:spcAft>
            </a:pPr>
            <a:r>
              <a:rPr lang="es-ES" sz="975" i="1" dirty="0">
                <a:solidFill>
                  <a:srgbClr val="E6E6E6">
                    <a:lumMod val="10000"/>
                  </a:srgbClr>
                </a:solidFill>
                <a:latin typeface="Tw Cen MT" panose="020B0602020104020603"/>
              </a:rPr>
              <a:t>La instrucción </a:t>
            </a:r>
            <a:r>
              <a:rPr lang="es-ES" sz="975" b="1" dirty="0" err="1">
                <a:solidFill>
                  <a:srgbClr val="C00000"/>
                </a:solidFill>
                <a:latin typeface="Courier New" panose="02070309020205020404" pitchFamily="49" charset="0"/>
                <a:cs typeface="Courier New" panose="02070309020205020404" pitchFamily="49" charset="0"/>
              </a:rPr>
              <a:t>or</a:t>
            </a:r>
            <a:r>
              <a:rPr lang="es-ES" sz="975" i="1" dirty="0">
                <a:solidFill>
                  <a:srgbClr val="C00000"/>
                </a:solidFill>
                <a:latin typeface="Tw Cen MT" panose="020B0602020104020603"/>
              </a:rPr>
              <a:t> pone a 1 </a:t>
            </a:r>
            <a:r>
              <a:rPr lang="es-ES" sz="975" i="1" dirty="0">
                <a:solidFill>
                  <a:srgbClr val="E6E6E6">
                    <a:lumMod val="10000"/>
                  </a:srgbClr>
                </a:solidFill>
                <a:latin typeface="Tw Cen MT" panose="020B0602020104020603"/>
              </a:rPr>
              <a:t>aquellos bits del dato cuyos correspondientes en la </a:t>
            </a:r>
            <a:r>
              <a:rPr lang="es-ES" sz="975" i="1" dirty="0">
                <a:solidFill>
                  <a:srgbClr val="C00000"/>
                </a:solidFill>
                <a:latin typeface="Tw Cen MT" panose="020B0602020104020603"/>
              </a:rPr>
              <a:t>máscara estén a 1</a:t>
            </a:r>
          </a:p>
        </p:txBody>
      </p:sp>
      <p:graphicFrame>
        <p:nvGraphicFramePr>
          <p:cNvPr id="22" name="Tabla 21">
            <a:extLst>
              <a:ext uri="{FF2B5EF4-FFF2-40B4-BE49-F238E27FC236}">
                <a16:creationId xmlns:a16="http://schemas.microsoft.com/office/drawing/2014/main" id="{AB8DA0D5-5CC0-C184-151C-2CBD7C890B7C}"/>
              </a:ext>
            </a:extLst>
          </p:cNvPr>
          <p:cNvGraphicFramePr>
            <a:graphicFrameLocks noGrp="1"/>
          </p:cNvGraphicFramePr>
          <p:nvPr/>
        </p:nvGraphicFramePr>
        <p:xfrm>
          <a:off x="4176740" y="5708910"/>
          <a:ext cx="2818014" cy="519816"/>
        </p:xfrm>
        <a:graphic>
          <a:graphicData uri="http://schemas.openxmlformats.org/drawingml/2006/table">
            <a:tbl>
              <a:tblPr firstRow="1" bandRow="1">
                <a:tableStyleId>{073A0DAA-6AF3-43AB-8588-CEC1D06C72B9}</a:tableStyleId>
              </a:tblPr>
              <a:tblGrid>
                <a:gridCol w="376543">
                  <a:extLst>
                    <a:ext uri="{9D8B030D-6E8A-4147-A177-3AD203B41FA5}">
                      <a16:colId xmlns:a16="http://schemas.microsoft.com/office/drawing/2014/main" val="3256160865"/>
                    </a:ext>
                  </a:extLst>
                </a:gridCol>
                <a:gridCol w="2441471">
                  <a:extLst>
                    <a:ext uri="{9D8B030D-6E8A-4147-A177-3AD203B41FA5}">
                      <a16:colId xmlns:a16="http://schemas.microsoft.com/office/drawing/2014/main" val="1261247352"/>
                    </a:ext>
                  </a:extLst>
                </a:gridCol>
              </a:tblGrid>
              <a:tr h="173272">
                <a:tc>
                  <a:txBody>
                    <a:bodyPr/>
                    <a:lstStyle/>
                    <a:p>
                      <a:endParaRPr lang="es-ES" sz="1100" b="0"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noFill/>
                  </a:tcPr>
                </a:tc>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00001111010100000000</a:t>
                      </a:r>
                      <a:r>
                        <a:rPr lang="es-ES" sz="1000" b="1" i="0" dirty="0">
                          <a:solidFill>
                            <a:schemeClr val="accent2"/>
                          </a:solidFill>
                          <a:latin typeface="Courier New" panose="02070309020205020404" pitchFamily="49" charset="0"/>
                          <a:cs typeface="Courier New" panose="02070309020205020404" pitchFamily="49" charset="0"/>
                        </a:rPr>
                        <a:t>101000110100</a:t>
                      </a:r>
                    </a:p>
                  </a:txBody>
                  <a:tcPr marL="0" marR="0" marT="0" marB="0">
                    <a:noFill/>
                  </a:tcPr>
                </a:tc>
                <a:extLst>
                  <a:ext uri="{0D108BD9-81ED-4DB2-BD59-A6C34878D82A}">
                    <a16:rowId xmlns:a16="http://schemas.microsoft.com/office/drawing/2014/main" val="3955513832"/>
                  </a:ext>
                </a:extLst>
              </a:tr>
              <a:tr h="173272">
                <a:tc>
                  <a:txBody>
                    <a:bodyPr/>
                    <a:lstStyle/>
                    <a:p>
                      <a:pPr algn="ctr"/>
                      <a:r>
                        <a:rPr lang="es-ES" sz="1100" b="1" i="0" dirty="0" err="1">
                          <a:solidFill>
                            <a:schemeClr val="bg1">
                              <a:lumMod val="10000"/>
                            </a:schemeClr>
                          </a:solidFill>
                          <a:latin typeface="Courier New" panose="02070309020205020404" pitchFamily="49" charset="0"/>
                          <a:cs typeface="Courier New" panose="02070309020205020404" pitchFamily="49" charset="0"/>
                        </a:rPr>
                        <a:t>xor</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lnB w="28575" cap="flat" cmpd="sng" algn="ctr">
                      <a:solidFill>
                        <a:schemeClr val="bg1">
                          <a:lumMod val="10000"/>
                        </a:schemeClr>
                      </a:solidFill>
                      <a:prstDash val="solid"/>
                      <a:round/>
                      <a:headEnd type="none" w="med" len="med"/>
                      <a:tailEnd type="none" w="med" len="med"/>
                    </a:lnB>
                    <a:noFill/>
                  </a:tcPr>
                </a:tc>
                <a:tc>
                  <a:txBody>
                    <a:bodyPr/>
                    <a:lstStyle/>
                    <a:p>
                      <a:pPr algn="r"/>
                      <a:r>
                        <a:rPr lang="es-ES" sz="1000" b="1" i="0" dirty="0">
                          <a:solidFill>
                            <a:schemeClr val="accent2"/>
                          </a:solidFill>
                          <a:latin typeface="Courier New" panose="02070309020205020404" pitchFamily="49" charset="0"/>
                          <a:cs typeface="Courier New" panose="02070309020205020404" pitchFamily="49" charset="0"/>
                        </a:rPr>
                        <a:t>00000000000000000000</a:t>
                      </a:r>
                      <a:r>
                        <a:rPr lang="es-ES" sz="1000" b="1" i="0" dirty="0">
                          <a:solidFill>
                            <a:srgbClr val="C00000"/>
                          </a:solidFill>
                          <a:latin typeface="Courier New" panose="02070309020205020404" pitchFamily="49" charset="0"/>
                          <a:cs typeface="Courier New" panose="02070309020205020404" pitchFamily="49" charset="0"/>
                        </a:rPr>
                        <a:t>111111111111</a:t>
                      </a:r>
                    </a:p>
                  </a:txBody>
                  <a:tcPr marL="0" marR="0" marT="0" marB="0">
                    <a:lnB w="28575"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480000673"/>
                  </a:ext>
                </a:extLst>
              </a:tr>
              <a:tr h="173272">
                <a:tc>
                  <a:txBody>
                    <a:bodyPr/>
                    <a:lstStyle/>
                    <a:p>
                      <a:endParaRPr lang="es-ES" sz="1100" b="0"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lnT w="28575" cap="flat" cmpd="sng" algn="ctr">
                      <a:solidFill>
                        <a:schemeClr val="bg1">
                          <a:lumMod val="10000"/>
                        </a:schemeClr>
                      </a:solidFill>
                      <a:prstDash val="solid"/>
                      <a:round/>
                      <a:headEnd type="none" w="med" len="med"/>
                      <a:tailEnd type="none" w="med" len="med"/>
                    </a:lnT>
                    <a:noFill/>
                  </a:tcPr>
                </a:tc>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00001111010100000000</a:t>
                      </a:r>
                      <a:r>
                        <a:rPr lang="es-ES" sz="1000" b="1" i="0" dirty="0">
                          <a:solidFill>
                            <a:srgbClr val="C00000"/>
                          </a:solidFill>
                          <a:latin typeface="Courier New" panose="02070309020205020404" pitchFamily="49" charset="0"/>
                          <a:cs typeface="Courier New" panose="02070309020205020404" pitchFamily="49" charset="0"/>
                        </a:rPr>
                        <a:t>010111001011</a:t>
                      </a:r>
                    </a:p>
                  </a:txBody>
                  <a:tcPr marL="0" marR="0" marT="0" marB="0">
                    <a:lnT w="28575" cap="flat" cmpd="sng" algn="ctr">
                      <a:solidFill>
                        <a:schemeClr val="bg1">
                          <a:lumMod val="10000"/>
                        </a:schemeClr>
                      </a:solidFill>
                      <a:prstDash val="solid"/>
                      <a:round/>
                      <a:headEnd type="none" w="med" len="med"/>
                      <a:tailEnd type="none" w="med" len="med"/>
                    </a:lnT>
                    <a:noFill/>
                  </a:tcPr>
                </a:tc>
                <a:extLst>
                  <a:ext uri="{0D108BD9-81ED-4DB2-BD59-A6C34878D82A}">
                    <a16:rowId xmlns:a16="http://schemas.microsoft.com/office/drawing/2014/main" val="654711830"/>
                  </a:ext>
                </a:extLst>
              </a:tr>
            </a:tbl>
          </a:graphicData>
        </a:graphic>
      </p:graphicFrame>
      <p:sp>
        <p:nvSpPr>
          <p:cNvPr id="23" name="CuadroTexto 22">
            <a:extLst>
              <a:ext uri="{FF2B5EF4-FFF2-40B4-BE49-F238E27FC236}">
                <a16:creationId xmlns:a16="http://schemas.microsoft.com/office/drawing/2014/main" id="{F640AC91-ED43-3865-16CE-E5511E9ADEB4}"/>
              </a:ext>
            </a:extLst>
          </p:cNvPr>
          <p:cNvSpPr txBox="1"/>
          <p:nvPr/>
        </p:nvSpPr>
        <p:spPr>
          <a:xfrm>
            <a:off x="1314059" y="5044543"/>
            <a:ext cx="2818015" cy="392415"/>
          </a:xfrm>
          <a:prstGeom prst="rect">
            <a:avLst/>
          </a:prstGeom>
          <a:noFill/>
        </p:spPr>
        <p:txBody>
          <a:bodyPr wrap="square" rtlCol="0">
            <a:spAutoFit/>
          </a:bodyPr>
          <a:lstStyle/>
          <a:p>
            <a:pPr defTabSz="371292" fontAlgn="auto">
              <a:spcBef>
                <a:spcPts val="0"/>
              </a:spcBef>
              <a:spcAft>
                <a:spcPts val="0"/>
              </a:spcAft>
            </a:pPr>
            <a:r>
              <a:rPr lang="es-ES" sz="975" i="1" dirty="0">
                <a:solidFill>
                  <a:srgbClr val="E6E6E6">
                    <a:lumMod val="10000"/>
                  </a:srgbClr>
                </a:solidFill>
                <a:latin typeface="Tw Cen MT" panose="020B0602020104020603"/>
              </a:rPr>
              <a:t>La instrucción </a:t>
            </a:r>
            <a:r>
              <a:rPr lang="es-ES" sz="975" b="1" dirty="0">
                <a:solidFill>
                  <a:srgbClr val="C00000"/>
                </a:solidFill>
                <a:latin typeface="Courier New" panose="02070309020205020404" pitchFamily="49" charset="0"/>
                <a:cs typeface="Courier New" panose="02070309020205020404" pitchFamily="49" charset="0"/>
              </a:rPr>
              <a:t>and</a:t>
            </a:r>
            <a:r>
              <a:rPr lang="es-ES" sz="975" i="1" dirty="0">
                <a:solidFill>
                  <a:srgbClr val="C00000"/>
                </a:solidFill>
                <a:latin typeface="Tw Cen MT" panose="020B0602020104020603"/>
              </a:rPr>
              <a:t> pone a 0 </a:t>
            </a:r>
            <a:r>
              <a:rPr lang="es-ES" sz="975" i="1" dirty="0">
                <a:solidFill>
                  <a:srgbClr val="E6E6E6">
                    <a:lumMod val="10000"/>
                  </a:srgbClr>
                </a:solidFill>
                <a:latin typeface="Tw Cen MT" panose="020B0602020104020603"/>
              </a:rPr>
              <a:t>aquellos bits del dato cuyos correspondientes en la </a:t>
            </a:r>
            <a:r>
              <a:rPr lang="es-ES" sz="975" i="1" dirty="0">
                <a:solidFill>
                  <a:srgbClr val="C00000"/>
                </a:solidFill>
                <a:latin typeface="Tw Cen MT" panose="020B0602020104020603"/>
              </a:rPr>
              <a:t>máscara estén a 0</a:t>
            </a:r>
          </a:p>
        </p:txBody>
      </p:sp>
      <p:sp>
        <p:nvSpPr>
          <p:cNvPr id="24" name="CuadroTexto 23">
            <a:extLst>
              <a:ext uri="{FF2B5EF4-FFF2-40B4-BE49-F238E27FC236}">
                <a16:creationId xmlns:a16="http://schemas.microsoft.com/office/drawing/2014/main" id="{5FE12419-1AAB-D32D-ADD3-EACFE414F0F6}"/>
              </a:ext>
            </a:extLst>
          </p:cNvPr>
          <p:cNvSpPr txBox="1"/>
          <p:nvPr/>
        </p:nvSpPr>
        <p:spPr>
          <a:xfrm>
            <a:off x="1314059" y="5682528"/>
            <a:ext cx="2818015" cy="392415"/>
          </a:xfrm>
          <a:prstGeom prst="rect">
            <a:avLst/>
          </a:prstGeom>
          <a:noFill/>
        </p:spPr>
        <p:txBody>
          <a:bodyPr wrap="square" rtlCol="0">
            <a:spAutoFit/>
          </a:bodyPr>
          <a:lstStyle/>
          <a:p>
            <a:pPr defTabSz="371292" fontAlgn="auto">
              <a:spcBef>
                <a:spcPts val="0"/>
              </a:spcBef>
              <a:spcAft>
                <a:spcPts val="0"/>
              </a:spcAft>
            </a:pPr>
            <a:r>
              <a:rPr lang="es-ES" sz="975" i="1" dirty="0">
                <a:solidFill>
                  <a:srgbClr val="E6E6E6">
                    <a:lumMod val="10000"/>
                  </a:srgbClr>
                </a:solidFill>
                <a:latin typeface="Tw Cen MT" panose="020B0602020104020603"/>
              </a:rPr>
              <a:t>La instrucción </a:t>
            </a:r>
            <a:r>
              <a:rPr lang="es-ES" sz="975" b="1" dirty="0" err="1">
                <a:solidFill>
                  <a:srgbClr val="C00000"/>
                </a:solidFill>
                <a:latin typeface="Courier New" panose="02070309020205020404" pitchFamily="49" charset="0"/>
                <a:cs typeface="Courier New" panose="02070309020205020404" pitchFamily="49" charset="0"/>
              </a:rPr>
              <a:t>xor</a:t>
            </a:r>
            <a:r>
              <a:rPr lang="es-ES" sz="975" i="1" dirty="0">
                <a:solidFill>
                  <a:srgbClr val="C00000"/>
                </a:solidFill>
                <a:latin typeface="Tw Cen MT" panose="020B0602020104020603"/>
              </a:rPr>
              <a:t> complementa </a:t>
            </a:r>
            <a:r>
              <a:rPr lang="es-ES" sz="975" i="1" dirty="0">
                <a:solidFill>
                  <a:srgbClr val="E6E6E6">
                    <a:lumMod val="10000"/>
                  </a:srgbClr>
                </a:solidFill>
                <a:latin typeface="Tw Cen MT" panose="020B0602020104020603"/>
              </a:rPr>
              <a:t>aquellos bits del dato cuyos correspondientes en la </a:t>
            </a:r>
            <a:r>
              <a:rPr lang="es-ES" sz="975" i="1" dirty="0">
                <a:solidFill>
                  <a:srgbClr val="C00000"/>
                </a:solidFill>
                <a:latin typeface="Tw Cen MT" panose="020B0602020104020603"/>
              </a:rPr>
              <a:t>máscara estén a 1</a:t>
            </a:r>
          </a:p>
        </p:txBody>
      </p:sp>
      <p:sp>
        <p:nvSpPr>
          <p:cNvPr id="6" name="Marcador de número de diapositiva 5">
            <a:extLst>
              <a:ext uri="{FF2B5EF4-FFF2-40B4-BE49-F238E27FC236}">
                <a16:creationId xmlns:a16="http://schemas.microsoft.com/office/drawing/2014/main" id="{6A1365F1-9B3E-243D-E781-860477F48B59}"/>
              </a:ext>
            </a:extLst>
          </p:cNvPr>
          <p:cNvSpPr>
            <a:spLocks noGrp="1"/>
          </p:cNvSpPr>
          <p:nvPr>
            <p:ph type="sldNum" sz="quarter" idx="12"/>
          </p:nvPr>
        </p:nvSpPr>
        <p:spPr/>
        <p:txBody>
          <a:bodyPr/>
          <a:lstStyle/>
          <a:p>
            <a:pPr defTabSz="371292" fontAlgn="auto">
              <a:spcBef>
                <a:spcPts val="0"/>
              </a:spcBef>
              <a:spcAft>
                <a:spcPts val="0"/>
              </a:spcAft>
            </a:pPr>
            <a:fld id="{6D22F896-40B5-4ADD-8801-0D06FADFA095}" type="slidenum">
              <a:rPr lang="es-ES">
                <a:solidFill>
                  <a:srgbClr val="E6E6E6">
                    <a:lumMod val="10000"/>
                  </a:srgbClr>
                </a:solidFill>
                <a:latin typeface="Tw Cen MT" panose="020B0602020104020603"/>
              </a:rPr>
              <a:pPr defTabSz="371292" fontAlgn="auto">
                <a:spcBef>
                  <a:spcPts val="0"/>
                </a:spcBef>
                <a:spcAft>
                  <a:spcPts val="0"/>
                </a:spcAft>
              </a:pPr>
              <a:t>122</a:t>
            </a:fld>
            <a:endParaRPr lang="es-ES">
              <a:solidFill>
                <a:srgbClr val="E6E6E6">
                  <a:lumMod val="10000"/>
                </a:srgbClr>
              </a:solidFill>
              <a:latin typeface="Tw Cen MT" panose="020B0602020104020603"/>
            </a:endParaRPr>
          </a:p>
        </p:txBody>
      </p:sp>
    </p:spTree>
    <p:extLst>
      <p:ext uri="{BB962C8B-B14F-4D97-AF65-F5344CB8AC3E}">
        <p14:creationId xmlns:p14="http://schemas.microsoft.com/office/powerpoint/2010/main" val="33388764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B64ABE-6E04-6674-1ED5-46EA7B9C8D1B}"/>
              </a:ext>
            </a:extLst>
          </p:cNvPr>
          <p:cNvSpPr>
            <a:spLocks noGrp="1"/>
          </p:cNvSpPr>
          <p:nvPr>
            <p:ph type="title"/>
          </p:nvPr>
        </p:nvSpPr>
        <p:spPr>
          <a:xfrm>
            <a:off x="926952" y="1260279"/>
            <a:ext cx="8044754" cy="1200761"/>
          </a:xfrm>
        </p:spPr>
        <p:txBody>
          <a:bodyPr/>
          <a:lstStyle/>
          <a:p>
            <a:r>
              <a:rPr lang="es-ES" sz="3573" dirty="0">
                <a:latin typeface="Rockwell" panose="02060603020205020403" pitchFamily="18" charset="0"/>
              </a:rPr>
              <a:t>Repertorio de instrucciones:</a:t>
            </a:r>
            <a:br>
              <a:rPr lang="es-ES" sz="3573" dirty="0">
                <a:latin typeface="Rockwell" panose="02060603020205020403" pitchFamily="18" charset="0"/>
              </a:rPr>
            </a:br>
            <a:r>
              <a:rPr lang="es-ES" sz="2599" dirty="0">
                <a:solidFill>
                  <a:schemeClr val="accent2"/>
                </a:solidFill>
                <a:latin typeface="Rockwell" panose="02060603020205020403" pitchFamily="18" charset="0"/>
              </a:rPr>
              <a:t>lógicas (III)</a:t>
            </a:r>
          </a:p>
        </p:txBody>
      </p:sp>
      <p:graphicFrame>
        <p:nvGraphicFramePr>
          <p:cNvPr id="22" name="Marcador de contenido 5">
            <a:extLst>
              <a:ext uri="{FF2B5EF4-FFF2-40B4-BE49-F238E27FC236}">
                <a16:creationId xmlns:a16="http://schemas.microsoft.com/office/drawing/2014/main" id="{F662A3E1-341C-2CDA-2CDE-A8C4B4B7B04F}"/>
              </a:ext>
            </a:extLst>
          </p:cNvPr>
          <p:cNvGraphicFramePr>
            <a:graphicFrameLocks/>
          </p:cNvGraphicFramePr>
          <p:nvPr/>
        </p:nvGraphicFramePr>
        <p:xfrm>
          <a:off x="926953" y="3002065"/>
          <a:ext cx="8044755" cy="2825981"/>
        </p:xfrm>
        <a:graphic>
          <a:graphicData uri="http://schemas.openxmlformats.org/drawingml/2006/table">
            <a:tbl>
              <a:tblPr firstRow="1" bandRow="1">
                <a:tableStyleId>{2D5ABB26-0587-4C30-8999-92F81FD0307C}</a:tableStyleId>
              </a:tblPr>
              <a:tblGrid>
                <a:gridCol w="2343732">
                  <a:extLst>
                    <a:ext uri="{9D8B030D-6E8A-4147-A177-3AD203B41FA5}">
                      <a16:colId xmlns:a16="http://schemas.microsoft.com/office/drawing/2014/main" val="936975246"/>
                    </a:ext>
                  </a:extLst>
                </a:gridCol>
                <a:gridCol w="1741817">
                  <a:extLst>
                    <a:ext uri="{9D8B030D-6E8A-4147-A177-3AD203B41FA5}">
                      <a16:colId xmlns:a16="http://schemas.microsoft.com/office/drawing/2014/main" val="1489359660"/>
                    </a:ext>
                  </a:extLst>
                </a:gridCol>
                <a:gridCol w="3959206">
                  <a:extLst>
                    <a:ext uri="{9D8B030D-6E8A-4147-A177-3AD203B41FA5}">
                      <a16:colId xmlns:a16="http://schemas.microsoft.com/office/drawing/2014/main" val="3571882013"/>
                    </a:ext>
                  </a:extLst>
                </a:gridCol>
              </a:tblGrid>
              <a:tr h="301163">
                <a:tc>
                  <a:txBody>
                    <a:bodyPr/>
                    <a:lstStyle/>
                    <a:p>
                      <a:pPr algn="l"/>
                      <a:r>
                        <a:rPr lang="es-ES" sz="1300" b="1" dirty="0">
                          <a:solidFill>
                            <a:schemeClr val="bg1">
                              <a:lumMod val="10000"/>
                            </a:schemeClr>
                          </a:solidFill>
                        </a:rPr>
                        <a:t>Instrucción</a:t>
                      </a:r>
                      <a:endParaRPr lang="es-ES" sz="13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l"/>
                      <a:r>
                        <a:rPr lang="es-ES" sz="1300" b="1" dirty="0">
                          <a:solidFill>
                            <a:schemeClr val="bg1">
                              <a:lumMod val="10000"/>
                            </a:schemeClr>
                          </a:solidFill>
                        </a:rPr>
                        <a:t>Operación</a:t>
                      </a:r>
                      <a:endParaRPr lang="es-ES" sz="13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l"/>
                      <a:r>
                        <a:rPr lang="es-ES" sz="1300" b="1" dirty="0">
                          <a:solidFill>
                            <a:schemeClr val="bg1">
                              <a:lumMod val="10000"/>
                            </a:schemeClr>
                          </a:solidFill>
                        </a:rPr>
                        <a:t>Descripción</a:t>
                      </a:r>
                    </a:p>
                  </a:txBody>
                  <a:tcPr marL="74259" marR="74259" marT="37130" marB="37130">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653347337"/>
                  </a:ext>
                </a:extLst>
              </a:tr>
              <a:tr h="420803">
                <a:tc>
                  <a:txBody>
                    <a:bodyPr/>
                    <a:lstStyle/>
                    <a:p>
                      <a:pPr algn="l"/>
                      <a:r>
                        <a:rPr lang="es-ES" sz="1100" b="1" i="0" dirty="0">
                          <a:solidFill>
                            <a:schemeClr val="accent2"/>
                          </a:solidFill>
                          <a:latin typeface="Courier New" panose="02070309020205020404" pitchFamily="49" charset="0"/>
                          <a:cs typeface="Courier New" panose="02070309020205020404" pitchFamily="49" charset="0"/>
                        </a:rPr>
                        <a:t>and</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dirty="0" err="1">
                          <a:solidFill>
                            <a:schemeClr val="bg1">
                              <a:lumMod val="10000"/>
                            </a:schemeClr>
                          </a:solidFill>
                          <a:latin typeface="Courier New" panose="02070309020205020404" pitchFamily="49" charset="0"/>
                          <a:cs typeface="Courier New" panose="02070309020205020404" pitchFamily="49" charset="0"/>
                        </a:rPr>
                        <a:t>rd</a:t>
                      </a:r>
                      <a:r>
                        <a:rPr lang="es-ES" sz="1100" b="1" i="0" dirty="0">
                          <a:solidFill>
                            <a:schemeClr val="bg1">
                              <a:lumMod val="10000"/>
                            </a:schemeClr>
                          </a:solidFill>
                          <a:latin typeface="Courier New" panose="02070309020205020404" pitchFamily="49" charset="0"/>
                          <a:cs typeface="Courier New" panose="02070309020205020404" pitchFamily="49" charset="0"/>
                        </a:rPr>
                        <a:t>, rs1, rs2</a:t>
                      </a:r>
                    </a:p>
                  </a:txBody>
                  <a:tcPr marL="74259" marR="74259" marT="37130" marB="37130">
                    <a:lnT w="12700" cap="flat" cmpd="sng" algn="ctr">
                      <a:solidFill>
                        <a:schemeClr val="accent2"/>
                      </a:solidFill>
                      <a:prstDash val="solid"/>
                      <a:round/>
                      <a:headEnd type="none" w="med" len="med"/>
                      <a:tailEnd type="none" w="med" len="med"/>
                    </a:lnT>
                    <a:solidFill>
                      <a:schemeClr val="accent2">
                        <a:lumMod val="20000"/>
                        <a:lumOff val="80000"/>
                      </a:schemeClr>
                    </a:solidFill>
                  </a:tcPr>
                </a:tc>
                <a:tc>
                  <a:txBody>
                    <a:bodyPr/>
                    <a:lstStyle/>
                    <a:p>
                      <a:pPr algn="l"/>
                      <a:r>
                        <a:rPr lang="es-ES" sz="1100" b="0" dirty="0" err="1">
                          <a:solidFill>
                            <a:schemeClr val="bg1">
                              <a:lumMod val="10000"/>
                            </a:schemeClr>
                          </a:solidFill>
                        </a:rPr>
                        <a:t>rd</a:t>
                      </a:r>
                      <a:r>
                        <a:rPr lang="es-ES" sz="1100" b="0" dirty="0">
                          <a:solidFill>
                            <a:schemeClr val="bg1">
                              <a:lumMod val="10000"/>
                            </a:schemeClr>
                          </a:solidFill>
                        </a:rPr>
                        <a:t> </a:t>
                      </a:r>
                      <a:r>
                        <a:rPr lang="es-ES" sz="1100" b="0" dirty="0">
                          <a:solidFill>
                            <a:schemeClr val="bg1">
                              <a:lumMod val="10000"/>
                            </a:schemeClr>
                          </a:solidFill>
                          <a:sym typeface="Wingdings" pitchFamily="2" charset="2"/>
                        </a:rPr>
                        <a:t> rs1 &amp; rs2</a:t>
                      </a:r>
                      <a:endParaRPr lang="es-ES" sz="1100" b="0" i="0" dirty="0">
                        <a:solidFill>
                          <a:schemeClr val="bg1">
                            <a:lumMod val="10000"/>
                          </a:schemeClr>
                        </a:solidFill>
                        <a:latin typeface="+mn-lt"/>
                        <a:cs typeface="Courier New" panose="02070309020205020404" pitchFamily="49" charset="0"/>
                      </a:endParaRPr>
                    </a:p>
                  </a:txBody>
                  <a:tcPr marL="74259" marR="74259" marT="37130" marB="37130">
                    <a:lnT w="12700" cap="flat" cmpd="sng" algn="ctr">
                      <a:solidFill>
                        <a:schemeClr val="accent2"/>
                      </a:solidFill>
                      <a:prstDash val="solid"/>
                      <a:round/>
                      <a:headEnd type="none" w="med" len="med"/>
                      <a:tailEnd type="none" w="med" len="med"/>
                    </a:lnT>
                    <a:solidFill>
                      <a:schemeClr val="accent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rgbClr val="C00000"/>
                          </a:solidFill>
                        </a:rPr>
                        <a:t>and</a:t>
                      </a:r>
                      <a:r>
                        <a:rPr lang="es-ES" sz="1100" b="0" dirty="0">
                          <a:solidFill>
                            <a:schemeClr val="bg1">
                              <a:lumMod val="10000"/>
                            </a:schemeClr>
                          </a:solidFill>
                        </a:rPr>
                        <a:t> </a:t>
                      </a:r>
                    </a:p>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rPr>
                        <a:t>“y lógica” bit a bit</a:t>
                      </a:r>
                      <a:endParaRPr lang="es-ES" sz="1100" b="0" dirty="0">
                        <a:solidFill>
                          <a:schemeClr val="accent2"/>
                        </a:solidFill>
                        <a:latin typeface="+mn-lt"/>
                      </a:endParaRPr>
                    </a:p>
                  </a:txBody>
                  <a:tcPr marL="74259" marR="74259" marT="37130" marB="37130">
                    <a:lnT w="12700" cap="flat" cmpd="sng" algn="ctr">
                      <a:solidFill>
                        <a:schemeClr val="accent2"/>
                      </a:solidFill>
                      <a:prstDash val="solid"/>
                      <a:round/>
                      <a:headEnd type="none" w="med" len="med"/>
                      <a:tailEnd type="none" w="med" len="med"/>
                    </a:lnT>
                    <a:solidFill>
                      <a:schemeClr val="accent2">
                        <a:lumMod val="20000"/>
                        <a:lumOff val="80000"/>
                      </a:schemeClr>
                    </a:solidFill>
                  </a:tcPr>
                </a:tc>
                <a:extLst>
                  <a:ext uri="{0D108BD9-81ED-4DB2-BD59-A6C34878D82A}">
                    <a16:rowId xmlns:a16="http://schemas.microsoft.com/office/drawing/2014/main" val="675244972"/>
                  </a:ext>
                </a:extLst>
              </a:tr>
              <a:tr h="420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1" i="0" dirty="0" err="1">
                          <a:solidFill>
                            <a:schemeClr val="accent2"/>
                          </a:solidFill>
                          <a:latin typeface="Courier New" panose="02070309020205020404" pitchFamily="49" charset="0"/>
                          <a:cs typeface="Courier New" panose="02070309020205020404" pitchFamily="49" charset="0"/>
                        </a:rPr>
                        <a:t>or</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dirty="0" err="1">
                          <a:solidFill>
                            <a:schemeClr val="bg1">
                              <a:lumMod val="10000"/>
                            </a:schemeClr>
                          </a:solidFill>
                          <a:latin typeface="Courier New" panose="02070309020205020404" pitchFamily="49" charset="0"/>
                          <a:cs typeface="Courier New" panose="02070309020205020404" pitchFamily="49" charset="0"/>
                        </a:rPr>
                        <a:t>rd</a:t>
                      </a:r>
                      <a:r>
                        <a:rPr lang="es-ES" sz="1100" b="1" i="0" dirty="0">
                          <a:solidFill>
                            <a:schemeClr val="bg1">
                              <a:lumMod val="10000"/>
                            </a:schemeClr>
                          </a:solidFill>
                          <a:latin typeface="Courier New" panose="02070309020205020404" pitchFamily="49" charset="0"/>
                          <a:cs typeface="Courier New" panose="02070309020205020404" pitchFamily="49" charset="0"/>
                        </a:rPr>
                        <a:t>, rs1, rs2</a:t>
                      </a:r>
                    </a:p>
                  </a:txBody>
                  <a:tcPr marL="74259" marR="74259" marT="37130" marB="3713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0" dirty="0" err="1">
                          <a:solidFill>
                            <a:schemeClr val="bg1">
                              <a:lumMod val="10000"/>
                            </a:schemeClr>
                          </a:solidFill>
                        </a:rPr>
                        <a:t>rd</a:t>
                      </a:r>
                      <a:r>
                        <a:rPr lang="es-ES" sz="1100" b="0" dirty="0">
                          <a:solidFill>
                            <a:schemeClr val="bg1">
                              <a:lumMod val="10000"/>
                            </a:schemeClr>
                          </a:solidFill>
                        </a:rPr>
                        <a:t> </a:t>
                      </a:r>
                      <a:r>
                        <a:rPr lang="es-ES" sz="1100" b="0" dirty="0">
                          <a:solidFill>
                            <a:schemeClr val="bg1">
                              <a:lumMod val="10000"/>
                            </a:schemeClr>
                          </a:solidFill>
                          <a:sym typeface="Wingdings" pitchFamily="2" charset="2"/>
                        </a:rPr>
                        <a:t> rs1 | </a:t>
                      </a:r>
                      <a:r>
                        <a:rPr lang="es-ES" sz="1100" b="0" baseline="0" dirty="0">
                          <a:solidFill>
                            <a:schemeClr val="bg1">
                              <a:lumMod val="10000"/>
                            </a:schemeClr>
                          </a:solidFill>
                          <a:sym typeface="Wingdings" pitchFamily="2" charset="2"/>
                        </a:rPr>
                        <a:t>rs2</a:t>
                      </a:r>
                      <a:endParaRPr lang="es-ES" sz="1100" b="0" i="0" baseline="-25000" dirty="0">
                        <a:solidFill>
                          <a:schemeClr val="bg1">
                            <a:lumMod val="10000"/>
                          </a:schemeClr>
                        </a:solidFill>
                        <a:latin typeface="+mn-lt"/>
                        <a:cs typeface="Courier New" panose="02070309020205020404" pitchFamily="49" charset="0"/>
                      </a:endParaRPr>
                    </a:p>
                  </a:txBody>
                  <a:tcPr marL="74259" marR="74259" marT="37130" marB="3713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err="1">
                          <a:solidFill>
                            <a:srgbClr val="C00000"/>
                          </a:solidFill>
                        </a:rPr>
                        <a:t>or</a:t>
                      </a:r>
                      <a:endParaRPr lang="es-ES" sz="1100" b="0" dirty="0">
                        <a:solidFill>
                          <a:srgbClr val="C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rPr>
                        <a:t>”o lógica” bit a bit</a:t>
                      </a:r>
                    </a:p>
                  </a:txBody>
                  <a:tcPr marL="74259" marR="74259" marT="37130" marB="37130"/>
                </a:tc>
                <a:extLst>
                  <a:ext uri="{0D108BD9-81ED-4DB2-BD59-A6C34878D82A}">
                    <a16:rowId xmlns:a16="http://schemas.microsoft.com/office/drawing/2014/main" val="3628958978"/>
                  </a:ext>
                </a:extLst>
              </a:tr>
              <a:tr h="420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1" i="0" dirty="0" err="1">
                          <a:solidFill>
                            <a:schemeClr val="accent2"/>
                          </a:solidFill>
                          <a:latin typeface="Courier New" panose="02070309020205020404" pitchFamily="49" charset="0"/>
                          <a:cs typeface="Courier New" panose="02070309020205020404" pitchFamily="49" charset="0"/>
                        </a:rPr>
                        <a:t>xor</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dirty="0" err="1">
                          <a:solidFill>
                            <a:schemeClr val="bg1">
                              <a:lumMod val="10000"/>
                            </a:schemeClr>
                          </a:solidFill>
                          <a:latin typeface="Courier New" panose="02070309020205020404" pitchFamily="49" charset="0"/>
                          <a:cs typeface="Courier New" panose="02070309020205020404" pitchFamily="49" charset="0"/>
                        </a:rPr>
                        <a:t>rd</a:t>
                      </a:r>
                      <a:r>
                        <a:rPr lang="es-ES" sz="1100" b="1" i="0" dirty="0">
                          <a:solidFill>
                            <a:schemeClr val="bg1">
                              <a:lumMod val="10000"/>
                            </a:schemeClr>
                          </a:solidFill>
                          <a:latin typeface="Courier New" panose="02070309020205020404" pitchFamily="49" charset="0"/>
                          <a:cs typeface="Courier New" panose="02070309020205020404" pitchFamily="49" charset="0"/>
                        </a:rPr>
                        <a:t>, rs1, rs2</a:t>
                      </a:r>
                    </a:p>
                  </a:txBody>
                  <a:tcPr marL="74259" marR="74259" marT="37130" marB="37130">
                    <a:lnB w="12700" cap="flat" cmpd="sng" algn="ctr">
                      <a:solidFill>
                        <a:srgbClr val="C00000"/>
                      </a:solidFill>
                      <a:prstDash val="dash"/>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0" dirty="0" err="1">
                          <a:solidFill>
                            <a:schemeClr val="bg1">
                              <a:lumMod val="10000"/>
                            </a:schemeClr>
                          </a:solidFill>
                        </a:rPr>
                        <a:t>rd</a:t>
                      </a:r>
                      <a:r>
                        <a:rPr lang="es-ES" sz="1100" b="0" dirty="0">
                          <a:solidFill>
                            <a:schemeClr val="bg1">
                              <a:lumMod val="10000"/>
                            </a:schemeClr>
                          </a:solidFill>
                        </a:rPr>
                        <a:t> </a:t>
                      </a:r>
                      <a:r>
                        <a:rPr lang="es-ES" sz="1100" b="0" dirty="0">
                          <a:solidFill>
                            <a:schemeClr val="bg1">
                              <a:lumMod val="10000"/>
                            </a:schemeClr>
                          </a:solidFill>
                          <a:sym typeface="Wingdings" pitchFamily="2" charset="2"/>
                        </a:rPr>
                        <a:t> rs1 ^ r</a:t>
                      </a:r>
                      <a:r>
                        <a:rPr lang="es-ES" sz="1100" b="0" baseline="0" dirty="0">
                          <a:solidFill>
                            <a:schemeClr val="bg1">
                              <a:lumMod val="10000"/>
                            </a:schemeClr>
                          </a:solidFill>
                          <a:sym typeface="Wingdings" pitchFamily="2" charset="2"/>
                        </a:rPr>
                        <a:t>s2</a:t>
                      </a:r>
                      <a:endParaRPr lang="es-ES" sz="1100" b="0" i="0" baseline="-25000" dirty="0">
                        <a:solidFill>
                          <a:schemeClr val="bg1">
                            <a:lumMod val="10000"/>
                          </a:schemeClr>
                        </a:solidFill>
                        <a:latin typeface="+mn-lt"/>
                        <a:cs typeface="Courier New" panose="02070309020205020404" pitchFamily="49" charset="0"/>
                      </a:endParaRPr>
                    </a:p>
                  </a:txBody>
                  <a:tcPr marL="74259" marR="74259" marT="37130" marB="37130">
                    <a:lnB w="12700" cap="flat" cmpd="sng" algn="ctr">
                      <a:solidFill>
                        <a:srgbClr val="C00000"/>
                      </a:solidFill>
                      <a:prstDash val="dash"/>
                      <a:round/>
                      <a:headEnd type="none" w="med" len="med"/>
                      <a:tailEnd type="none" w="med" len="med"/>
                    </a:lnB>
                    <a:solidFill>
                      <a:schemeClr val="accent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err="1">
                          <a:solidFill>
                            <a:srgbClr val="C00000"/>
                          </a:solidFill>
                        </a:rPr>
                        <a:t>xor</a:t>
                      </a:r>
                      <a:endParaRPr lang="es-ES" sz="1100" b="0" dirty="0">
                        <a:solidFill>
                          <a:schemeClr val="bg1">
                            <a:lumMod val="10000"/>
                          </a:schemeClr>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rPr>
                        <a:t>”o-exclusiva lógica” bit a bit</a:t>
                      </a:r>
                      <a:endParaRPr lang="es-ES" sz="1100" b="0" dirty="0">
                        <a:solidFill>
                          <a:schemeClr val="accent2"/>
                        </a:solidFill>
                        <a:latin typeface="+mn-lt"/>
                      </a:endParaRPr>
                    </a:p>
                  </a:txBody>
                  <a:tcPr marL="74259" marR="74259" marT="37130" marB="37130">
                    <a:lnB w="12700" cap="flat" cmpd="sng" algn="ctr">
                      <a:solidFill>
                        <a:srgbClr val="C00000"/>
                      </a:solidFill>
                      <a:prstDash val="dash"/>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999614752"/>
                  </a:ext>
                </a:extLst>
              </a:tr>
              <a:tr h="420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1" i="0" dirty="0" err="1">
                          <a:solidFill>
                            <a:schemeClr val="accent2"/>
                          </a:solidFill>
                          <a:latin typeface="Courier New" panose="02070309020205020404" pitchFamily="49" charset="0"/>
                          <a:cs typeface="Courier New" panose="02070309020205020404" pitchFamily="49" charset="0"/>
                        </a:rPr>
                        <a:t>andi</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dirty="0" err="1">
                          <a:solidFill>
                            <a:schemeClr val="bg1">
                              <a:lumMod val="10000"/>
                            </a:schemeClr>
                          </a:solidFill>
                          <a:latin typeface="Courier New" panose="02070309020205020404" pitchFamily="49" charset="0"/>
                          <a:cs typeface="Courier New" panose="02070309020205020404" pitchFamily="49" charset="0"/>
                        </a:rPr>
                        <a:t>rd</a:t>
                      </a:r>
                      <a:r>
                        <a:rPr lang="es-ES" sz="1100" b="1" i="0" dirty="0">
                          <a:solidFill>
                            <a:schemeClr val="bg1">
                              <a:lumMod val="10000"/>
                            </a:schemeClr>
                          </a:solidFill>
                          <a:latin typeface="Courier New" panose="02070309020205020404" pitchFamily="49" charset="0"/>
                          <a:cs typeface="Courier New" panose="02070309020205020404" pitchFamily="49" charset="0"/>
                        </a:rPr>
                        <a:t>, rs1, imm</a:t>
                      </a:r>
                      <a:r>
                        <a:rPr lang="es-ES" sz="1100" b="1" i="0" baseline="-25000" dirty="0">
                          <a:solidFill>
                            <a:schemeClr val="bg1">
                              <a:lumMod val="10000"/>
                            </a:schemeClr>
                          </a:solidFill>
                          <a:latin typeface="Courier New" panose="02070309020205020404" pitchFamily="49" charset="0"/>
                          <a:cs typeface="Courier New" panose="02070309020205020404" pitchFamily="49" charset="0"/>
                        </a:rPr>
                        <a:t>12b</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T w="12700" cap="flat" cmpd="sng" algn="ctr">
                      <a:solidFill>
                        <a:srgbClr val="C00000"/>
                      </a:solidFill>
                      <a:prstDash val="dash"/>
                      <a:round/>
                      <a:headEnd type="none" w="med" len="med"/>
                      <a:tailEnd type="none" w="med" len="med"/>
                    </a:lnT>
                  </a:tcPr>
                </a:tc>
                <a:tc>
                  <a:txBody>
                    <a:bodyPr/>
                    <a:lstStyle/>
                    <a:p>
                      <a:pPr algn="l"/>
                      <a:r>
                        <a:rPr lang="es-ES" sz="1100" b="0" dirty="0" err="1">
                          <a:solidFill>
                            <a:schemeClr val="bg1">
                              <a:lumMod val="10000"/>
                            </a:schemeClr>
                          </a:solidFill>
                        </a:rPr>
                        <a:t>rd</a:t>
                      </a:r>
                      <a:r>
                        <a:rPr lang="es-ES" sz="1100" b="0" dirty="0">
                          <a:solidFill>
                            <a:schemeClr val="bg1">
                              <a:lumMod val="10000"/>
                            </a:schemeClr>
                          </a:solidFill>
                        </a:rPr>
                        <a:t> </a:t>
                      </a:r>
                      <a:r>
                        <a:rPr lang="es-ES" sz="1100" b="0" dirty="0">
                          <a:solidFill>
                            <a:schemeClr val="bg1">
                              <a:lumMod val="10000"/>
                            </a:schemeClr>
                          </a:solidFill>
                          <a:sym typeface="Wingdings" pitchFamily="2" charset="2"/>
                        </a:rPr>
                        <a:t> rs1 &amp; </a:t>
                      </a:r>
                      <a:r>
                        <a:rPr lang="es-ES" sz="1100" b="0" dirty="0" err="1">
                          <a:solidFill>
                            <a:schemeClr val="bg1">
                              <a:lumMod val="10000"/>
                            </a:schemeClr>
                          </a:solidFill>
                          <a:sym typeface="Wingdings" pitchFamily="2" charset="2"/>
                        </a:rPr>
                        <a:t>sExt</a:t>
                      </a:r>
                      <a:r>
                        <a:rPr lang="es-ES" sz="1100" b="0" dirty="0">
                          <a:solidFill>
                            <a:schemeClr val="bg1">
                              <a:lumMod val="10000"/>
                            </a:schemeClr>
                          </a:solidFill>
                          <a:sym typeface="Wingdings" pitchFamily="2" charset="2"/>
                        </a:rPr>
                        <a:t>(</a:t>
                      </a:r>
                      <a:r>
                        <a:rPr lang="es-ES" sz="1100" b="0" dirty="0" err="1">
                          <a:solidFill>
                            <a:schemeClr val="bg1">
                              <a:lumMod val="10000"/>
                            </a:schemeClr>
                          </a:solidFill>
                          <a:sym typeface="Wingdings" pitchFamily="2" charset="2"/>
                        </a:rPr>
                        <a:t>imm</a:t>
                      </a:r>
                      <a:r>
                        <a:rPr lang="es-ES" sz="1100" b="0" dirty="0">
                          <a:solidFill>
                            <a:schemeClr val="bg1">
                              <a:lumMod val="10000"/>
                            </a:schemeClr>
                          </a:solidFill>
                          <a:sym typeface="Wingdings" pitchFamily="2" charset="2"/>
                        </a:rPr>
                        <a:t>)</a:t>
                      </a:r>
                      <a:r>
                        <a:rPr lang="es-ES" sz="1100" b="0" dirty="0">
                          <a:solidFill>
                            <a:schemeClr val="bg1">
                              <a:lumMod val="10000"/>
                            </a:schemeClr>
                          </a:solidFill>
                        </a:rPr>
                        <a:t> </a:t>
                      </a:r>
                      <a:endParaRPr lang="es-ES" sz="1100" b="0" i="0" dirty="0">
                        <a:solidFill>
                          <a:schemeClr val="bg1">
                            <a:lumMod val="10000"/>
                          </a:schemeClr>
                        </a:solidFill>
                        <a:latin typeface="+mn-lt"/>
                        <a:cs typeface="Courier New" panose="02070309020205020404" pitchFamily="49" charset="0"/>
                      </a:endParaRPr>
                    </a:p>
                  </a:txBody>
                  <a:tcPr marL="74259" marR="74259" marT="37130" marB="37130">
                    <a:lnT w="12700" cap="flat" cmpd="sng" algn="ctr">
                      <a:solidFill>
                        <a:srgbClr val="C00000"/>
                      </a:solidFill>
                      <a:prstDash val="dash"/>
                      <a:round/>
                      <a:headEnd type="none" w="med" len="med"/>
                      <a:tailEnd type="none" w="med" len="med"/>
                    </a:lnT>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rgbClr val="C00000"/>
                          </a:solidFill>
                        </a:rPr>
                        <a:t>and</a:t>
                      </a:r>
                      <a:r>
                        <a:rPr lang="es-ES" sz="1100" b="0" dirty="0">
                          <a:solidFill>
                            <a:schemeClr val="bg1">
                              <a:lumMod val="10000"/>
                            </a:schemeClr>
                          </a:solidFill>
                        </a:rPr>
                        <a:t> </a:t>
                      </a:r>
                      <a:r>
                        <a:rPr lang="es-ES" sz="1100" b="0" dirty="0" err="1">
                          <a:solidFill>
                            <a:srgbClr val="C00000"/>
                          </a:solidFill>
                        </a:rPr>
                        <a:t>i</a:t>
                      </a:r>
                      <a:r>
                        <a:rPr lang="es-ES" sz="1100" b="0" dirty="0" err="1">
                          <a:solidFill>
                            <a:schemeClr val="bg1">
                              <a:lumMod val="10000"/>
                            </a:schemeClr>
                          </a:solidFill>
                        </a:rPr>
                        <a:t>mmediate</a:t>
                      </a:r>
                      <a:endParaRPr lang="es-ES" sz="1100" b="0" dirty="0">
                        <a:solidFill>
                          <a:schemeClr val="bg1">
                            <a:lumMod val="10000"/>
                          </a:schemeClr>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rPr>
                        <a:t>“y lógica” bit a bit con constante</a:t>
                      </a:r>
                      <a:endParaRPr lang="es-ES" sz="1100" b="0" dirty="0">
                        <a:solidFill>
                          <a:schemeClr val="accent2"/>
                        </a:solidFill>
                        <a:latin typeface="+mn-lt"/>
                      </a:endParaRPr>
                    </a:p>
                  </a:txBody>
                  <a:tcPr marL="74259" marR="74259" marT="37130" marB="37130">
                    <a:lnT w="12700" cap="flat" cmpd="sng" algn="ctr">
                      <a:solidFill>
                        <a:srgbClr val="C00000"/>
                      </a:solidFill>
                      <a:prstDash val="dash"/>
                      <a:round/>
                      <a:headEnd type="none" w="med" len="med"/>
                      <a:tailEnd type="none" w="med" len="med"/>
                    </a:lnT>
                  </a:tcPr>
                </a:tc>
                <a:extLst>
                  <a:ext uri="{0D108BD9-81ED-4DB2-BD59-A6C34878D82A}">
                    <a16:rowId xmlns:a16="http://schemas.microsoft.com/office/drawing/2014/main" val="715752711"/>
                  </a:ext>
                </a:extLst>
              </a:tr>
              <a:tr h="420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1" i="0" dirty="0">
                          <a:solidFill>
                            <a:schemeClr val="accent2"/>
                          </a:solidFill>
                          <a:latin typeface="Courier New" panose="02070309020205020404" pitchFamily="49" charset="0"/>
                          <a:cs typeface="Courier New" panose="02070309020205020404" pitchFamily="49" charset="0"/>
                        </a:rPr>
                        <a:t>ori</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dirty="0" err="1">
                          <a:solidFill>
                            <a:schemeClr val="bg1">
                              <a:lumMod val="10000"/>
                            </a:schemeClr>
                          </a:solidFill>
                          <a:latin typeface="Courier New" panose="02070309020205020404" pitchFamily="49" charset="0"/>
                          <a:cs typeface="Courier New" panose="02070309020205020404" pitchFamily="49" charset="0"/>
                        </a:rPr>
                        <a:t>rd</a:t>
                      </a:r>
                      <a:r>
                        <a:rPr lang="es-ES" sz="1100" b="1" i="0" dirty="0">
                          <a:solidFill>
                            <a:schemeClr val="bg1">
                              <a:lumMod val="10000"/>
                            </a:schemeClr>
                          </a:solidFill>
                          <a:latin typeface="Courier New" panose="02070309020205020404" pitchFamily="49" charset="0"/>
                          <a:cs typeface="Courier New" panose="02070309020205020404" pitchFamily="49" charset="0"/>
                        </a:rPr>
                        <a:t>, rs1, imm</a:t>
                      </a:r>
                      <a:r>
                        <a:rPr lang="es-ES" sz="1100" b="1" i="0" baseline="-25000" dirty="0">
                          <a:solidFill>
                            <a:schemeClr val="bg1">
                              <a:lumMod val="10000"/>
                            </a:schemeClr>
                          </a:solidFill>
                          <a:latin typeface="Courier New" panose="02070309020205020404" pitchFamily="49" charset="0"/>
                          <a:cs typeface="Courier New" panose="02070309020205020404" pitchFamily="49" charset="0"/>
                        </a:rPr>
                        <a:t>12b</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solidFill>
                      <a:schemeClr val="accent2">
                        <a:lumMod val="20000"/>
                        <a:lumOff val="80000"/>
                      </a:schemeClr>
                    </a:solidFill>
                  </a:tcPr>
                </a:tc>
                <a:tc>
                  <a:txBody>
                    <a:bodyPr/>
                    <a:lstStyle/>
                    <a:p>
                      <a:pPr algn="l"/>
                      <a:r>
                        <a:rPr lang="es-ES" sz="1100" b="0" dirty="0" err="1">
                          <a:solidFill>
                            <a:schemeClr val="bg1">
                              <a:lumMod val="10000"/>
                            </a:schemeClr>
                          </a:solidFill>
                        </a:rPr>
                        <a:t>rd</a:t>
                      </a:r>
                      <a:r>
                        <a:rPr lang="es-ES" sz="1100" b="0" dirty="0">
                          <a:solidFill>
                            <a:schemeClr val="bg1">
                              <a:lumMod val="10000"/>
                            </a:schemeClr>
                          </a:solidFill>
                        </a:rPr>
                        <a:t> </a:t>
                      </a:r>
                      <a:r>
                        <a:rPr lang="es-ES" sz="1100" b="0" dirty="0">
                          <a:solidFill>
                            <a:schemeClr val="bg1">
                              <a:lumMod val="10000"/>
                            </a:schemeClr>
                          </a:solidFill>
                          <a:sym typeface="Wingdings" pitchFamily="2" charset="2"/>
                        </a:rPr>
                        <a:t> rs1 | </a:t>
                      </a:r>
                      <a:r>
                        <a:rPr lang="es-ES" sz="1100" b="0" dirty="0" err="1">
                          <a:solidFill>
                            <a:schemeClr val="bg1">
                              <a:lumMod val="10000"/>
                            </a:schemeClr>
                          </a:solidFill>
                          <a:sym typeface="Wingdings" pitchFamily="2" charset="2"/>
                        </a:rPr>
                        <a:t>sExt</a:t>
                      </a:r>
                      <a:r>
                        <a:rPr lang="es-ES" sz="1100" b="0" dirty="0">
                          <a:solidFill>
                            <a:schemeClr val="bg1">
                              <a:lumMod val="10000"/>
                            </a:schemeClr>
                          </a:solidFill>
                          <a:sym typeface="Wingdings" pitchFamily="2" charset="2"/>
                        </a:rPr>
                        <a:t>(</a:t>
                      </a:r>
                      <a:r>
                        <a:rPr lang="es-ES" sz="1100" b="0" dirty="0" err="1">
                          <a:solidFill>
                            <a:schemeClr val="bg1">
                              <a:lumMod val="10000"/>
                            </a:schemeClr>
                          </a:solidFill>
                          <a:sym typeface="Wingdings" pitchFamily="2" charset="2"/>
                        </a:rPr>
                        <a:t>imm</a:t>
                      </a:r>
                      <a:r>
                        <a:rPr lang="es-ES" sz="1100" b="0" dirty="0">
                          <a:solidFill>
                            <a:schemeClr val="bg1">
                              <a:lumMod val="10000"/>
                            </a:schemeClr>
                          </a:solidFill>
                          <a:sym typeface="Wingdings" pitchFamily="2" charset="2"/>
                        </a:rPr>
                        <a:t>)</a:t>
                      </a:r>
                      <a:r>
                        <a:rPr lang="es-ES" sz="1100" b="0" dirty="0">
                          <a:solidFill>
                            <a:schemeClr val="bg1">
                              <a:lumMod val="10000"/>
                            </a:schemeClr>
                          </a:solidFill>
                        </a:rPr>
                        <a:t> </a:t>
                      </a:r>
                      <a:endParaRPr lang="es-ES" sz="1100" b="0" i="0" dirty="0">
                        <a:solidFill>
                          <a:schemeClr val="bg1">
                            <a:lumMod val="10000"/>
                          </a:schemeClr>
                        </a:solidFill>
                        <a:latin typeface="+mn-lt"/>
                        <a:cs typeface="Courier New" panose="02070309020205020404" pitchFamily="49" charset="0"/>
                      </a:endParaRPr>
                    </a:p>
                  </a:txBody>
                  <a:tcPr marL="74259" marR="74259" marT="37130" marB="37130">
                    <a:solidFill>
                      <a:schemeClr val="accent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err="1">
                          <a:solidFill>
                            <a:srgbClr val="C00000"/>
                          </a:solidFill>
                        </a:rPr>
                        <a:t>or</a:t>
                      </a:r>
                      <a:r>
                        <a:rPr lang="es-ES" sz="1100" b="0" dirty="0">
                          <a:solidFill>
                            <a:schemeClr val="bg1">
                              <a:lumMod val="10000"/>
                            </a:schemeClr>
                          </a:solidFill>
                        </a:rPr>
                        <a:t> </a:t>
                      </a:r>
                      <a:r>
                        <a:rPr lang="es-ES" sz="1100" b="0" dirty="0" err="1">
                          <a:solidFill>
                            <a:srgbClr val="C00000"/>
                          </a:solidFill>
                        </a:rPr>
                        <a:t>i</a:t>
                      </a:r>
                      <a:r>
                        <a:rPr lang="es-ES" sz="1100" b="0" dirty="0" err="1">
                          <a:solidFill>
                            <a:schemeClr val="bg1">
                              <a:lumMod val="10000"/>
                            </a:schemeClr>
                          </a:solidFill>
                        </a:rPr>
                        <a:t>mmediate</a:t>
                      </a:r>
                      <a:endParaRPr lang="es-ES" sz="1100" b="0" dirty="0">
                        <a:solidFill>
                          <a:srgbClr val="C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rPr>
                        <a:t>”o lógica” bit a bit con constante</a:t>
                      </a:r>
                    </a:p>
                  </a:txBody>
                  <a:tcPr marL="74259" marR="74259" marT="37130" marB="37130">
                    <a:solidFill>
                      <a:schemeClr val="accent2">
                        <a:lumMod val="20000"/>
                        <a:lumOff val="80000"/>
                      </a:schemeClr>
                    </a:solidFill>
                  </a:tcPr>
                </a:tc>
                <a:extLst>
                  <a:ext uri="{0D108BD9-81ED-4DB2-BD59-A6C34878D82A}">
                    <a16:rowId xmlns:a16="http://schemas.microsoft.com/office/drawing/2014/main" val="4218647877"/>
                  </a:ext>
                </a:extLst>
              </a:tr>
              <a:tr h="420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1" i="0" dirty="0" err="1">
                          <a:solidFill>
                            <a:schemeClr val="accent2"/>
                          </a:solidFill>
                          <a:latin typeface="Courier New" panose="02070309020205020404" pitchFamily="49" charset="0"/>
                          <a:cs typeface="Courier New" panose="02070309020205020404" pitchFamily="49" charset="0"/>
                        </a:rPr>
                        <a:t>xori</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dirty="0" err="1">
                          <a:solidFill>
                            <a:schemeClr val="bg1">
                              <a:lumMod val="10000"/>
                            </a:schemeClr>
                          </a:solidFill>
                          <a:latin typeface="Courier New" panose="02070309020205020404" pitchFamily="49" charset="0"/>
                          <a:cs typeface="Courier New" panose="02070309020205020404" pitchFamily="49" charset="0"/>
                        </a:rPr>
                        <a:t>rd</a:t>
                      </a:r>
                      <a:r>
                        <a:rPr lang="es-ES" sz="1100" b="1" i="0" dirty="0">
                          <a:solidFill>
                            <a:schemeClr val="bg1">
                              <a:lumMod val="10000"/>
                            </a:schemeClr>
                          </a:solidFill>
                          <a:latin typeface="Courier New" panose="02070309020205020404" pitchFamily="49" charset="0"/>
                          <a:cs typeface="Courier New" panose="02070309020205020404" pitchFamily="49" charset="0"/>
                        </a:rPr>
                        <a:t>, rs1, imm</a:t>
                      </a:r>
                      <a:r>
                        <a:rPr lang="es-ES" sz="1100" b="1" i="0" baseline="-25000" dirty="0">
                          <a:solidFill>
                            <a:schemeClr val="bg1">
                              <a:lumMod val="10000"/>
                            </a:schemeClr>
                          </a:solidFill>
                          <a:latin typeface="Courier New" panose="02070309020205020404" pitchFamily="49" charset="0"/>
                          <a:cs typeface="Courier New" panose="02070309020205020404" pitchFamily="49" charset="0"/>
                        </a:rPr>
                        <a:t>12b</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B w="12700" cap="flat" cmpd="sng" algn="ctr">
                      <a:solidFill>
                        <a:schemeClr val="accent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0" dirty="0" err="1">
                          <a:solidFill>
                            <a:schemeClr val="bg1">
                              <a:lumMod val="10000"/>
                            </a:schemeClr>
                          </a:solidFill>
                        </a:rPr>
                        <a:t>rd</a:t>
                      </a:r>
                      <a:r>
                        <a:rPr lang="es-ES" sz="1100" b="0" dirty="0">
                          <a:solidFill>
                            <a:schemeClr val="bg1">
                              <a:lumMod val="10000"/>
                            </a:schemeClr>
                          </a:solidFill>
                        </a:rPr>
                        <a:t> </a:t>
                      </a:r>
                      <a:r>
                        <a:rPr lang="es-ES" sz="1100" b="0" dirty="0">
                          <a:solidFill>
                            <a:schemeClr val="bg1">
                              <a:lumMod val="10000"/>
                            </a:schemeClr>
                          </a:solidFill>
                          <a:sym typeface="Wingdings" pitchFamily="2" charset="2"/>
                        </a:rPr>
                        <a:t> rs1 ^ </a:t>
                      </a:r>
                      <a:r>
                        <a:rPr lang="es-ES" sz="1100" b="0" dirty="0" err="1">
                          <a:solidFill>
                            <a:schemeClr val="bg1">
                              <a:lumMod val="10000"/>
                            </a:schemeClr>
                          </a:solidFill>
                          <a:sym typeface="Wingdings" pitchFamily="2" charset="2"/>
                        </a:rPr>
                        <a:t>sExt</a:t>
                      </a:r>
                      <a:r>
                        <a:rPr lang="es-ES" sz="1100" b="0" dirty="0">
                          <a:solidFill>
                            <a:schemeClr val="bg1">
                              <a:lumMod val="10000"/>
                            </a:schemeClr>
                          </a:solidFill>
                          <a:sym typeface="Wingdings" pitchFamily="2" charset="2"/>
                        </a:rPr>
                        <a:t>(</a:t>
                      </a:r>
                      <a:r>
                        <a:rPr lang="es-ES" sz="1100" b="0" dirty="0" err="1">
                          <a:solidFill>
                            <a:schemeClr val="bg1">
                              <a:lumMod val="10000"/>
                            </a:schemeClr>
                          </a:solidFill>
                          <a:sym typeface="Wingdings" pitchFamily="2" charset="2"/>
                        </a:rPr>
                        <a:t>imm</a:t>
                      </a:r>
                      <a:r>
                        <a:rPr lang="es-ES" sz="1100" b="0" dirty="0">
                          <a:solidFill>
                            <a:schemeClr val="bg1">
                              <a:lumMod val="10000"/>
                            </a:schemeClr>
                          </a:solidFill>
                          <a:sym typeface="Wingdings" pitchFamily="2" charset="2"/>
                        </a:rPr>
                        <a:t>)</a:t>
                      </a:r>
                      <a:r>
                        <a:rPr lang="es-ES" sz="1100" b="0" dirty="0">
                          <a:solidFill>
                            <a:schemeClr val="bg1">
                              <a:lumMod val="10000"/>
                            </a:schemeClr>
                          </a:solidFill>
                        </a:rPr>
                        <a:t> </a:t>
                      </a:r>
                      <a:endParaRPr lang="es-ES" sz="1100" b="0" i="0" dirty="0">
                        <a:solidFill>
                          <a:schemeClr val="bg1">
                            <a:lumMod val="10000"/>
                          </a:schemeClr>
                        </a:solidFill>
                        <a:latin typeface="+mn-lt"/>
                        <a:cs typeface="Courier New" panose="02070309020205020404" pitchFamily="49" charset="0"/>
                      </a:endParaRPr>
                    </a:p>
                    <a:p>
                      <a:pPr algn="l"/>
                      <a:endParaRPr lang="es-ES" sz="1100" b="0" i="0" dirty="0">
                        <a:solidFill>
                          <a:schemeClr val="bg1">
                            <a:lumMod val="10000"/>
                          </a:schemeClr>
                        </a:solidFill>
                        <a:latin typeface="+mn-lt"/>
                        <a:cs typeface="Courier New" panose="02070309020205020404" pitchFamily="49" charset="0"/>
                      </a:endParaRPr>
                    </a:p>
                  </a:txBody>
                  <a:tcPr marL="74259" marR="74259" marT="37130" marB="37130">
                    <a:lnB w="12700" cap="flat" cmpd="sng" algn="ctr">
                      <a:solidFill>
                        <a:schemeClr val="accent2"/>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err="1">
                          <a:solidFill>
                            <a:srgbClr val="C00000"/>
                          </a:solidFill>
                        </a:rPr>
                        <a:t>xor</a:t>
                      </a:r>
                      <a:r>
                        <a:rPr lang="es-ES" sz="1100" b="0" dirty="0">
                          <a:solidFill>
                            <a:schemeClr val="bg1">
                              <a:lumMod val="10000"/>
                            </a:schemeClr>
                          </a:solidFill>
                        </a:rPr>
                        <a:t> </a:t>
                      </a:r>
                      <a:r>
                        <a:rPr lang="es-ES" sz="1100" b="0" dirty="0" err="1">
                          <a:solidFill>
                            <a:srgbClr val="C00000"/>
                          </a:solidFill>
                        </a:rPr>
                        <a:t>i</a:t>
                      </a:r>
                      <a:r>
                        <a:rPr lang="es-ES" sz="1100" b="0" dirty="0" err="1">
                          <a:solidFill>
                            <a:schemeClr val="bg1">
                              <a:lumMod val="10000"/>
                            </a:schemeClr>
                          </a:solidFill>
                        </a:rPr>
                        <a:t>mmediate</a:t>
                      </a:r>
                      <a:endParaRPr lang="es-ES" sz="1100" b="0" dirty="0">
                        <a:solidFill>
                          <a:schemeClr val="bg1">
                            <a:lumMod val="10000"/>
                          </a:schemeClr>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rPr>
                        <a:t>”o-exclusiva lógica” bit a bit con constante</a:t>
                      </a:r>
                      <a:endParaRPr lang="es-ES" sz="1100" b="0" dirty="0">
                        <a:solidFill>
                          <a:schemeClr val="accent2"/>
                        </a:solidFill>
                        <a:latin typeface="+mn-lt"/>
                      </a:endParaRPr>
                    </a:p>
                  </a:txBody>
                  <a:tcPr marL="74259" marR="74259" marT="37130" marB="37130">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3903098217"/>
                  </a:ext>
                </a:extLst>
              </a:tr>
            </a:tbl>
          </a:graphicData>
        </a:graphic>
      </p:graphicFrame>
      <p:sp>
        <p:nvSpPr>
          <p:cNvPr id="3" name="Marcador de número de diapositiva 2">
            <a:extLst>
              <a:ext uri="{FF2B5EF4-FFF2-40B4-BE49-F238E27FC236}">
                <a16:creationId xmlns:a16="http://schemas.microsoft.com/office/drawing/2014/main" id="{27CBB710-7AAF-3971-4E46-D595269597D6}"/>
              </a:ext>
            </a:extLst>
          </p:cNvPr>
          <p:cNvSpPr>
            <a:spLocks noGrp="1"/>
          </p:cNvSpPr>
          <p:nvPr>
            <p:ph type="sldNum" sz="quarter" idx="12"/>
          </p:nvPr>
        </p:nvSpPr>
        <p:spPr/>
        <p:txBody>
          <a:bodyPr/>
          <a:lstStyle/>
          <a:p>
            <a:pPr defTabSz="371292" fontAlgn="auto">
              <a:spcBef>
                <a:spcPts val="0"/>
              </a:spcBef>
              <a:spcAft>
                <a:spcPts val="0"/>
              </a:spcAft>
            </a:pPr>
            <a:fld id="{6D22F896-40B5-4ADD-8801-0D06FADFA095}" type="slidenum">
              <a:rPr lang="es-ES">
                <a:solidFill>
                  <a:srgbClr val="E6E6E6">
                    <a:lumMod val="10000"/>
                  </a:srgbClr>
                </a:solidFill>
                <a:latin typeface="Tw Cen MT" panose="020B0602020104020603"/>
              </a:rPr>
              <a:pPr defTabSz="371292" fontAlgn="auto">
                <a:spcBef>
                  <a:spcPts val="0"/>
                </a:spcBef>
                <a:spcAft>
                  <a:spcPts val="0"/>
                </a:spcAft>
              </a:pPr>
              <a:t>123</a:t>
            </a:fld>
            <a:endParaRPr lang="es-ES">
              <a:solidFill>
                <a:srgbClr val="E6E6E6">
                  <a:lumMod val="10000"/>
                </a:srgbClr>
              </a:solidFill>
              <a:latin typeface="Tw Cen MT" panose="020B0602020104020603"/>
            </a:endParaRPr>
          </a:p>
        </p:txBody>
      </p:sp>
    </p:spTree>
    <p:extLst>
      <p:ext uri="{BB962C8B-B14F-4D97-AF65-F5344CB8AC3E}">
        <p14:creationId xmlns:p14="http://schemas.microsoft.com/office/powerpoint/2010/main" val="261942164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B64ABE-6E04-6674-1ED5-46EA7B9C8D1B}"/>
              </a:ext>
            </a:extLst>
          </p:cNvPr>
          <p:cNvSpPr>
            <a:spLocks noGrp="1"/>
          </p:cNvSpPr>
          <p:nvPr>
            <p:ph type="title"/>
          </p:nvPr>
        </p:nvSpPr>
        <p:spPr>
          <a:xfrm>
            <a:off x="926952" y="1265739"/>
            <a:ext cx="8044754" cy="1200761"/>
          </a:xfrm>
        </p:spPr>
        <p:txBody>
          <a:bodyPr/>
          <a:lstStyle/>
          <a:p>
            <a:r>
              <a:rPr lang="es-ES" sz="3573" dirty="0">
                <a:latin typeface="Rockwell" panose="02060603020205020403" pitchFamily="18" charset="0"/>
              </a:rPr>
              <a:t>Repertorio de instrucciones:</a:t>
            </a:r>
            <a:br>
              <a:rPr lang="es-ES" sz="3573" dirty="0">
                <a:latin typeface="Rockwell" panose="02060603020205020403" pitchFamily="18" charset="0"/>
              </a:rPr>
            </a:br>
            <a:r>
              <a:rPr lang="es-ES" sz="2599" dirty="0">
                <a:solidFill>
                  <a:schemeClr val="accent2"/>
                </a:solidFill>
                <a:latin typeface="Rockwell" panose="02060603020205020403" pitchFamily="18" charset="0"/>
              </a:rPr>
              <a:t>de desplazamiento (I)</a:t>
            </a:r>
          </a:p>
        </p:txBody>
      </p:sp>
      <p:sp>
        <p:nvSpPr>
          <p:cNvPr id="3" name="Marcador de contenido 2">
            <a:extLst>
              <a:ext uri="{FF2B5EF4-FFF2-40B4-BE49-F238E27FC236}">
                <a16:creationId xmlns:a16="http://schemas.microsoft.com/office/drawing/2014/main" id="{9437CEA7-0E7F-23D4-45B7-3BBAA1AB3672}"/>
              </a:ext>
            </a:extLst>
          </p:cNvPr>
          <p:cNvSpPr>
            <a:spLocks noGrp="1"/>
          </p:cNvSpPr>
          <p:nvPr>
            <p:ph idx="1"/>
          </p:nvPr>
        </p:nvSpPr>
        <p:spPr>
          <a:xfrm>
            <a:off x="926952" y="2590264"/>
            <a:ext cx="8044755" cy="2190749"/>
          </a:xfrm>
        </p:spPr>
        <p:txBody>
          <a:bodyPr>
            <a:normAutofit fontScale="92500" lnSpcReduction="10000"/>
          </a:bodyPr>
          <a:lstStyle/>
          <a:p>
            <a:r>
              <a:rPr lang="es-ES" dirty="0"/>
              <a:t>Permiten desplazar los bits de un operando fuente un número de posiciones indicadas por otro y almacenarlo en un operando destino</a:t>
            </a:r>
          </a:p>
          <a:p>
            <a:pPr lvl="1"/>
            <a:r>
              <a:rPr lang="es-ES" dirty="0"/>
              <a:t>El </a:t>
            </a:r>
            <a:r>
              <a:rPr lang="es-ES" dirty="0">
                <a:solidFill>
                  <a:schemeClr val="accent2"/>
                </a:solidFill>
              </a:rPr>
              <a:t>operando izquierdo de 32 bits</a:t>
            </a:r>
            <a:r>
              <a:rPr lang="es-ES" dirty="0"/>
              <a:t> se encuentra SIEMPRE en un </a:t>
            </a:r>
            <a:r>
              <a:rPr lang="es-ES" dirty="0">
                <a:solidFill>
                  <a:schemeClr val="accent2"/>
                </a:solidFill>
              </a:rPr>
              <a:t>registro</a:t>
            </a:r>
          </a:p>
          <a:p>
            <a:pPr lvl="1"/>
            <a:r>
              <a:rPr lang="es-ES" dirty="0"/>
              <a:t>El </a:t>
            </a:r>
            <a:r>
              <a:rPr lang="es-ES" dirty="0">
                <a:solidFill>
                  <a:schemeClr val="accent2"/>
                </a:solidFill>
              </a:rPr>
              <a:t>operando derecho de 5 bits </a:t>
            </a:r>
            <a:r>
              <a:rPr lang="es-ES" dirty="0"/>
              <a:t>se encuentra en un </a:t>
            </a:r>
            <a:r>
              <a:rPr lang="es-ES" dirty="0">
                <a:solidFill>
                  <a:schemeClr val="accent2"/>
                </a:solidFill>
              </a:rPr>
              <a:t>registro</a:t>
            </a:r>
            <a:r>
              <a:rPr lang="es-ES" dirty="0"/>
              <a:t> o es un </a:t>
            </a:r>
            <a:r>
              <a:rPr lang="es-ES" dirty="0">
                <a:solidFill>
                  <a:schemeClr val="accent2"/>
                </a:solidFill>
              </a:rPr>
              <a:t>inmediato</a:t>
            </a:r>
          </a:p>
          <a:p>
            <a:pPr lvl="2"/>
            <a:r>
              <a:rPr lang="es-ES" dirty="0"/>
              <a:t>Del </a:t>
            </a:r>
            <a:r>
              <a:rPr lang="es-ES" dirty="0">
                <a:solidFill>
                  <a:schemeClr val="accent2"/>
                </a:solidFill>
              </a:rPr>
              <a:t>registro</a:t>
            </a:r>
            <a:r>
              <a:rPr lang="es-ES" dirty="0"/>
              <a:t> se toman los </a:t>
            </a:r>
            <a:r>
              <a:rPr lang="es-ES" dirty="0">
                <a:solidFill>
                  <a:schemeClr val="accent2"/>
                </a:solidFill>
              </a:rPr>
              <a:t>5 bits menos significativos</a:t>
            </a:r>
          </a:p>
          <a:p>
            <a:pPr lvl="2"/>
            <a:r>
              <a:rPr lang="es-ES" dirty="0"/>
              <a:t>La </a:t>
            </a:r>
            <a:r>
              <a:rPr lang="es-ES" dirty="0">
                <a:solidFill>
                  <a:schemeClr val="accent2"/>
                </a:solidFill>
              </a:rPr>
              <a:t>constante inmediata </a:t>
            </a:r>
            <a:r>
              <a:rPr lang="es-ES" dirty="0"/>
              <a:t>son </a:t>
            </a:r>
            <a:r>
              <a:rPr lang="es-ES" dirty="0">
                <a:solidFill>
                  <a:schemeClr val="accent2"/>
                </a:solidFill>
              </a:rPr>
              <a:t>5 bits en binario puro</a:t>
            </a:r>
            <a:r>
              <a:rPr lang="es-ES" dirty="0"/>
              <a:t> que no se extienden</a:t>
            </a:r>
          </a:p>
          <a:p>
            <a:pPr lvl="1"/>
            <a:r>
              <a:rPr lang="es-ES" dirty="0"/>
              <a:t>El </a:t>
            </a:r>
            <a:r>
              <a:rPr lang="es-ES" dirty="0">
                <a:solidFill>
                  <a:schemeClr val="accent2"/>
                </a:solidFill>
              </a:rPr>
              <a:t>resultado</a:t>
            </a:r>
            <a:r>
              <a:rPr lang="es-ES" dirty="0"/>
              <a:t> se almacena SIEMPRE en un </a:t>
            </a:r>
            <a:r>
              <a:rPr lang="es-ES" dirty="0">
                <a:solidFill>
                  <a:schemeClr val="accent2"/>
                </a:solidFill>
              </a:rPr>
              <a:t>registro</a:t>
            </a:r>
          </a:p>
        </p:txBody>
      </p:sp>
      <p:sp>
        <p:nvSpPr>
          <p:cNvPr id="6" name="CuadroTexto 5">
            <a:extLst>
              <a:ext uri="{FF2B5EF4-FFF2-40B4-BE49-F238E27FC236}">
                <a16:creationId xmlns:a16="http://schemas.microsoft.com/office/drawing/2014/main" id="{C2D10CA1-4CB6-DB7D-7A96-C06409BF7AA3}"/>
              </a:ext>
            </a:extLst>
          </p:cNvPr>
          <p:cNvSpPr txBox="1"/>
          <p:nvPr/>
        </p:nvSpPr>
        <p:spPr>
          <a:xfrm>
            <a:off x="2506251" y="4911597"/>
            <a:ext cx="2462346" cy="317331"/>
          </a:xfrm>
          <a:prstGeom prst="rect">
            <a:avLst/>
          </a:prstGeom>
          <a:noFill/>
        </p:spPr>
        <p:txBody>
          <a:bodyPr wrap="square">
            <a:spAutoFit/>
          </a:bodyPr>
          <a:lstStyle/>
          <a:p>
            <a:pPr marL="371292" lvl="1" defTabSz="371292" fontAlgn="auto">
              <a:spcBef>
                <a:spcPts val="0"/>
              </a:spcBef>
              <a:spcAft>
                <a:spcPts val="0"/>
              </a:spcAft>
            </a:pPr>
            <a:r>
              <a:rPr lang="es-ES" sz="1462" b="1" dirty="0" err="1">
                <a:solidFill>
                  <a:srgbClr val="2683C6"/>
                </a:solidFill>
                <a:latin typeface="Courier New" panose="02070309020205020404" pitchFamily="49" charset="0"/>
                <a:cs typeface="Courier New" panose="02070309020205020404" pitchFamily="49" charset="0"/>
              </a:rPr>
              <a:t>slli</a:t>
            </a:r>
            <a:r>
              <a:rPr lang="es-ES" sz="1462" b="1" dirty="0">
                <a:solidFill>
                  <a:srgbClr val="E6E6E6">
                    <a:lumMod val="10000"/>
                  </a:srgbClr>
                </a:solidFill>
                <a:latin typeface="Courier New" panose="02070309020205020404" pitchFamily="49" charset="0"/>
                <a:cs typeface="Courier New" panose="02070309020205020404" pitchFamily="49" charset="0"/>
              </a:rPr>
              <a:t> x8, x2, </a:t>
            </a:r>
            <a:r>
              <a:rPr lang="es-ES" sz="1462" b="1" dirty="0">
                <a:solidFill>
                  <a:srgbClr val="C00000"/>
                </a:solidFill>
                <a:latin typeface="Courier New" panose="02070309020205020404" pitchFamily="49" charset="0"/>
                <a:cs typeface="Courier New" panose="02070309020205020404" pitchFamily="49" charset="0"/>
              </a:rPr>
              <a:t>7</a:t>
            </a:r>
          </a:p>
        </p:txBody>
      </p:sp>
      <p:graphicFrame>
        <p:nvGraphicFramePr>
          <p:cNvPr id="9" name="Tabla 8">
            <a:extLst>
              <a:ext uri="{FF2B5EF4-FFF2-40B4-BE49-F238E27FC236}">
                <a16:creationId xmlns:a16="http://schemas.microsoft.com/office/drawing/2014/main" id="{7BD0EAF5-5EEE-E0C4-C7D2-4C2FF1D47E72}"/>
              </a:ext>
            </a:extLst>
          </p:cNvPr>
          <p:cNvGraphicFramePr>
            <a:graphicFrameLocks noGrp="1"/>
          </p:cNvGraphicFramePr>
          <p:nvPr/>
        </p:nvGraphicFramePr>
        <p:xfrm>
          <a:off x="2845581" y="5275424"/>
          <a:ext cx="1853309" cy="1371600"/>
        </p:xfrm>
        <a:graphic>
          <a:graphicData uri="http://schemas.openxmlformats.org/drawingml/2006/table">
            <a:tbl>
              <a:tblPr firstRow="1" bandRow="1">
                <a:tableStyleId>{5C22544A-7EE6-4342-B048-85BDC9FD1C3A}</a:tableStyleId>
              </a:tblPr>
              <a:tblGrid>
                <a:gridCol w="581171">
                  <a:extLst>
                    <a:ext uri="{9D8B030D-6E8A-4147-A177-3AD203B41FA5}">
                      <a16:colId xmlns:a16="http://schemas.microsoft.com/office/drawing/2014/main" val="557343780"/>
                    </a:ext>
                  </a:extLst>
                </a:gridCol>
                <a:gridCol w="1272138">
                  <a:extLst>
                    <a:ext uri="{9D8B030D-6E8A-4147-A177-3AD203B41FA5}">
                      <a16:colId xmlns:a16="http://schemas.microsoft.com/office/drawing/2014/main" val="2056034146"/>
                    </a:ext>
                  </a:extLst>
                </a:gridCol>
              </a:tblGrid>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x0</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8521907"/>
                  </a:ext>
                </a:extLst>
              </a:tr>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x1</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rgbClr val="C00000"/>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895265554"/>
                  </a:ext>
                </a:extLst>
              </a:tr>
              <a:tr h="148519">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x2</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00" b="1" i="0" dirty="0">
                          <a:solidFill>
                            <a:srgbClr val="C00000"/>
                          </a:solidFill>
                          <a:latin typeface="Courier New" panose="02070309020205020404" pitchFamily="49" charset="0"/>
                          <a:cs typeface="Courier New" panose="02070309020205020404" pitchFamily="49" charset="0"/>
                        </a:rPr>
                        <a:t>0f500a34</a:t>
                      </a: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738530634"/>
                  </a:ext>
                </a:extLst>
              </a:tr>
              <a:tr h="297037">
                <a:tc>
                  <a:txBody>
                    <a:bodyPr/>
                    <a:lstStyle/>
                    <a:p>
                      <a:pPr algn="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013613675"/>
                  </a:ext>
                </a:extLst>
              </a:tr>
              <a:tr h="148519">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x8</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00" b="1" i="0" dirty="0">
                          <a:solidFill>
                            <a:srgbClr val="C00000"/>
                          </a:solidFill>
                          <a:latin typeface="Courier New" panose="02070309020205020404" pitchFamily="49" charset="0"/>
                          <a:cs typeface="Courier New" panose="02070309020205020404" pitchFamily="49" charset="0"/>
                        </a:rPr>
                        <a:t>a8051a00</a:t>
                      </a: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367793406"/>
                  </a:ext>
                </a:extLst>
              </a:tr>
              <a:tr h="297037">
                <a:tc>
                  <a:txBody>
                    <a:bodyPr/>
                    <a:lstStyle/>
                    <a:p>
                      <a:pPr algn="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470693166"/>
                  </a:ext>
                </a:extLst>
              </a:tr>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x31</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585267453"/>
                  </a:ext>
                </a:extLst>
              </a:tr>
            </a:tbl>
          </a:graphicData>
        </a:graphic>
      </p:graphicFrame>
      <p:sp>
        <p:nvSpPr>
          <p:cNvPr id="10" name="CuadroTexto 9">
            <a:extLst>
              <a:ext uri="{FF2B5EF4-FFF2-40B4-BE49-F238E27FC236}">
                <a16:creationId xmlns:a16="http://schemas.microsoft.com/office/drawing/2014/main" id="{71B1451B-A9DC-D786-A619-128E2A15AAE8}"/>
              </a:ext>
            </a:extLst>
          </p:cNvPr>
          <p:cNvSpPr txBox="1"/>
          <p:nvPr/>
        </p:nvSpPr>
        <p:spPr>
          <a:xfrm>
            <a:off x="3695185" y="6574661"/>
            <a:ext cx="767903" cy="292259"/>
          </a:xfrm>
          <a:prstGeom prst="rect">
            <a:avLst/>
          </a:prstGeom>
          <a:noFill/>
        </p:spPr>
        <p:txBody>
          <a:bodyPr wrap="none" rtlCol="0">
            <a:spAutoFit/>
          </a:bodyPr>
          <a:lstStyle/>
          <a:p>
            <a:pPr algn="l" defTabSz="371292" fontAlgn="auto">
              <a:spcBef>
                <a:spcPts val="0"/>
              </a:spcBef>
              <a:spcAft>
                <a:spcPts val="0"/>
              </a:spcAft>
            </a:pPr>
            <a:r>
              <a:rPr lang="es-ES" sz="1299" dirty="0">
                <a:solidFill>
                  <a:srgbClr val="E6E6E6">
                    <a:lumMod val="10000"/>
                  </a:srgbClr>
                </a:solidFill>
                <a:latin typeface="Tw Cen MT" panose="020B0602020104020603"/>
              </a:rPr>
              <a:t>Registros</a:t>
            </a:r>
            <a:endParaRPr lang="es-ES" sz="1462" dirty="0">
              <a:solidFill>
                <a:srgbClr val="E6E6E6">
                  <a:lumMod val="10000"/>
                </a:srgbClr>
              </a:solidFill>
              <a:latin typeface="Tw Cen MT" panose="020B0602020104020603"/>
            </a:endParaRPr>
          </a:p>
        </p:txBody>
      </p:sp>
      <p:sp>
        <p:nvSpPr>
          <p:cNvPr id="11" name="Rectángulo redondeado 10">
            <a:extLst>
              <a:ext uri="{FF2B5EF4-FFF2-40B4-BE49-F238E27FC236}">
                <a16:creationId xmlns:a16="http://schemas.microsoft.com/office/drawing/2014/main" id="{1CBEA581-01D7-07F6-18B7-295B543EF109}"/>
              </a:ext>
            </a:extLst>
          </p:cNvPr>
          <p:cNvSpPr/>
          <p:nvPr/>
        </p:nvSpPr>
        <p:spPr>
          <a:xfrm>
            <a:off x="4089724" y="4956905"/>
            <a:ext cx="708168" cy="231701"/>
          </a:xfrm>
          <a:prstGeom prst="roundRect">
            <a:avLst>
              <a:gd name="adj" fmla="val 50000"/>
            </a:avLst>
          </a:prstGeom>
          <a:solidFill>
            <a:schemeClr val="accent1">
              <a:alpha val="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dirty="0">
              <a:solidFill>
                <a:srgbClr val="ECECEC"/>
              </a:solidFill>
              <a:latin typeface="Tw Cen MT" panose="020B0602020104020603"/>
            </a:endParaRPr>
          </a:p>
        </p:txBody>
      </p:sp>
      <p:sp>
        <p:nvSpPr>
          <p:cNvPr id="14" name="Rectángulo redondeado 13">
            <a:extLst>
              <a:ext uri="{FF2B5EF4-FFF2-40B4-BE49-F238E27FC236}">
                <a16:creationId xmlns:a16="http://schemas.microsoft.com/office/drawing/2014/main" id="{6DCC55AB-0919-CB33-4B7D-E6CF98E58DE7}"/>
              </a:ext>
            </a:extLst>
          </p:cNvPr>
          <p:cNvSpPr/>
          <p:nvPr/>
        </p:nvSpPr>
        <p:spPr>
          <a:xfrm>
            <a:off x="3637895" y="4945715"/>
            <a:ext cx="333302" cy="231701"/>
          </a:xfrm>
          <a:prstGeom prst="roundRect">
            <a:avLst>
              <a:gd name="adj" fmla="val 50000"/>
            </a:avLst>
          </a:prstGeom>
          <a:solidFill>
            <a:schemeClr val="accent1">
              <a:alpha val="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15" name="CuadroTexto 14">
            <a:extLst>
              <a:ext uri="{FF2B5EF4-FFF2-40B4-BE49-F238E27FC236}">
                <a16:creationId xmlns:a16="http://schemas.microsoft.com/office/drawing/2014/main" id="{4332A3DB-05C9-0C2A-D0B9-B26C4F89F3CA}"/>
              </a:ext>
            </a:extLst>
          </p:cNvPr>
          <p:cNvSpPr txBox="1"/>
          <p:nvPr/>
        </p:nvSpPr>
        <p:spPr>
          <a:xfrm>
            <a:off x="2102192" y="4654698"/>
            <a:ext cx="1124026"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1 operando destino</a:t>
            </a:r>
          </a:p>
        </p:txBody>
      </p:sp>
      <p:sp>
        <p:nvSpPr>
          <p:cNvPr id="16" name="CuadroTexto 15">
            <a:extLst>
              <a:ext uri="{FF2B5EF4-FFF2-40B4-BE49-F238E27FC236}">
                <a16:creationId xmlns:a16="http://schemas.microsoft.com/office/drawing/2014/main" id="{9397762F-E8D9-4E11-E658-F1E480734938}"/>
              </a:ext>
            </a:extLst>
          </p:cNvPr>
          <p:cNvSpPr txBox="1"/>
          <p:nvPr/>
        </p:nvSpPr>
        <p:spPr>
          <a:xfrm>
            <a:off x="2102192" y="4812957"/>
            <a:ext cx="1122423"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2 operandos fuente</a:t>
            </a:r>
          </a:p>
        </p:txBody>
      </p:sp>
      <p:sp>
        <p:nvSpPr>
          <p:cNvPr id="18" name="Forma libre 17">
            <a:extLst>
              <a:ext uri="{FF2B5EF4-FFF2-40B4-BE49-F238E27FC236}">
                <a16:creationId xmlns:a16="http://schemas.microsoft.com/office/drawing/2014/main" id="{E1B9838E-BA8A-F95A-7B0D-BCAAD97F5064}"/>
              </a:ext>
            </a:extLst>
          </p:cNvPr>
          <p:cNvSpPr/>
          <p:nvPr/>
        </p:nvSpPr>
        <p:spPr>
          <a:xfrm>
            <a:off x="3145098" y="4732604"/>
            <a:ext cx="627928" cy="191541"/>
          </a:xfrm>
          <a:custGeom>
            <a:avLst/>
            <a:gdLst>
              <a:gd name="connsiteX0" fmla="*/ 0 w 773206"/>
              <a:gd name="connsiteY0" fmla="*/ 20703 h 235856"/>
              <a:gd name="connsiteX1" fmla="*/ 463923 w 773206"/>
              <a:gd name="connsiteY1" fmla="*/ 20703 h 235856"/>
              <a:gd name="connsiteX2" fmla="*/ 773206 w 773206"/>
              <a:gd name="connsiteY2" fmla="*/ 235856 h 235856"/>
            </a:gdLst>
            <a:ahLst/>
            <a:cxnLst>
              <a:cxn ang="0">
                <a:pos x="connsiteX0" y="connsiteY0"/>
              </a:cxn>
              <a:cxn ang="0">
                <a:pos x="connsiteX1" y="connsiteY1"/>
              </a:cxn>
              <a:cxn ang="0">
                <a:pos x="connsiteX2" y="connsiteY2"/>
              </a:cxn>
            </a:cxnLst>
            <a:rect l="l" t="t" r="r" b="b"/>
            <a:pathLst>
              <a:path w="773206" h="235856">
                <a:moveTo>
                  <a:pt x="0" y="20703"/>
                </a:moveTo>
                <a:cubicBezTo>
                  <a:pt x="167527" y="2773"/>
                  <a:pt x="335055" y="-15156"/>
                  <a:pt x="463923" y="20703"/>
                </a:cubicBezTo>
                <a:cubicBezTo>
                  <a:pt x="592791" y="56562"/>
                  <a:pt x="682998" y="146209"/>
                  <a:pt x="773206" y="235856"/>
                </a:cubicBezTo>
              </a:path>
            </a:pathLst>
          </a:custGeom>
          <a:noFill/>
          <a:ln>
            <a:solidFill>
              <a:schemeClr val="accent5"/>
            </a:solidFill>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20" name="Forma libre 19">
            <a:extLst>
              <a:ext uri="{FF2B5EF4-FFF2-40B4-BE49-F238E27FC236}">
                <a16:creationId xmlns:a16="http://schemas.microsoft.com/office/drawing/2014/main" id="{F52D94FC-BA8E-581B-71C4-2EAAD581DDC8}"/>
              </a:ext>
            </a:extLst>
          </p:cNvPr>
          <p:cNvSpPr/>
          <p:nvPr/>
        </p:nvSpPr>
        <p:spPr>
          <a:xfrm>
            <a:off x="3139638" y="4804010"/>
            <a:ext cx="1130270" cy="131055"/>
          </a:xfrm>
          <a:custGeom>
            <a:avLst/>
            <a:gdLst>
              <a:gd name="connsiteX0" fmla="*/ 0 w 1391771"/>
              <a:gd name="connsiteY0" fmla="*/ 161376 h 161376"/>
              <a:gd name="connsiteX1" fmla="*/ 1048871 w 1391771"/>
              <a:gd name="connsiteY1" fmla="*/ 11 h 161376"/>
              <a:gd name="connsiteX2" fmla="*/ 1391771 w 1391771"/>
              <a:gd name="connsiteY2" fmla="*/ 154652 h 161376"/>
            </a:gdLst>
            <a:ahLst/>
            <a:cxnLst>
              <a:cxn ang="0">
                <a:pos x="connsiteX0" y="connsiteY0"/>
              </a:cxn>
              <a:cxn ang="0">
                <a:pos x="connsiteX1" y="connsiteY1"/>
              </a:cxn>
              <a:cxn ang="0">
                <a:pos x="connsiteX2" y="connsiteY2"/>
              </a:cxn>
            </a:cxnLst>
            <a:rect l="l" t="t" r="r" b="b"/>
            <a:pathLst>
              <a:path w="1391771" h="161376">
                <a:moveTo>
                  <a:pt x="0" y="161376"/>
                </a:moveTo>
                <a:cubicBezTo>
                  <a:pt x="408454" y="81254"/>
                  <a:pt x="816909" y="1132"/>
                  <a:pt x="1048871" y="11"/>
                </a:cubicBezTo>
                <a:cubicBezTo>
                  <a:pt x="1280833" y="-1110"/>
                  <a:pt x="1336302" y="76771"/>
                  <a:pt x="1391771" y="154652"/>
                </a:cubicBezTo>
              </a:path>
            </a:pathLst>
          </a:custGeom>
          <a:noFill/>
          <a:ln>
            <a:solidFill>
              <a:schemeClr val="accent5"/>
            </a:solidFill>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44" name="Elipse 43">
            <a:extLst>
              <a:ext uri="{FF2B5EF4-FFF2-40B4-BE49-F238E27FC236}">
                <a16:creationId xmlns:a16="http://schemas.microsoft.com/office/drawing/2014/main" id="{52F408A9-CDA8-FB32-A5E6-3F94EB99C6DD}"/>
              </a:ext>
            </a:extLst>
          </p:cNvPr>
          <p:cNvSpPr/>
          <p:nvPr/>
        </p:nvSpPr>
        <p:spPr>
          <a:xfrm>
            <a:off x="5008628" y="5980985"/>
            <a:ext cx="238876" cy="218104"/>
          </a:xfrm>
          <a:prstGeom prst="ellipse">
            <a:avLst/>
          </a:prstGeom>
          <a:solidFill>
            <a:schemeClr val="accent1">
              <a:alpha val="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defTabSz="371292" fontAlgn="auto">
              <a:spcBef>
                <a:spcPts val="0"/>
              </a:spcBef>
              <a:spcAft>
                <a:spcPts val="0"/>
              </a:spcAft>
            </a:pPr>
            <a:r>
              <a:rPr lang="es-ES" sz="975" b="1" dirty="0">
                <a:solidFill>
                  <a:srgbClr val="2683C6"/>
                </a:solidFill>
                <a:latin typeface="Tw Cen MT" panose="020B0602020104020603"/>
              </a:rPr>
              <a:t>&lt;&lt;</a:t>
            </a:r>
            <a:endParaRPr lang="es-ES" sz="487" b="1" dirty="0">
              <a:solidFill>
                <a:srgbClr val="2683C6"/>
              </a:solidFill>
              <a:latin typeface="Tw Cen MT" panose="020B0602020104020603"/>
            </a:endParaRPr>
          </a:p>
        </p:txBody>
      </p:sp>
      <p:cxnSp>
        <p:nvCxnSpPr>
          <p:cNvPr id="45" name="Conector recto de flecha 44">
            <a:extLst>
              <a:ext uri="{FF2B5EF4-FFF2-40B4-BE49-F238E27FC236}">
                <a16:creationId xmlns:a16="http://schemas.microsoft.com/office/drawing/2014/main" id="{46AFD18E-5FA8-D78F-2DFD-47E52B4597EA}"/>
              </a:ext>
            </a:extLst>
          </p:cNvPr>
          <p:cNvCxnSpPr>
            <a:cxnSpLocks/>
          </p:cNvCxnSpPr>
          <p:nvPr/>
        </p:nvCxnSpPr>
        <p:spPr>
          <a:xfrm flipH="1">
            <a:off x="4695834" y="6086461"/>
            <a:ext cx="316880" cy="0"/>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6" name="Forma libre 45">
            <a:extLst>
              <a:ext uri="{FF2B5EF4-FFF2-40B4-BE49-F238E27FC236}">
                <a16:creationId xmlns:a16="http://schemas.microsoft.com/office/drawing/2014/main" id="{27B50F65-D975-C097-479E-FEF485B832EC}"/>
              </a:ext>
            </a:extLst>
          </p:cNvPr>
          <p:cNvSpPr/>
          <p:nvPr/>
        </p:nvSpPr>
        <p:spPr>
          <a:xfrm>
            <a:off x="4695835" y="5635736"/>
            <a:ext cx="355472" cy="369628"/>
          </a:xfrm>
          <a:custGeom>
            <a:avLst/>
            <a:gdLst>
              <a:gd name="connsiteX0" fmla="*/ 0 w 510988"/>
              <a:gd name="connsiteY0" fmla="*/ 0 h 403412"/>
              <a:gd name="connsiteX1" fmla="*/ 510988 w 510988"/>
              <a:gd name="connsiteY1" fmla="*/ 0 h 403412"/>
              <a:gd name="connsiteX2" fmla="*/ 510988 w 510988"/>
              <a:gd name="connsiteY2" fmla="*/ 403412 h 403412"/>
              <a:gd name="connsiteX3" fmla="*/ 510988 w 510988"/>
              <a:gd name="connsiteY3" fmla="*/ 403412 h 403412"/>
            </a:gdLst>
            <a:ahLst/>
            <a:cxnLst>
              <a:cxn ang="0">
                <a:pos x="connsiteX0" y="connsiteY0"/>
              </a:cxn>
              <a:cxn ang="0">
                <a:pos x="connsiteX1" y="connsiteY1"/>
              </a:cxn>
              <a:cxn ang="0">
                <a:pos x="connsiteX2" y="connsiteY2"/>
              </a:cxn>
              <a:cxn ang="0">
                <a:pos x="connsiteX3" y="connsiteY3"/>
              </a:cxn>
            </a:cxnLst>
            <a:rect l="l" t="t" r="r" b="b"/>
            <a:pathLst>
              <a:path w="510988" h="403412">
                <a:moveTo>
                  <a:pt x="0" y="0"/>
                </a:moveTo>
                <a:lnTo>
                  <a:pt x="510988" y="0"/>
                </a:lnTo>
                <a:lnTo>
                  <a:pt x="510988" y="403412"/>
                </a:lnTo>
                <a:lnTo>
                  <a:pt x="510988" y="403412"/>
                </a:lnTo>
              </a:path>
            </a:pathLst>
          </a:custGeom>
          <a:noFill/>
          <a:ln>
            <a:solidFill>
              <a:schemeClr val="accent2"/>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47" name="Forma libre 46">
            <a:extLst>
              <a:ext uri="{FF2B5EF4-FFF2-40B4-BE49-F238E27FC236}">
                <a16:creationId xmlns:a16="http://schemas.microsoft.com/office/drawing/2014/main" id="{7CB83D0A-4ECA-EAFD-3352-6BFF6CCA48C7}"/>
              </a:ext>
            </a:extLst>
          </p:cNvPr>
          <p:cNvSpPr/>
          <p:nvPr/>
        </p:nvSpPr>
        <p:spPr>
          <a:xfrm>
            <a:off x="4695835" y="5077032"/>
            <a:ext cx="519280" cy="928333"/>
          </a:xfrm>
          <a:custGeom>
            <a:avLst/>
            <a:gdLst>
              <a:gd name="connsiteX0" fmla="*/ 0 w 510988"/>
              <a:gd name="connsiteY0" fmla="*/ 0 h 403412"/>
              <a:gd name="connsiteX1" fmla="*/ 510988 w 510988"/>
              <a:gd name="connsiteY1" fmla="*/ 0 h 403412"/>
              <a:gd name="connsiteX2" fmla="*/ 510988 w 510988"/>
              <a:gd name="connsiteY2" fmla="*/ 403412 h 403412"/>
              <a:gd name="connsiteX3" fmla="*/ 510988 w 510988"/>
              <a:gd name="connsiteY3" fmla="*/ 403412 h 403412"/>
            </a:gdLst>
            <a:ahLst/>
            <a:cxnLst>
              <a:cxn ang="0">
                <a:pos x="connsiteX0" y="connsiteY0"/>
              </a:cxn>
              <a:cxn ang="0">
                <a:pos x="connsiteX1" y="connsiteY1"/>
              </a:cxn>
              <a:cxn ang="0">
                <a:pos x="connsiteX2" y="connsiteY2"/>
              </a:cxn>
              <a:cxn ang="0">
                <a:pos x="connsiteX3" y="connsiteY3"/>
              </a:cxn>
            </a:cxnLst>
            <a:rect l="l" t="t" r="r" b="b"/>
            <a:pathLst>
              <a:path w="510988" h="403412">
                <a:moveTo>
                  <a:pt x="0" y="0"/>
                </a:moveTo>
                <a:lnTo>
                  <a:pt x="510988" y="0"/>
                </a:lnTo>
                <a:lnTo>
                  <a:pt x="510988" y="403412"/>
                </a:lnTo>
                <a:lnTo>
                  <a:pt x="510988" y="403412"/>
                </a:lnTo>
              </a:path>
            </a:pathLst>
          </a:custGeom>
          <a:noFill/>
          <a:ln>
            <a:solidFill>
              <a:schemeClr val="accent2"/>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cxnSp>
        <p:nvCxnSpPr>
          <p:cNvPr id="48" name="Conector recto 47">
            <a:extLst>
              <a:ext uri="{FF2B5EF4-FFF2-40B4-BE49-F238E27FC236}">
                <a16:creationId xmlns:a16="http://schemas.microsoft.com/office/drawing/2014/main" id="{E5EEA55D-DEF5-B67F-86EB-16636C8A99E6}"/>
              </a:ext>
            </a:extLst>
          </p:cNvPr>
          <p:cNvCxnSpPr>
            <a:cxnSpLocks/>
          </p:cNvCxnSpPr>
          <p:nvPr/>
        </p:nvCxnSpPr>
        <p:spPr>
          <a:xfrm flipH="1">
            <a:off x="5013085" y="5760383"/>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9" name="Conector recto 48">
            <a:extLst>
              <a:ext uri="{FF2B5EF4-FFF2-40B4-BE49-F238E27FC236}">
                <a16:creationId xmlns:a16="http://schemas.microsoft.com/office/drawing/2014/main" id="{65786990-B653-CEDE-4923-6DCAFF13DD0E}"/>
              </a:ext>
            </a:extLst>
          </p:cNvPr>
          <p:cNvCxnSpPr>
            <a:cxnSpLocks/>
          </p:cNvCxnSpPr>
          <p:nvPr/>
        </p:nvCxnSpPr>
        <p:spPr>
          <a:xfrm flipH="1">
            <a:off x="5175075" y="5760383"/>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0" name="Conector recto 49">
            <a:extLst>
              <a:ext uri="{FF2B5EF4-FFF2-40B4-BE49-F238E27FC236}">
                <a16:creationId xmlns:a16="http://schemas.microsoft.com/office/drawing/2014/main" id="{40A7140F-9570-5C46-EAA3-1DD941173E40}"/>
              </a:ext>
            </a:extLst>
          </p:cNvPr>
          <p:cNvCxnSpPr>
            <a:cxnSpLocks/>
          </p:cNvCxnSpPr>
          <p:nvPr/>
        </p:nvCxnSpPr>
        <p:spPr>
          <a:xfrm flipH="1">
            <a:off x="4841995" y="6037037"/>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CuadroTexto 50">
            <a:extLst>
              <a:ext uri="{FF2B5EF4-FFF2-40B4-BE49-F238E27FC236}">
                <a16:creationId xmlns:a16="http://schemas.microsoft.com/office/drawing/2014/main" id="{6AE87EA4-1C9F-6C53-4F44-3272DBC7D689}"/>
              </a:ext>
            </a:extLst>
          </p:cNvPr>
          <p:cNvSpPr txBox="1"/>
          <p:nvPr/>
        </p:nvSpPr>
        <p:spPr>
          <a:xfrm>
            <a:off x="4989184" y="5748732"/>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sp>
        <p:nvSpPr>
          <p:cNvPr id="52" name="CuadroTexto 51">
            <a:extLst>
              <a:ext uri="{FF2B5EF4-FFF2-40B4-BE49-F238E27FC236}">
                <a16:creationId xmlns:a16="http://schemas.microsoft.com/office/drawing/2014/main" id="{F5BDED6A-10DD-F60A-A178-0F84AA2F0354}"/>
              </a:ext>
            </a:extLst>
          </p:cNvPr>
          <p:cNvSpPr txBox="1"/>
          <p:nvPr/>
        </p:nvSpPr>
        <p:spPr>
          <a:xfrm>
            <a:off x="4797891" y="6059823"/>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sp>
        <p:nvSpPr>
          <p:cNvPr id="53" name="CuadroTexto 52">
            <a:extLst>
              <a:ext uri="{FF2B5EF4-FFF2-40B4-BE49-F238E27FC236}">
                <a16:creationId xmlns:a16="http://schemas.microsoft.com/office/drawing/2014/main" id="{66639076-8BDC-DF09-D413-292291DC7B4C}"/>
              </a:ext>
            </a:extLst>
          </p:cNvPr>
          <p:cNvSpPr txBox="1"/>
          <p:nvPr/>
        </p:nvSpPr>
        <p:spPr>
          <a:xfrm>
            <a:off x="5158846" y="5748418"/>
            <a:ext cx="231154"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5</a:t>
            </a:r>
            <a:endParaRPr lang="es-ES" sz="1462" dirty="0">
              <a:solidFill>
                <a:srgbClr val="2683C6"/>
              </a:solidFill>
              <a:latin typeface="Tw Cen MT" panose="020B0602020104020603"/>
            </a:endParaRPr>
          </a:p>
        </p:txBody>
      </p:sp>
      <p:graphicFrame>
        <p:nvGraphicFramePr>
          <p:cNvPr id="4" name="Tabla 3">
            <a:extLst>
              <a:ext uri="{FF2B5EF4-FFF2-40B4-BE49-F238E27FC236}">
                <a16:creationId xmlns:a16="http://schemas.microsoft.com/office/drawing/2014/main" id="{12580F85-8BD4-2891-0666-FBF6BA8FB768}"/>
              </a:ext>
            </a:extLst>
          </p:cNvPr>
          <p:cNvGraphicFramePr>
            <a:graphicFrameLocks noGrp="1"/>
          </p:cNvGraphicFramePr>
          <p:nvPr/>
        </p:nvGraphicFramePr>
        <p:xfrm>
          <a:off x="6053248" y="5541198"/>
          <a:ext cx="2818013" cy="519816"/>
        </p:xfrm>
        <a:graphic>
          <a:graphicData uri="http://schemas.openxmlformats.org/drawingml/2006/table">
            <a:tbl>
              <a:tblPr firstRow="1" bandRow="1">
                <a:tableStyleId>{073A0DAA-6AF3-43AB-8588-CEC1D06C72B9}</a:tableStyleId>
              </a:tblPr>
              <a:tblGrid>
                <a:gridCol w="376543">
                  <a:extLst>
                    <a:ext uri="{9D8B030D-6E8A-4147-A177-3AD203B41FA5}">
                      <a16:colId xmlns:a16="http://schemas.microsoft.com/office/drawing/2014/main" val="3256160865"/>
                    </a:ext>
                  </a:extLst>
                </a:gridCol>
                <a:gridCol w="2441470">
                  <a:extLst>
                    <a:ext uri="{9D8B030D-6E8A-4147-A177-3AD203B41FA5}">
                      <a16:colId xmlns:a16="http://schemas.microsoft.com/office/drawing/2014/main" val="1261247352"/>
                    </a:ext>
                  </a:extLst>
                </a:gridCol>
              </a:tblGrid>
              <a:tr h="173272">
                <a:tc>
                  <a:txBody>
                    <a:bodyPr/>
                    <a:lstStyle/>
                    <a:p>
                      <a:endParaRPr lang="es-ES" sz="1100" b="0"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noFill/>
                  </a:tcPr>
                </a:tc>
                <a:tc>
                  <a:txBody>
                    <a:bodyPr/>
                    <a:lstStyle/>
                    <a:p>
                      <a:pPr algn="r"/>
                      <a:r>
                        <a:rPr lang="es-ES" sz="1000" b="1" i="0" dirty="0">
                          <a:solidFill>
                            <a:schemeClr val="accent2"/>
                          </a:solidFill>
                          <a:latin typeface="Courier New" panose="02070309020205020404" pitchFamily="49" charset="0"/>
                          <a:cs typeface="Courier New" panose="02070309020205020404" pitchFamily="49" charset="0"/>
                        </a:rPr>
                        <a:t>0000111</a:t>
                      </a:r>
                      <a:r>
                        <a:rPr lang="es-ES" sz="1000" b="1" i="0" dirty="0">
                          <a:solidFill>
                            <a:schemeClr val="accent5"/>
                          </a:solidFill>
                          <a:latin typeface="Courier New" panose="02070309020205020404" pitchFamily="49" charset="0"/>
                          <a:cs typeface="Courier New" panose="02070309020205020404" pitchFamily="49" charset="0"/>
                        </a:rPr>
                        <a:t>1010100000000101000110100</a:t>
                      </a:r>
                    </a:p>
                  </a:txBody>
                  <a:tcPr marL="0" marR="0" marT="0" marB="0">
                    <a:noFill/>
                  </a:tcPr>
                </a:tc>
                <a:extLst>
                  <a:ext uri="{0D108BD9-81ED-4DB2-BD59-A6C34878D82A}">
                    <a16:rowId xmlns:a16="http://schemas.microsoft.com/office/drawing/2014/main" val="3955513832"/>
                  </a:ext>
                </a:extLst>
              </a:tr>
              <a:tr h="173272">
                <a:tc>
                  <a:txBody>
                    <a:bodyPr/>
                    <a:lstStyle/>
                    <a:p>
                      <a:pPr algn="ctr"/>
                      <a:r>
                        <a:rPr lang="es-ES" sz="1100" b="1" i="0" dirty="0" err="1">
                          <a:solidFill>
                            <a:schemeClr val="bg1">
                              <a:lumMod val="10000"/>
                            </a:schemeClr>
                          </a:solidFill>
                          <a:latin typeface="Courier New" panose="02070309020205020404" pitchFamily="49" charset="0"/>
                          <a:cs typeface="Courier New" panose="02070309020205020404" pitchFamily="49" charset="0"/>
                        </a:rPr>
                        <a:t>slli</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lnB w="28575" cap="flat" cmpd="sng" algn="ctr">
                      <a:solidFill>
                        <a:schemeClr val="bg1">
                          <a:lumMod val="10000"/>
                        </a:schemeClr>
                      </a:solidFill>
                      <a:prstDash val="solid"/>
                      <a:round/>
                      <a:headEnd type="none" w="med" len="med"/>
                      <a:tailEnd type="none" w="med" len="med"/>
                    </a:lnB>
                    <a:noFill/>
                  </a:tcPr>
                </a:tc>
                <a:tc>
                  <a:txBody>
                    <a:bodyPr/>
                    <a:lstStyle/>
                    <a:p>
                      <a:pPr algn="r"/>
                      <a:r>
                        <a:rPr lang="es-ES" sz="1000" b="1" i="0" dirty="0">
                          <a:solidFill>
                            <a:schemeClr val="accent2"/>
                          </a:solidFill>
                          <a:latin typeface="Courier New" panose="02070309020205020404" pitchFamily="49" charset="0"/>
                          <a:cs typeface="Courier New" panose="02070309020205020404" pitchFamily="49" charset="0"/>
                        </a:rPr>
                        <a:t>00111</a:t>
                      </a:r>
                      <a:endParaRPr lang="es-ES" sz="1000" b="1" i="0" dirty="0">
                        <a:solidFill>
                          <a:srgbClr val="C00000"/>
                        </a:solidFill>
                        <a:latin typeface="Courier New" panose="02070309020205020404" pitchFamily="49" charset="0"/>
                        <a:cs typeface="Courier New" panose="02070309020205020404" pitchFamily="49" charset="0"/>
                      </a:endParaRPr>
                    </a:p>
                  </a:txBody>
                  <a:tcPr marL="0" marR="0" marT="0" marB="0">
                    <a:lnB w="28575"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480000673"/>
                  </a:ext>
                </a:extLst>
              </a:tr>
              <a:tr h="173272">
                <a:tc>
                  <a:txBody>
                    <a:bodyPr/>
                    <a:lstStyle/>
                    <a:p>
                      <a:endParaRPr lang="es-ES" sz="1100" b="0"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lnT w="28575" cap="flat" cmpd="sng" algn="ctr">
                      <a:solidFill>
                        <a:schemeClr val="bg1">
                          <a:lumMod val="10000"/>
                        </a:schemeClr>
                      </a:solidFill>
                      <a:prstDash val="solid"/>
                      <a:round/>
                      <a:headEnd type="none" w="med" len="med"/>
                      <a:tailEnd type="none" w="med" len="med"/>
                    </a:lnT>
                    <a:noFill/>
                  </a:tcPr>
                </a:tc>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1010100000000101000110100</a:t>
                      </a:r>
                      <a:r>
                        <a:rPr lang="es-ES" sz="1000" b="1" i="0" dirty="0">
                          <a:solidFill>
                            <a:srgbClr val="C00000"/>
                          </a:solidFill>
                          <a:latin typeface="Courier New" panose="02070309020205020404" pitchFamily="49" charset="0"/>
                          <a:cs typeface="Courier New" panose="02070309020205020404" pitchFamily="49" charset="0"/>
                        </a:rPr>
                        <a:t>0000000</a:t>
                      </a:r>
                    </a:p>
                  </a:txBody>
                  <a:tcPr marL="0" marR="0" marT="0" marB="0">
                    <a:lnT w="28575" cap="flat" cmpd="sng" algn="ctr">
                      <a:solidFill>
                        <a:schemeClr val="bg1">
                          <a:lumMod val="10000"/>
                        </a:schemeClr>
                      </a:solidFill>
                      <a:prstDash val="solid"/>
                      <a:round/>
                      <a:headEnd type="none" w="med" len="med"/>
                      <a:tailEnd type="none" w="med" len="med"/>
                    </a:lnT>
                    <a:noFill/>
                  </a:tcPr>
                </a:tc>
                <a:extLst>
                  <a:ext uri="{0D108BD9-81ED-4DB2-BD59-A6C34878D82A}">
                    <a16:rowId xmlns:a16="http://schemas.microsoft.com/office/drawing/2014/main" val="654711830"/>
                  </a:ext>
                </a:extLst>
              </a:tr>
            </a:tbl>
          </a:graphicData>
        </a:graphic>
      </p:graphicFrame>
      <p:cxnSp>
        <p:nvCxnSpPr>
          <p:cNvPr id="7" name="Conector recto de flecha 6">
            <a:extLst>
              <a:ext uri="{FF2B5EF4-FFF2-40B4-BE49-F238E27FC236}">
                <a16:creationId xmlns:a16="http://schemas.microsoft.com/office/drawing/2014/main" id="{0E62FF7B-1E8E-6514-2A1A-FD2DC9E2F1B5}"/>
              </a:ext>
            </a:extLst>
          </p:cNvPr>
          <p:cNvCxnSpPr>
            <a:cxnSpLocks/>
          </p:cNvCxnSpPr>
          <p:nvPr/>
        </p:nvCxnSpPr>
        <p:spPr>
          <a:xfrm flipH="1">
            <a:off x="6486767" y="5477453"/>
            <a:ext cx="2384494" cy="0"/>
          </a:xfrm>
          <a:prstGeom prst="straightConnector1">
            <a:avLst/>
          </a:prstGeom>
          <a:ln w="22225">
            <a:solidFill>
              <a:schemeClr val="bg1">
                <a:lumMod val="1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EF9719B7-101E-1AA7-ED5C-1BE29CBF1973}"/>
              </a:ext>
            </a:extLst>
          </p:cNvPr>
          <p:cNvSpPr txBox="1"/>
          <p:nvPr/>
        </p:nvSpPr>
        <p:spPr>
          <a:xfrm>
            <a:off x="6549143" y="5258874"/>
            <a:ext cx="2424062"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Desplazar cada bit 7 posiciones a la izquierda</a:t>
            </a:r>
          </a:p>
        </p:txBody>
      </p:sp>
      <p:cxnSp>
        <p:nvCxnSpPr>
          <p:cNvPr id="24" name="Conector recto de flecha 23">
            <a:extLst>
              <a:ext uri="{FF2B5EF4-FFF2-40B4-BE49-F238E27FC236}">
                <a16:creationId xmlns:a16="http://schemas.microsoft.com/office/drawing/2014/main" id="{2170C637-726E-96EF-9F59-7F36662B99B5}"/>
              </a:ext>
            </a:extLst>
          </p:cNvPr>
          <p:cNvCxnSpPr/>
          <p:nvPr/>
        </p:nvCxnSpPr>
        <p:spPr>
          <a:xfrm flipH="1">
            <a:off x="6524989" y="5635737"/>
            <a:ext cx="502342" cy="249411"/>
          </a:xfrm>
          <a:prstGeom prst="straightConnector1">
            <a:avLst/>
          </a:prstGeom>
          <a:ln>
            <a:solidFill>
              <a:schemeClr val="accent5"/>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7E5574C1-9B98-A57C-8C75-0B56F005C81E}"/>
              </a:ext>
            </a:extLst>
          </p:cNvPr>
          <p:cNvCxnSpPr/>
          <p:nvPr/>
        </p:nvCxnSpPr>
        <p:spPr>
          <a:xfrm flipH="1">
            <a:off x="8319586" y="5644838"/>
            <a:ext cx="502342" cy="249411"/>
          </a:xfrm>
          <a:prstGeom prst="straightConnector1">
            <a:avLst/>
          </a:prstGeom>
          <a:ln>
            <a:solidFill>
              <a:schemeClr val="accent5"/>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72173828-95C5-3C23-C46D-9C469E8190E1}"/>
              </a:ext>
            </a:extLst>
          </p:cNvPr>
          <p:cNvCxnSpPr/>
          <p:nvPr/>
        </p:nvCxnSpPr>
        <p:spPr>
          <a:xfrm>
            <a:off x="6945427" y="5760383"/>
            <a:ext cx="1507027" cy="0"/>
          </a:xfrm>
          <a:prstGeom prst="line">
            <a:avLst/>
          </a:prstGeom>
          <a:ln>
            <a:solidFill>
              <a:schemeClr val="accent5"/>
            </a:solidFill>
            <a:prstDash val="sysDot"/>
          </a:ln>
        </p:spPr>
        <p:style>
          <a:lnRef idx="1">
            <a:schemeClr val="accent1"/>
          </a:lnRef>
          <a:fillRef idx="0">
            <a:schemeClr val="accent1"/>
          </a:fillRef>
          <a:effectRef idx="0">
            <a:schemeClr val="accent1"/>
          </a:effectRef>
          <a:fontRef idx="minor">
            <a:schemeClr val="tx1"/>
          </a:fontRef>
        </p:style>
      </p:cxnSp>
      <p:sp>
        <p:nvSpPr>
          <p:cNvPr id="5" name="Marcador de número de diapositiva 4">
            <a:extLst>
              <a:ext uri="{FF2B5EF4-FFF2-40B4-BE49-F238E27FC236}">
                <a16:creationId xmlns:a16="http://schemas.microsoft.com/office/drawing/2014/main" id="{8FA0C0A1-C2F7-2E16-CD6E-5F040CF0D706}"/>
              </a:ext>
            </a:extLst>
          </p:cNvPr>
          <p:cNvSpPr>
            <a:spLocks noGrp="1"/>
          </p:cNvSpPr>
          <p:nvPr>
            <p:ph type="sldNum" sz="quarter" idx="12"/>
          </p:nvPr>
        </p:nvSpPr>
        <p:spPr/>
        <p:txBody>
          <a:bodyPr/>
          <a:lstStyle/>
          <a:p>
            <a:pPr defTabSz="371292" fontAlgn="auto">
              <a:spcBef>
                <a:spcPts val="0"/>
              </a:spcBef>
              <a:spcAft>
                <a:spcPts val="0"/>
              </a:spcAft>
            </a:pPr>
            <a:fld id="{6D22F896-40B5-4ADD-8801-0D06FADFA095}" type="slidenum">
              <a:rPr lang="es-ES">
                <a:solidFill>
                  <a:srgbClr val="E6E6E6">
                    <a:lumMod val="10000"/>
                  </a:srgbClr>
                </a:solidFill>
                <a:latin typeface="Tw Cen MT" panose="020B0602020104020603"/>
              </a:rPr>
              <a:pPr defTabSz="371292" fontAlgn="auto">
                <a:spcBef>
                  <a:spcPts val="0"/>
                </a:spcBef>
                <a:spcAft>
                  <a:spcPts val="0"/>
                </a:spcAft>
              </a:pPr>
              <a:t>124</a:t>
            </a:fld>
            <a:endParaRPr lang="es-ES">
              <a:solidFill>
                <a:srgbClr val="E6E6E6">
                  <a:lumMod val="10000"/>
                </a:srgbClr>
              </a:solidFill>
              <a:latin typeface="Tw Cen MT" panose="020B0602020104020603"/>
            </a:endParaRPr>
          </a:p>
        </p:txBody>
      </p:sp>
    </p:spTree>
    <p:extLst>
      <p:ext uri="{BB962C8B-B14F-4D97-AF65-F5344CB8AC3E}">
        <p14:creationId xmlns:p14="http://schemas.microsoft.com/office/powerpoint/2010/main" val="256746213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B64ABE-6E04-6674-1ED5-46EA7B9C8D1B}"/>
              </a:ext>
            </a:extLst>
          </p:cNvPr>
          <p:cNvSpPr>
            <a:spLocks noGrp="1"/>
          </p:cNvSpPr>
          <p:nvPr>
            <p:ph type="title"/>
          </p:nvPr>
        </p:nvSpPr>
        <p:spPr>
          <a:xfrm>
            <a:off x="926952" y="1265739"/>
            <a:ext cx="8044754" cy="1200761"/>
          </a:xfrm>
        </p:spPr>
        <p:txBody>
          <a:bodyPr/>
          <a:lstStyle/>
          <a:p>
            <a:r>
              <a:rPr lang="es-ES" sz="3573" dirty="0">
                <a:latin typeface="Rockwell" panose="02060603020205020403" pitchFamily="18" charset="0"/>
              </a:rPr>
              <a:t>Repertorio de instrucciones:</a:t>
            </a:r>
            <a:br>
              <a:rPr lang="es-ES" sz="3573" dirty="0">
                <a:latin typeface="Rockwell" panose="02060603020205020403" pitchFamily="18" charset="0"/>
              </a:rPr>
            </a:br>
            <a:r>
              <a:rPr lang="es-ES" sz="2599" dirty="0">
                <a:solidFill>
                  <a:schemeClr val="accent2"/>
                </a:solidFill>
                <a:latin typeface="Rockwell" panose="02060603020205020403" pitchFamily="18" charset="0"/>
              </a:rPr>
              <a:t>de desplazamiento (II)</a:t>
            </a:r>
          </a:p>
        </p:txBody>
      </p:sp>
      <p:sp>
        <p:nvSpPr>
          <p:cNvPr id="3" name="Marcador de contenido 2">
            <a:extLst>
              <a:ext uri="{FF2B5EF4-FFF2-40B4-BE49-F238E27FC236}">
                <a16:creationId xmlns:a16="http://schemas.microsoft.com/office/drawing/2014/main" id="{9437CEA7-0E7F-23D4-45B7-3BBAA1AB3672}"/>
              </a:ext>
            </a:extLst>
          </p:cNvPr>
          <p:cNvSpPr>
            <a:spLocks noGrp="1"/>
          </p:cNvSpPr>
          <p:nvPr>
            <p:ph idx="1"/>
          </p:nvPr>
        </p:nvSpPr>
        <p:spPr>
          <a:xfrm>
            <a:off x="926952" y="2590264"/>
            <a:ext cx="8044755" cy="3982874"/>
          </a:xfrm>
        </p:spPr>
        <p:txBody>
          <a:bodyPr>
            <a:normAutofit/>
          </a:bodyPr>
          <a:lstStyle/>
          <a:p>
            <a:r>
              <a:rPr lang="es-ES" dirty="0"/>
              <a:t>Insertan 0’s por un extremo del dato y descartan los bits que salen por el otro</a:t>
            </a:r>
          </a:p>
          <a:p>
            <a:pPr lvl="1"/>
            <a:r>
              <a:rPr lang="es-ES" dirty="0"/>
              <a:t>Permiten el </a:t>
            </a:r>
            <a:r>
              <a:rPr lang="es-ES" dirty="0" err="1">
                <a:solidFill>
                  <a:schemeClr val="accent2"/>
                </a:solidFill>
              </a:rPr>
              <a:t>reescalado</a:t>
            </a:r>
            <a:r>
              <a:rPr lang="es-ES" dirty="0"/>
              <a:t> de datos </a:t>
            </a:r>
            <a:r>
              <a:rPr lang="es-ES" dirty="0">
                <a:solidFill>
                  <a:schemeClr val="accent2"/>
                </a:solidFill>
              </a:rPr>
              <a:t>sin signo</a:t>
            </a:r>
            <a:r>
              <a:rPr lang="es-ES" dirty="0"/>
              <a:t>:</a:t>
            </a:r>
          </a:p>
          <a:p>
            <a:pPr lvl="2"/>
            <a:r>
              <a:rPr lang="es-ES" dirty="0"/>
              <a:t>Desplazar </a:t>
            </a:r>
            <a:r>
              <a:rPr lang="es-ES" dirty="0">
                <a:solidFill>
                  <a:schemeClr val="accent2"/>
                </a:solidFill>
              </a:rPr>
              <a:t>n bits </a:t>
            </a:r>
            <a:r>
              <a:rPr lang="es-ES" dirty="0"/>
              <a:t>a la </a:t>
            </a:r>
            <a:r>
              <a:rPr lang="es-ES" dirty="0">
                <a:solidFill>
                  <a:schemeClr val="accent2"/>
                </a:solidFill>
              </a:rPr>
              <a:t>izquierda</a:t>
            </a:r>
            <a:r>
              <a:rPr lang="es-ES" dirty="0"/>
              <a:t> equivale a </a:t>
            </a:r>
            <a:r>
              <a:rPr lang="es-ES" dirty="0">
                <a:solidFill>
                  <a:schemeClr val="accent2"/>
                </a:solidFill>
              </a:rPr>
              <a:t>multiplicar por 2</a:t>
            </a:r>
            <a:r>
              <a:rPr lang="es-ES" baseline="30000" dirty="0">
                <a:solidFill>
                  <a:schemeClr val="accent2"/>
                </a:solidFill>
              </a:rPr>
              <a:t>n</a:t>
            </a:r>
          </a:p>
          <a:p>
            <a:pPr lvl="2"/>
            <a:r>
              <a:rPr lang="es-ES" dirty="0"/>
              <a:t>Desplazar </a:t>
            </a:r>
            <a:r>
              <a:rPr lang="es-ES" dirty="0">
                <a:solidFill>
                  <a:schemeClr val="accent2"/>
                </a:solidFill>
              </a:rPr>
              <a:t>n bits</a:t>
            </a:r>
            <a:r>
              <a:rPr lang="es-ES" dirty="0"/>
              <a:t> a la </a:t>
            </a:r>
            <a:r>
              <a:rPr lang="es-ES" dirty="0">
                <a:solidFill>
                  <a:schemeClr val="accent2"/>
                </a:solidFill>
              </a:rPr>
              <a:t>derecha</a:t>
            </a:r>
            <a:r>
              <a:rPr lang="es-ES" dirty="0"/>
              <a:t> equivale a </a:t>
            </a:r>
            <a:r>
              <a:rPr lang="es-ES" dirty="0">
                <a:solidFill>
                  <a:schemeClr val="accent2"/>
                </a:solidFill>
              </a:rPr>
              <a:t>dividir por 2</a:t>
            </a:r>
            <a:r>
              <a:rPr lang="es-ES" baseline="30000" dirty="0">
                <a:solidFill>
                  <a:schemeClr val="accent2"/>
                </a:solidFill>
              </a:rPr>
              <a:t>n</a:t>
            </a:r>
            <a:endParaRPr lang="es-ES" dirty="0">
              <a:solidFill>
                <a:schemeClr val="accent2"/>
              </a:solidFill>
            </a:endParaRPr>
          </a:p>
          <a:p>
            <a:pPr lvl="2"/>
            <a:endParaRPr lang="es-ES" dirty="0">
              <a:solidFill>
                <a:schemeClr val="accent2"/>
              </a:solidFill>
            </a:endParaRPr>
          </a:p>
          <a:p>
            <a:pPr lvl="2"/>
            <a:endParaRPr lang="es-ES" dirty="0">
              <a:solidFill>
                <a:schemeClr val="accent2"/>
              </a:solidFill>
            </a:endParaRPr>
          </a:p>
          <a:p>
            <a:pPr lvl="2"/>
            <a:endParaRPr lang="es-ES" dirty="0">
              <a:solidFill>
                <a:schemeClr val="accent2"/>
              </a:solidFill>
            </a:endParaRPr>
          </a:p>
          <a:p>
            <a:pPr lvl="2"/>
            <a:endParaRPr lang="es-ES" dirty="0"/>
          </a:p>
          <a:p>
            <a:pPr lvl="2"/>
            <a:r>
              <a:rPr lang="es-ES" dirty="0"/>
              <a:t>Aplicadas tras una lógica bit a bit permiten </a:t>
            </a:r>
            <a:r>
              <a:rPr lang="es-ES" dirty="0">
                <a:solidFill>
                  <a:schemeClr val="accent2"/>
                </a:solidFill>
              </a:rPr>
              <a:t>extraer campos</a:t>
            </a:r>
            <a:r>
              <a:rPr lang="es-ES" dirty="0"/>
              <a:t> de un dato:</a:t>
            </a:r>
          </a:p>
        </p:txBody>
      </p:sp>
      <p:graphicFrame>
        <p:nvGraphicFramePr>
          <p:cNvPr id="4" name="Tabla 3">
            <a:extLst>
              <a:ext uri="{FF2B5EF4-FFF2-40B4-BE49-F238E27FC236}">
                <a16:creationId xmlns:a16="http://schemas.microsoft.com/office/drawing/2014/main" id="{12580F85-8BD4-2891-0666-FBF6BA8FB768}"/>
              </a:ext>
            </a:extLst>
          </p:cNvPr>
          <p:cNvGraphicFramePr>
            <a:graphicFrameLocks noGrp="1"/>
          </p:cNvGraphicFramePr>
          <p:nvPr/>
        </p:nvGraphicFramePr>
        <p:xfrm>
          <a:off x="1472110" y="4379135"/>
          <a:ext cx="2818013" cy="519816"/>
        </p:xfrm>
        <a:graphic>
          <a:graphicData uri="http://schemas.openxmlformats.org/drawingml/2006/table">
            <a:tbl>
              <a:tblPr firstRow="1" bandRow="1">
                <a:tableStyleId>{073A0DAA-6AF3-43AB-8588-CEC1D06C72B9}</a:tableStyleId>
              </a:tblPr>
              <a:tblGrid>
                <a:gridCol w="376543">
                  <a:extLst>
                    <a:ext uri="{9D8B030D-6E8A-4147-A177-3AD203B41FA5}">
                      <a16:colId xmlns:a16="http://schemas.microsoft.com/office/drawing/2014/main" val="3256160865"/>
                    </a:ext>
                  </a:extLst>
                </a:gridCol>
                <a:gridCol w="2441470">
                  <a:extLst>
                    <a:ext uri="{9D8B030D-6E8A-4147-A177-3AD203B41FA5}">
                      <a16:colId xmlns:a16="http://schemas.microsoft.com/office/drawing/2014/main" val="1261247352"/>
                    </a:ext>
                  </a:extLst>
                </a:gridCol>
              </a:tblGrid>
              <a:tr h="173272">
                <a:tc>
                  <a:txBody>
                    <a:bodyPr/>
                    <a:lstStyle/>
                    <a:p>
                      <a:endParaRPr lang="es-ES" sz="1100" b="0"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no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s-ES" sz="1000" b="1" i="0" dirty="0">
                          <a:solidFill>
                            <a:schemeClr val="accent2"/>
                          </a:solidFill>
                          <a:latin typeface="Courier New" panose="02070309020205020404" pitchFamily="49" charset="0"/>
                          <a:cs typeface="Courier New" panose="02070309020205020404" pitchFamily="49" charset="0"/>
                        </a:rPr>
                        <a:t>0000000</a:t>
                      </a:r>
                      <a:r>
                        <a:rPr lang="es-ES" sz="1000" b="1" i="0" dirty="0">
                          <a:solidFill>
                            <a:schemeClr val="accent5"/>
                          </a:solidFill>
                          <a:latin typeface="Courier New" panose="02070309020205020404" pitchFamily="49" charset="0"/>
                          <a:cs typeface="Courier New" panose="02070309020205020404" pitchFamily="49" charset="0"/>
                        </a:rPr>
                        <a:t>0000000000000101000110100</a:t>
                      </a:r>
                    </a:p>
                  </a:txBody>
                  <a:tcPr marL="0" marR="0" marT="0" marB="0">
                    <a:noFill/>
                  </a:tcPr>
                </a:tc>
                <a:extLst>
                  <a:ext uri="{0D108BD9-81ED-4DB2-BD59-A6C34878D82A}">
                    <a16:rowId xmlns:a16="http://schemas.microsoft.com/office/drawing/2014/main" val="3955513832"/>
                  </a:ext>
                </a:extLst>
              </a:tr>
              <a:tr h="173272">
                <a:tc>
                  <a:txBody>
                    <a:bodyPr/>
                    <a:lstStyle/>
                    <a:p>
                      <a:pPr algn="ctr"/>
                      <a:r>
                        <a:rPr lang="es-ES" sz="1100" b="1" i="0" dirty="0" err="1">
                          <a:solidFill>
                            <a:schemeClr val="bg1">
                              <a:lumMod val="10000"/>
                            </a:schemeClr>
                          </a:solidFill>
                          <a:latin typeface="Courier New" panose="02070309020205020404" pitchFamily="49" charset="0"/>
                          <a:cs typeface="Courier New" panose="02070309020205020404" pitchFamily="49" charset="0"/>
                        </a:rPr>
                        <a:t>slli</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lnB w="28575" cap="flat" cmpd="sng" algn="ctr">
                      <a:solidFill>
                        <a:schemeClr val="bg1">
                          <a:lumMod val="10000"/>
                        </a:schemeClr>
                      </a:solidFill>
                      <a:prstDash val="solid"/>
                      <a:round/>
                      <a:headEnd type="none" w="med" len="med"/>
                      <a:tailEnd type="none" w="med" len="med"/>
                    </a:lnB>
                    <a:noFill/>
                  </a:tcPr>
                </a:tc>
                <a:tc>
                  <a:txBody>
                    <a:bodyPr/>
                    <a:lstStyle/>
                    <a:p>
                      <a:pPr algn="r"/>
                      <a:r>
                        <a:rPr lang="es-ES" sz="1000" b="1" i="0" dirty="0">
                          <a:solidFill>
                            <a:schemeClr val="accent2"/>
                          </a:solidFill>
                          <a:latin typeface="Courier New" panose="02070309020205020404" pitchFamily="49" charset="0"/>
                          <a:cs typeface="Courier New" panose="02070309020205020404" pitchFamily="49" charset="0"/>
                        </a:rPr>
                        <a:t>00111</a:t>
                      </a:r>
                      <a:endParaRPr lang="es-ES" sz="1000" b="1" i="0" dirty="0">
                        <a:solidFill>
                          <a:srgbClr val="C00000"/>
                        </a:solidFill>
                        <a:latin typeface="Courier New" panose="02070309020205020404" pitchFamily="49" charset="0"/>
                        <a:cs typeface="Courier New" panose="02070309020205020404" pitchFamily="49" charset="0"/>
                      </a:endParaRPr>
                    </a:p>
                  </a:txBody>
                  <a:tcPr marL="0" marR="0" marT="0" marB="0">
                    <a:lnB w="28575"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480000673"/>
                  </a:ext>
                </a:extLst>
              </a:tr>
              <a:tr h="173272">
                <a:tc>
                  <a:txBody>
                    <a:bodyPr/>
                    <a:lstStyle/>
                    <a:p>
                      <a:endParaRPr lang="es-ES" sz="1100" b="0"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lnT w="28575" cap="flat" cmpd="sng" algn="ctr">
                      <a:solidFill>
                        <a:schemeClr val="bg1">
                          <a:lumMod val="10000"/>
                        </a:schemeClr>
                      </a:solidFill>
                      <a:prstDash val="solid"/>
                      <a:round/>
                      <a:headEnd type="none" w="med" len="med"/>
                      <a:tailEnd type="none" w="med" len="med"/>
                    </a:lnT>
                    <a:no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s-ES" sz="1000" b="1" i="0" dirty="0">
                          <a:solidFill>
                            <a:schemeClr val="accent5"/>
                          </a:solidFill>
                          <a:latin typeface="Courier New" panose="02070309020205020404" pitchFamily="49" charset="0"/>
                          <a:cs typeface="Courier New" panose="02070309020205020404" pitchFamily="49" charset="0"/>
                        </a:rPr>
                        <a:t>0000000000000101000110100</a:t>
                      </a:r>
                      <a:r>
                        <a:rPr lang="es-ES" sz="1000" b="1" i="0" dirty="0">
                          <a:solidFill>
                            <a:srgbClr val="C00000"/>
                          </a:solidFill>
                          <a:latin typeface="Courier New" panose="02070309020205020404" pitchFamily="49" charset="0"/>
                          <a:cs typeface="Courier New" panose="02070309020205020404" pitchFamily="49" charset="0"/>
                        </a:rPr>
                        <a:t>0000000</a:t>
                      </a:r>
                    </a:p>
                  </a:txBody>
                  <a:tcPr marL="0" marR="0" marT="0" marB="0">
                    <a:lnT w="28575" cap="flat" cmpd="sng" algn="ctr">
                      <a:solidFill>
                        <a:schemeClr val="bg1">
                          <a:lumMod val="10000"/>
                        </a:schemeClr>
                      </a:solidFill>
                      <a:prstDash val="solid"/>
                      <a:round/>
                      <a:headEnd type="none" w="med" len="med"/>
                      <a:tailEnd type="none" w="med" len="med"/>
                    </a:lnT>
                    <a:noFill/>
                  </a:tcPr>
                </a:tc>
                <a:extLst>
                  <a:ext uri="{0D108BD9-81ED-4DB2-BD59-A6C34878D82A}">
                    <a16:rowId xmlns:a16="http://schemas.microsoft.com/office/drawing/2014/main" val="654711830"/>
                  </a:ext>
                </a:extLst>
              </a:tr>
            </a:tbl>
          </a:graphicData>
        </a:graphic>
      </p:graphicFrame>
      <p:cxnSp>
        <p:nvCxnSpPr>
          <p:cNvPr id="7" name="Conector recto de flecha 6">
            <a:extLst>
              <a:ext uri="{FF2B5EF4-FFF2-40B4-BE49-F238E27FC236}">
                <a16:creationId xmlns:a16="http://schemas.microsoft.com/office/drawing/2014/main" id="{0E62FF7B-1E8E-6514-2A1A-FD2DC9E2F1B5}"/>
              </a:ext>
            </a:extLst>
          </p:cNvPr>
          <p:cNvCxnSpPr>
            <a:cxnSpLocks/>
          </p:cNvCxnSpPr>
          <p:nvPr/>
        </p:nvCxnSpPr>
        <p:spPr>
          <a:xfrm flipH="1">
            <a:off x="1905629" y="4315390"/>
            <a:ext cx="2384494" cy="0"/>
          </a:xfrm>
          <a:prstGeom prst="straightConnector1">
            <a:avLst/>
          </a:prstGeom>
          <a:ln w="22225">
            <a:solidFill>
              <a:schemeClr val="bg1">
                <a:lumMod val="1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EF9719B7-101E-1AA7-ED5C-1BE29CBF1973}"/>
              </a:ext>
            </a:extLst>
          </p:cNvPr>
          <p:cNvSpPr txBox="1"/>
          <p:nvPr/>
        </p:nvSpPr>
        <p:spPr>
          <a:xfrm>
            <a:off x="1968005" y="4096812"/>
            <a:ext cx="2424062"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Desplazar cada bit 7 posiciones a la izquierda</a:t>
            </a:r>
          </a:p>
        </p:txBody>
      </p:sp>
      <p:sp>
        <p:nvSpPr>
          <p:cNvPr id="5" name="CuadroTexto 4">
            <a:extLst>
              <a:ext uri="{FF2B5EF4-FFF2-40B4-BE49-F238E27FC236}">
                <a16:creationId xmlns:a16="http://schemas.microsoft.com/office/drawing/2014/main" id="{874E6D82-F85D-99F8-B437-6D84B6785267}"/>
              </a:ext>
            </a:extLst>
          </p:cNvPr>
          <p:cNvSpPr txBox="1"/>
          <p:nvPr/>
        </p:nvSpPr>
        <p:spPr>
          <a:xfrm>
            <a:off x="1954770" y="4904411"/>
            <a:ext cx="2268570" cy="242374"/>
          </a:xfrm>
          <a:prstGeom prst="rect">
            <a:avLst/>
          </a:prstGeom>
          <a:noFill/>
        </p:spPr>
        <p:txBody>
          <a:bodyPr wrap="none" rtlCol="0">
            <a:spAutoFit/>
          </a:bodyPr>
          <a:lstStyle/>
          <a:p>
            <a:pPr algn="l" defTabSz="371292" fontAlgn="auto">
              <a:spcBef>
                <a:spcPts val="0"/>
              </a:spcBef>
              <a:spcAft>
                <a:spcPts val="0"/>
              </a:spcAft>
            </a:pPr>
            <a:r>
              <a:rPr lang="es-ES" sz="975" b="1" dirty="0">
                <a:solidFill>
                  <a:srgbClr val="E6E6E6">
                    <a:lumMod val="10000"/>
                  </a:srgbClr>
                </a:solidFill>
                <a:latin typeface="Courier New" panose="02070309020205020404" pitchFamily="49" charset="0"/>
                <a:cs typeface="Courier New" panose="02070309020205020404" pitchFamily="49" charset="0"/>
              </a:rPr>
              <a:t>2612 &lt;&lt; 7 = 2612×2</a:t>
            </a:r>
            <a:r>
              <a:rPr lang="es-ES" sz="975" b="1" baseline="30000" dirty="0">
                <a:solidFill>
                  <a:srgbClr val="E6E6E6">
                    <a:lumMod val="10000"/>
                  </a:srgbClr>
                </a:solidFill>
                <a:latin typeface="Courier New" panose="02070309020205020404" pitchFamily="49" charset="0"/>
                <a:cs typeface="Courier New" panose="02070309020205020404" pitchFamily="49" charset="0"/>
              </a:rPr>
              <a:t>7</a:t>
            </a:r>
            <a:r>
              <a:rPr lang="es-ES" sz="975" b="1" dirty="0">
                <a:solidFill>
                  <a:srgbClr val="E6E6E6">
                    <a:lumMod val="10000"/>
                  </a:srgbClr>
                </a:solidFill>
                <a:latin typeface="Courier New" panose="02070309020205020404" pitchFamily="49" charset="0"/>
                <a:cs typeface="Courier New" panose="02070309020205020404" pitchFamily="49" charset="0"/>
              </a:rPr>
              <a:t> = 334336</a:t>
            </a:r>
          </a:p>
        </p:txBody>
      </p:sp>
      <p:graphicFrame>
        <p:nvGraphicFramePr>
          <p:cNvPr id="8" name="Tabla 7">
            <a:extLst>
              <a:ext uri="{FF2B5EF4-FFF2-40B4-BE49-F238E27FC236}">
                <a16:creationId xmlns:a16="http://schemas.microsoft.com/office/drawing/2014/main" id="{EB9DC192-5B13-DA75-FAE4-D19F1A537DAF}"/>
              </a:ext>
            </a:extLst>
          </p:cNvPr>
          <p:cNvGraphicFramePr>
            <a:graphicFrameLocks noGrp="1"/>
          </p:cNvGraphicFramePr>
          <p:nvPr/>
        </p:nvGraphicFramePr>
        <p:xfrm>
          <a:off x="5035825" y="4382770"/>
          <a:ext cx="2818013" cy="519816"/>
        </p:xfrm>
        <a:graphic>
          <a:graphicData uri="http://schemas.openxmlformats.org/drawingml/2006/table">
            <a:tbl>
              <a:tblPr firstRow="1" bandRow="1">
                <a:tableStyleId>{073A0DAA-6AF3-43AB-8588-CEC1D06C72B9}</a:tableStyleId>
              </a:tblPr>
              <a:tblGrid>
                <a:gridCol w="376543">
                  <a:extLst>
                    <a:ext uri="{9D8B030D-6E8A-4147-A177-3AD203B41FA5}">
                      <a16:colId xmlns:a16="http://schemas.microsoft.com/office/drawing/2014/main" val="3256160865"/>
                    </a:ext>
                  </a:extLst>
                </a:gridCol>
                <a:gridCol w="2441470">
                  <a:extLst>
                    <a:ext uri="{9D8B030D-6E8A-4147-A177-3AD203B41FA5}">
                      <a16:colId xmlns:a16="http://schemas.microsoft.com/office/drawing/2014/main" val="1261247352"/>
                    </a:ext>
                  </a:extLst>
                </a:gridCol>
              </a:tblGrid>
              <a:tr h="173272">
                <a:tc>
                  <a:txBody>
                    <a:bodyPr/>
                    <a:lstStyle/>
                    <a:p>
                      <a:endParaRPr lang="es-ES" sz="1100" b="0"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no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s-ES" sz="1000" b="1" i="0" dirty="0">
                          <a:solidFill>
                            <a:schemeClr val="accent5"/>
                          </a:solidFill>
                          <a:latin typeface="Courier New" panose="02070309020205020404" pitchFamily="49" charset="0"/>
                          <a:cs typeface="Courier New" panose="02070309020205020404" pitchFamily="49" charset="0"/>
                        </a:rPr>
                        <a:t>0000000000000000000010100</a:t>
                      </a:r>
                      <a:r>
                        <a:rPr lang="es-ES" sz="1000" b="1" i="0" dirty="0">
                          <a:solidFill>
                            <a:schemeClr val="accent2"/>
                          </a:solidFill>
                          <a:latin typeface="Courier New" panose="02070309020205020404" pitchFamily="49" charset="0"/>
                          <a:cs typeface="Courier New" panose="02070309020205020404" pitchFamily="49" charset="0"/>
                        </a:rPr>
                        <a:t>0110100</a:t>
                      </a:r>
                    </a:p>
                  </a:txBody>
                  <a:tcPr marL="0" marR="0" marT="0" marB="0">
                    <a:noFill/>
                  </a:tcPr>
                </a:tc>
                <a:extLst>
                  <a:ext uri="{0D108BD9-81ED-4DB2-BD59-A6C34878D82A}">
                    <a16:rowId xmlns:a16="http://schemas.microsoft.com/office/drawing/2014/main" val="3955513832"/>
                  </a:ext>
                </a:extLst>
              </a:tr>
              <a:tr h="173272">
                <a:tc>
                  <a:txBody>
                    <a:bodyPr/>
                    <a:lstStyle/>
                    <a:p>
                      <a:pPr algn="ctr"/>
                      <a:r>
                        <a:rPr lang="es-ES" sz="1100" b="1" i="0" dirty="0" err="1">
                          <a:solidFill>
                            <a:schemeClr val="bg1">
                              <a:lumMod val="10000"/>
                            </a:schemeClr>
                          </a:solidFill>
                          <a:latin typeface="Courier New" panose="02070309020205020404" pitchFamily="49" charset="0"/>
                          <a:cs typeface="Courier New" panose="02070309020205020404" pitchFamily="49" charset="0"/>
                        </a:rPr>
                        <a:t>srli</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lnB w="28575" cap="flat" cmpd="sng" algn="ctr">
                      <a:solidFill>
                        <a:schemeClr val="bg1">
                          <a:lumMod val="10000"/>
                        </a:schemeClr>
                      </a:solidFill>
                      <a:prstDash val="solid"/>
                      <a:round/>
                      <a:headEnd type="none" w="med" len="med"/>
                      <a:tailEnd type="none" w="med" len="med"/>
                    </a:lnB>
                    <a:noFill/>
                  </a:tcPr>
                </a:tc>
                <a:tc>
                  <a:txBody>
                    <a:bodyPr/>
                    <a:lstStyle/>
                    <a:p>
                      <a:pPr algn="r"/>
                      <a:r>
                        <a:rPr lang="es-ES" sz="1000" b="1" i="0" dirty="0">
                          <a:solidFill>
                            <a:schemeClr val="accent2"/>
                          </a:solidFill>
                          <a:latin typeface="Courier New" panose="02070309020205020404" pitchFamily="49" charset="0"/>
                          <a:cs typeface="Courier New" panose="02070309020205020404" pitchFamily="49" charset="0"/>
                        </a:rPr>
                        <a:t>00111</a:t>
                      </a:r>
                      <a:endParaRPr lang="es-ES" sz="1000" b="1" i="0" dirty="0">
                        <a:solidFill>
                          <a:srgbClr val="C00000"/>
                        </a:solidFill>
                        <a:latin typeface="Courier New" panose="02070309020205020404" pitchFamily="49" charset="0"/>
                        <a:cs typeface="Courier New" panose="02070309020205020404" pitchFamily="49" charset="0"/>
                      </a:endParaRPr>
                    </a:p>
                  </a:txBody>
                  <a:tcPr marL="0" marR="0" marT="0" marB="0">
                    <a:lnB w="28575"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480000673"/>
                  </a:ext>
                </a:extLst>
              </a:tr>
              <a:tr h="173272">
                <a:tc>
                  <a:txBody>
                    <a:bodyPr/>
                    <a:lstStyle/>
                    <a:p>
                      <a:endParaRPr lang="es-ES" sz="1100" b="0"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lnT w="28575" cap="flat" cmpd="sng" algn="ctr">
                      <a:solidFill>
                        <a:schemeClr val="bg1">
                          <a:lumMod val="10000"/>
                        </a:schemeClr>
                      </a:solidFill>
                      <a:prstDash val="solid"/>
                      <a:round/>
                      <a:headEnd type="none" w="med" len="med"/>
                      <a:tailEnd type="none" w="med" len="med"/>
                    </a:lnT>
                    <a:no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s-ES" sz="1000" b="1" i="0" dirty="0">
                          <a:solidFill>
                            <a:srgbClr val="C00000"/>
                          </a:solidFill>
                          <a:latin typeface="Courier New" panose="02070309020205020404" pitchFamily="49" charset="0"/>
                          <a:cs typeface="Courier New" panose="02070309020205020404" pitchFamily="49" charset="0"/>
                        </a:rPr>
                        <a:t>0000000</a:t>
                      </a:r>
                      <a:r>
                        <a:rPr lang="es-ES" sz="1000" b="1" i="0" dirty="0">
                          <a:solidFill>
                            <a:schemeClr val="accent5"/>
                          </a:solidFill>
                          <a:latin typeface="Courier New" panose="02070309020205020404" pitchFamily="49" charset="0"/>
                          <a:cs typeface="Courier New" panose="02070309020205020404" pitchFamily="49" charset="0"/>
                        </a:rPr>
                        <a:t>0000000000000000000010100</a:t>
                      </a:r>
                      <a:endParaRPr lang="es-ES" sz="1000" b="1" i="0" dirty="0">
                        <a:solidFill>
                          <a:srgbClr val="C00000"/>
                        </a:solidFill>
                        <a:latin typeface="Courier New" panose="02070309020205020404" pitchFamily="49" charset="0"/>
                        <a:cs typeface="Courier New" panose="02070309020205020404" pitchFamily="49" charset="0"/>
                      </a:endParaRPr>
                    </a:p>
                  </a:txBody>
                  <a:tcPr marL="0" marR="0" marT="0" marB="0">
                    <a:lnT w="28575" cap="flat" cmpd="sng" algn="ctr">
                      <a:solidFill>
                        <a:schemeClr val="bg1">
                          <a:lumMod val="10000"/>
                        </a:schemeClr>
                      </a:solidFill>
                      <a:prstDash val="solid"/>
                      <a:round/>
                      <a:headEnd type="none" w="med" len="med"/>
                      <a:tailEnd type="none" w="med" len="med"/>
                    </a:lnT>
                    <a:noFill/>
                  </a:tcPr>
                </a:tc>
                <a:extLst>
                  <a:ext uri="{0D108BD9-81ED-4DB2-BD59-A6C34878D82A}">
                    <a16:rowId xmlns:a16="http://schemas.microsoft.com/office/drawing/2014/main" val="654711830"/>
                  </a:ext>
                </a:extLst>
              </a:tr>
            </a:tbl>
          </a:graphicData>
        </a:graphic>
      </p:graphicFrame>
      <p:cxnSp>
        <p:nvCxnSpPr>
          <p:cNvPr id="12" name="Conector recto de flecha 11">
            <a:extLst>
              <a:ext uri="{FF2B5EF4-FFF2-40B4-BE49-F238E27FC236}">
                <a16:creationId xmlns:a16="http://schemas.microsoft.com/office/drawing/2014/main" id="{A180FA64-39AA-77BA-21D9-012DA056EA8F}"/>
              </a:ext>
            </a:extLst>
          </p:cNvPr>
          <p:cNvCxnSpPr>
            <a:cxnSpLocks/>
          </p:cNvCxnSpPr>
          <p:nvPr/>
        </p:nvCxnSpPr>
        <p:spPr>
          <a:xfrm flipH="1">
            <a:off x="5469344" y="4319025"/>
            <a:ext cx="2384494" cy="0"/>
          </a:xfrm>
          <a:prstGeom prst="straightConnector1">
            <a:avLst/>
          </a:prstGeom>
          <a:ln w="22225">
            <a:solidFill>
              <a:schemeClr val="bg1">
                <a:lumMod val="10000"/>
              </a:schemeClr>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13" name="CuadroTexto 12">
            <a:extLst>
              <a:ext uri="{FF2B5EF4-FFF2-40B4-BE49-F238E27FC236}">
                <a16:creationId xmlns:a16="http://schemas.microsoft.com/office/drawing/2014/main" id="{29A18BA1-D343-690F-C90D-CEB2234EA1D6}"/>
              </a:ext>
            </a:extLst>
          </p:cNvPr>
          <p:cNvSpPr txBox="1"/>
          <p:nvPr/>
        </p:nvSpPr>
        <p:spPr>
          <a:xfrm>
            <a:off x="5531720" y="4100447"/>
            <a:ext cx="2355132"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Desplazar cada bit 7 posiciones a la derecha</a:t>
            </a:r>
          </a:p>
        </p:txBody>
      </p:sp>
      <p:sp>
        <p:nvSpPr>
          <p:cNvPr id="19" name="CuadroTexto 18">
            <a:extLst>
              <a:ext uri="{FF2B5EF4-FFF2-40B4-BE49-F238E27FC236}">
                <a16:creationId xmlns:a16="http://schemas.microsoft.com/office/drawing/2014/main" id="{21C44055-EEF6-8F2A-3E39-A2C4D51D5540}"/>
              </a:ext>
            </a:extLst>
          </p:cNvPr>
          <p:cNvSpPr txBox="1"/>
          <p:nvPr/>
        </p:nvSpPr>
        <p:spPr>
          <a:xfrm>
            <a:off x="5665913" y="4908046"/>
            <a:ext cx="1967205" cy="242374"/>
          </a:xfrm>
          <a:prstGeom prst="rect">
            <a:avLst/>
          </a:prstGeom>
          <a:noFill/>
        </p:spPr>
        <p:txBody>
          <a:bodyPr wrap="none" rtlCol="0">
            <a:spAutoFit/>
          </a:bodyPr>
          <a:lstStyle/>
          <a:p>
            <a:pPr algn="l" defTabSz="371292" fontAlgn="auto">
              <a:spcBef>
                <a:spcPts val="0"/>
              </a:spcBef>
              <a:spcAft>
                <a:spcPts val="0"/>
              </a:spcAft>
            </a:pPr>
            <a:r>
              <a:rPr lang="es-ES" sz="975" b="1" dirty="0">
                <a:solidFill>
                  <a:srgbClr val="E6E6E6">
                    <a:lumMod val="10000"/>
                  </a:srgbClr>
                </a:solidFill>
                <a:latin typeface="Courier New" panose="02070309020205020404" pitchFamily="49" charset="0"/>
                <a:cs typeface="Courier New" panose="02070309020205020404" pitchFamily="49" charset="0"/>
              </a:rPr>
              <a:t>2612 &gt;&gt; 7 = 2612÷2</a:t>
            </a:r>
            <a:r>
              <a:rPr lang="es-ES" sz="975" b="1" baseline="30000" dirty="0">
                <a:solidFill>
                  <a:srgbClr val="E6E6E6">
                    <a:lumMod val="10000"/>
                  </a:srgbClr>
                </a:solidFill>
                <a:latin typeface="Courier New" panose="02070309020205020404" pitchFamily="49" charset="0"/>
                <a:cs typeface="Courier New" panose="02070309020205020404" pitchFamily="49" charset="0"/>
              </a:rPr>
              <a:t>7</a:t>
            </a:r>
            <a:r>
              <a:rPr lang="es-ES" sz="975" b="1" dirty="0">
                <a:solidFill>
                  <a:srgbClr val="E6E6E6">
                    <a:lumMod val="10000"/>
                  </a:srgbClr>
                </a:solidFill>
                <a:latin typeface="Courier New" panose="02070309020205020404" pitchFamily="49" charset="0"/>
                <a:cs typeface="Courier New" panose="02070309020205020404" pitchFamily="49" charset="0"/>
              </a:rPr>
              <a:t> = 20</a:t>
            </a:r>
          </a:p>
        </p:txBody>
      </p:sp>
      <p:graphicFrame>
        <p:nvGraphicFramePr>
          <p:cNvPr id="21" name="Tabla 20">
            <a:extLst>
              <a:ext uri="{FF2B5EF4-FFF2-40B4-BE49-F238E27FC236}">
                <a16:creationId xmlns:a16="http://schemas.microsoft.com/office/drawing/2014/main" id="{D62305B8-0006-0719-F87D-B6444604EEA8}"/>
              </a:ext>
            </a:extLst>
          </p:cNvPr>
          <p:cNvGraphicFramePr>
            <a:graphicFrameLocks noGrp="1"/>
          </p:cNvGraphicFramePr>
          <p:nvPr/>
        </p:nvGraphicFramePr>
        <p:xfrm>
          <a:off x="2376159" y="5671083"/>
          <a:ext cx="2818013" cy="866360"/>
        </p:xfrm>
        <a:graphic>
          <a:graphicData uri="http://schemas.openxmlformats.org/drawingml/2006/table">
            <a:tbl>
              <a:tblPr firstRow="1" bandRow="1">
                <a:tableStyleId>{073A0DAA-6AF3-43AB-8588-CEC1D06C72B9}</a:tableStyleId>
              </a:tblPr>
              <a:tblGrid>
                <a:gridCol w="376543">
                  <a:extLst>
                    <a:ext uri="{9D8B030D-6E8A-4147-A177-3AD203B41FA5}">
                      <a16:colId xmlns:a16="http://schemas.microsoft.com/office/drawing/2014/main" val="3256160865"/>
                    </a:ext>
                  </a:extLst>
                </a:gridCol>
                <a:gridCol w="2441470">
                  <a:extLst>
                    <a:ext uri="{9D8B030D-6E8A-4147-A177-3AD203B41FA5}">
                      <a16:colId xmlns:a16="http://schemas.microsoft.com/office/drawing/2014/main" val="1261247352"/>
                    </a:ext>
                  </a:extLst>
                </a:gridCol>
              </a:tblGrid>
              <a:tr h="173272">
                <a:tc>
                  <a:txBody>
                    <a:bodyPr/>
                    <a:lstStyle/>
                    <a:p>
                      <a:endParaRPr lang="es-ES" sz="1100" b="0"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no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s-ES" sz="1000" b="1" i="0" dirty="0">
                          <a:solidFill>
                            <a:schemeClr val="accent2"/>
                          </a:solidFill>
                          <a:latin typeface="Courier New" panose="02070309020205020404" pitchFamily="49" charset="0"/>
                          <a:cs typeface="Courier New" panose="02070309020205020404" pitchFamily="49" charset="0"/>
                        </a:rPr>
                        <a:t>00001111</a:t>
                      </a:r>
                      <a:r>
                        <a:rPr lang="es-ES" sz="1000" b="1" i="0" dirty="0">
                          <a:solidFill>
                            <a:schemeClr val="accent5"/>
                          </a:solidFill>
                          <a:latin typeface="Courier New" panose="02070309020205020404" pitchFamily="49" charset="0"/>
                          <a:cs typeface="Courier New" panose="02070309020205020404" pitchFamily="49" charset="0"/>
                        </a:rPr>
                        <a:t>1010</a:t>
                      </a:r>
                      <a:r>
                        <a:rPr lang="es-ES" sz="1000" b="1" i="0" dirty="0">
                          <a:solidFill>
                            <a:schemeClr val="accent2"/>
                          </a:solidFill>
                          <a:latin typeface="Courier New" panose="02070309020205020404" pitchFamily="49" charset="0"/>
                          <a:cs typeface="Courier New" panose="02070309020205020404" pitchFamily="49" charset="0"/>
                        </a:rPr>
                        <a:t>00000001010001101000</a:t>
                      </a:r>
                    </a:p>
                  </a:txBody>
                  <a:tcPr marL="0" marR="0" marT="0" marB="0">
                    <a:noFill/>
                  </a:tcPr>
                </a:tc>
                <a:extLst>
                  <a:ext uri="{0D108BD9-81ED-4DB2-BD59-A6C34878D82A}">
                    <a16:rowId xmlns:a16="http://schemas.microsoft.com/office/drawing/2014/main" val="3122051193"/>
                  </a:ext>
                </a:extLst>
              </a:tr>
              <a:tr h="173272">
                <a:tc>
                  <a:txBody>
                    <a:bodyPr/>
                    <a:lstStyle/>
                    <a:p>
                      <a:r>
                        <a:rPr lang="es-ES" sz="1100" b="1" i="0" dirty="0">
                          <a:solidFill>
                            <a:schemeClr val="bg1">
                              <a:lumMod val="10000"/>
                            </a:schemeClr>
                          </a:solidFill>
                          <a:latin typeface="Courier New" panose="02070309020205020404" pitchFamily="49" charset="0"/>
                          <a:cs typeface="Courier New" panose="02070309020205020404" pitchFamily="49" charset="0"/>
                        </a:rPr>
                        <a:t>and</a:t>
                      </a:r>
                    </a:p>
                  </a:txBody>
                  <a:tcPr marL="0" marR="0" marT="0" marB="0">
                    <a:lnB w="28575" cap="flat" cmpd="sng" algn="ctr">
                      <a:solidFill>
                        <a:schemeClr val="bg1">
                          <a:lumMod val="10000"/>
                        </a:schemeClr>
                      </a:solidFill>
                      <a:prstDash val="solid"/>
                      <a:round/>
                      <a:headEnd type="none" w="med" len="med"/>
                      <a:tailEnd type="none" w="med" len="med"/>
                    </a:lnB>
                    <a:no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s-ES" sz="1000" b="1" i="0" dirty="0">
                          <a:solidFill>
                            <a:srgbClr val="C00000"/>
                          </a:solidFill>
                          <a:latin typeface="Courier New" panose="02070309020205020404" pitchFamily="49" charset="0"/>
                          <a:cs typeface="Courier New" panose="02070309020205020404" pitchFamily="49" charset="0"/>
                        </a:rPr>
                        <a:t>00000000</a:t>
                      </a:r>
                      <a:r>
                        <a:rPr lang="es-ES" sz="1000" b="1" i="0" dirty="0">
                          <a:solidFill>
                            <a:schemeClr val="accent2"/>
                          </a:solidFill>
                          <a:latin typeface="Courier New" panose="02070309020205020404" pitchFamily="49" charset="0"/>
                          <a:cs typeface="Courier New" panose="02070309020205020404" pitchFamily="49" charset="0"/>
                        </a:rPr>
                        <a:t>1111</a:t>
                      </a:r>
                      <a:r>
                        <a:rPr lang="es-ES" sz="1000" b="1" i="0" dirty="0">
                          <a:solidFill>
                            <a:srgbClr val="C00000"/>
                          </a:solidFill>
                          <a:latin typeface="Courier New" panose="02070309020205020404" pitchFamily="49" charset="0"/>
                          <a:cs typeface="Courier New" panose="02070309020205020404" pitchFamily="49" charset="0"/>
                        </a:rPr>
                        <a:t>00000000000000000000</a:t>
                      </a:r>
                    </a:p>
                  </a:txBody>
                  <a:tcPr marL="0" marR="0" marT="0" marB="0">
                    <a:lnB w="28575"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597101237"/>
                  </a:ext>
                </a:extLst>
              </a:tr>
              <a:tr h="173272">
                <a:tc>
                  <a:txBody>
                    <a:bodyPr/>
                    <a:lstStyle/>
                    <a:p>
                      <a:endParaRPr lang="es-ES" sz="1100" b="0"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lnT w="28575" cap="flat" cmpd="sng" algn="ctr">
                      <a:solidFill>
                        <a:schemeClr val="bg1">
                          <a:lumMod val="10000"/>
                        </a:schemeClr>
                      </a:solidFill>
                      <a:prstDash val="solid"/>
                      <a:round/>
                      <a:headEnd type="none" w="med" len="med"/>
                      <a:tailEnd type="none" w="med" len="med"/>
                    </a:lnT>
                    <a:no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s-ES" sz="1000" b="1" i="0" dirty="0">
                          <a:solidFill>
                            <a:srgbClr val="C00000"/>
                          </a:solidFill>
                          <a:latin typeface="Courier New" panose="02070309020205020404" pitchFamily="49" charset="0"/>
                          <a:cs typeface="Courier New" panose="02070309020205020404" pitchFamily="49" charset="0"/>
                        </a:rPr>
                        <a:t>00000000</a:t>
                      </a:r>
                      <a:r>
                        <a:rPr lang="es-ES" sz="1000" b="1" i="0" dirty="0">
                          <a:solidFill>
                            <a:schemeClr val="accent5"/>
                          </a:solidFill>
                          <a:latin typeface="Courier New" panose="02070309020205020404" pitchFamily="49" charset="0"/>
                          <a:cs typeface="Courier New" panose="02070309020205020404" pitchFamily="49" charset="0"/>
                        </a:rPr>
                        <a:t>1010</a:t>
                      </a:r>
                      <a:r>
                        <a:rPr lang="es-ES" sz="1000" b="1" i="0" dirty="0">
                          <a:solidFill>
                            <a:srgbClr val="C00000"/>
                          </a:solidFill>
                          <a:latin typeface="Courier New" panose="02070309020205020404" pitchFamily="49" charset="0"/>
                          <a:cs typeface="Courier New" panose="02070309020205020404" pitchFamily="49" charset="0"/>
                        </a:rPr>
                        <a:t>00000000000000000000</a:t>
                      </a:r>
                    </a:p>
                  </a:txBody>
                  <a:tcPr marL="0" marR="0" marT="0" marB="0">
                    <a:lnT w="28575" cap="flat" cmpd="sng" algn="ctr">
                      <a:solidFill>
                        <a:schemeClr val="bg1">
                          <a:lumMod val="10000"/>
                        </a:schemeClr>
                      </a:solidFill>
                      <a:prstDash val="solid"/>
                      <a:round/>
                      <a:headEnd type="none" w="med" len="med"/>
                      <a:tailEnd type="none" w="med" len="med"/>
                    </a:lnT>
                    <a:noFill/>
                  </a:tcPr>
                </a:tc>
                <a:extLst>
                  <a:ext uri="{0D108BD9-81ED-4DB2-BD59-A6C34878D82A}">
                    <a16:rowId xmlns:a16="http://schemas.microsoft.com/office/drawing/2014/main" val="3955513832"/>
                  </a:ext>
                </a:extLst>
              </a:tr>
              <a:tr h="173272">
                <a:tc>
                  <a:txBody>
                    <a:bodyPr/>
                    <a:lstStyle/>
                    <a:p>
                      <a:pPr algn="ctr"/>
                      <a:r>
                        <a:rPr lang="es-ES" sz="1100" b="1" i="0" dirty="0" err="1">
                          <a:solidFill>
                            <a:schemeClr val="bg1">
                              <a:lumMod val="10000"/>
                            </a:schemeClr>
                          </a:solidFill>
                          <a:latin typeface="Courier New" panose="02070309020205020404" pitchFamily="49" charset="0"/>
                          <a:cs typeface="Courier New" panose="02070309020205020404" pitchFamily="49" charset="0"/>
                        </a:rPr>
                        <a:t>srli</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lnB w="28575" cap="flat" cmpd="sng" algn="ctr">
                      <a:solidFill>
                        <a:schemeClr val="bg1">
                          <a:lumMod val="10000"/>
                        </a:schemeClr>
                      </a:solidFill>
                      <a:prstDash val="solid"/>
                      <a:round/>
                      <a:headEnd type="none" w="med" len="med"/>
                      <a:tailEnd type="none" w="med" len="med"/>
                    </a:lnB>
                    <a:noFill/>
                  </a:tcPr>
                </a:tc>
                <a:tc>
                  <a:txBody>
                    <a:bodyPr/>
                    <a:lstStyle/>
                    <a:p>
                      <a:pPr algn="r"/>
                      <a:r>
                        <a:rPr lang="es-ES" sz="1000" b="1" i="0" dirty="0">
                          <a:solidFill>
                            <a:schemeClr val="accent2"/>
                          </a:solidFill>
                          <a:latin typeface="Courier New" panose="02070309020205020404" pitchFamily="49" charset="0"/>
                          <a:cs typeface="Courier New" panose="02070309020205020404" pitchFamily="49" charset="0"/>
                        </a:rPr>
                        <a:t>10100</a:t>
                      </a:r>
                      <a:endParaRPr lang="es-ES" sz="1000" b="1" i="0" dirty="0">
                        <a:solidFill>
                          <a:srgbClr val="C00000"/>
                        </a:solidFill>
                        <a:latin typeface="Courier New" panose="02070309020205020404" pitchFamily="49" charset="0"/>
                        <a:cs typeface="Courier New" panose="02070309020205020404" pitchFamily="49" charset="0"/>
                      </a:endParaRPr>
                    </a:p>
                  </a:txBody>
                  <a:tcPr marL="0" marR="0" marT="0" marB="0">
                    <a:lnB w="28575"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480000673"/>
                  </a:ext>
                </a:extLst>
              </a:tr>
              <a:tr h="173272">
                <a:tc>
                  <a:txBody>
                    <a:bodyPr/>
                    <a:lstStyle/>
                    <a:p>
                      <a:endParaRPr lang="es-ES" sz="1100" b="0"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lnT w="28575" cap="flat" cmpd="sng" algn="ctr">
                      <a:solidFill>
                        <a:schemeClr val="bg1">
                          <a:lumMod val="10000"/>
                        </a:schemeClr>
                      </a:solidFill>
                      <a:prstDash val="solid"/>
                      <a:round/>
                      <a:headEnd type="none" w="med" len="med"/>
                      <a:tailEnd type="none" w="med" len="med"/>
                    </a:lnT>
                    <a:no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s-ES" sz="1000" b="1" i="0" dirty="0">
                          <a:solidFill>
                            <a:srgbClr val="C00000"/>
                          </a:solidFill>
                          <a:latin typeface="Courier New" panose="02070309020205020404" pitchFamily="49" charset="0"/>
                          <a:cs typeface="Courier New" panose="02070309020205020404" pitchFamily="49" charset="0"/>
                        </a:rPr>
                        <a:t>0000000000000000000000000000</a:t>
                      </a:r>
                      <a:r>
                        <a:rPr lang="es-ES" sz="1000" b="1" i="0" dirty="0">
                          <a:solidFill>
                            <a:schemeClr val="accent5"/>
                          </a:solidFill>
                          <a:latin typeface="Courier New" panose="02070309020205020404" pitchFamily="49" charset="0"/>
                          <a:cs typeface="Courier New" panose="02070309020205020404" pitchFamily="49" charset="0"/>
                        </a:rPr>
                        <a:t>1010</a:t>
                      </a:r>
                    </a:p>
                  </a:txBody>
                  <a:tcPr marL="0" marR="0" marT="0" marB="0">
                    <a:lnT w="28575" cap="flat" cmpd="sng" algn="ctr">
                      <a:solidFill>
                        <a:schemeClr val="bg1">
                          <a:lumMod val="10000"/>
                        </a:schemeClr>
                      </a:solidFill>
                      <a:prstDash val="solid"/>
                      <a:round/>
                      <a:headEnd type="none" w="med" len="med"/>
                      <a:tailEnd type="none" w="med" len="med"/>
                    </a:lnT>
                    <a:noFill/>
                  </a:tcPr>
                </a:tc>
                <a:extLst>
                  <a:ext uri="{0D108BD9-81ED-4DB2-BD59-A6C34878D82A}">
                    <a16:rowId xmlns:a16="http://schemas.microsoft.com/office/drawing/2014/main" val="654711830"/>
                  </a:ext>
                </a:extLst>
              </a:tr>
            </a:tbl>
          </a:graphicData>
        </a:graphic>
      </p:graphicFrame>
      <p:sp>
        <p:nvSpPr>
          <p:cNvPr id="22" name="CuadroTexto 21">
            <a:extLst>
              <a:ext uri="{FF2B5EF4-FFF2-40B4-BE49-F238E27FC236}">
                <a16:creationId xmlns:a16="http://schemas.microsoft.com/office/drawing/2014/main" id="{EC6F0545-E64F-3D7E-EDF4-5D76D8CBF86B}"/>
              </a:ext>
            </a:extLst>
          </p:cNvPr>
          <p:cNvSpPr txBox="1"/>
          <p:nvPr/>
        </p:nvSpPr>
        <p:spPr>
          <a:xfrm>
            <a:off x="5583149" y="6293080"/>
            <a:ext cx="3036409"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Los desplaza al extremo derecho (bits menos significativos)</a:t>
            </a:r>
          </a:p>
        </p:txBody>
      </p:sp>
      <p:sp>
        <p:nvSpPr>
          <p:cNvPr id="23" name="CuadroTexto 22">
            <a:extLst>
              <a:ext uri="{FF2B5EF4-FFF2-40B4-BE49-F238E27FC236}">
                <a16:creationId xmlns:a16="http://schemas.microsoft.com/office/drawing/2014/main" id="{17ED5083-2D08-B8F2-E2A0-5AC03BF65367}"/>
              </a:ext>
            </a:extLst>
          </p:cNvPr>
          <p:cNvSpPr txBox="1"/>
          <p:nvPr/>
        </p:nvSpPr>
        <p:spPr>
          <a:xfrm>
            <a:off x="5583148" y="5972611"/>
            <a:ext cx="1693092"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Aísla los bits 20 al 23 del dato</a:t>
            </a:r>
          </a:p>
        </p:txBody>
      </p:sp>
      <p:cxnSp>
        <p:nvCxnSpPr>
          <p:cNvPr id="26" name="Conector recto de flecha 25">
            <a:extLst>
              <a:ext uri="{FF2B5EF4-FFF2-40B4-BE49-F238E27FC236}">
                <a16:creationId xmlns:a16="http://schemas.microsoft.com/office/drawing/2014/main" id="{78BFE652-1F3F-42DD-D24B-C5713B48B292}"/>
              </a:ext>
            </a:extLst>
          </p:cNvPr>
          <p:cNvCxnSpPr>
            <a:cxnSpLocks/>
          </p:cNvCxnSpPr>
          <p:nvPr/>
        </p:nvCxnSpPr>
        <p:spPr>
          <a:xfrm flipH="1" flipV="1">
            <a:off x="5240532" y="6095878"/>
            <a:ext cx="342617" cy="1"/>
          </a:xfrm>
          <a:prstGeom prst="straightConnector1">
            <a:avLst/>
          </a:prstGeom>
          <a:ln>
            <a:solidFill>
              <a:schemeClr val="accent5"/>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51E630C4-4D98-B6CE-87E3-F3383DA08BC5}"/>
              </a:ext>
            </a:extLst>
          </p:cNvPr>
          <p:cNvCxnSpPr>
            <a:cxnSpLocks/>
          </p:cNvCxnSpPr>
          <p:nvPr/>
        </p:nvCxnSpPr>
        <p:spPr>
          <a:xfrm flipH="1" flipV="1">
            <a:off x="5240532" y="6418036"/>
            <a:ext cx="342617" cy="1"/>
          </a:xfrm>
          <a:prstGeom prst="straightConnector1">
            <a:avLst/>
          </a:prstGeom>
          <a:ln>
            <a:solidFill>
              <a:schemeClr val="accent5"/>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 name="Marcador de número de diapositiva 5">
            <a:extLst>
              <a:ext uri="{FF2B5EF4-FFF2-40B4-BE49-F238E27FC236}">
                <a16:creationId xmlns:a16="http://schemas.microsoft.com/office/drawing/2014/main" id="{1234F586-895B-FA3E-3669-7C5DAF2720AD}"/>
              </a:ext>
            </a:extLst>
          </p:cNvPr>
          <p:cNvSpPr>
            <a:spLocks noGrp="1"/>
          </p:cNvSpPr>
          <p:nvPr>
            <p:ph type="sldNum" sz="quarter" idx="12"/>
          </p:nvPr>
        </p:nvSpPr>
        <p:spPr/>
        <p:txBody>
          <a:bodyPr/>
          <a:lstStyle/>
          <a:p>
            <a:pPr defTabSz="371292" fontAlgn="auto">
              <a:spcBef>
                <a:spcPts val="0"/>
              </a:spcBef>
              <a:spcAft>
                <a:spcPts val="0"/>
              </a:spcAft>
            </a:pPr>
            <a:fld id="{6D22F896-40B5-4ADD-8801-0D06FADFA095}" type="slidenum">
              <a:rPr lang="es-ES">
                <a:solidFill>
                  <a:srgbClr val="E6E6E6">
                    <a:lumMod val="10000"/>
                  </a:srgbClr>
                </a:solidFill>
                <a:latin typeface="Tw Cen MT" panose="020B0602020104020603"/>
              </a:rPr>
              <a:pPr defTabSz="371292" fontAlgn="auto">
                <a:spcBef>
                  <a:spcPts val="0"/>
                </a:spcBef>
                <a:spcAft>
                  <a:spcPts val="0"/>
                </a:spcAft>
              </a:pPr>
              <a:t>125</a:t>
            </a:fld>
            <a:endParaRPr lang="es-ES">
              <a:solidFill>
                <a:srgbClr val="E6E6E6">
                  <a:lumMod val="10000"/>
                </a:srgbClr>
              </a:solidFill>
              <a:latin typeface="Tw Cen MT" panose="020B0602020104020603"/>
            </a:endParaRPr>
          </a:p>
        </p:txBody>
      </p:sp>
    </p:spTree>
    <p:extLst>
      <p:ext uri="{BB962C8B-B14F-4D97-AF65-F5344CB8AC3E}">
        <p14:creationId xmlns:p14="http://schemas.microsoft.com/office/powerpoint/2010/main" val="211551242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B64ABE-6E04-6674-1ED5-46EA7B9C8D1B}"/>
              </a:ext>
            </a:extLst>
          </p:cNvPr>
          <p:cNvSpPr>
            <a:spLocks noGrp="1"/>
          </p:cNvSpPr>
          <p:nvPr>
            <p:ph type="title"/>
          </p:nvPr>
        </p:nvSpPr>
        <p:spPr>
          <a:xfrm>
            <a:off x="926952" y="1265739"/>
            <a:ext cx="8044754" cy="1200761"/>
          </a:xfrm>
        </p:spPr>
        <p:txBody>
          <a:bodyPr/>
          <a:lstStyle/>
          <a:p>
            <a:r>
              <a:rPr lang="es-ES" sz="3573" dirty="0">
                <a:latin typeface="Rockwell" panose="02060603020205020403" pitchFamily="18" charset="0"/>
              </a:rPr>
              <a:t>Repertorio de instrucciones:</a:t>
            </a:r>
            <a:br>
              <a:rPr lang="es-ES" sz="3573" dirty="0">
                <a:latin typeface="Rockwell" panose="02060603020205020403" pitchFamily="18" charset="0"/>
              </a:rPr>
            </a:br>
            <a:r>
              <a:rPr lang="es-ES" sz="2599" dirty="0">
                <a:solidFill>
                  <a:schemeClr val="accent2"/>
                </a:solidFill>
                <a:latin typeface="Rockwell" panose="02060603020205020403" pitchFamily="18" charset="0"/>
              </a:rPr>
              <a:t>de desplazamiento (III)</a:t>
            </a:r>
          </a:p>
        </p:txBody>
      </p:sp>
      <p:sp>
        <p:nvSpPr>
          <p:cNvPr id="3" name="Marcador de contenido 2">
            <a:extLst>
              <a:ext uri="{FF2B5EF4-FFF2-40B4-BE49-F238E27FC236}">
                <a16:creationId xmlns:a16="http://schemas.microsoft.com/office/drawing/2014/main" id="{9437CEA7-0E7F-23D4-45B7-3BBAA1AB3672}"/>
              </a:ext>
            </a:extLst>
          </p:cNvPr>
          <p:cNvSpPr>
            <a:spLocks noGrp="1"/>
          </p:cNvSpPr>
          <p:nvPr>
            <p:ph idx="1"/>
          </p:nvPr>
        </p:nvSpPr>
        <p:spPr>
          <a:xfrm>
            <a:off x="926952" y="2590264"/>
            <a:ext cx="8044755" cy="3982874"/>
          </a:xfrm>
        </p:spPr>
        <p:txBody>
          <a:bodyPr>
            <a:normAutofit/>
          </a:bodyPr>
          <a:lstStyle/>
          <a:p>
            <a:r>
              <a:rPr lang="es-ES" dirty="0"/>
              <a:t>La instrucción de </a:t>
            </a:r>
            <a:r>
              <a:rPr lang="es-ES" dirty="0">
                <a:solidFill>
                  <a:schemeClr val="accent2"/>
                </a:solidFill>
              </a:rPr>
              <a:t>desplazamiento aritmético a la derecha </a:t>
            </a:r>
            <a:r>
              <a:rPr lang="es-ES" dirty="0"/>
              <a:t>propaga el bit de signo por la izquierda y descarta los bits que salen por la derecha</a:t>
            </a:r>
          </a:p>
          <a:p>
            <a:pPr lvl="1"/>
            <a:r>
              <a:rPr lang="es-ES" dirty="0"/>
              <a:t>Permite el </a:t>
            </a:r>
            <a:r>
              <a:rPr lang="es-ES" dirty="0" err="1">
                <a:solidFill>
                  <a:schemeClr val="accent2"/>
                </a:solidFill>
              </a:rPr>
              <a:t>reescalado</a:t>
            </a:r>
            <a:r>
              <a:rPr lang="es-ES" dirty="0"/>
              <a:t> de datos </a:t>
            </a:r>
            <a:r>
              <a:rPr lang="es-ES" dirty="0">
                <a:solidFill>
                  <a:schemeClr val="accent2"/>
                </a:solidFill>
              </a:rPr>
              <a:t>con signo</a:t>
            </a:r>
            <a:r>
              <a:rPr lang="es-ES" dirty="0"/>
              <a:t>:</a:t>
            </a:r>
          </a:p>
          <a:p>
            <a:pPr lvl="2"/>
            <a:endParaRPr lang="es-ES" dirty="0">
              <a:solidFill>
                <a:schemeClr val="accent2"/>
              </a:solidFill>
            </a:endParaRPr>
          </a:p>
          <a:p>
            <a:pPr lvl="2"/>
            <a:endParaRPr lang="es-ES" dirty="0">
              <a:solidFill>
                <a:schemeClr val="accent2"/>
              </a:solidFill>
            </a:endParaRPr>
          </a:p>
          <a:p>
            <a:pPr lvl="2"/>
            <a:endParaRPr lang="es-ES" dirty="0">
              <a:solidFill>
                <a:schemeClr val="accent2"/>
              </a:solidFill>
            </a:endParaRPr>
          </a:p>
          <a:p>
            <a:r>
              <a:rPr lang="es-ES" dirty="0">
                <a:solidFill>
                  <a:schemeClr val="accent2"/>
                </a:solidFill>
              </a:rPr>
              <a:t>No existe </a:t>
            </a:r>
            <a:r>
              <a:rPr lang="es-ES" dirty="0"/>
              <a:t>instrucción de </a:t>
            </a:r>
            <a:r>
              <a:rPr lang="es-ES" dirty="0">
                <a:solidFill>
                  <a:schemeClr val="accent2"/>
                </a:solidFill>
              </a:rPr>
              <a:t>desplazamiento aritmético a la izquierda</a:t>
            </a:r>
          </a:p>
          <a:p>
            <a:pPr lvl="1"/>
            <a:r>
              <a:rPr lang="es-ES" dirty="0"/>
              <a:t>Para resultados válidos (el dato </a:t>
            </a:r>
            <a:r>
              <a:rPr lang="es-ES" dirty="0" err="1"/>
              <a:t>reescalado</a:t>
            </a:r>
            <a:r>
              <a:rPr lang="es-ES" dirty="0"/>
              <a:t> con signo puede representarse con 32 bits) el desplazamiento lógico es equivalente </a:t>
            </a:r>
          </a:p>
        </p:txBody>
      </p:sp>
      <p:graphicFrame>
        <p:nvGraphicFramePr>
          <p:cNvPr id="8" name="Tabla 7">
            <a:extLst>
              <a:ext uri="{FF2B5EF4-FFF2-40B4-BE49-F238E27FC236}">
                <a16:creationId xmlns:a16="http://schemas.microsoft.com/office/drawing/2014/main" id="{EB9DC192-5B13-DA75-FAE4-D19F1A537DAF}"/>
              </a:ext>
            </a:extLst>
          </p:cNvPr>
          <p:cNvGraphicFramePr>
            <a:graphicFrameLocks noGrp="1"/>
          </p:cNvGraphicFramePr>
          <p:nvPr/>
        </p:nvGraphicFramePr>
        <p:xfrm>
          <a:off x="1628630" y="4027849"/>
          <a:ext cx="2818013" cy="519816"/>
        </p:xfrm>
        <a:graphic>
          <a:graphicData uri="http://schemas.openxmlformats.org/drawingml/2006/table">
            <a:tbl>
              <a:tblPr firstRow="1" bandRow="1">
                <a:tableStyleId>{073A0DAA-6AF3-43AB-8588-CEC1D06C72B9}</a:tableStyleId>
              </a:tblPr>
              <a:tblGrid>
                <a:gridCol w="376543">
                  <a:extLst>
                    <a:ext uri="{9D8B030D-6E8A-4147-A177-3AD203B41FA5}">
                      <a16:colId xmlns:a16="http://schemas.microsoft.com/office/drawing/2014/main" val="3256160865"/>
                    </a:ext>
                  </a:extLst>
                </a:gridCol>
                <a:gridCol w="2441470">
                  <a:extLst>
                    <a:ext uri="{9D8B030D-6E8A-4147-A177-3AD203B41FA5}">
                      <a16:colId xmlns:a16="http://schemas.microsoft.com/office/drawing/2014/main" val="1261247352"/>
                    </a:ext>
                  </a:extLst>
                </a:gridCol>
              </a:tblGrid>
              <a:tr h="173272">
                <a:tc>
                  <a:txBody>
                    <a:bodyPr/>
                    <a:lstStyle/>
                    <a:p>
                      <a:endParaRPr lang="es-ES" sz="1100" b="0"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no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s-ES" sz="1000" b="1" i="0" dirty="0">
                          <a:solidFill>
                            <a:schemeClr val="accent5"/>
                          </a:solidFill>
                          <a:latin typeface="Courier New" panose="02070309020205020404" pitchFamily="49" charset="0"/>
                          <a:cs typeface="Courier New" panose="02070309020205020404" pitchFamily="49" charset="0"/>
                        </a:rPr>
                        <a:t>1111111111111111000110100</a:t>
                      </a:r>
                      <a:r>
                        <a:rPr lang="es-ES" sz="1000" b="1" i="0" dirty="0">
                          <a:solidFill>
                            <a:schemeClr val="accent2"/>
                          </a:solidFill>
                          <a:latin typeface="Courier New" panose="02070309020205020404" pitchFamily="49" charset="0"/>
                          <a:cs typeface="Courier New" panose="02070309020205020404" pitchFamily="49" charset="0"/>
                        </a:rPr>
                        <a:t>0110100</a:t>
                      </a:r>
                    </a:p>
                  </a:txBody>
                  <a:tcPr marL="0" marR="0" marT="0" marB="0">
                    <a:noFill/>
                  </a:tcPr>
                </a:tc>
                <a:extLst>
                  <a:ext uri="{0D108BD9-81ED-4DB2-BD59-A6C34878D82A}">
                    <a16:rowId xmlns:a16="http://schemas.microsoft.com/office/drawing/2014/main" val="3955513832"/>
                  </a:ext>
                </a:extLst>
              </a:tr>
              <a:tr h="173272">
                <a:tc>
                  <a:txBody>
                    <a:bodyPr/>
                    <a:lstStyle/>
                    <a:p>
                      <a:pPr algn="ctr"/>
                      <a:r>
                        <a:rPr lang="es-ES" sz="1100" b="1" i="0" dirty="0" err="1">
                          <a:solidFill>
                            <a:schemeClr val="bg1">
                              <a:lumMod val="10000"/>
                            </a:schemeClr>
                          </a:solidFill>
                          <a:latin typeface="Courier New" panose="02070309020205020404" pitchFamily="49" charset="0"/>
                          <a:cs typeface="Courier New" panose="02070309020205020404" pitchFamily="49" charset="0"/>
                        </a:rPr>
                        <a:t>srai</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lnB w="28575" cap="flat" cmpd="sng" algn="ctr">
                      <a:solidFill>
                        <a:schemeClr val="bg1">
                          <a:lumMod val="10000"/>
                        </a:schemeClr>
                      </a:solidFill>
                      <a:prstDash val="solid"/>
                      <a:round/>
                      <a:headEnd type="none" w="med" len="med"/>
                      <a:tailEnd type="none" w="med" len="med"/>
                    </a:lnB>
                    <a:noFill/>
                  </a:tcPr>
                </a:tc>
                <a:tc>
                  <a:txBody>
                    <a:bodyPr/>
                    <a:lstStyle/>
                    <a:p>
                      <a:pPr algn="r"/>
                      <a:r>
                        <a:rPr lang="es-ES" sz="1000" b="1" i="0" dirty="0">
                          <a:solidFill>
                            <a:schemeClr val="accent2"/>
                          </a:solidFill>
                          <a:latin typeface="Courier New" panose="02070309020205020404" pitchFamily="49" charset="0"/>
                          <a:cs typeface="Courier New" panose="02070309020205020404" pitchFamily="49" charset="0"/>
                        </a:rPr>
                        <a:t>00111</a:t>
                      </a:r>
                      <a:endParaRPr lang="es-ES" sz="1000" b="1" i="0" dirty="0">
                        <a:solidFill>
                          <a:srgbClr val="C00000"/>
                        </a:solidFill>
                        <a:latin typeface="Courier New" panose="02070309020205020404" pitchFamily="49" charset="0"/>
                        <a:cs typeface="Courier New" panose="02070309020205020404" pitchFamily="49" charset="0"/>
                      </a:endParaRPr>
                    </a:p>
                  </a:txBody>
                  <a:tcPr marL="0" marR="0" marT="0" marB="0">
                    <a:lnB w="28575"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480000673"/>
                  </a:ext>
                </a:extLst>
              </a:tr>
              <a:tr h="173272">
                <a:tc>
                  <a:txBody>
                    <a:bodyPr/>
                    <a:lstStyle/>
                    <a:p>
                      <a:endParaRPr lang="es-ES" sz="1100" b="0"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lnT w="28575" cap="flat" cmpd="sng" algn="ctr">
                      <a:solidFill>
                        <a:schemeClr val="bg1">
                          <a:lumMod val="10000"/>
                        </a:schemeClr>
                      </a:solidFill>
                      <a:prstDash val="solid"/>
                      <a:round/>
                      <a:headEnd type="none" w="med" len="med"/>
                      <a:tailEnd type="none" w="med" len="med"/>
                    </a:lnT>
                    <a:no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s-ES" sz="1000" b="1" i="0" dirty="0">
                          <a:solidFill>
                            <a:srgbClr val="C00000"/>
                          </a:solidFill>
                          <a:latin typeface="Courier New" panose="02070309020205020404" pitchFamily="49" charset="0"/>
                          <a:cs typeface="Courier New" panose="02070309020205020404" pitchFamily="49" charset="0"/>
                        </a:rPr>
                        <a:t>1111111</a:t>
                      </a:r>
                      <a:r>
                        <a:rPr lang="es-ES" sz="1000" b="1" i="0" dirty="0">
                          <a:solidFill>
                            <a:schemeClr val="accent5"/>
                          </a:solidFill>
                          <a:latin typeface="Courier New" panose="02070309020205020404" pitchFamily="49" charset="0"/>
                          <a:cs typeface="Courier New" panose="02070309020205020404" pitchFamily="49" charset="0"/>
                        </a:rPr>
                        <a:t>1111111111111111000110100</a:t>
                      </a:r>
                    </a:p>
                  </a:txBody>
                  <a:tcPr marL="0" marR="0" marT="0" marB="0">
                    <a:lnT w="28575" cap="flat" cmpd="sng" algn="ctr">
                      <a:solidFill>
                        <a:schemeClr val="bg1">
                          <a:lumMod val="10000"/>
                        </a:schemeClr>
                      </a:solidFill>
                      <a:prstDash val="solid"/>
                      <a:round/>
                      <a:headEnd type="none" w="med" len="med"/>
                      <a:tailEnd type="none" w="med" len="med"/>
                    </a:lnT>
                    <a:noFill/>
                  </a:tcPr>
                </a:tc>
                <a:extLst>
                  <a:ext uri="{0D108BD9-81ED-4DB2-BD59-A6C34878D82A}">
                    <a16:rowId xmlns:a16="http://schemas.microsoft.com/office/drawing/2014/main" val="654711830"/>
                  </a:ext>
                </a:extLst>
              </a:tr>
            </a:tbl>
          </a:graphicData>
        </a:graphic>
      </p:graphicFrame>
      <p:cxnSp>
        <p:nvCxnSpPr>
          <p:cNvPr id="12" name="Conector recto de flecha 11">
            <a:extLst>
              <a:ext uri="{FF2B5EF4-FFF2-40B4-BE49-F238E27FC236}">
                <a16:creationId xmlns:a16="http://schemas.microsoft.com/office/drawing/2014/main" id="{A180FA64-39AA-77BA-21D9-012DA056EA8F}"/>
              </a:ext>
            </a:extLst>
          </p:cNvPr>
          <p:cNvCxnSpPr>
            <a:cxnSpLocks/>
          </p:cNvCxnSpPr>
          <p:nvPr/>
        </p:nvCxnSpPr>
        <p:spPr>
          <a:xfrm flipH="1">
            <a:off x="2062149" y="3964104"/>
            <a:ext cx="2384494" cy="0"/>
          </a:xfrm>
          <a:prstGeom prst="straightConnector1">
            <a:avLst/>
          </a:prstGeom>
          <a:ln w="22225">
            <a:solidFill>
              <a:schemeClr val="bg1">
                <a:lumMod val="10000"/>
              </a:schemeClr>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13" name="CuadroTexto 12">
            <a:extLst>
              <a:ext uri="{FF2B5EF4-FFF2-40B4-BE49-F238E27FC236}">
                <a16:creationId xmlns:a16="http://schemas.microsoft.com/office/drawing/2014/main" id="{29A18BA1-D343-690F-C90D-CEB2234EA1D6}"/>
              </a:ext>
            </a:extLst>
          </p:cNvPr>
          <p:cNvSpPr txBox="1"/>
          <p:nvPr/>
        </p:nvSpPr>
        <p:spPr>
          <a:xfrm>
            <a:off x="2124525" y="3745526"/>
            <a:ext cx="2355132"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Desplazar cada bit 7 posiciones a la derecha</a:t>
            </a:r>
          </a:p>
        </p:txBody>
      </p:sp>
      <p:sp>
        <p:nvSpPr>
          <p:cNvPr id="19" name="CuadroTexto 18">
            <a:extLst>
              <a:ext uri="{FF2B5EF4-FFF2-40B4-BE49-F238E27FC236}">
                <a16:creationId xmlns:a16="http://schemas.microsoft.com/office/drawing/2014/main" id="{21C44055-EEF6-8F2A-3E39-A2C4D51D5540}"/>
              </a:ext>
            </a:extLst>
          </p:cNvPr>
          <p:cNvSpPr txBox="1"/>
          <p:nvPr/>
        </p:nvSpPr>
        <p:spPr>
          <a:xfrm>
            <a:off x="2078525" y="4553125"/>
            <a:ext cx="2419252" cy="242374"/>
          </a:xfrm>
          <a:prstGeom prst="rect">
            <a:avLst/>
          </a:prstGeom>
          <a:noFill/>
        </p:spPr>
        <p:txBody>
          <a:bodyPr wrap="none" rtlCol="0">
            <a:spAutoFit/>
          </a:bodyPr>
          <a:lstStyle/>
          <a:p>
            <a:pPr algn="l" defTabSz="371292" fontAlgn="auto">
              <a:spcBef>
                <a:spcPts val="0"/>
              </a:spcBef>
              <a:spcAft>
                <a:spcPts val="0"/>
              </a:spcAft>
            </a:pPr>
            <a:r>
              <a:rPr lang="es-ES" sz="975" b="1" dirty="0">
                <a:solidFill>
                  <a:srgbClr val="E6E6E6">
                    <a:lumMod val="10000"/>
                  </a:srgbClr>
                </a:solidFill>
                <a:latin typeface="Courier New" panose="02070309020205020404" pitchFamily="49" charset="0"/>
                <a:cs typeface="Courier New" panose="02070309020205020404" pitchFamily="49" charset="0"/>
              </a:rPr>
              <a:t>−58828 &gt;&gt; 7 = −58828÷2</a:t>
            </a:r>
            <a:r>
              <a:rPr lang="es-ES" sz="975" b="1" baseline="30000" dirty="0">
                <a:solidFill>
                  <a:srgbClr val="E6E6E6">
                    <a:lumMod val="10000"/>
                  </a:srgbClr>
                </a:solidFill>
                <a:latin typeface="Courier New" panose="02070309020205020404" pitchFamily="49" charset="0"/>
                <a:cs typeface="Courier New" panose="02070309020205020404" pitchFamily="49" charset="0"/>
              </a:rPr>
              <a:t>7</a:t>
            </a:r>
            <a:r>
              <a:rPr lang="es-ES" sz="975" b="1" dirty="0">
                <a:solidFill>
                  <a:srgbClr val="E6E6E6">
                    <a:lumMod val="10000"/>
                  </a:srgbClr>
                </a:solidFill>
                <a:latin typeface="Courier New" panose="02070309020205020404" pitchFamily="49" charset="0"/>
                <a:cs typeface="Courier New" panose="02070309020205020404" pitchFamily="49" charset="0"/>
              </a:rPr>
              <a:t> = -460</a:t>
            </a:r>
          </a:p>
        </p:txBody>
      </p:sp>
      <p:graphicFrame>
        <p:nvGraphicFramePr>
          <p:cNvPr id="6" name="Tabla 5">
            <a:extLst>
              <a:ext uri="{FF2B5EF4-FFF2-40B4-BE49-F238E27FC236}">
                <a16:creationId xmlns:a16="http://schemas.microsoft.com/office/drawing/2014/main" id="{9DA907F7-DCB8-6482-243E-DD4E76E25901}"/>
              </a:ext>
            </a:extLst>
          </p:cNvPr>
          <p:cNvGraphicFramePr>
            <a:graphicFrameLocks noGrp="1"/>
          </p:cNvGraphicFramePr>
          <p:nvPr/>
        </p:nvGraphicFramePr>
        <p:xfrm>
          <a:off x="5041287" y="4027849"/>
          <a:ext cx="2818013" cy="519816"/>
        </p:xfrm>
        <a:graphic>
          <a:graphicData uri="http://schemas.openxmlformats.org/drawingml/2006/table">
            <a:tbl>
              <a:tblPr firstRow="1" bandRow="1">
                <a:tableStyleId>{073A0DAA-6AF3-43AB-8588-CEC1D06C72B9}</a:tableStyleId>
              </a:tblPr>
              <a:tblGrid>
                <a:gridCol w="376543">
                  <a:extLst>
                    <a:ext uri="{9D8B030D-6E8A-4147-A177-3AD203B41FA5}">
                      <a16:colId xmlns:a16="http://schemas.microsoft.com/office/drawing/2014/main" val="3256160865"/>
                    </a:ext>
                  </a:extLst>
                </a:gridCol>
                <a:gridCol w="2441470">
                  <a:extLst>
                    <a:ext uri="{9D8B030D-6E8A-4147-A177-3AD203B41FA5}">
                      <a16:colId xmlns:a16="http://schemas.microsoft.com/office/drawing/2014/main" val="1261247352"/>
                    </a:ext>
                  </a:extLst>
                </a:gridCol>
              </a:tblGrid>
              <a:tr h="173272">
                <a:tc>
                  <a:txBody>
                    <a:bodyPr/>
                    <a:lstStyle/>
                    <a:p>
                      <a:endParaRPr lang="es-ES" sz="1100" b="0"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no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s-ES" sz="1000" b="1" i="0" dirty="0">
                          <a:solidFill>
                            <a:schemeClr val="accent5"/>
                          </a:solidFill>
                          <a:latin typeface="Courier New" panose="02070309020205020404" pitchFamily="49" charset="0"/>
                          <a:cs typeface="Courier New" panose="02070309020205020404" pitchFamily="49" charset="0"/>
                        </a:rPr>
                        <a:t>0111111111111111000110100</a:t>
                      </a:r>
                      <a:r>
                        <a:rPr lang="es-ES" sz="1000" b="1" i="0" dirty="0">
                          <a:solidFill>
                            <a:schemeClr val="accent2"/>
                          </a:solidFill>
                          <a:latin typeface="Courier New" panose="02070309020205020404" pitchFamily="49" charset="0"/>
                          <a:cs typeface="Courier New" panose="02070309020205020404" pitchFamily="49" charset="0"/>
                        </a:rPr>
                        <a:t>0110100</a:t>
                      </a:r>
                    </a:p>
                  </a:txBody>
                  <a:tcPr marL="0" marR="0" marT="0" marB="0">
                    <a:noFill/>
                  </a:tcPr>
                </a:tc>
                <a:extLst>
                  <a:ext uri="{0D108BD9-81ED-4DB2-BD59-A6C34878D82A}">
                    <a16:rowId xmlns:a16="http://schemas.microsoft.com/office/drawing/2014/main" val="3955513832"/>
                  </a:ext>
                </a:extLst>
              </a:tr>
              <a:tr h="173272">
                <a:tc>
                  <a:txBody>
                    <a:bodyPr/>
                    <a:lstStyle/>
                    <a:p>
                      <a:pPr algn="ctr"/>
                      <a:r>
                        <a:rPr lang="es-ES" sz="1100" b="1" i="0" dirty="0" err="1">
                          <a:solidFill>
                            <a:schemeClr val="bg1">
                              <a:lumMod val="10000"/>
                            </a:schemeClr>
                          </a:solidFill>
                          <a:latin typeface="Courier New" panose="02070309020205020404" pitchFamily="49" charset="0"/>
                          <a:cs typeface="Courier New" panose="02070309020205020404" pitchFamily="49" charset="0"/>
                        </a:rPr>
                        <a:t>srai</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lnB w="28575" cap="flat" cmpd="sng" algn="ctr">
                      <a:solidFill>
                        <a:schemeClr val="bg1">
                          <a:lumMod val="10000"/>
                        </a:schemeClr>
                      </a:solidFill>
                      <a:prstDash val="solid"/>
                      <a:round/>
                      <a:headEnd type="none" w="med" len="med"/>
                      <a:tailEnd type="none" w="med" len="med"/>
                    </a:lnB>
                    <a:noFill/>
                  </a:tcPr>
                </a:tc>
                <a:tc>
                  <a:txBody>
                    <a:bodyPr/>
                    <a:lstStyle/>
                    <a:p>
                      <a:pPr algn="r"/>
                      <a:r>
                        <a:rPr lang="es-ES" sz="1000" b="1" i="0" dirty="0">
                          <a:solidFill>
                            <a:schemeClr val="accent2"/>
                          </a:solidFill>
                          <a:latin typeface="Courier New" panose="02070309020205020404" pitchFamily="49" charset="0"/>
                          <a:cs typeface="Courier New" panose="02070309020205020404" pitchFamily="49" charset="0"/>
                        </a:rPr>
                        <a:t>00111</a:t>
                      </a:r>
                      <a:endParaRPr lang="es-ES" sz="1000" b="1" i="0" dirty="0">
                        <a:solidFill>
                          <a:srgbClr val="C00000"/>
                        </a:solidFill>
                        <a:latin typeface="Courier New" panose="02070309020205020404" pitchFamily="49" charset="0"/>
                        <a:cs typeface="Courier New" panose="02070309020205020404" pitchFamily="49" charset="0"/>
                      </a:endParaRPr>
                    </a:p>
                  </a:txBody>
                  <a:tcPr marL="0" marR="0" marT="0" marB="0">
                    <a:lnB w="28575"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480000673"/>
                  </a:ext>
                </a:extLst>
              </a:tr>
              <a:tr h="173272">
                <a:tc>
                  <a:txBody>
                    <a:bodyPr/>
                    <a:lstStyle/>
                    <a:p>
                      <a:endParaRPr lang="es-ES" sz="1100" b="0"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lnT w="28575" cap="flat" cmpd="sng" algn="ctr">
                      <a:solidFill>
                        <a:schemeClr val="bg1">
                          <a:lumMod val="10000"/>
                        </a:schemeClr>
                      </a:solidFill>
                      <a:prstDash val="solid"/>
                      <a:round/>
                      <a:headEnd type="none" w="med" len="med"/>
                      <a:tailEnd type="none" w="med" len="med"/>
                    </a:lnT>
                    <a:no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s-ES" sz="1000" b="1" i="0" dirty="0">
                          <a:solidFill>
                            <a:srgbClr val="C00000"/>
                          </a:solidFill>
                          <a:latin typeface="Courier New" panose="02070309020205020404" pitchFamily="49" charset="0"/>
                          <a:cs typeface="Courier New" panose="02070309020205020404" pitchFamily="49" charset="0"/>
                        </a:rPr>
                        <a:t>0000000</a:t>
                      </a:r>
                      <a:r>
                        <a:rPr lang="es-ES" sz="1000" b="1" i="0" dirty="0">
                          <a:solidFill>
                            <a:schemeClr val="accent5"/>
                          </a:solidFill>
                          <a:latin typeface="Courier New" panose="02070309020205020404" pitchFamily="49" charset="0"/>
                          <a:cs typeface="Courier New" panose="02070309020205020404" pitchFamily="49" charset="0"/>
                        </a:rPr>
                        <a:t>0111111111111111000110100</a:t>
                      </a:r>
                    </a:p>
                  </a:txBody>
                  <a:tcPr marL="0" marR="0" marT="0" marB="0">
                    <a:lnT w="28575" cap="flat" cmpd="sng" algn="ctr">
                      <a:solidFill>
                        <a:schemeClr val="bg1">
                          <a:lumMod val="10000"/>
                        </a:schemeClr>
                      </a:solidFill>
                      <a:prstDash val="solid"/>
                      <a:round/>
                      <a:headEnd type="none" w="med" len="med"/>
                      <a:tailEnd type="none" w="med" len="med"/>
                    </a:lnT>
                    <a:noFill/>
                  </a:tcPr>
                </a:tc>
                <a:extLst>
                  <a:ext uri="{0D108BD9-81ED-4DB2-BD59-A6C34878D82A}">
                    <a16:rowId xmlns:a16="http://schemas.microsoft.com/office/drawing/2014/main" val="654711830"/>
                  </a:ext>
                </a:extLst>
              </a:tr>
            </a:tbl>
          </a:graphicData>
        </a:graphic>
      </p:graphicFrame>
      <p:cxnSp>
        <p:nvCxnSpPr>
          <p:cNvPr id="9" name="Conector recto de flecha 8">
            <a:extLst>
              <a:ext uri="{FF2B5EF4-FFF2-40B4-BE49-F238E27FC236}">
                <a16:creationId xmlns:a16="http://schemas.microsoft.com/office/drawing/2014/main" id="{6A3299CE-9AE4-5C77-B316-8B83A50984EF}"/>
              </a:ext>
            </a:extLst>
          </p:cNvPr>
          <p:cNvCxnSpPr>
            <a:cxnSpLocks/>
          </p:cNvCxnSpPr>
          <p:nvPr/>
        </p:nvCxnSpPr>
        <p:spPr>
          <a:xfrm flipH="1">
            <a:off x="5474807" y="3964104"/>
            <a:ext cx="2384494" cy="0"/>
          </a:xfrm>
          <a:prstGeom prst="straightConnector1">
            <a:avLst/>
          </a:prstGeom>
          <a:ln w="22225">
            <a:solidFill>
              <a:schemeClr val="bg1">
                <a:lumMod val="10000"/>
              </a:schemeClr>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A2B8E57C-0CCA-C2F3-5D5B-29701306D8A4}"/>
              </a:ext>
            </a:extLst>
          </p:cNvPr>
          <p:cNvSpPr txBox="1"/>
          <p:nvPr/>
        </p:nvSpPr>
        <p:spPr>
          <a:xfrm>
            <a:off x="5537182" y="3745526"/>
            <a:ext cx="2355132"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Desplazar cada bit 7 posiciones a la derecha</a:t>
            </a:r>
          </a:p>
        </p:txBody>
      </p:sp>
      <p:sp>
        <p:nvSpPr>
          <p:cNvPr id="11" name="CuadroTexto 10">
            <a:extLst>
              <a:ext uri="{FF2B5EF4-FFF2-40B4-BE49-F238E27FC236}">
                <a16:creationId xmlns:a16="http://schemas.microsoft.com/office/drawing/2014/main" id="{01BB97CF-8E7E-7F59-9F5B-6E73983FE656}"/>
              </a:ext>
            </a:extLst>
          </p:cNvPr>
          <p:cNvSpPr txBox="1"/>
          <p:nvPr/>
        </p:nvSpPr>
        <p:spPr>
          <a:xfrm>
            <a:off x="4901466" y="4553125"/>
            <a:ext cx="3323346" cy="242374"/>
          </a:xfrm>
          <a:prstGeom prst="rect">
            <a:avLst/>
          </a:prstGeom>
          <a:noFill/>
        </p:spPr>
        <p:txBody>
          <a:bodyPr wrap="none" rtlCol="0">
            <a:spAutoFit/>
          </a:bodyPr>
          <a:lstStyle/>
          <a:p>
            <a:pPr algn="l" defTabSz="371292" fontAlgn="auto">
              <a:spcBef>
                <a:spcPts val="0"/>
              </a:spcBef>
              <a:spcAft>
                <a:spcPts val="0"/>
              </a:spcAft>
            </a:pPr>
            <a:r>
              <a:rPr lang="es-ES" sz="975" b="1" dirty="0">
                <a:solidFill>
                  <a:srgbClr val="E6E6E6">
                    <a:lumMod val="10000"/>
                  </a:srgbClr>
                </a:solidFill>
                <a:latin typeface="Courier New" panose="02070309020205020404" pitchFamily="49" charset="0"/>
                <a:cs typeface="Courier New" panose="02070309020205020404" pitchFamily="49" charset="0"/>
              </a:rPr>
              <a:t>2147424820 &gt;&gt; 7 = 2147424820÷2</a:t>
            </a:r>
            <a:r>
              <a:rPr lang="es-ES" sz="975" b="1" baseline="30000" dirty="0">
                <a:solidFill>
                  <a:srgbClr val="E6E6E6">
                    <a:lumMod val="10000"/>
                  </a:srgbClr>
                </a:solidFill>
                <a:latin typeface="Courier New" panose="02070309020205020404" pitchFamily="49" charset="0"/>
                <a:cs typeface="Courier New" panose="02070309020205020404" pitchFamily="49" charset="0"/>
              </a:rPr>
              <a:t>7</a:t>
            </a:r>
            <a:r>
              <a:rPr lang="es-ES" sz="975" b="1" dirty="0">
                <a:solidFill>
                  <a:srgbClr val="E6E6E6">
                    <a:lumMod val="10000"/>
                  </a:srgbClr>
                </a:solidFill>
                <a:latin typeface="Courier New" panose="02070309020205020404" pitchFamily="49" charset="0"/>
                <a:cs typeface="Courier New" panose="02070309020205020404" pitchFamily="49" charset="0"/>
              </a:rPr>
              <a:t> = 16776756</a:t>
            </a:r>
          </a:p>
        </p:txBody>
      </p:sp>
      <p:graphicFrame>
        <p:nvGraphicFramePr>
          <p:cNvPr id="14" name="Tabla 13">
            <a:extLst>
              <a:ext uri="{FF2B5EF4-FFF2-40B4-BE49-F238E27FC236}">
                <a16:creationId xmlns:a16="http://schemas.microsoft.com/office/drawing/2014/main" id="{4C838154-B1C9-0064-A74F-59BD89F73F0E}"/>
              </a:ext>
            </a:extLst>
          </p:cNvPr>
          <p:cNvGraphicFramePr>
            <a:graphicFrameLocks noGrp="1"/>
          </p:cNvGraphicFramePr>
          <p:nvPr/>
        </p:nvGraphicFramePr>
        <p:xfrm>
          <a:off x="3099258" y="5984452"/>
          <a:ext cx="2818013" cy="519816"/>
        </p:xfrm>
        <a:graphic>
          <a:graphicData uri="http://schemas.openxmlformats.org/drawingml/2006/table">
            <a:tbl>
              <a:tblPr firstRow="1" bandRow="1">
                <a:tableStyleId>{073A0DAA-6AF3-43AB-8588-CEC1D06C72B9}</a:tableStyleId>
              </a:tblPr>
              <a:tblGrid>
                <a:gridCol w="376543">
                  <a:extLst>
                    <a:ext uri="{9D8B030D-6E8A-4147-A177-3AD203B41FA5}">
                      <a16:colId xmlns:a16="http://schemas.microsoft.com/office/drawing/2014/main" val="3256160865"/>
                    </a:ext>
                  </a:extLst>
                </a:gridCol>
                <a:gridCol w="2441470">
                  <a:extLst>
                    <a:ext uri="{9D8B030D-6E8A-4147-A177-3AD203B41FA5}">
                      <a16:colId xmlns:a16="http://schemas.microsoft.com/office/drawing/2014/main" val="1261247352"/>
                    </a:ext>
                  </a:extLst>
                </a:gridCol>
              </a:tblGrid>
              <a:tr h="173272">
                <a:tc>
                  <a:txBody>
                    <a:bodyPr/>
                    <a:lstStyle/>
                    <a:p>
                      <a:endParaRPr lang="es-ES" sz="1100" b="0"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no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s-ES" sz="1000" b="1" i="0" dirty="0">
                          <a:solidFill>
                            <a:schemeClr val="accent2"/>
                          </a:solidFill>
                          <a:latin typeface="Courier New" panose="02070309020205020404" pitchFamily="49" charset="0"/>
                          <a:cs typeface="Courier New" panose="02070309020205020404" pitchFamily="49" charset="0"/>
                        </a:rPr>
                        <a:t>1111111</a:t>
                      </a:r>
                      <a:r>
                        <a:rPr lang="es-ES" sz="1000" b="1" i="0" dirty="0">
                          <a:solidFill>
                            <a:schemeClr val="accent5"/>
                          </a:solidFill>
                          <a:latin typeface="Courier New" panose="02070309020205020404" pitchFamily="49" charset="0"/>
                          <a:cs typeface="Courier New" panose="02070309020205020404" pitchFamily="49" charset="0"/>
                        </a:rPr>
                        <a:t>1111111110001101000110100</a:t>
                      </a:r>
                    </a:p>
                  </a:txBody>
                  <a:tcPr marL="0" marR="0" marT="0" marB="0">
                    <a:noFill/>
                  </a:tcPr>
                </a:tc>
                <a:extLst>
                  <a:ext uri="{0D108BD9-81ED-4DB2-BD59-A6C34878D82A}">
                    <a16:rowId xmlns:a16="http://schemas.microsoft.com/office/drawing/2014/main" val="3955513832"/>
                  </a:ext>
                </a:extLst>
              </a:tr>
              <a:tr h="173272">
                <a:tc>
                  <a:txBody>
                    <a:bodyPr/>
                    <a:lstStyle/>
                    <a:p>
                      <a:pPr algn="ctr"/>
                      <a:r>
                        <a:rPr lang="es-ES" sz="1100" b="1" i="0" dirty="0" err="1">
                          <a:solidFill>
                            <a:schemeClr val="bg1">
                              <a:lumMod val="10000"/>
                            </a:schemeClr>
                          </a:solidFill>
                          <a:latin typeface="Courier New" panose="02070309020205020404" pitchFamily="49" charset="0"/>
                          <a:cs typeface="Courier New" panose="02070309020205020404" pitchFamily="49" charset="0"/>
                        </a:rPr>
                        <a:t>slli</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lnB w="28575" cap="flat" cmpd="sng" algn="ctr">
                      <a:solidFill>
                        <a:schemeClr val="bg1">
                          <a:lumMod val="10000"/>
                        </a:schemeClr>
                      </a:solidFill>
                      <a:prstDash val="solid"/>
                      <a:round/>
                      <a:headEnd type="none" w="med" len="med"/>
                      <a:tailEnd type="none" w="med" len="med"/>
                    </a:lnB>
                    <a:noFill/>
                  </a:tcPr>
                </a:tc>
                <a:tc>
                  <a:txBody>
                    <a:bodyPr/>
                    <a:lstStyle/>
                    <a:p>
                      <a:pPr algn="r"/>
                      <a:r>
                        <a:rPr lang="es-ES" sz="1000" b="1" i="0" dirty="0">
                          <a:solidFill>
                            <a:schemeClr val="accent2"/>
                          </a:solidFill>
                          <a:latin typeface="Courier New" panose="02070309020205020404" pitchFamily="49" charset="0"/>
                          <a:cs typeface="Courier New" panose="02070309020205020404" pitchFamily="49" charset="0"/>
                        </a:rPr>
                        <a:t>00111</a:t>
                      </a:r>
                      <a:endParaRPr lang="es-ES" sz="1000" b="1" i="0" dirty="0">
                        <a:solidFill>
                          <a:srgbClr val="C00000"/>
                        </a:solidFill>
                        <a:latin typeface="Courier New" panose="02070309020205020404" pitchFamily="49" charset="0"/>
                        <a:cs typeface="Courier New" panose="02070309020205020404" pitchFamily="49" charset="0"/>
                      </a:endParaRPr>
                    </a:p>
                  </a:txBody>
                  <a:tcPr marL="0" marR="0" marT="0" marB="0">
                    <a:lnB w="28575"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480000673"/>
                  </a:ext>
                </a:extLst>
              </a:tr>
              <a:tr h="173272">
                <a:tc>
                  <a:txBody>
                    <a:bodyPr/>
                    <a:lstStyle/>
                    <a:p>
                      <a:endParaRPr lang="es-ES" sz="1100" b="0" i="0" dirty="0">
                        <a:solidFill>
                          <a:schemeClr val="bg1">
                            <a:lumMod val="10000"/>
                          </a:schemeClr>
                        </a:solidFill>
                        <a:latin typeface="Courier New" panose="02070309020205020404" pitchFamily="49" charset="0"/>
                        <a:cs typeface="Courier New" panose="02070309020205020404" pitchFamily="49" charset="0"/>
                      </a:endParaRPr>
                    </a:p>
                  </a:txBody>
                  <a:tcPr marL="0" marR="0" marT="0" marB="0">
                    <a:lnT w="28575" cap="flat" cmpd="sng" algn="ctr">
                      <a:solidFill>
                        <a:schemeClr val="bg1">
                          <a:lumMod val="10000"/>
                        </a:schemeClr>
                      </a:solidFill>
                      <a:prstDash val="solid"/>
                      <a:round/>
                      <a:headEnd type="none" w="med" len="med"/>
                      <a:tailEnd type="none" w="med" len="med"/>
                    </a:lnT>
                    <a:no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s-ES" sz="1000" b="1" i="0" dirty="0">
                          <a:solidFill>
                            <a:schemeClr val="accent5"/>
                          </a:solidFill>
                          <a:latin typeface="Courier New" panose="02070309020205020404" pitchFamily="49" charset="0"/>
                          <a:cs typeface="Courier New" panose="02070309020205020404" pitchFamily="49" charset="0"/>
                        </a:rPr>
                        <a:t>1111111110001101000110100</a:t>
                      </a:r>
                      <a:r>
                        <a:rPr lang="es-ES" sz="1000" b="1" i="0" dirty="0">
                          <a:solidFill>
                            <a:srgbClr val="C00000"/>
                          </a:solidFill>
                          <a:latin typeface="Courier New" panose="02070309020205020404" pitchFamily="49" charset="0"/>
                          <a:cs typeface="Courier New" panose="02070309020205020404" pitchFamily="49" charset="0"/>
                        </a:rPr>
                        <a:t>0000000</a:t>
                      </a:r>
                    </a:p>
                  </a:txBody>
                  <a:tcPr marL="0" marR="0" marT="0" marB="0">
                    <a:lnT w="28575" cap="flat" cmpd="sng" algn="ctr">
                      <a:solidFill>
                        <a:schemeClr val="bg1">
                          <a:lumMod val="10000"/>
                        </a:schemeClr>
                      </a:solidFill>
                      <a:prstDash val="solid"/>
                      <a:round/>
                      <a:headEnd type="none" w="med" len="med"/>
                      <a:tailEnd type="none" w="med" len="med"/>
                    </a:lnT>
                    <a:noFill/>
                  </a:tcPr>
                </a:tc>
                <a:extLst>
                  <a:ext uri="{0D108BD9-81ED-4DB2-BD59-A6C34878D82A}">
                    <a16:rowId xmlns:a16="http://schemas.microsoft.com/office/drawing/2014/main" val="654711830"/>
                  </a:ext>
                </a:extLst>
              </a:tr>
            </a:tbl>
          </a:graphicData>
        </a:graphic>
      </p:graphicFrame>
      <p:cxnSp>
        <p:nvCxnSpPr>
          <p:cNvPr id="15" name="Conector recto de flecha 14">
            <a:extLst>
              <a:ext uri="{FF2B5EF4-FFF2-40B4-BE49-F238E27FC236}">
                <a16:creationId xmlns:a16="http://schemas.microsoft.com/office/drawing/2014/main" id="{B7BCFDB4-FEC3-53DF-15C7-349C57C50C87}"/>
              </a:ext>
            </a:extLst>
          </p:cNvPr>
          <p:cNvCxnSpPr>
            <a:cxnSpLocks/>
          </p:cNvCxnSpPr>
          <p:nvPr/>
        </p:nvCxnSpPr>
        <p:spPr>
          <a:xfrm flipH="1">
            <a:off x="3532777" y="5920707"/>
            <a:ext cx="2384494" cy="0"/>
          </a:xfrm>
          <a:prstGeom prst="straightConnector1">
            <a:avLst/>
          </a:prstGeom>
          <a:ln w="22225">
            <a:solidFill>
              <a:schemeClr val="bg1">
                <a:lumMod val="1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6B1650EB-8AF8-1B6A-308A-F5C4A267E7B1}"/>
              </a:ext>
            </a:extLst>
          </p:cNvPr>
          <p:cNvSpPr txBox="1"/>
          <p:nvPr/>
        </p:nvSpPr>
        <p:spPr>
          <a:xfrm>
            <a:off x="3595153" y="5702129"/>
            <a:ext cx="2424062"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Desplazar cada bit 7 posiciones a la izquierda</a:t>
            </a:r>
          </a:p>
        </p:txBody>
      </p:sp>
      <p:sp>
        <p:nvSpPr>
          <p:cNvPr id="18" name="CuadroTexto 17">
            <a:extLst>
              <a:ext uri="{FF2B5EF4-FFF2-40B4-BE49-F238E27FC236}">
                <a16:creationId xmlns:a16="http://schemas.microsoft.com/office/drawing/2014/main" id="{22869F16-699A-208B-6CD2-7D2667720FCA}"/>
              </a:ext>
            </a:extLst>
          </p:cNvPr>
          <p:cNvSpPr txBox="1"/>
          <p:nvPr/>
        </p:nvSpPr>
        <p:spPr>
          <a:xfrm>
            <a:off x="3358046" y="6509728"/>
            <a:ext cx="2720617" cy="242374"/>
          </a:xfrm>
          <a:prstGeom prst="rect">
            <a:avLst/>
          </a:prstGeom>
          <a:noFill/>
        </p:spPr>
        <p:txBody>
          <a:bodyPr wrap="none" rtlCol="0">
            <a:spAutoFit/>
          </a:bodyPr>
          <a:lstStyle/>
          <a:p>
            <a:pPr algn="l" defTabSz="371292" fontAlgn="auto">
              <a:spcBef>
                <a:spcPts val="0"/>
              </a:spcBef>
              <a:spcAft>
                <a:spcPts val="0"/>
              </a:spcAft>
            </a:pPr>
            <a:r>
              <a:rPr lang="es-ES" sz="975" b="1" dirty="0">
                <a:solidFill>
                  <a:srgbClr val="E6E6E6">
                    <a:lumMod val="10000"/>
                  </a:srgbClr>
                </a:solidFill>
                <a:latin typeface="Courier New" panose="02070309020205020404" pitchFamily="49" charset="0"/>
                <a:cs typeface="Courier New" panose="02070309020205020404" pitchFamily="49" charset="0"/>
              </a:rPr>
              <a:t>−58828 &lt;&lt; 7 = −58828×2</a:t>
            </a:r>
            <a:r>
              <a:rPr lang="es-ES" sz="975" b="1" baseline="30000" dirty="0">
                <a:solidFill>
                  <a:srgbClr val="E6E6E6">
                    <a:lumMod val="10000"/>
                  </a:srgbClr>
                </a:solidFill>
                <a:latin typeface="Courier New" panose="02070309020205020404" pitchFamily="49" charset="0"/>
                <a:cs typeface="Courier New" panose="02070309020205020404" pitchFamily="49" charset="0"/>
              </a:rPr>
              <a:t>7</a:t>
            </a:r>
            <a:r>
              <a:rPr lang="es-ES" sz="975" b="1" dirty="0">
                <a:solidFill>
                  <a:srgbClr val="E6E6E6">
                    <a:lumMod val="10000"/>
                  </a:srgbClr>
                </a:solidFill>
                <a:latin typeface="Courier New" panose="02070309020205020404" pitchFamily="49" charset="0"/>
                <a:cs typeface="Courier New" panose="02070309020205020404" pitchFamily="49" charset="0"/>
              </a:rPr>
              <a:t> = -7529984</a:t>
            </a:r>
          </a:p>
        </p:txBody>
      </p:sp>
      <p:sp>
        <p:nvSpPr>
          <p:cNvPr id="4" name="Marcador de número de diapositiva 3">
            <a:extLst>
              <a:ext uri="{FF2B5EF4-FFF2-40B4-BE49-F238E27FC236}">
                <a16:creationId xmlns:a16="http://schemas.microsoft.com/office/drawing/2014/main" id="{C10F101B-65BA-BB30-99FC-A672A0799A74}"/>
              </a:ext>
            </a:extLst>
          </p:cNvPr>
          <p:cNvSpPr>
            <a:spLocks noGrp="1"/>
          </p:cNvSpPr>
          <p:nvPr>
            <p:ph type="sldNum" sz="quarter" idx="12"/>
          </p:nvPr>
        </p:nvSpPr>
        <p:spPr/>
        <p:txBody>
          <a:bodyPr/>
          <a:lstStyle/>
          <a:p>
            <a:pPr defTabSz="371292" fontAlgn="auto">
              <a:spcBef>
                <a:spcPts val="0"/>
              </a:spcBef>
              <a:spcAft>
                <a:spcPts val="0"/>
              </a:spcAft>
            </a:pPr>
            <a:fld id="{6D22F896-40B5-4ADD-8801-0D06FADFA095}" type="slidenum">
              <a:rPr lang="es-ES">
                <a:solidFill>
                  <a:srgbClr val="E6E6E6">
                    <a:lumMod val="10000"/>
                  </a:srgbClr>
                </a:solidFill>
                <a:latin typeface="Tw Cen MT" panose="020B0602020104020603"/>
              </a:rPr>
              <a:pPr defTabSz="371292" fontAlgn="auto">
                <a:spcBef>
                  <a:spcPts val="0"/>
                </a:spcBef>
                <a:spcAft>
                  <a:spcPts val="0"/>
                </a:spcAft>
              </a:pPr>
              <a:t>126</a:t>
            </a:fld>
            <a:endParaRPr lang="es-ES">
              <a:solidFill>
                <a:srgbClr val="E6E6E6">
                  <a:lumMod val="10000"/>
                </a:srgbClr>
              </a:solidFill>
              <a:latin typeface="Tw Cen MT" panose="020B0602020104020603"/>
            </a:endParaRPr>
          </a:p>
        </p:txBody>
      </p:sp>
    </p:spTree>
    <p:extLst>
      <p:ext uri="{BB962C8B-B14F-4D97-AF65-F5344CB8AC3E}">
        <p14:creationId xmlns:p14="http://schemas.microsoft.com/office/powerpoint/2010/main" val="77346771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B64ABE-6E04-6674-1ED5-46EA7B9C8D1B}"/>
              </a:ext>
            </a:extLst>
          </p:cNvPr>
          <p:cNvSpPr>
            <a:spLocks noGrp="1"/>
          </p:cNvSpPr>
          <p:nvPr>
            <p:ph type="title"/>
          </p:nvPr>
        </p:nvSpPr>
        <p:spPr>
          <a:xfrm>
            <a:off x="926952" y="1260279"/>
            <a:ext cx="8044754" cy="1200761"/>
          </a:xfrm>
        </p:spPr>
        <p:txBody>
          <a:bodyPr/>
          <a:lstStyle/>
          <a:p>
            <a:r>
              <a:rPr lang="es-ES" sz="3573" dirty="0">
                <a:latin typeface="Rockwell" panose="02060603020205020403" pitchFamily="18" charset="0"/>
              </a:rPr>
              <a:t>Repertorio de instrucciones:</a:t>
            </a:r>
            <a:br>
              <a:rPr lang="es-ES" sz="3573" dirty="0">
                <a:latin typeface="Rockwell" panose="02060603020205020403" pitchFamily="18" charset="0"/>
              </a:rPr>
            </a:br>
            <a:r>
              <a:rPr lang="es-ES" sz="2599" dirty="0">
                <a:solidFill>
                  <a:schemeClr val="accent2"/>
                </a:solidFill>
                <a:latin typeface="Rockwell" panose="02060603020205020403" pitchFamily="18" charset="0"/>
              </a:rPr>
              <a:t>de desplazamiento (IV)</a:t>
            </a:r>
          </a:p>
        </p:txBody>
      </p:sp>
      <p:graphicFrame>
        <p:nvGraphicFramePr>
          <p:cNvPr id="22" name="Marcador de contenido 5">
            <a:extLst>
              <a:ext uri="{FF2B5EF4-FFF2-40B4-BE49-F238E27FC236}">
                <a16:creationId xmlns:a16="http://schemas.microsoft.com/office/drawing/2014/main" id="{F662A3E1-341C-2CDA-2CDE-A8C4B4B7B04F}"/>
              </a:ext>
            </a:extLst>
          </p:cNvPr>
          <p:cNvGraphicFramePr>
            <a:graphicFrameLocks/>
          </p:cNvGraphicFramePr>
          <p:nvPr/>
        </p:nvGraphicFramePr>
        <p:xfrm>
          <a:off x="926953" y="3002065"/>
          <a:ext cx="8044755" cy="2825981"/>
        </p:xfrm>
        <a:graphic>
          <a:graphicData uri="http://schemas.openxmlformats.org/drawingml/2006/table">
            <a:tbl>
              <a:tblPr firstRow="1" bandRow="1">
                <a:tableStyleId>{2D5ABB26-0587-4C30-8999-92F81FD0307C}</a:tableStyleId>
              </a:tblPr>
              <a:tblGrid>
                <a:gridCol w="2343732">
                  <a:extLst>
                    <a:ext uri="{9D8B030D-6E8A-4147-A177-3AD203B41FA5}">
                      <a16:colId xmlns:a16="http://schemas.microsoft.com/office/drawing/2014/main" val="936975246"/>
                    </a:ext>
                  </a:extLst>
                </a:gridCol>
                <a:gridCol w="1741817">
                  <a:extLst>
                    <a:ext uri="{9D8B030D-6E8A-4147-A177-3AD203B41FA5}">
                      <a16:colId xmlns:a16="http://schemas.microsoft.com/office/drawing/2014/main" val="1489359660"/>
                    </a:ext>
                  </a:extLst>
                </a:gridCol>
                <a:gridCol w="3959206">
                  <a:extLst>
                    <a:ext uri="{9D8B030D-6E8A-4147-A177-3AD203B41FA5}">
                      <a16:colId xmlns:a16="http://schemas.microsoft.com/office/drawing/2014/main" val="3571882013"/>
                    </a:ext>
                  </a:extLst>
                </a:gridCol>
              </a:tblGrid>
              <a:tr h="301163">
                <a:tc>
                  <a:txBody>
                    <a:bodyPr/>
                    <a:lstStyle/>
                    <a:p>
                      <a:pPr algn="l"/>
                      <a:r>
                        <a:rPr lang="es-ES" sz="1300" b="1" dirty="0">
                          <a:solidFill>
                            <a:schemeClr val="bg1">
                              <a:lumMod val="10000"/>
                            </a:schemeClr>
                          </a:solidFill>
                        </a:rPr>
                        <a:t>Instrucción</a:t>
                      </a:r>
                      <a:endParaRPr lang="es-ES" sz="13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l"/>
                      <a:r>
                        <a:rPr lang="es-ES" sz="1300" b="1" dirty="0">
                          <a:solidFill>
                            <a:schemeClr val="bg1">
                              <a:lumMod val="10000"/>
                            </a:schemeClr>
                          </a:solidFill>
                        </a:rPr>
                        <a:t>Operación</a:t>
                      </a:r>
                      <a:endParaRPr lang="es-ES" sz="13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l"/>
                      <a:r>
                        <a:rPr lang="es-ES" sz="1300" b="1" dirty="0">
                          <a:solidFill>
                            <a:schemeClr val="bg1">
                              <a:lumMod val="10000"/>
                            </a:schemeClr>
                          </a:solidFill>
                        </a:rPr>
                        <a:t>Descripción</a:t>
                      </a:r>
                    </a:p>
                  </a:txBody>
                  <a:tcPr marL="74259" marR="74259" marT="37130" marB="37130">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653347337"/>
                  </a:ext>
                </a:extLst>
              </a:tr>
              <a:tr h="420803">
                <a:tc>
                  <a:txBody>
                    <a:bodyPr/>
                    <a:lstStyle/>
                    <a:p>
                      <a:pPr algn="l"/>
                      <a:r>
                        <a:rPr lang="es-ES" sz="1100" b="1" i="0" dirty="0" err="1">
                          <a:solidFill>
                            <a:schemeClr val="accent2"/>
                          </a:solidFill>
                          <a:latin typeface="Courier New" panose="02070309020205020404" pitchFamily="49" charset="0"/>
                          <a:cs typeface="Courier New" panose="02070309020205020404" pitchFamily="49" charset="0"/>
                        </a:rPr>
                        <a:t>sll</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dirty="0" err="1">
                          <a:solidFill>
                            <a:schemeClr val="bg1">
                              <a:lumMod val="10000"/>
                            </a:schemeClr>
                          </a:solidFill>
                          <a:latin typeface="Courier New" panose="02070309020205020404" pitchFamily="49" charset="0"/>
                          <a:cs typeface="Courier New" panose="02070309020205020404" pitchFamily="49" charset="0"/>
                        </a:rPr>
                        <a:t>rd</a:t>
                      </a:r>
                      <a:r>
                        <a:rPr lang="es-ES" sz="1100" b="1" i="0" dirty="0">
                          <a:solidFill>
                            <a:schemeClr val="bg1">
                              <a:lumMod val="10000"/>
                            </a:schemeClr>
                          </a:solidFill>
                          <a:latin typeface="Courier New" panose="02070309020205020404" pitchFamily="49" charset="0"/>
                          <a:cs typeface="Courier New" panose="02070309020205020404" pitchFamily="49" charset="0"/>
                        </a:rPr>
                        <a:t>, rs1, rs2</a:t>
                      </a:r>
                    </a:p>
                  </a:txBody>
                  <a:tcPr marL="74259" marR="74259" marT="37130" marB="37130">
                    <a:lnT w="12700" cap="flat" cmpd="sng" algn="ctr">
                      <a:solidFill>
                        <a:schemeClr val="accent2"/>
                      </a:solidFill>
                      <a:prstDash val="solid"/>
                      <a:round/>
                      <a:headEnd type="none" w="med" len="med"/>
                      <a:tailEnd type="none" w="med" len="med"/>
                    </a:lnT>
                    <a:solidFill>
                      <a:schemeClr val="accent2">
                        <a:lumMod val="20000"/>
                        <a:lumOff val="80000"/>
                      </a:schemeClr>
                    </a:solidFill>
                  </a:tcPr>
                </a:tc>
                <a:tc>
                  <a:txBody>
                    <a:bodyPr/>
                    <a:lstStyle/>
                    <a:p>
                      <a:pPr algn="l"/>
                      <a:r>
                        <a:rPr lang="es-ES" sz="1100" b="0" dirty="0" err="1">
                          <a:solidFill>
                            <a:schemeClr val="bg1">
                              <a:lumMod val="10000"/>
                            </a:schemeClr>
                          </a:solidFill>
                        </a:rPr>
                        <a:t>rd</a:t>
                      </a:r>
                      <a:r>
                        <a:rPr lang="es-ES" sz="1100" b="0" dirty="0">
                          <a:solidFill>
                            <a:schemeClr val="bg1">
                              <a:lumMod val="10000"/>
                            </a:schemeClr>
                          </a:solidFill>
                        </a:rPr>
                        <a:t> </a:t>
                      </a:r>
                      <a:r>
                        <a:rPr lang="es-ES" sz="1100" b="0" dirty="0">
                          <a:solidFill>
                            <a:schemeClr val="bg1">
                              <a:lumMod val="10000"/>
                            </a:schemeClr>
                          </a:solidFill>
                          <a:sym typeface="Wingdings" pitchFamily="2" charset="2"/>
                        </a:rPr>
                        <a:t> rs1 &lt;&lt; rs2</a:t>
                      </a:r>
                      <a:r>
                        <a:rPr lang="es-ES" sz="1100" b="0" baseline="-25000" dirty="0">
                          <a:solidFill>
                            <a:schemeClr val="bg1">
                              <a:lumMod val="10000"/>
                            </a:schemeClr>
                          </a:solidFill>
                          <a:sym typeface="Wingdings" pitchFamily="2" charset="2"/>
                        </a:rPr>
                        <a:t>4:0</a:t>
                      </a:r>
                      <a:endParaRPr lang="es-ES" sz="1100" b="0" i="0" dirty="0">
                        <a:solidFill>
                          <a:schemeClr val="bg1">
                            <a:lumMod val="10000"/>
                          </a:schemeClr>
                        </a:solidFill>
                        <a:latin typeface="+mn-lt"/>
                        <a:cs typeface="Courier New" panose="02070309020205020404" pitchFamily="49" charset="0"/>
                      </a:endParaRPr>
                    </a:p>
                  </a:txBody>
                  <a:tcPr marL="74259" marR="74259" marT="37130" marB="37130">
                    <a:lnT w="12700" cap="flat" cmpd="sng" algn="ctr">
                      <a:solidFill>
                        <a:schemeClr val="accent2"/>
                      </a:solidFill>
                      <a:prstDash val="solid"/>
                      <a:round/>
                      <a:headEnd type="none" w="med" len="med"/>
                      <a:tailEnd type="none" w="med" len="med"/>
                    </a:lnT>
                    <a:solidFill>
                      <a:schemeClr val="accent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rgbClr val="C00000"/>
                          </a:solidFill>
                        </a:rPr>
                        <a:t>s</a:t>
                      </a:r>
                      <a:r>
                        <a:rPr lang="es-ES" sz="1100" b="0" dirty="0">
                          <a:solidFill>
                            <a:schemeClr val="bg1">
                              <a:lumMod val="10000"/>
                            </a:schemeClr>
                          </a:solidFill>
                        </a:rPr>
                        <a:t>hift </a:t>
                      </a:r>
                      <a:r>
                        <a:rPr lang="es-ES" sz="1100" b="0" dirty="0" err="1">
                          <a:solidFill>
                            <a:srgbClr val="C00000"/>
                          </a:solidFill>
                        </a:rPr>
                        <a:t>l</a:t>
                      </a:r>
                      <a:r>
                        <a:rPr lang="es-ES" sz="1100" b="0" dirty="0" err="1">
                          <a:solidFill>
                            <a:schemeClr val="bg1">
                              <a:lumMod val="10000"/>
                            </a:schemeClr>
                          </a:solidFill>
                        </a:rPr>
                        <a:t>eft</a:t>
                      </a:r>
                      <a:r>
                        <a:rPr lang="es-ES" sz="1100" b="0" dirty="0">
                          <a:solidFill>
                            <a:schemeClr val="bg1">
                              <a:lumMod val="10000"/>
                            </a:schemeClr>
                          </a:solidFill>
                        </a:rPr>
                        <a:t> </a:t>
                      </a:r>
                      <a:r>
                        <a:rPr lang="es-ES" sz="1100" b="0" dirty="0" err="1">
                          <a:solidFill>
                            <a:srgbClr val="C00000"/>
                          </a:solidFill>
                        </a:rPr>
                        <a:t>l</a:t>
                      </a:r>
                      <a:r>
                        <a:rPr lang="es-ES" sz="1100" b="0" dirty="0" err="1">
                          <a:solidFill>
                            <a:schemeClr val="bg1">
                              <a:lumMod val="10000"/>
                            </a:schemeClr>
                          </a:solidFill>
                        </a:rPr>
                        <a:t>ogical</a:t>
                      </a:r>
                      <a:r>
                        <a:rPr lang="es-ES" sz="1100" b="0" dirty="0">
                          <a:solidFill>
                            <a:schemeClr val="bg1">
                              <a:lumMod val="10000"/>
                            </a:schemeClr>
                          </a:solidFill>
                        </a:rPr>
                        <a:t> </a:t>
                      </a:r>
                    </a:p>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rPr>
                        <a:t>desplazamiento lógico a izquierda</a:t>
                      </a:r>
                      <a:endParaRPr lang="es-ES" sz="1100" b="0" dirty="0">
                        <a:solidFill>
                          <a:schemeClr val="accent2"/>
                        </a:solidFill>
                        <a:latin typeface="+mn-lt"/>
                      </a:endParaRPr>
                    </a:p>
                  </a:txBody>
                  <a:tcPr marL="74259" marR="74259" marT="37130" marB="37130">
                    <a:lnT w="12700" cap="flat" cmpd="sng" algn="ctr">
                      <a:solidFill>
                        <a:schemeClr val="accent2"/>
                      </a:solidFill>
                      <a:prstDash val="solid"/>
                      <a:round/>
                      <a:headEnd type="none" w="med" len="med"/>
                      <a:tailEnd type="none" w="med" len="med"/>
                    </a:lnT>
                    <a:solidFill>
                      <a:schemeClr val="accent2">
                        <a:lumMod val="20000"/>
                        <a:lumOff val="80000"/>
                      </a:schemeClr>
                    </a:solidFill>
                  </a:tcPr>
                </a:tc>
                <a:extLst>
                  <a:ext uri="{0D108BD9-81ED-4DB2-BD59-A6C34878D82A}">
                    <a16:rowId xmlns:a16="http://schemas.microsoft.com/office/drawing/2014/main" val="675244972"/>
                  </a:ext>
                </a:extLst>
              </a:tr>
              <a:tr h="420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1" i="0" dirty="0" err="1">
                          <a:solidFill>
                            <a:schemeClr val="accent2"/>
                          </a:solidFill>
                          <a:latin typeface="Courier New" panose="02070309020205020404" pitchFamily="49" charset="0"/>
                          <a:cs typeface="Courier New" panose="02070309020205020404" pitchFamily="49" charset="0"/>
                        </a:rPr>
                        <a:t>srl</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dirty="0" err="1">
                          <a:solidFill>
                            <a:schemeClr val="bg1">
                              <a:lumMod val="10000"/>
                            </a:schemeClr>
                          </a:solidFill>
                          <a:latin typeface="Courier New" panose="02070309020205020404" pitchFamily="49" charset="0"/>
                          <a:cs typeface="Courier New" panose="02070309020205020404" pitchFamily="49" charset="0"/>
                        </a:rPr>
                        <a:t>rd</a:t>
                      </a:r>
                      <a:r>
                        <a:rPr lang="es-ES" sz="1100" b="1" i="0" dirty="0">
                          <a:solidFill>
                            <a:schemeClr val="bg1">
                              <a:lumMod val="10000"/>
                            </a:schemeClr>
                          </a:solidFill>
                          <a:latin typeface="Courier New" panose="02070309020205020404" pitchFamily="49" charset="0"/>
                          <a:cs typeface="Courier New" panose="02070309020205020404" pitchFamily="49" charset="0"/>
                        </a:rPr>
                        <a:t>, rs1, rs2</a:t>
                      </a:r>
                    </a:p>
                  </a:txBody>
                  <a:tcPr marL="74259" marR="74259" marT="37130" marB="3713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0" dirty="0" err="1">
                          <a:solidFill>
                            <a:schemeClr val="bg1">
                              <a:lumMod val="10000"/>
                            </a:schemeClr>
                          </a:solidFill>
                        </a:rPr>
                        <a:t>rd</a:t>
                      </a:r>
                      <a:r>
                        <a:rPr lang="es-ES" sz="1100" b="0" dirty="0">
                          <a:solidFill>
                            <a:schemeClr val="bg1">
                              <a:lumMod val="10000"/>
                            </a:schemeClr>
                          </a:solidFill>
                        </a:rPr>
                        <a:t> </a:t>
                      </a:r>
                      <a:r>
                        <a:rPr lang="es-ES" sz="1100" b="0" dirty="0">
                          <a:solidFill>
                            <a:schemeClr val="bg1">
                              <a:lumMod val="10000"/>
                            </a:schemeClr>
                          </a:solidFill>
                          <a:sym typeface="Wingdings" pitchFamily="2" charset="2"/>
                        </a:rPr>
                        <a:t> rs1 &gt;&gt; rs2</a:t>
                      </a:r>
                      <a:r>
                        <a:rPr lang="es-ES" sz="1100" b="0" baseline="-25000" dirty="0">
                          <a:solidFill>
                            <a:schemeClr val="bg1">
                              <a:lumMod val="10000"/>
                            </a:schemeClr>
                          </a:solidFill>
                          <a:sym typeface="Wingdings" pitchFamily="2" charset="2"/>
                        </a:rPr>
                        <a:t>4:0</a:t>
                      </a:r>
                      <a:endParaRPr lang="es-ES" sz="1100" b="0" i="0" baseline="-25000" dirty="0">
                        <a:solidFill>
                          <a:schemeClr val="bg1">
                            <a:lumMod val="10000"/>
                          </a:schemeClr>
                        </a:solidFill>
                        <a:latin typeface="+mn-lt"/>
                        <a:cs typeface="Courier New" panose="02070309020205020404" pitchFamily="49" charset="0"/>
                      </a:endParaRPr>
                    </a:p>
                  </a:txBody>
                  <a:tcPr marL="74259" marR="74259" marT="37130" marB="3713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rgbClr val="C00000"/>
                          </a:solidFill>
                        </a:rPr>
                        <a:t>s</a:t>
                      </a:r>
                      <a:r>
                        <a:rPr lang="es-ES" sz="1100" b="0" dirty="0">
                          <a:solidFill>
                            <a:schemeClr val="bg1">
                              <a:lumMod val="10000"/>
                            </a:schemeClr>
                          </a:solidFill>
                        </a:rPr>
                        <a:t>hift </a:t>
                      </a:r>
                      <a:r>
                        <a:rPr lang="es-ES" sz="1100" b="0" dirty="0" err="1">
                          <a:solidFill>
                            <a:srgbClr val="C00000"/>
                          </a:solidFill>
                        </a:rPr>
                        <a:t>r</a:t>
                      </a:r>
                      <a:r>
                        <a:rPr lang="es-ES" sz="1100" b="0" dirty="0" err="1">
                          <a:solidFill>
                            <a:schemeClr val="bg1">
                              <a:lumMod val="10000"/>
                            </a:schemeClr>
                          </a:solidFill>
                        </a:rPr>
                        <a:t>ight</a:t>
                      </a:r>
                      <a:r>
                        <a:rPr lang="es-ES" sz="1100" b="0" dirty="0">
                          <a:solidFill>
                            <a:schemeClr val="bg1">
                              <a:lumMod val="10000"/>
                            </a:schemeClr>
                          </a:solidFill>
                        </a:rPr>
                        <a:t> </a:t>
                      </a:r>
                      <a:r>
                        <a:rPr lang="es-ES" sz="1100" b="0" dirty="0" err="1">
                          <a:solidFill>
                            <a:srgbClr val="C00000"/>
                          </a:solidFill>
                        </a:rPr>
                        <a:t>l</a:t>
                      </a:r>
                      <a:r>
                        <a:rPr lang="es-ES" sz="1100" b="0" dirty="0" err="1">
                          <a:solidFill>
                            <a:schemeClr val="bg1">
                              <a:lumMod val="10000"/>
                            </a:schemeClr>
                          </a:solidFill>
                        </a:rPr>
                        <a:t>ogical</a:t>
                      </a:r>
                      <a:r>
                        <a:rPr lang="es-ES" sz="1100" b="0" dirty="0">
                          <a:solidFill>
                            <a:schemeClr val="bg1">
                              <a:lumMod val="10000"/>
                            </a:schemeClr>
                          </a:solidFill>
                        </a:rPr>
                        <a:t> </a:t>
                      </a:r>
                    </a:p>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rPr>
                        <a:t>desplazamiento  lógico a derecha</a:t>
                      </a:r>
                    </a:p>
                  </a:txBody>
                  <a:tcPr marL="74259" marR="74259" marT="37130" marB="37130"/>
                </a:tc>
                <a:extLst>
                  <a:ext uri="{0D108BD9-81ED-4DB2-BD59-A6C34878D82A}">
                    <a16:rowId xmlns:a16="http://schemas.microsoft.com/office/drawing/2014/main" val="3628958978"/>
                  </a:ext>
                </a:extLst>
              </a:tr>
              <a:tr h="420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1" i="0" dirty="0" err="1">
                          <a:solidFill>
                            <a:schemeClr val="accent2"/>
                          </a:solidFill>
                          <a:latin typeface="Courier New" panose="02070309020205020404" pitchFamily="49" charset="0"/>
                          <a:cs typeface="Courier New" panose="02070309020205020404" pitchFamily="49" charset="0"/>
                        </a:rPr>
                        <a:t>sra</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dirty="0" err="1">
                          <a:solidFill>
                            <a:schemeClr val="bg1">
                              <a:lumMod val="10000"/>
                            </a:schemeClr>
                          </a:solidFill>
                          <a:latin typeface="Courier New" panose="02070309020205020404" pitchFamily="49" charset="0"/>
                          <a:cs typeface="Courier New" panose="02070309020205020404" pitchFamily="49" charset="0"/>
                        </a:rPr>
                        <a:t>rd</a:t>
                      </a:r>
                      <a:r>
                        <a:rPr lang="es-ES" sz="1100" b="1" i="0" dirty="0">
                          <a:solidFill>
                            <a:schemeClr val="bg1">
                              <a:lumMod val="10000"/>
                            </a:schemeClr>
                          </a:solidFill>
                          <a:latin typeface="Courier New" panose="02070309020205020404" pitchFamily="49" charset="0"/>
                          <a:cs typeface="Courier New" panose="02070309020205020404" pitchFamily="49" charset="0"/>
                        </a:rPr>
                        <a:t>, rs1, rs2</a:t>
                      </a:r>
                    </a:p>
                  </a:txBody>
                  <a:tcPr marL="74259" marR="74259" marT="37130" marB="37130">
                    <a:lnB w="12700" cap="flat" cmpd="sng" algn="ctr">
                      <a:solidFill>
                        <a:srgbClr val="C00000"/>
                      </a:solidFill>
                      <a:prstDash val="dash"/>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0" dirty="0" err="1">
                          <a:solidFill>
                            <a:schemeClr val="bg1">
                              <a:lumMod val="10000"/>
                            </a:schemeClr>
                          </a:solidFill>
                        </a:rPr>
                        <a:t>rd</a:t>
                      </a:r>
                      <a:r>
                        <a:rPr lang="es-ES" sz="1100" b="0" dirty="0">
                          <a:solidFill>
                            <a:schemeClr val="bg1">
                              <a:lumMod val="10000"/>
                            </a:schemeClr>
                          </a:solidFill>
                        </a:rPr>
                        <a:t> </a:t>
                      </a:r>
                      <a:r>
                        <a:rPr lang="es-ES" sz="1100" b="0" dirty="0">
                          <a:solidFill>
                            <a:schemeClr val="bg1">
                              <a:lumMod val="10000"/>
                            </a:schemeClr>
                          </a:solidFill>
                          <a:sym typeface="Wingdings" pitchFamily="2" charset="2"/>
                        </a:rPr>
                        <a:t> rs1 &gt;&gt;&gt; rs2</a:t>
                      </a:r>
                      <a:r>
                        <a:rPr lang="es-ES" sz="1100" b="0" baseline="-25000" dirty="0">
                          <a:solidFill>
                            <a:schemeClr val="bg1">
                              <a:lumMod val="10000"/>
                            </a:schemeClr>
                          </a:solidFill>
                          <a:sym typeface="Wingdings" pitchFamily="2" charset="2"/>
                        </a:rPr>
                        <a:t>4:0</a:t>
                      </a:r>
                      <a:endParaRPr lang="es-ES" sz="1100" b="0" i="0" baseline="-25000" dirty="0">
                        <a:solidFill>
                          <a:schemeClr val="bg1">
                            <a:lumMod val="10000"/>
                          </a:schemeClr>
                        </a:solidFill>
                        <a:latin typeface="+mn-lt"/>
                        <a:cs typeface="Courier New" panose="02070309020205020404" pitchFamily="49" charset="0"/>
                      </a:endParaRPr>
                    </a:p>
                  </a:txBody>
                  <a:tcPr marL="74259" marR="74259" marT="37130" marB="37130">
                    <a:lnB w="12700" cap="flat" cmpd="sng" algn="ctr">
                      <a:solidFill>
                        <a:srgbClr val="C00000"/>
                      </a:solidFill>
                      <a:prstDash val="dash"/>
                      <a:round/>
                      <a:headEnd type="none" w="med" len="med"/>
                      <a:tailEnd type="none" w="med" len="med"/>
                    </a:lnB>
                    <a:solidFill>
                      <a:schemeClr val="accent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rgbClr val="C00000"/>
                          </a:solidFill>
                        </a:rPr>
                        <a:t>s</a:t>
                      </a:r>
                      <a:r>
                        <a:rPr lang="es-ES" sz="1100" b="0" dirty="0">
                          <a:solidFill>
                            <a:schemeClr val="bg1">
                              <a:lumMod val="10000"/>
                            </a:schemeClr>
                          </a:solidFill>
                        </a:rPr>
                        <a:t>hift </a:t>
                      </a:r>
                      <a:r>
                        <a:rPr lang="es-ES" sz="1100" b="0" dirty="0" err="1">
                          <a:solidFill>
                            <a:srgbClr val="C00000"/>
                          </a:solidFill>
                        </a:rPr>
                        <a:t>r</a:t>
                      </a:r>
                      <a:r>
                        <a:rPr lang="es-ES" sz="1100" b="0" dirty="0" err="1">
                          <a:solidFill>
                            <a:schemeClr val="bg1">
                              <a:lumMod val="10000"/>
                            </a:schemeClr>
                          </a:solidFill>
                        </a:rPr>
                        <a:t>ight</a:t>
                      </a:r>
                      <a:r>
                        <a:rPr lang="es-ES" sz="1100" b="0" dirty="0">
                          <a:solidFill>
                            <a:schemeClr val="bg1">
                              <a:lumMod val="10000"/>
                            </a:schemeClr>
                          </a:solidFill>
                        </a:rPr>
                        <a:t> </a:t>
                      </a:r>
                      <a:r>
                        <a:rPr lang="es-ES" sz="1100" b="0" dirty="0" err="1">
                          <a:solidFill>
                            <a:srgbClr val="C00000"/>
                          </a:solidFill>
                        </a:rPr>
                        <a:t>a</a:t>
                      </a:r>
                      <a:r>
                        <a:rPr lang="es-ES" sz="1100" b="0" dirty="0" err="1">
                          <a:solidFill>
                            <a:schemeClr val="bg1">
                              <a:lumMod val="10000"/>
                            </a:schemeClr>
                          </a:solidFill>
                        </a:rPr>
                        <a:t>rithmetical</a:t>
                      </a:r>
                      <a:r>
                        <a:rPr lang="es-ES" sz="1100" b="0" dirty="0">
                          <a:solidFill>
                            <a:schemeClr val="bg1">
                              <a:lumMod val="10000"/>
                            </a:schemeClr>
                          </a:solidFill>
                        </a:rPr>
                        <a:t> </a:t>
                      </a:r>
                    </a:p>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rPr>
                        <a:t>desplazamiento  aritmético a derecha</a:t>
                      </a:r>
                      <a:endParaRPr lang="es-ES" sz="1100" b="0" dirty="0">
                        <a:solidFill>
                          <a:schemeClr val="accent2"/>
                        </a:solidFill>
                        <a:latin typeface="+mn-lt"/>
                      </a:endParaRPr>
                    </a:p>
                  </a:txBody>
                  <a:tcPr marL="74259" marR="74259" marT="37130" marB="37130">
                    <a:lnB w="12700" cap="flat" cmpd="sng" algn="ctr">
                      <a:solidFill>
                        <a:srgbClr val="C00000"/>
                      </a:solidFill>
                      <a:prstDash val="dash"/>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999614752"/>
                  </a:ext>
                </a:extLst>
              </a:tr>
              <a:tr h="420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1" i="0" dirty="0" err="1">
                          <a:solidFill>
                            <a:schemeClr val="accent2"/>
                          </a:solidFill>
                          <a:latin typeface="Courier New" panose="02070309020205020404" pitchFamily="49" charset="0"/>
                          <a:cs typeface="Courier New" panose="02070309020205020404" pitchFamily="49" charset="0"/>
                        </a:rPr>
                        <a:t>slli</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dirty="0" err="1">
                          <a:solidFill>
                            <a:schemeClr val="bg1">
                              <a:lumMod val="10000"/>
                            </a:schemeClr>
                          </a:solidFill>
                          <a:latin typeface="Courier New" panose="02070309020205020404" pitchFamily="49" charset="0"/>
                          <a:cs typeface="Courier New" panose="02070309020205020404" pitchFamily="49" charset="0"/>
                        </a:rPr>
                        <a:t>rd</a:t>
                      </a:r>
                      <a:r>
                        <a:rPr lang="es-ES" sz="1100" b="1" i="0" dirty="0">
                          <a:solidFill>
                            <a:schemeClr val="bg1">
                              <a:lumMod val="10000"/>
                            </a:schemeClr>
                          </a:solidFill>
                          <a:latin typeface="Courier New" panose="02070309020205020404" pitchFamily="49" charset="0"/>
                          <a:cs typeface="Courier New" panose="02070309020205020404" pitchFamily="49" charset="0"/>
                        </a:rPr>
                        <a:t>, rs1, imm</a:t>
                      </a:r>
                      <a:r>
                        <a:rPr lang="es-ES" sz="1100" b="1" i="0" baseline="-25000" dirty="0">
                          <a:solidFill>
                            <a:schemeClr val="bg1">
                              <a:lumMod val="10000"/>
                            </a:schemeClr>
                          </a:solidFill>
                          <a:latin typeface="Courier New" panose="02070309020205020404" pitchFamily="49" charset="0"/>
                          <a:cs typeface="Courier New" panose="02070309020205020404" pitchFamily="49" charset="0"/>
                        </a:rPr>
                        <a:t>5b</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T w="12700" cap="flat" cmpd="sng" algn="ctr">
                      <a:solidFill>
                        <a:srgbClr val="C00000"/>
                      </a:solidFill>
                      <a:prstDash val="dash"/>
                      <a:round/>
                      <a:headEnd type="none" w="med" len="med"/>
                      <a:tailEnd type="none" w="med" len="med"/>
                    </a:lnT>
                  </a:tcPr>
                </a:tc>
                <a:tc>
                  <a:txBody>
                    <a:bodyPr/>
                    <a:lstStyle/>
                    <a:p>
                      <a:pPr algn="l"/>
                      <a:r>
                        <a:rPr lang="es-ES" sz="1100" b="0" dirty="0" err="1">
                          <a:solidFill>
                            <a:schemeClr val="bg1">
                              <a:lumMod val="10000"/>
                            </a:schemeClr>
                          </a:solidFill>
                        </a:rPr>
                        <a:t>rd</a:t>
                      </a:r>
                      <a:r>
                        <a:rPr lang="es-ES" sz="1100" b="0" dirty="0">
                          <a:solidFill>
                            <a:schemeClr val="bg1">
                              <a:lumMod val="10000"/>
                            </a:schemeClr>
                          </a:solidFill>
                        </a:rPr>
                        <a:t> </a:t>
                      </a:r>
                      <a:r>
                        <a:rPr lang="es-ES" sz="1100" b="0" dirty="0">
                          <a:solidFill>
                            <a:schemeClr val="bg1">
                              <a:lumMod val="10000"/>
                            </a:schemeClr>
                          </a:solidFill>
                          <a:sym typeface="Wingdings" pitchFamily="2" charset="2"/>
                        </a:rPr>
                        <a:t> rs1 &lt;&lt; </a:t>
                      </a:r>
                      <a:r>
                        <a:rPr lang="es-ES" sz="1100" b="0" dirty="0" err="1">
                          <a:solidFill>
                            <a:schemeClr val="bg1">
                              <a:lumMod val="10000"/>
                            </a:schemeClr>
                          </a:solidFill>
                          <a:sym typeface="Wingdings" pitchFamily="2" charset="2"/>
                        </a:rPr>
                        <a:t>imm</a:t>
                      </a:r>
                      <a:r>
                        <a:rPr lang="es-ES" sz="1100" b="0" dirty="0">
                          <a:solidFill>
                            <a:schemeClr val="bg1">
                              <a:lumMod val="10000"/>
                            </a:schemeClr>
                          </a:solidFill>
                        </a:rPr>
                        <a:t> </a:t>
                      </a:r>
                      <a:endParaRPr lang="es-ES" sz="1100" b="0" i="0" dirty="0">
                        <a:solidFill>
                          <a:schemeClr val="bg1">
                            <a:lumMod val="10000"/>
                          </a:schemeClr>
                        </a:solidFill>
                        <a:latin typeface="+mn-lt"/>
                        <a:cs typeface="Courier New" panose="02070309020205020404" pitchFamily="49" charset="0"/>
                      </a:endParaRPr>
                    </a:p>
                  </a:txBody>
                  <a:tcPr marL="74259" marR="74259" marT="37130" marB="37130">
                    <a:lnT w="12700" cap="flat" cmpd="sng" algn="ctr">
                      <a:solidFill>
                        <a:srgbClr val="C00000"/>
                      </a:solidFill>
                      <a:prstDash val="dash"/>
                      <a:round/>
                      <a:headEnd type="none" w="med" len="med"/>
                      <a:tailEnd type="none" w="med" len="med"/>
                    </a:lnT>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rgbClr val="C00000"/>
                          </a:solidFill>
                        </a:rPr>
                        <a:t>s</a:t>
                      </a:r>
                      <a:r>
                        <a:rPr lang="es-ES" sz="1100" b="0" dirty="0">
                          <a:solidFill>
                            <a:schemeClr val="bg1">
                              <a:lumMod val="10000"/>
                            </a:schemeClr>
                          </a:solidFill>
                        </a:rPr>
                        <a:t>hift </a:t>
                      </a:r>
                      <a:r>
                        <a:rPr lang="es-ES" sz="1100" b="0" dirty="0" err="1">
                          <a:solidFill>
                            <a:srgbClr val="C00000"/>
                          </a:solidFill>
                        </a:rPr>
                        <a:t>l</a:t>
                      </a:r>
                      <a:r>
                        <a:rPr lang="es-ES" sz="1100" b="0" dirty="0" err="1">
                          <a:solidFill>
                            <a:schemeClr val="bg1">
                              <a:lumMod val="10000"/>
                            </a:schemeClr>
                          </a:solidFill>
                        </a:rPr>
                        <a:t>eft</a:t>
                      </a:r>
                      <a:r>
                        <a:rPr lang="es-ES" sz="1100" b="0" dirty="0">
                          <a:solidFill>
                            <a:schemeClr val="bg1">
                              <a:lumMod val="10000"/>
                            </a:schemeClr>
                          </a:solidFill>
                        </a:rPr>
                        <a:t> </a:t>
                      </a:r>
                      <a:r>
                        <a:rPr lang="es-ES" sz="1100" b="0" dirty="0" err="1">
                          <a:solidFill>
                            <a:srgbClr val="C00000"/>
                          </a:solidFill>
                        </a:rPr>
                        <a:t>l</a:t>
                      </a:r>
                      <a:r>
                        <a:rPr lang="es-ES" sz="1100" b="0" dirty="0" err="1">
                          <a:solidFill>
                            <a:schemeClr val="bg1">
                              <a:lumMod val="10000"/>
                            </a:schemeClr>
                          </a:solidFill>
                        </a:rPr>
                        <a:t>ogical</a:t>
                      </a:r>
                      <a:r>
                        <a:rPr lang="es-ES" sz="1100" b="0" dirty="0">
                          <a:solidFill>
                            <a:schemeClr val="bg1">
                              <a:lumMod val="10000"/>
                            </a:schemeClr>
                          </a:solidFill>
                        </a:rPr>
                        <a:t> </a:t>
                      </a:r>
                      <a:r>
                        <a:rPr lang="es-ES" sz="1100" b="0" dirty="0" err="1">
                          <a:solidFill>
                            <a:srgbClr val="C00000"/>
                          </a:solidFill>
                        </a:rPr>
                        <a:t>i</a:t>
                      </a:r>
                      <a:r>
                        <a:rPr lang="es-ES" sz="1100" b="0" dirty="0" err="1">
                          <a:solidFill>
                            <a:schemeClr val="bg1">
                              <a:lumMod val="10000"/>
                            </a:schemeClr>
                          </a:solidFill>
                        </a:rPr>
                        <a:t>mmediate</a:t>
                      </a:r>
                      <a:r>
                        <a:rPr lang="es-ES" sz="1100" b="0" dirty="0">
                          <a:solidFill>
                            <a:schemeClr val="bg1">
                              <a:lumMod val="10000"/>
                            </a:schemeClr>
                          </a:solidFill>
                        </a:rPr>
                        <a:t> </a:t>
                      </a:r>
                      <a:r>
                        <a:rPr lang="es-ES" sz="1100" b="0" dirty="0">
                          <a:solidFill>
                            <a:schemeClr val="accent2"/>
                          </a:solidFill>
                        </a:rPr>
                        <a:t>desplazamiento lógico a izquierda con constante</a:t>
                      </a:r>
                      <a:endParaRPr lang="es-ES" sz="1100" b="0" dirty="0">
                        <a:solidFill>
                          <a:schemeClr val="accent2"/>
                        </a:solidFill>
                        <a:latin typeface="+mn-lt"/>
                      </a:endParaRPr>
                    </a:p>
                  </a:txBody>
                  <a:tcPr marL="74259" marR="74259" marT="37130" marB="37130">
                    <a:lnT w="12700" cap="flat" cmpd="sng" algn="ctr">
                      <a:solidFill>
                        <a:srgbClr val="C00000"/>
                      </a:solidFill>
                      <a:prstDash val="dash"/>
                      <a:round/>
                      <a:headEnd type="none" w="med" len="med"/>
                      <a:tailEnd type="none" w="med" len="med"/>
                    </a:lnT>
                  </a:tcPr>
                </a:tc>
                <a:extLst>
                  <a:ext uri="{0D108BD9-81ED-4DB2-BD59-A6C34878D82A}">
                    <a16:rowId xmlns:a16="http://schemas.microsoft.com/office/drawing/2014/main" val="715752711"/>
                  </a:ext>
                </a:extLst>
              </a:tr>
              <a:tr h="420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1" i="0" dirty="0" err="1">
                          <a:solidFill>
                            <a:schemeClr val="accent2"/>
                          </a:solidFill>
                          <a:latin typeface="Courier New" panose="02070309020205020404" pitchFamily="49" charset="0"/>
                          <a:cs typeface="Courier New" panose="02070309020205020404" pitchFamily="49" charset="0"/>
                        </a:rPr>
                        <a:t>srli</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dirty="0" err="1">
                          <a:solidFill>
                            <a:schemeClr val="bg1">
                              <a:lumMod val="10000"/>
                            </a:schemeClr>
                          </a:solidFill>
                          <a:latin typeface="Courier New" panose="02070309020205020404" pitchFamily="49" charset="0"/>
                          <a:cs typeface="Courier New" panose="02070309020205020404" pitchFamily="49" charset="0"/>
                        </a:rPr>
                        <a:t>rd</a:t>
                      </a:r>
                      <a:r>
                        <a:rPr lang="es-ES" sz="1100" b="1" i="0" dirty="0">
                          <a:solidFill>
                            <a:schemeClr val="bg1">
                              <a:lumMod val="10000"/>
                            </a:schemeClr>
                          </a:solidFill>
                          <a:latin typeface="Courier New" panose="02070309020205020404" pitchFamily="49" charset="0"/>
                          <a:cs typeface="Courier New" panose="02070309020205020404" pitchFamily="49" charset="0"/>
                        </a:rPr>
                        <a:t>, rs1, imm</a:t>
                      </a:r>
                      <a:r>
                        <a:rPr lang="es-ES" sz="1100" b="1" i="0" baseline="-25000" dirty="0">
                          <a:solidFill>
                            <a:schemeClr val="bg1">
                              <a:lumMod val="10000"/>
                            </a:schemeClr>
                          </a:solidFill>
                          <a:latin typeface="Courier New" panose="02070309020205020404" pitchFamily="49" charset="0"/>
                          <a:cs typeface="Courier New" panose="02070309020205020404" pitchFamily="49" charset="0"/>
                        </a:rPr>
                        <a:t>5b</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solidFill>
                      <a:schemeClr val="accent2">
                        <a:lumMod val="20000"/>
                        <a:lumOff val="80000"/>
                      </a:schemeClr>
                    </a:solidFill>
                  </a:tcPr>
                </a:tc>
                <a:tc>
                  <a:txBody>
                    <a:bodyPr/>
                    <a:lstStyle/>
                    <a:p>
                      <a:pPr algn="l"/>
                      <a:r>
                        <a:rPr lang="es-ES" sz="1100" b="0" dirty="0" err="1">
                          <a:solidFill>
                            <a:schemeClr val="bg1">
                              <a:lumMod val="10000"/>
                            </a:schemeClr>
                          </a:solidFill>
                        </a:rPr>
                        <a:t>rd</a:t>
                      </a:r>
                      <a:r>
                        <a:rPr lang="es-ES" sz="1100" b="0" dirty="0">
                          <a:solidFill>
                            <a:schemeClr val="bg1">
                              <a:lumMod val="10000"/>
                            </a:schemeClr>
                          </a:solidFill>
                        </a:rPr>
                        <a:t> </a:t>
                      </a:r>
                      <a:r>
                        <a:rPr lang="es-ES" sz="1100" b="0" dirty="0">
                          <a:solidFill>
                            <a:schemeClr val="bg1">
                              <a:lumMod val="10000"/>
                            </a:schemeClr>
                          </a:solidFill>
                          <a:sym typeface="Wingdings" pitchFamily="2" charset="2"/>
                        </a:rPr>
                        <a:t> rs1 &gt;&gt; </a:t>
                      </a:r>
                      <a:r>
                        <a:rPr lang="es-ES" sz="1100" b="0" dirty="0" err="1">
                          <a:solidFill>
                            <a:schemeClr val="bg1">
                              <a:lumMod val="10000"/>
                            </a:schemeClr>
                          </a:solidFill>
                          <a:sym typeface="Wingdings" pitchFamily="2" charset="2"/>
                        </a:rPr>
                        <a:t>imm</a:t>
                      </a:r>
                      <a:r>
                        <a:rPr lang="es-ES" sz="1100" b="0" dirty="0">
                          <a:solidFill>
                            <a:schemeClr val="bg1">
                              <a:lumMod val="10000"/>
                            </a:schemeClr>
                          </a:solidFill>
                        </a:rPr>
                        <a:t> </a:t>
                      </a:r>
                      <a:endParaRPr lang="es-ES" sz="1100" b="0" i="0" dirty="0">
                        <a:solidFill>
                          <a:schemeClr val="bg1">
                            <a:lumMod val="10000"/>
                          </a:schemeClr>
                        </a:solidFill>
                        <a:latin typeface="+mn-lt"/>
                        <a:cs typeface="Courier New" panose="02070309020205020404" pitchFamily="49" charset="0"/>
                      </a:endParaRPr>
                    </a:p>
                  </a:txBody>
                  <a:tcPr marL="74259" marR="74259" marT="37130" marB="37130">
                    <a:solidFill>
                      <a:schemeClr val="accent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rgbClr val="C00000"/>
                          </a:solidFill>
                        </a:rPr>
                        <a:t>s</a:t>
                      </a:r>
                      <a:r>
                        <a:rPr lang="es-ES" sz="1100" b="0" dirty="0">
                          <a:solidFill>
                            <a:schemeClr val="bg1">
                              <a:lumMod val="10000"/>
                            </a:schemeClr>
                          </a:solidFill>
                        </a:rPr>
                        <a:t>hift </a:t>
                      </a:r>
                      <a:r>
                        <a:rPr lang="es-ES" sz="1100" b="0" dirty="0" err="1">
                          <a:solidFill>
                            <a:srgbClr val="C00000"/>
                          </a:solidFill>
                        </a:rPr>
                        <a:t>r</a:t>
                      </a:r>
                      <a:r>
                        <a:rPr lang="es-ES" sz="1100" b="0" dirty="0" err="1">
                          <a:solidFill>
                            <a:schemeClr val="bg1">
                              <a:lumMod val="10000"/>
                            </a:schemeClr>
                          </a:solidFill>
                        </a:rPr>
                        <a:t>ight</a:t>
                      </a:r>
                      <a:r>
                        <a:rPr lang="es-ES" sz="1100" b="0" dirty="0">
                          <a:solidFill>
                            <a:schemeClr val="bg1">
                              <a:lumMod val="10000"/>
                            </a:schemeClr>
                          </a:solidFill>
                        </a:rPr>
                        <a:t> </a:t>
                      </a:r>
                      <a:r>
                        <a:rPr lang="es-ES" sz="1100" b="0" dirty="0" err="1">
                          <a:solidFill>
                            <a:srgbClr val="C00000"/>
                          </a:solidFill>
                        </a:rPr>
                        <a:t>l</a:t>
                      </a:r>
                      <a:r>
                        <a:rPr lang="es-ES" sz="1100" b="0" dirty="0" err="1">
                          <a:solidFill>
                            <a:schemeClr val="bg1">
                              <a:lumMod val="10000"/>
                            </a:schemeClr>
                          </a:solidFill>
                        </a:rPr>
                        <a:t>ogical</a:t>
                      </a:r>
                      <a:r>
                        <a:rPr lang="es-ES" sz="1100" b="0" dirty="0">
                          <a:solidFill>
                            <a:schemeClr val="bg1">
                              <a:lumMod val="10000"/>
                            </a:schemeClr>
                          </a:solidFill>
                        </a:rPr>
                        <a:t> </a:t>
                      </a:r>
                      <a:r>
                        <a:rPr lang="es-ES" sz="1100" b="0" dirty="0" err="1">
                          <a:solidFill>
                            <a:srgbClr val="C00000"/>
                          </a:solidFill>
                        </a:rPr>
                        <a:t>i</a:t>
                      </a:r>
                      <a:r>
                        <a:rPr lang="es-ES" sz="1100" b="0" dirty="0" err="1">
                          <a:solidFill>
                            <a:schemeClr val="bg1">
                              <a:lumMod val="10000"/>
                            </a:schemeClr>
                          </a:solidFill>
                        </a:rPr>
                        <a:t>mmediate</a:t>
                      </a:r>
                      <a:r>
                        <a:rPr lang="es-ES" sz="1100" b="0" dirty="0">
                          <a:solidFill>
                            <a:schemeClr val="bg1">
                              <a:lumMod val="10000"/>
                            </a:schemeClr>
                          </a:solidFill>
                        </a:rPr>
                        <a:t> </a:t>
                      </a:r>
                      <a:r>
                        <a:rPr lang="es-ES" sz="1100" b="0" dirty="0">
                          <a:solidFill>
                            <a:schemeClr val="accent2"/>
                          </a:solidFill>
                        </a:rPr>
                        <a:t>desplazamiento lógico a derecha con constante</a:t>
                      </a:r>
                    </a:p>
                  </a:txBody>
                  <a:tcPr marL="74259" marR="74259" marT="37130" marB="37130">
                    <a:solidFill>
                      <a:schemeClr val="accent2">
                        <a:lumMod val="20000"/>
                        <a:lumOff val="80000"/>
                      </a:schemeClr>
                    </a:solidFill>
                  </a:tcPr>
                </a:tc>
                <a:extLst>
                  <a:ext uri="{0D108BD9-81ED-4DB2-BD59-A6C34878D82A}">
                    <a16:rowId xmlns:a16="http://schemas.microsoft.com/office/drawing/2014/main" val="4218647877"/>
                  </a:ext>
                </a:extLst>
              </a:tr>
              <a:tr h="420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1" i="0" dirty="0" err="1">
                          <a:solidFill>
                            <a:schemeClr val="accent2"/>
                          </a:solidFill>
                          <a:latin typeface="Courier New" panose="02070309020205020404" pitchFamily="49" charset="0"/>
                          <a:cs typeface="Courier New" panose="02070309020205020404" pitchFamily="49" charset="0"/>
                        </a:rPr>
                        <a:t>srai</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dirty="0" err="1">
                          <a:solidFill>
                            <a:schemeClr val="bg1">
                              <a:lumMod val="10000"/>
                            </a:schemeClr>
                          </a:solidFill>
                          <a:latin typeface="Courier New" panose="02070309020205020404" pitchFamily="49" charset="0"/>
                          <a:cs typeface="Courier New" panose="02070309020205020404" pitchFamily="49" charset="0"/>
                        </a:rPr>
                        <a:t>rd</a:t>
                      </a:r>
                      <a:r>
                        <a:rPr lang="es-ES" sz="1100" b="1" i="0" dirty="0">
                          <a:solidFill>
                            <a:schemeClr val="bg1">
                              <a:lumMod val="10000"/>
                            </a:schemeClr>
                          </a:solidFill>
                          <a:latin typeface="Courier New" panose="02070309020205020404" pitchFamily="49" charset="0"/>
                          <a:cs typeface="Courier New" panose="02070309020205020404" pitchFamily="49" charset="0"/>
                        </a:rPr>
                        <a:t>, rs1, imm</a:t>
                      </a:r>
                      <a:r>
                        <a:rPr lang="es-ES" sz="1100" b="1" i="0" baseline="-25000" dirty="0">
                          <a:solidFill>
                            <a:schemeClr val="bg1">
                              <a:lumMod val="10000"/>
                            </a:schemeClr>
                          </a:solidFill>
                          <a:latin typeface="Courier New" panose="02070309020205020404" pitchFamily="49" charset="0"/>
                          <a:cs typeface="Courier New" panose="02070309020205020404" pitchFamily="49" charset="0"/>
                        </a:rPr>
                        <a:t>5b</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B w="12700" cap="flat" cmpd="sng" algn="ctr">
                      <a:solidFill>
                        <a:schemeClr val="accent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0" dirty="0" err="1">
                          <a:solidFill>
                            <a:schemeClr val="bg1">
                              <a:lumMod val="10000"/>
                            </a:schemeClr>
                          </a:solidFill>
                        </a:rPr>
                        <a:t>rd</a:t>
                      </a:r>
                      <a:r>
                        <a:rPr lang="es-ES" sz="1100" b="0" dirty="0">
                          <a:solidFill>
                            <a:schemeClr val="bg1">
                              <a:lumMod val="10000"/>
                            </a:schemeClr>
                          </a:solidFill>
                        </a:rPr>
                        <a:t> </a:t>
                      </a:r>
                      <a:r>
                        <a:rPr lang="es-ES" sz="1100" b="0" dirty="0">
                          <a:solidFill>
                            <a:schemeClr val="bg1">
                              <a:lumMod val="10000"/>
                            </a:schemeClr>
                          </a:solidFill>
                          <a:sym typeface="Wingdings" pitchFamily="2" charset="2"/>
                        </a:rPr>
                        <a:t> rs1 &gt;&gt;&gt; </a:t>
                      </a:r>
                      <a:r>
                        <a:rPr lang="es-ES" sz="1100" b="0" dirty="0" err="1">
                          <a:solidFill>
                            <a:schemeClr val="bg1">
                              <a:lumMod val="10000"/>
                            </a:schemeClr>
                          </a:solidFill>
                          <a:sym typeface="Wingdings" pitchFamily="2" charset="2"/>
                        </a:rPr>
                        <a:t>imm</a:t>
                      </a:r>
                      <a:r>
                        <a:rPr lang="es-ES" sz="1100" b="0" dirty="0">
                          <a:solidFill>
                            <a:schemeClr val="bg1">
                              <a:lumMod val="10000"/>
                            </a:schemeClr>
                          </a:solidFill>
                        </a:rPr>
                        <a:t> </a:t>
                      </a:r>
                      <a:endParaRPr lang="es-ES" sz="1100" b="0" i="0" dirty="0">
                        <a:solidFill>
                          <a:schemeClr val="bg1">
                            <a:lumMod val="10000"/>
                          </a:schemeClr>
                        </a:solidFill>
                        <a:latin typeface="+mn-lt"/>
                        <a:cs typeface="Courier New" panose="02070309020205020404" pitchFamily="49" charset="0"/>
                      </a:endParaRPr>
                    </a:p>
                    <a:p>
                      <a:pPr algn="l"/>
                      <a:endParaRPr lang="es-ES" sz="1100" b="0" i="0" dirty="0">
                        <a:solidFill>
                          <a:schemeClr val="bg1">
                            <a:lumMod val="10000"/>
                          </a:schemeClr>
                        </a:solidFill>
                        <a:latin typeface="+mn-lt"/>
                        <a:cs typeface="Courier New" panose="02070309020205020404" pitchFamily="49" charset="0"/>
                      </a:endParaRPr>
                    </a:p>
                  </a:txBody>
                  <a:tcPr marL="74259" marR="74259" marT="37130" marB="37130">
                    <a:lnB w="12700" cap="flat" cmpd="sng" algn="ctr">
                      <a:solidFill>
                        <a:schemeClr val="accent2"/>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dirty="0">
                          <a:solidFill>
                            <a:srgbClr val="C00000"/>
                          </a:solidFill>
                        </a:rPr>
                        <a:t>s</a:t>
                      </a:r>
                      <a:r>
                        <a:rPr lang="es-ES" sz="1100" dirty="0">
                          <a:solidFill>
                            <a:schemeClr val="bg1">
                              <a:lumMod val="10000"/>
                            </a:schemeClr>
                          </a:solidFill>
                        </a:rPr>
                        <a:t>hift </a:t>
                      </a:r>
                      <a:r>
                        <a:rPr lang="es-ES" sz="1100" dirty="0" err="1">
                          <a:solidFill>
                            <a:srgbClr val="C00000"/>
                          </a:solidFill>
                        </a:rPr>
                        <a:t>r</a:t>
                      </a:r>
                      <a:r>
                        <a:rPr lang="es-ES" sz="1100" dirty="0" err="1">
                          <a:solidFill>
                            <a:schemeClr val="bg1">
                              <a:lumMod val="10000"/>
                            </a:schemeClr>
                          </a:solidFill>
                        </a:rPr>
                        <a:t>ight</a:t>
                      </a:r>
                      <a:r>
                        <a:rPr lang="es-ES" sz="1100" dirty="0">
                          <a:solidFill>
                            <a:schemeClr val="bg1">
                              <a:lumMod val="10000"/>
                            </a:schemeClr>
                          </a:solidFill>
                        </a:rPr>
                        <a:t> </a:t>
                      </a:r>
                      <a:r>
                        <a:rPr lang="es-ES" sz="1100" dirty="0" err="1">
                          <a:solidFill>
                            <a:srgbClr val="C00000"/>
                          </a:solidFill>
                        </a:rPr>
                        <a:t>a</a:t>
                      </a:r>
                      <a:r>
                        <a:rPr lang="es-ES" sz="1100" dirty="0" err="1">
                          <a:solidFill>
                            <a:schemeClr val="bg1">
                              <a:lumMod val="10000"/>
                            </a:schemeClr>
                          </a:solidFill>
                        </a:rPr>
                        <a:t>rithmetical</a:t>
                      </a:r>
                      <a:r>
                        <a:rPr lang="es-ES" sz="1100" dirty="0">
                          <a:solidFill>
                            <a:schemeClr val="bg1">
                              <a:lumMod val="10000"/>
                            </a:schemeClr>
                          </a:solidFill>
                        </a:rPr>
                        <a:t> </a:t>
                      </a:r>
                      <a:r>
                        <a:rPr lang="es-ES" sz="1100" dirty="0" err="1">
                          <a:solidFill>
                            <a:srgbClr val="C00000"/>
                          </a:solidFill>
                        </a:rPr>
                        <a:t>i</a:t>
                      </a:r>
                      <a:r>
                        <a:rPr lang="es-ES" sz="1100" dirty="0" err="1">
                          <a:solidFill>
                            <a:schemeClr val="bg1">
                              <a:lumMod val="10000"/>
                            </a:schemeClr>
                          </a:solidFill>
                        </a:rPr>
                        <a:t>mmediate</a:t>
                      </a:r>
                      <a:r>
                        <a:rPr lang="es-ES" sz="1100" dirty="0">
                          <a:solidFill>
                            <a:schemeClr val="bg1">
                              <a:lumMod val="10000"/>
                            </a:schemeClr>
                          </a:solidFill>
                        </a:rPr>
                        <a:t> </a:t>
                      </a:r>
                      <a:r>
                        <a:rPr lang="es-ES" sz="1100" dirty="0">
                          <a:solidFill>
                            <a:schemeClr val="accent2"/>
                          </a:solidFill>
                        </a:rPr>
                        <a:t>desplazamiento aritmético a derecha con constante</a:t>
                      </a:r>
                      <a:endParaRPr lang="es-ES" sz="1100" b="0" dirty="0">
                        <a:solidFill>
                          <a:schemeClr val="accent2"/>
                        </a:solidFill>
                        <a:latin typeface="+mn-lt"/>
                      </a:endParaRPr>
                    </a:p>
                  </a:txBody>
                  <a:tcPr marL="74259" marR="74259" marT="37130" marB="37130">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3903098217"/>
                  </a:ext>
                </a:extLst>
              </a:tr>
            </a:tbl>
          </a:graphicData>
        </a:graphic>
      </p:graphicFrame>
      <p:sp>
        <p:nvSpPr>
          <p:cNvPr id="3" name="Marcador de número de diapositiva 2">
            <a:extLst>
              <a:ext uri="{FF2B5EF4-FFF2-40B4-BE49-F238E27FC236}">
                <a16:creationId xmlns:a16="http://schemas.microsoft.com/office/drawing/2014/main" id="{58AAC41D-5B6E-3AD7-577D-2AB13D702828}"/>
              </a:ext>
            </a:extLst>
          </p:cNvPr>
          <p:cNvSpPr>
            <a:spLocks noGrp="1"/>
          </p:cNvSpPr>
          <p:nvPr>
            <p:ph type="sldNum" sz="quarter" idx="12"/>
          </p:nvPr>
        </p:nvSpPr>
        <p:spPr/>
        <p:txBody>
          <a:bodyPr/>
          <a:lstStyle/>
          <a:p>
            <a:pPr defTabSz="371292" fontAlgn="auto">
              <a:spcBef>
                <a:spcPts val="0"/>
              </a:spcBef>
              <a:spcAft>
                <a:spcPts val="0"/>
              </a:spcAft>
            </a:pPr>
            <a:fld id="{6D22F896-40B5-4ADD-8801-0D06FADFA095}" type="slidenum">
              <a:rPr lang="es-ES">
                <a:solidFill>
                  <a:srgbClr val="E6E6E6">
                    <a:lumMod val="10000"/>
                  </a:srgbClr>
                </a:solidFill>
                <a:latin typeface="Tw Cen MT" panose="020B0602020104020603"/>
              </a:rPr>
              <a:pPr defTabSz="371292" fontAlgn="auto">
                <a:spcBef>
                  <a:spcPts val="0"/>
                </a:spcBef>
                <a:spcAft>
                  <a:spcPts val="0"/>
                </a:spcAft>
              </a:pPr>
              <a:t>127</a:t>
            </a:fld>
            <a:endParaRPr lang="es-ES">
              <a:solidFill>
                <a:srgbClr val="E6E6E6">
                  <a:lumMod val="10000"/>
                </a:srgbClr>
              </a:solidFill>
              <a:latin typeface="Tw Cen MT" panose="020B0602020104020603"/>
            </a:endParaRPr>
          </a:p>
        </p:txBody>
      </p:sp>
    </p:spTree>
    <p:extLst>
      <p:ext uri="{BB962C8B-B14F-4D97-AF65-F5344CB8AC3E}">
        <p14:creationId xmlns:p14="http://schemas.microsoft.com/office/powerpoint/2010/main" val="344418868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B64ABE-6E04-6674-1ED5-46EA7B9C8D1B}"/>
              </a:ext>
            </a:extLst>
          </p:cNvPr>
          <p:cNvSpPr>
            <a:spLocks noGrp="1"/>
          </p:cNvSpPr>
          <p:nvPr>
            <p:ph type="title"/>
          </p:nvPr>
        </p:nvSpPr>
        <p:spPr>
          <a:xfrm>
            <a:off x="926952" y="1265739"/>
            <a:ext cx="8044754" cy="1200761"/>
          </a:xfrm>
        </p:spPr>
        <p:txBody>
          <a:bodyPr/>
          <a:lstStyle/>
          <a:p>
            <a:r>
              <a:rPr lang="es-ES" sz="3573" dirty="0">
                <a:latin typeface="Rockwell" panose="02060603020205020403" pitchFamily="18" charset="0"/>
              </a:rPr>
              <a:t>Repertorio de instrucciones:</a:t>
            </a:r>
            <a:br>
              <a:rPr lang="es-ES" sz="3573" dirty="0">
                <a:latin typeface="Rockwell" panose="02060603020205020403" pitchFamily="18" charset="0"/>
              </a:rPr>
            </a:br>
            <a:r>
              <a:rPr lang="es-ES" sz="2599" dirty="0">
                <a:solidFill>
                  <a:schemeClr val="accent2"/>
                </a:solidFill>
                <a:latin typeface="Rockwell" panose="02060603020205020403" pitchFamily="18" charset="0"/>
              </a:rPr>
              <a:t>de transferencia de datos: carga</a:t>
            </a:r>
          </a:p>
        </p:txBody>
      </p:sp>
      <p:sp>
        <p:nvSpPr>
          <p:cNvPr id="3" name="Marcador de contenido 2">
            <a:extLst>
              <a:ext uri="{FF2B5EF4-FFF2-40B4-BE49-F238E27FC236}">
                <a16:creationId xmlns:a16="http://schemas.microsoft.com/office/drawing/2014/main" id="{9437CEA7-0E7F-23D4-45B7-3BBAA1AB3672}"/>
              </a:ext>
            </a:extLst>
          </p:cNvPr>
          <p:cNvSpPr>
            <a:spLocks noGrp="1"/>
          </p:cNvSpPr>
          <p:nvPr>
            <p:ph idx="1"/>
          </p:nvPr>
        </p:nvSpPr>
        <p:spPr>
          <a:xfrm>
            <a:off x="926952" y="2300868"/>
            <a:ext cx="8044755" cy="2024589"/>
          </a:xfrm>
        </p:spPr>
        <p:txBody>
          <a:bodyPr>
            <a:normAutofit lnSpcReduction="10000"/>
          </a:bodyPr>
          <a:lstStyle/>
          <a:p>
            <a:r>
              <a:rPr lang="es-ES" dirty="0"/>
              <a:t>Permiten </a:t>
            </a:r>
            <a:r>
              <a:rPr lang="es-ES" dirty="0">
                <a:solidFill>
                  <a:schemeClr val="accent2"/>
                </a:solidFill>
              </a:rPr>
              <a:t>copiar</a:t>
            </a:r>
            <a:r>
              <a:rPr lang="es-ES" dirty="0"/>
              <a:t> un dato de </a:t>
            </a:r>
            <a:r>
              <a:rPr lang="es-ES" dirty="0">
                <a:solidFill>
                  <a:schemeClr val="accent2"/>
                </a:solidFill>
              </a:rPr>
              <a:t>memoria a un registro</a:t>
            </a:r>
          </a:p>
          <a:p>
            <a:pPr lvl="1"/>
            <a:r>
              <a:rPr lang="es-ES" dirty="0"/>
              <a:t>Utiliza </a:t>
            </a:r>
            <a:r>
              <a:rPr lang="es-ES" dirty="0">
                <a:solidFill>
                  <a:schemeClr val="accent2"/>
                </a:solidFill>
              </a:rPr>
              <a:t>direccionamiento relativo a registro base </a:t>
            </a:r>
            <a:r>
              <a:rPr lang="es-ES" dirty="0"/>
              <a:t>para indicar la dirección de memoria que ocupa el dato (la dirección es la suma de una dirección base y un desplazamiento)</a:t>
            </a:r>
          </a:p>
          <a:p>
            <a:pPr lvl="2"/>
            <a:r>
              <a:rPr lang="es-ES" dirty="0"/>
              <a:t>La </a:t>
            </a:r>
            <a:r>
              <a:rPr lang="es-ES" dirty="0">
                <a:solidFill>
                  <a:schemeClr val="accent2"/>
                </a:solidFill>
              </a:rPr>
              <a:t>dirección base </a:t>
            </a:r>
            <a:r>
              <a:rPr lang="es-ES" dirty="0"/>
              <a:t>se encuentra en un </a:t>
            </a:r>
            <a:r>
              <a:rPr lang="es-ES" dirty="0">
                <a:solidFill>
                  <a:schemeClr val="accent2"/>
                </a:solidFill>
              </a:rPr>
              <a:t>registro</a:t>
            </a:r>
          </a:p>
          <a:p>
            <a:pPr lvl="2"/>
            <a:r>
              <a:rPr lang="es-ES" dirty="0"/>
              <a:t>El </a:t>
            </a:r>
            <a:r>
              <a:rPr lang="es-ES" dirty="0">
                <a:solidFill>
                  <a:schemeClr val="accent2"/>
                </a:solidFill>
              </a:rPr>
              <a:t>desplazamiento</a:t>
            </a:r>
            <a:r>
              <a:rPr lang="es-ES" dirty="0"/>
              <a:t> es un </a:t>
            </a:r>
            <a:r>
              <a:rPr lang="es-ES" dirty="0">
                <a:solidFill>
                  <a:schemeClr val="accent2"/>
                </a:solidFill>
              </a:rPr>
              <a:t>inmediato</a:t>
            </a:r>
            <a:r>
              <a:rPr lang="es-ES" dirty="0"/>
              <a:t> de 12 bits en C2 cuyo signo se extiende a 32 bits</a:t>
            </a:r>
          </a:p>
          <a:p>
            <a:pPr lvl="1"/>
            <a:r>
              <a:rPr lang="es-ES" dirty="0"/>
              <a:t>El </a:t>
            </a:r>
            <a:r>
              <a:rPr lang="es-ES" dirty="0">
                <a:solidFill>
                  <a:schemeClr val="accent2"/>
                </a:solidFill>
              </a:rPr>
              <a:t>dato leído de memoria </a:t>
            </a:r>
            <a:r>
              <a:rPr lang="es-ES" dirty="0"/>
              <a:t>se carga en un </a:t>
            </a:r>
            <a:r>
              <a:rPr lang="es-ES" dirty="0">
                <a:solidFill>
                  <a:schemeClr val="accent2"/>
                </a:solidFill>
              </a:rPr>
              <a:t>registro</a:t>
            </a:r>
          </a:p>
        </p:txBody>
      </p:sp>
      <p:sp>
        <p:nvSpPr>
          <p:cNvPr id="6" name="CuadroTexto 5">
            <a:extLst>
              <a:ext uri="{FF2B5EF4-FFF2-40B4-BE49-F238E27FC236}">
                <a16:creationId xmlns:a16="http://schemas.microsoft.com/office/drawing/2014/main" id="{C2D10CA1-4CB6-DB7D-7A96-C06409BF7AA3}"/>
              </a:ext>
            </a:extLst>
          </p:cNvPr>
          <p:cNvSpPr txBox="1"/>
          <p:nvPr/>
        </p:nvSpPr>
        <p:spPr>
          <a:xfrm>
            <a:off x="3229898" y="4518459"/>
            <a:ext cx="2361175" cy="317331"/>
          </a:xfrm>
          <a:prstGeom prst="rect">
            <a:avLst/>
          </a:prstGeom>
          <a:noFill/>
        </p:spPr>
        <p:txBody>
          <a:bodyPr wrap="square">
            <a:spAutoFit/>
          </a:bodyPr>
          <a:lstStyle/>
          <a:p>
            <a:pPr marL="371292" lvl="1" defTabSz="371292" fontAlgn="auto">
              <a:spcBef>
                <a:spcPts val="0"/>
              </a:spcBef>
              <a:spcAft>
                <a:spcPts val="0"/>
              </a:spcAft>
            </a:pPr>
            <a:r>
              <a:rPr lang="es-ES" sz="1462" b="1" dirty="0" err="1">
                <a:solidFill>
                  <a:srgbClr val="2683C6"/>
                </a:solidFill>
                <a:latin typeface="Courier New" panose="02070309020205020404" pitchFamily="49" charset="0"/>
                <a:cs typeface="Courier New" panose="02070309020205020404" pitchFamily="49" charset="0"/>
              </a:rPr>
              <a:t>lw</a:t>
            </a:r>
            <a:r>
              <a:rPr lang="es-ES" sz="1462" b="1" dirty="0">
                <a:solidFill>
                  <a:srgbClr val="E6E6E6">
                    <a:lumMod val="10000"/>
                  </a:srgbClr>
                </a:solidFill>
                <a:latin typeface="Courier New" panose="02070309020205020404" pitchFamily="49" charset="0"/>
                <a:cs typeface="Courier New" panose="02070309020205020404" pitchFamily="49" charset="0"/>
              </a:rPr>
              <a:t> x8, </a:t>
            </a:r>
            <a:r>
              <a:rPr lang="es-ES" sz="1462" b="1" dirty="0">
                <a:solidFill>
                  <a:srgbClr val="C00000"/>
                </a:solidFill>
                <a:latin typeface="Courier New" panose="02070309020205020404" pitchFamily="49" charset="0"/>
                <a:cs typeface="Courier New" panose="02070309020205020404" pitchFamily="49" charset="0"/>
              </a:rPr>
              <a:t>-24</a:t>
            </a:r>
            <a:r>
              <a:rPr lang="es-ES" sz="1462" b="1" dirty="0">
                <a:solidFill>
                  <a:srgbClr val="E6E6E6">
                    <a:lumMod val="10000"/>
                  </a:srgbClr>
                </a:solidFill>
                <a:latin typeface="Courier New" panose="02070309020205020404" pitchFamily="49" charset="0"/>
                <a:cs typeface="Courier New" panose="02070309020205020404" pitchFamily="49" charset="0"/>
              </a:rPr>
              <a:t>(x2)</a:t>
            </a:r>
            <a:endParaRPr lang="es-ES" sz="1462" b="1" dirty="0">
              <a:solidFill>
                <a:srgbClr val="C00000"/>
              </a:solidFill>
              <a:latin typeface="Courier New" panose="02070309020205020404" pitchFamily="49" charset="0"/>
              <a:cs typeface="Courier New" panose="02070309020205020404" pitchFamily="49" charset="0"/>
            </a:endParaRPr>
          </a:p>
        </p:txBody>
      </p:sp>
      <p:graphicFrame>
        <p:nvGraphicFramePr>
          <p:cNvPr id="9" name="Tabla 8">
            <a:extLst>
              <a:ext uri="{FF2B5EF4-FFF2-40B4-BE49-F238E27FC236}">
                <a16:creationId xmlns:a16="http://schemas.microsoft.com/office/drawing/2014/main" id="{7BD0EAF5-5EEE-E0C4-C7D2-4C2FF1D47E72}"/>
              </a:ext>
            </a:extLst>
          </p:cNvPr>
          <p:cNvGraphicFramePr>
            <a:graphicFrameLocks noGrp="1"/>
          </p:cNvGraphicFramePr>
          <p:nvPr/>
        </p:nvGraphicFramePr>
        <p:xfrm>
          <a:off x="2452442" y="5237201"/>
          <a:ext cx="1853309" cy="1371600"/>
        </p:xfrm>
        <a:graphic>
          <a:graphicData uri="http://schemas.openxmlformats.org/drawingml/2006/table">
            <a:tbl>
              <a:tblPr firstRow="1" bandRow="1">
                <a:tableStyleId>{5C22544A-7EE6-4342-B048-85BDC9FD1C3A}</a:tableStyleId>
              </a:tblPr>
              <a:tblGrid>
                <a:gridCol w="581171">
                  <a:extLst>
                    <a:ext uri="{9D8B030D-6E8A-4147-A177-3AD203B41FA5}">
                      <a16:colId xmlns:a16="http://schemas.microsoft.com/office/drawing/2014/main" val="557343780"/>
                    </a:ext>
                  </a:extLst>
                </a:gridCol>
                <a:gridCol w="1272138">
                  <a:extLst>
                    <a:ext uri="{9D8B030D-6E8A-4147-A177-3AD203B41FA5}">
                      <a16:colId xmlns:a16="http://schemas.microsoft.com/office/drawing/2014/main" val="2056034146"/>
                    </a:ext>
                  </a:extLst>
                </a:gridCol>
              </a:tblGrid>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x0</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8521907"/>
                  </a:ext>
                </a:extLst>
              </a:tr>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x1</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rgbClr val="C00000"/>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895265554"/>
                  </a:ext>
                </a:extLst>
              </a:tr>
              <a:tr h="148519">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x2</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00" b="1" i="0" dirty="0">
                          <a:solidFill>
                            <a:srgbClr val="C00000"/>
                          </a:solidFill>
                          <a:latin typeface="Courier New" panose="02070309020205020404" pitchFamily="49" charset="0"/>
                          <a:cs typeface="Courier New" panose="02070309020205020404" pitchFamily="49" charset="0"/>
                        </a:rPr>
                        <a:t>00023cfc</a:t>
                      </a: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738530634"/>
                  </a:ext>
                </a:extLst>
              </a:tr>
              <a:tr h="297037">
                <a:tc>
                  <a:txBody>
                    <a:bodyPr/>
                    <a:lstStyle/>
                    <a:p>
                      <a:pPr algn="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013613675"/>
                  </a:ext>
                </a:extLst>
              </a:tr>
              <a:tr h="148519">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x8</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00" b="1" i="0" dirty="0">
                          <a:solidFill>
                            <a:srgbClr val="C00000"/>
                          </a:solidFill>
                          <a:latin typeface="Courier New" panose="02070309020205020404" pitchFamily="49" charset="0"/>
                          <a:cs typeface="Courier New" panose="02070309020205020404" pitchFamily="49" charset="0"/>
                        </a:rPr>
                        <a:t>8b257a02</a:t>
                      </a: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367793406"/>
                  </a:ext>
                </a:extLst>
              </a:tr>
              <a:tr h="297037">
                <a:tc>
                  <a:txBody>
                    <a:bodyPr/>
                    <a:lstStyle/>
                    <a:p>
                      <a:pPr algn="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470693166"/>
                  </a:ext>
                </a:extLst>
              </a:tr>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x31</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585267453"/>
                  </a:ext>
                </a:extLst>
              </a:tr>
            </a:tbl>
          </a:graphicData>
        </a:graphic>
      </p:graphicFrame>
      <p:sp>
        <p:nvSpPr>
          <p:cNvPr id="10" name="CuadroTexto 9">
            <a:extLst>
              <a:ext uri="{FF2B5EF4-FFF2-40B4-BE49-F238E27FC236}">
                <a16:creationId xmlns:a16="http://schemas.microsoft.com/office/drawing/2014/main" id="{71B1451B-A9DC-D786-A619-128E2A15AAE8}"/>
              </a:ext>
            </a:extLst>
          </p:cNvPr>
          <p:cNvSpPr txBox="1"/>
          <p:nvPr/>
        </p:nvSpPr>
        <p:spPr>
          <a:xfrm>
            <a:off x="3302046" y="6536438"/>
            <a:ext cx="767903" cy="292259"/>
          </a:xfrm>
          <a:prstGeom prst="rect">
            <a:avLst/>
          </a:prstGeom>
          <a:noFill/>
        </p:spPr>
        <p:txBody>
          <a:bodyPr wrap="none" rtlCol="0">
            <a:spAutoFit/>
          </a:bodyPr>
          <a:lstStyle/>
          <a:p>
            <a:pPr algn="l" defTabSz="371292" fontAlgn="auto">
              <a:spcBef>
                <a:spcPts val="0"/>
              </a:spcBef>
              <a:spcAft>
                <a:spcPts val="0"/>
              </a:spcAft>
            </a:pPr>
            <a:r>
              <a:rPr lang="es-ES" sz="1299" dirty="0">
                <a:solidFill>
                  <a:srgbClr val="E6E6E6">
                    <a:lumMod val="10000"/>
                  </a:srgbClr>
                </a:solidFill>
                <a:latin typeface="Tw Cen MT" panose="020B0602020104020603"/>
              </a:rPr>
              <a:t>Registros</a:t>
            </a:r>
            <a:endParaRPr lang="es-ES" sz="1462" dirty="0">
              <a:solidFill>
                <a:srgbClr val="E6E6E6">
                  <a:lumMod val="10000"/>
                </a:srgbClr>
              </a:solidFill>
              <a:latin typeface="Tw Cen MT" panose="020B0602020104020603"/>
            </a:endParaRPr>
          </a:p>
        </p:txBody>
      </p:sp>
      <p:sp>
        <p:nvSpPr>
          <p:cNvPr id="14" name="Rectángulo redondeado 13">
            <a:extLst>
              <a:ext uri="{FF2B5EF4-FFF2-40B4-BE49-F238E27FC236}">
                <a16:creationId xmlns:a16="http://schemas.microsoft.com/office/drawing/2014/main" id="{6DCC55AB-0919-CB33-4B7D-E6CF98E58DE7}"/>
              </a:ext>
            </a:extLst>
          </p:cNvPr>
          <p:cNvSpPr/>
          <p:nvPr/>
        </p:nvSpPr>
        <p:spPr>
          <a:xfrm>
            <a:off x="4080179" y="4552577"/>
            <a:ext cx="333302" cy="231701"/>
          </a:xfrm>
          <a:prstGeom prst="roundRect">
            <a:avLst>
              <a:gd name="adj" fmla="val 50000"/>
            </a:avLst>
          </a:prstGeom>
          <a:solidFill>
            <a:schemeClr val="accent1">
              <a:alpha val="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15" name="CuadroTexto 14">
            <a:extLst>
              <a:ext uri="{FF2B5EF4-FFF2-40B4-BE49-F238E27FC236}">
                <a16:creationId xmlns:a16="http://schemas.microsoft.com/office/drawing/2014/main" id="{4332A3DB-05C9-0C2A-D0B9-B26C4F89F3CA}"/>
              </a:ext>
            </a:extLst>
          </p:cNvPr>
          <p:cNvSpPr txBox="1"/>
          <p:nvPr/>
        </p:nvSpPr>
        <p:spPr>
          <a:xfrm>
            <a:off x="2926045" y="4282217"/>
            <a:ext cx="928459"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registro destino</a:t>
            </a:r>
          </a:p>
        </p:txBody>
      </p:sp>
      <p:sp>
        <p:nvSpPr>
          <p:cNvPr id="16" name="CuadroTexto 15">
            <a:extLst>
              <a:ext uri="{FF2B5EF4-FFF2-40B4-BE49-F238E27FC236}">
                <a16:creationId xmlns:a16="http://schemas.microsoft.com/office/drawing/2014/main" id="{9397762F-E8D9-4E11-E658-F1E480734938}"/>
              </a:ext>
            </a:extLst>
          </p:cNvPr>
          <p:cNvSpPr txBox="1"/>
          <p:nvPr/>
        </p:nvSpPr>
        <p:spPr>
          <a:xfrm>
            <a:off x="5065136" y="4194657"/>
            <a:ext cx="1409360"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desplazamiento constante</a:t>
            </a:r>
          </a:p>
        </p:txBody>
      </p:sp>
      <p:sp>
        <p:nvSpPr>
          <p:cNvPr id="44" name="Elipse 43">
            <a:extLst>
              <a:ext uri="{FF2B5EF4-FFF2-40B4-BE49-F238E27FC236}">
                <a16:creationId xmlns:a16="http://schemas.microsoft.com/office/drawing/2014/main" id="{52F408A9-CDA8-FB32-A5E6-3F94EB99C6DD}"/>
              </a:ext>
            </a:extLst>
          </p:cNvPr>
          <p:cNvSpPr/>
          <p:nvPr/>
        </p:nvSpPr>
        <p:spPr>
          <a:xfrm>
            <a:off x="4659171" y="5489559"/>
            <a:ext cx="238876" cy="218104"/>
          </a:xfrm>
          <a:prstGeom prst="ellipse">
            <a:avLst/>
          </a:prstGeom>
          <a:solidFill>
            <a:schemeClr val="accent1">
              <a:alpha val="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r>
              <a:rPr lang="es-ES" sz="1462" dirty="0">
                <a:solidFill>
                  <a:srgbClr val="2683C6"/>
                </a:solidFill>
                <a:latin typeface="Tw Cen MT" panose="020B0602020104020603"/>
              </a:rPr>
              <a:t>+</a:t>
            </a:r>
          </a:p>
        </p:txBody>
      </p:sp>
      <p:cxnSp>
        <p:nvCxnSpPr>
          <p:cNvPr id="48" name="Conector recto 47">
            <a:extLst>
              <a:ext uri="{FF2B5EF4-FFF2-40B4-BE49-F238E27FC236}">
                <a16:creationId xmlns:a16="http://schemas.microsoft.com/office/drawing/2014/main" id="{E5EEA55D-DEF5-B67F-86EB-16636C8A99E6}"/>
              </a:ext>
            </a:extLst>
          </p:cNvPr>
          <p:cNvCxnSpPr>
            <a:cxnSpLocks/>
          </p:cNvCxnSpPr>
          <p:nvPr/>
        </p:nvCxnSpPr>
        <p:spPr>
          <a:xfrm flipH="1">
            <a:off x="4434294" y="5552890"/>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9" name="Conector recto 48">
            <a:extLst>
              <a:ext uri="{FF2B5EF4-FFF2-40B4-BE49-F238E27FC236}">
                <a16:creationId xmlns:a16="http://schemas.microsoft.com/office/drawing/2014/main" id="{65786990-B653-CEDE-4923-6DCAFF13DD0E}"/>
              </a:ext>
            </a:extLst>
          </p:cNvPr>
          <p:cNvCxnSpPr>
            <a:cxnSpLocks/>
          </p:cNvCxnSpPr>
          <p:nvPr/>
        </p:nvCxnSpPr>
        <p:spPr>
          <a:xfrm flipH="1">
            <a:off x="4738252" y="5252573"/>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0" name="Conector recto 49">
            <a:extLst>
              <a:ext uri="{FF2B5EF4-FFF2-40B4-BE49-F238E27FC236}">
                <a16:creationId xmlns:a16="http://schemas.microsoft.com/office/drawing/2014/main" id="{40A7140F-9570-5C46-EAA3-1DD941173E40}"/>
              </a:ext>
            </a:extLst>
          </p:cNvPr>
          <p:cNvCxnSpPr>
            <a:cxnSpLocks/>
          </p:cNvCxnSpPr>
          <p:nvPr/>
        </p:nvCxnSpPr>
        <p:spPr>
          <a:xfrm flipH="1">
            <a:off x="4448856" y="5998815"/>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CuadroTexto 50">
            <a:extLst>
              <a:ext uri="{FF2B5EF4-FFF2-40B4-BE49-F238E27FC236}">
                <a16:creationId xmlns:a16="http://schemas.microsoft.com/office/drawing/2014/main" id="{6AE87EA4-1C9F-6C53-4F44-3272DBC7D689}"/>
              </a:ext>
            </a:extLst>
          </p:cNvPr>
          <p:cNvSpPr txBox="1"/>
          <p:nvPr/>
        </p:nvSpPr>
        <p:spPr>
          <a:xfrm>
            <a:off x="4404933" y="5557622"/>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sp>
        <p:nvSpPr>
          <p:cNvPr id="52" name="CuadroTexto 51">
            <a:extLst>
              <a:ext uri="{FF2B5EF4-FFF2-40B4-BE49-F238E27FC236}">
                <a16:creationId xmlns:a16="http://schemas.microsoft.com/office/drawing/2014/main" id="{F5BDED6A-10DD-F60A-A178-0F84AA2F0354}"/>
              </a:ext>
            </a:extLst>
          </p:cNvPr>
          <p:cNvSpPr txBox="1"/>
          <p:nvPr/>
        </p:nvSpPr>
        <p:spPr>
          <a:xfrm>
            <a:off x="4404752" y="6021600"/>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sp>
        <p:nvSpPr>
          <p:cNvPr id="53" name="CuadroTexto 52">
            <a:extLst>
              <a:ext uri="{FF2B5EF4-FFF2-40B4-BE49-F238E27FC236}">
                <a16:creationId xmlns:a16="http://schemas.microsoft.com/office/drawing/2014/main" id="{66639076-8BDC-DF09-D413-292291DC7B4C}"/>
              </a:ext>
            </a:extLst>
          </p:cNvPr>
          <p:cNvSpPr txBox="1"/>
          <p:nvPr/>
        </p:nvSpPr>
        <p:spPr>
          <a:xfrm>
            <a:off x="4722023" y="5240609"/>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cxnSp>
        <p:nvCxnSpPr>
          <p:cNvPr id="54" name="Conector recto 53">
            <a:extLst>
              <a:ext uri="{FF2B5EF4-FFF2-40B4-BE49-F238E27FC236}">
                <a16:creationId xmlns:a16="http://schemas.microsoft.com/office/drawing/2014/main" id="{A947A4A9-6E5F-1833-718E-2C1B05019086}"/>
              </a:ext>
            </a:extLst>
          </p:cNvPr>
          <p:cNvCxnSpPr>
            <a:cxnSpLocks/>
          </p:cNvCxnSpPr>
          <p:nvPr/>
        </p:nvCxnSpPr>
        <p:spPr>
          <a:xfrm flipH="1">
            <a:off x="4745214" y="4867733"/>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5" name="CuadroTexto 54">
            <a:extLst>
              <a:ext uri="{FF2B5EF4-FFF2-40B4-BE49-F238E27FC236}">
                <a16:creationId xmlns:a16="http://schemas.microsoft.com/office/drawing/2014/main" id="{239E9B3A-250A-6602-71ED-D47C10CE7856}"/>
              </a:ext>
            </a:extLst>
          </p:cNvPr>
          <p:cNvSpPr txBox="1"/>
          <p:nvPr/>
        </p:nvSpPr>
        <p:spPr>
          <a:xfrm>
            <a:off x="4718018" y="4850866"/>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12</a:t>
            </a:r>
            <a:endParaRPr lang="es-ES" sz="1462" dirty="0">
              <a:solidFill>
                <a:srgbClr val="2683C6"/>
              </a:solidFill>
              <a:latin typeface="Tw Cen MT" panose="020B0602020104020603"/>
            </a:endParaRPr>
          </a:p>
        </p:txBody>
      </p:sp>
      <p:sp>
        <p:nvSpPr>
          <p:cNvPr id="5" name="Rectángulo redondeado 4">
            <a:extLst>
              <a:ext uri="{FF2B5EF4-FFF2-40B4-BE49-F238E27FC236}">
                <a16:creationId xmlns:a16="http://schemas.microsoft.com/office/drawing/2014/main" id="{6A946732-08C5-5F53-E935-DE95CAD2BDAC}"/>
              </a:ext>
            </a:extLst>
          </p:cNvPr>
          <p:cNvSpPr/>
          <p:nvPr/>
        </p:nvSpPr>
        <p:spPr>
          <a:xfrm>
            <a:off x="4613462" y="4550752"/>
            <a:ext cx="333302" cy="231701"/>
          </a:xfrm>
          <a:prstGeom prst="roundRect">
            <a:avLst>
              <a:gd name="adj" fmla="val 50000"/>
            </a:avLst>
          </a:prstGeom>
          <a:solidFill>
            <a:schemeClr val="accent1">
              <a:alpha val="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dirty="0">
              <a:solidFill>
                <a:srgbClr val="ECECEC"/>
              </a:solidFill>
              <a:latin typeface="Tw Cen MT" panose="020B0602020104020603"/>
            </a:endParaRPr>
          </a:p>
        </p:txBody>
      </p:sp>
      <p:sp>
        <p:nvSpPr>
          <p:cNvPr id="7" name="Rectángulo redondeado 6">
            <a:extLst>
              <a:ext uri="{FF2B5EF4-FFF2-40B4-BE49-F238E27FC236}">
                <a16:creationId xmlns:a16="http://schemas.microsoft.com/office/drawing/2014/main" id="{3383D737-101E-16B9-B75A-C14E157E754E}"/>
              </a:ext>
            </a:extLst>
          </p:cNvPr>
          <p:cNvSpPr/>
          <p:nvPr/>
        </p:nvSpPr>
        <p:spPr>
          <a:xfrm>
            <a:off x="5008627" y="4548929"/>
            <a:ext cx="270768" cy="231701"/>
          </a:xfrm>
          <a:prstGeom prst="roundRect">
            <a:avLst>
              <a:gd name="adj" fmla="val 50000"/>
            </a:avLst>
          </a:prstGeom>
          <a:solidFill>
            <a:schemeClr val="accent1">
              <a:alpha val="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8" name="CuadroTexto 7">
            <a:extLst>
              <a:ext uri="{FF2B5EF4-FFF2-40B4-BE49-F238E27FC236}">
                <a16:creationId xmlns:a16="http://schemas.microsoft.com/office/drawing/2014/main" id="{BF54D47B-CFC8-065C-4575-54BC0CB48B80}"/>
              </a:ext>
            </a:extLst>
          </p:cNvPr>
          <p:cNvSpPr txBox="1"/>
          <p:nvPr/>
        </p:nvSpPr>
        <p:spPr>
          <a:xfrm>
            <a:off x="5541910" y="4357927"/>
            <a:ext cx="813043"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registro base</a:t>
            </a:r>
          </a:p>
        </p:txBody>
      </p:sp>
      <p:sp>
        <p:nvSpPr>
          <p:cNvPr id="12" name="Forma libre 11">
            <a:extLst>
              <a:ext uri="{FF2B5EF4-FFF2-40B4-BE49-F238E27FC236}">
                <a16:creationId xmlns:a16="http://schemas.microsoft.com/office/drawing/2014/main" id="{E5764C47-9D12-DF6B-0F80-615287BC02E6}"/>
              </a:ext>
            </a:extLst>
          </p:cNvPr>
          <p:cNvSpPr/>
          <p:nvPr/>
        </p:nvSpPr>
        <p:spPr>
          <a:xfrm>
            <a:off x="3751187" y="4385252"/>
            <a:ext cx="469580" cy="167597"/>
          </a:xfrm>
          <a:custGeom>
            <a:avLst/>
            <a:gdLst>
              <a:gd name="connsiteX0" fmla="*/ 0 w 578223"/>
              <a:gd name="connsiteY0" fmla="*/ 18114 h 206373"/>
              <a:gd name="connsiteX1" fmla="*/ 403411 w 578223"/>
              <a:gd name="connsiteY1" fmla="*/ 18114 h 206373"/>
              <a:gd name="connsiteX2" fmla="*/ 578223 w 578223"/>
              <a:gd name="connsiteY2" fmla="*/ 206373 h 206373"/>
            </a:gdLst>
            <a:ahLst/>
            <a:cxnLst>
              <a:cxn ang="0">
                <a:pos x="connsiteX0" y="connsiteY0"/>
              </a:cxn>
              <a:cxn ang="0">
                <a:pos x="connsiteX1" y="connsiteY1"/>
              </a:cxn>
              <a:cxn ang="0">
                <a:pos x="connsiteX2" y="connsiteY2"/>
              </a:cxn>
            </a:cxnLst>
            <a:rect l="l" t="t" r="r" b="b"/>
            <a:pathLst>
              <a:path w="578223" h="206373">
                <a:moveTo>
                  <a:pt x="0" y="18114"/>
                </a:moveTo>
                <a:cubicBezTo>
                  <a:pt x="153520" y="2426"/>
                  <a:pt x="307041" y="-13262"/>
                  <a:pt x="403411" y="18114"/>
                </a:cubicBezTo>
                <a:cubicBezTo>
                  <a:pt x="499781" y="49490"/>
                  <a:pt x="539002" y="127931"/>
                  <a:pt x="578223" y="206373"/>
                </a:cubicBezTo>
              </a:path>
            </a:pathLst>
          </a:custGeom>
          <a:noFill/>
          <a:ln>
            <a:solidFill>
              <a:schemeClr val="accent5"/>
            </a:solidFill>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13" name="Forma libre 12">
            <a:extLst>
              <a:ext uri="{FF2B5EF4-FFF2-40B4-BE49-F238E27FC236}">
                <a16:creationId xmlns:a16="http://schemas.microsoft.com/office/drawing/2014/main" id="{9535DAE0-3910-3A56-AE63-208ED59AF1C7}"/>
              </a:ext>
            </a:extLst>
          </p:cNvPr>
          <p:cNvSpPr/>
          <p:nvPr/>
        </p:nvSpPr>
        <p:spPr>
          <a:xfrm>
            <a:off x="4766791" y="4312598"/>
            <a:ext cx="349456" cy="229331"/>
          </a:xfrm>
          <a:custGeom>
            <a:avLst/>
            <a:gdLst>
              <a:gd name="connsiteX0" fmla="*/ 430306 w 430306"/>
              <a:gd name="connsiteY0" fmla="*/ 0 h 282389"/>
              <a:gd name="connsiteX1" fmla="*/ 87406 w 430306"/>
              <a:gd name="connsiteY1" fmla="*/ 47065 h 282389"/>
              <a:gd name="connsiteX2" fmla="*/ 0 w 430306"/>
              <a:gd name="connsiteY2" fmla="*/ 282389 h 282389"/>
            </a:gdLst>
            <a:ahLst/>
            <a:cxnLst>
              <a:cxn ang="0">
                <a:pos x="connsiteX0" y="connsiteY0"/>
              </a:cxn>
              <a:cxn ang="0">
                <a:pos x="connsiteX1" y="connsiteY1"/>
              </a:cxn>
              <a:cxn ang="0">
                <a:pos x="connsiteX2" y="connsiteY2"/>
              </a:cxn>
            </a:cxnLst>
            <a:rect l="l" t="t" r="r" b="b"/>
            <a:pathLst>
              <a:path w="430306" h="282389">
                <a:moveTo>
                  <a:pt x="430306" y="0"/>
                </a:moveTo>
                <a:cubicBezTo>
                  <a:pt x="294715" y="0"/>
                  <a:pt x="159124" y="0"/>
                  <a:pt x="87406" y="47065"/>
                </a:cubicBezTo>
                <a:cubicBezTo>
                  <a:pt x="15688" y="94130"/>
                  <a:pt x="7844" y="188259"/>
                  <a:pt x="0" y="282389"/>
                </a:cubicBezTo>
              </a:path>
            </a:pathLst>
          </a:custGeom>
          <a:noFill/>
          <a:ln>
            <a:solidFill>
              <a:schemeClr val="accent5"/>
            </a:solidFill>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17" name="Forma libre 16">
            <a:extLst>
              <a:ext uri="{FF2B5EF4-FFF2-40B4-BE49-F238E27FC236}">
                <a16:creationId xmlns:a16="http://schemas.microsoft.com/office/drawing/2014/main" id="{EF41DED5-69AF-7904-320E-BF4BC60B6793}"/>
              </a:ext>
            </a:extLst>
          </p:cNvPr>
          <p:cNvSpPr/>
          <p:nvPr/>
        </p:nvSpPr>
        <p:spPr>
          <a:xfrm>
            <a:off x="5203611" y="4446781"/>
            <a:ext cx="404058" cy="100607"/>
          </a:xfrm>
          <a:custGeom>
            <a:avLst/>
            <a:gdLst>
              <a:gd name="connsiteX0" fmla="*/ 497541 w 497541"/>
              <a:gd name="connsiteY0" fmla="*/ 49925 h 123884"/>
              <a:gd name="connsiteX1" fmla="*/ 221876 w 497541"/>
              <a:gd name="connsiteY1" fmla="*/ 2861 h 123884"/>
              <a:gd name="connsiteX2" fmla="*/ 0 w 497541"/>
              <a:gd name="connsiteY2" fmla="*/ 123884 h 123884"/>
            </a:gdLst>
            <a:ahLst/>
            <a:cxnLst>
              <a:cxn ang="0">
                <a:pos x="connsiteX0" y="connsiteY0"/>
              </a:cxn>
              <a:cxn ang="0">
                <a:pos x="connsiteX1" y="connsiteY1"/>
              </a:cxn>
              <a:cxn ang="0">
                <a:pos x="connsiteX2" y="connsiteY2"/>
              </a:cxn>
            </a:cxnLst>
            <a:rect l="l" t="t" r="r" b="b"/>
            <a:pathLst>
              <a:path w="497541" h="123884">
                <a:moveTo>
                  <a:pt x="497541" y="49925"/>
                </a:moveTo>
                <a:cubicBezTo>
                  <a:pt x="401170" y="20230"/>
                  <a:pt x="304799" y="-9465"/>
                  <a:pt x="221876" y="2861"/>
                </a:cubicBezTo>
                <a:cubicBezTo>
                  <a:pt x="138953" y="15187"/>
                  <a:pt x="69476" y="69535"/>
                  <a:pt x="0" y="123884"/>
                </a:cubicBezTo>
              </a:path>
            </a:pathLst>
          </a:custGeom>
          <a:noFill/>
          <a:ln>
            <a:solidFill>
              <a:schemeClr val="accent5"/>
            </a:solidFill>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cxnSp>
        <p:nvCxnSpPr>
          <p:cNvPr id="19" name="Conector recto de flecha 18">
            <a:extLst>
              <a:ext uri="{FF2B5EF4-FFF2-40B4-BE49-F238E27FC236}">
                <a16:creationId xmlns:a16="http://schemas.microsoft.com/office/drawing/2014/main" id="{8C0F2CB8-8451-02E4-686D-A0ACA4948061}"/>
              </a:ext>
            </a:extLst>
          </p:cNvPr>
          <p:cNvCxnSpPr>
            <a:cxnSpLocks/>
            <a:endCxn id="44" idx="0"/>
          </p:cNvCxnSpPr>
          <p:nvPr/>
        </p:nvCxnSpPr>
        <p:spPr>
          <a:xfrm flipH="1">
            <a:off x="4778609" y="4742406"/>
            <a:ext cx="3928" cy="747153"/>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6" name="Forma libre 55">
            <a:extLst>
              <a:ext uri="{FF2B5EF4-FFF2-40B4-BE49-F238E27FC236}">
                <a16:creationId xmlns:a16="http://schemas.microsoft.com/office/drawing/2014/main" id="{E05D6F0B-BD7F-E41D-30ED-FF2311D6A1AA}"/>
              </a:ext>
            </a:extLst>
          </p:cNvPr>
          <p:cNvSpPr/>
          <p:nvPr/>
        </p:nvSpPr>
        <p:spPr>
          <a:xfrm>
            <a:off x="4544135" y="5006008"/>
            <a:ext cx="414979" cy="180188"/>
          </a:xfrm>
          <a:custGeom>
            <a:avLst/>
            <a:gdLst>
              <a:gd name="connsiteX0" fmla="*/ 295836 w 510989"/>
              <a:gd name="connsiteY0" fmla="*/ 0 h 221877"/>
              <a:gd name="connsiteX1" fmla="*/ 510989 w 510989"/>
              <a:gd name="connsiteY1" fmla="*/ 0 h 221877"/>
              <a:gd name="connsiteX2" fmla="*/ 510989 w 510989"/>
              <a:gd name="connsiteY2" fmla="*/ 221877 h 221877"/>
              <a:gd name="connsiteX3" fmla="*/ 0 w 510989"/>
              <a:gd name="connsiteY3" fmla="*/ 221877 h 221877"/>
              <a:gd name="connsiteX4" fmla="*/ 221877 w 510989"/>
              <a:gd name="connsiteY4" fmla="*/ 0 h 221877"/>
              <a:gd name="connsiteX5" fmla="*/ 295836 w 510989"/>
              <a:gd name="connsiteY5" fmla="*/ 0 h 221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0989" h="221877">
                <a:moveTo>
                  <a:pt x="295836" y="0"/>
                </a:moveTo>
                <a:lnTo>
                  <a:pt x="510989" y="0"/>
                </a:lnTo>
                <a:lnTo>
                  <a:pt x="510989" y="221877"/>
                </a:lnTo>
                <a:lnTo>
                  <a:pt x="0" y="221877"/>
                </a:lnTo>
                <a:lnTo>
                  <a:pt x="221877" y="0"/>
                </a:lnTo>
                <a:lnTo>
                  <a:pt x="295836" y="0"/>
                </a:lnTo>
                <a:close/>
              </a:path>
            </a:pathLst>
          </a:cu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defTabSz="371292" fontAlgn="auto">
              <a:spcBef>
                <a:spcPts val="0"/>
              </a:spcBef>
              <a:spcAft>
                <a:spcPts val="0"/>
              </a:spcAft>
            </a:pPr>
            <a:r>
              <a:rPr lang="es-ES" sz="975" i="1" dirty="0" err="1">
                <a:solidFill>
                  <a:srgbClr val="2683C6"/>
                </a:solidFill>
                <a:latin typeface="Tw Cen MT" panose="020B0602020104020603"/>
              </a:rPr>
              <a:t>sExt</a:t>
            </a:r>
            <a:endParaRPr lang="es-ES" sz="975" i="1" dirty="0">
              <a:solidFill>
                <a:srgbClr val="2683C6"/>
              </a:solidFill>
              <a:latin typeface="Tw Cen MT" panose="020B0602020104020603"/>
            </a:endParaRPr>
          </a:p>
        </p:txBody>
      </p:sp>
      <p:cxnSp>
        <p:nvCxnSpPr>
          <p:cNvPr id="23" name="Conector recto de flecha 22">
            <a:extLst>
              <a:ext uri="{FF2B5EF4-FFF2-40B4-BE49-F238E27FC236}">
                <a16:creationId xmlns:a16="http://schemas.microsoft.com/office/drawing/2014/main" id="{60227E15-B7C1-7982-F87C-B288B0ABD104}"/>
              </a:ext>
            </a:extLst>
          </p:cNvPr>
          <p:cNvCxnSpPr>
            <a:cxnSpLocks/>
            <a:endCxn id="44" idx="2"/>
          </p:cNvCxnSpPr>
          <p:nvPr/>
        </p:nvCxnSpPr>
        <p:spPr>
          <a:xfrm flipV="1">
            <a:off x="4302696" y="5598612"/>
            <a:ext cx="356475" cy="5527"/>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7" name="Tabla 26">
            <a:extLst>
              <a:ext uri="{FF2B5EF4-FFF2-40B4-BE49-F238E27FC236}">
                <a16:creationId xmlns:a16="http://schemas.microsoft.com/office/drawing/2014/main" id="{455EFFD2-1D1B-F253-B0FB-B355C86A6828}"/>
              </a:ext>
            </a:extLst>
          </p:cNvPr>
          <p:cNvGraphicFramePr>
            <a:graphicFrameLocks noGrp="1"/>
          </p:cNvGraphicFramePr>
          <p:nvPr/>
        </p:nvGraphicFramePr>
        <p:xfrm>
          <a:off x="5067296" y="5228603"/>
          <a:ext cx="2143694" cy="1371600"/>
        </p:xfrm>
        <a:graphic>
          <a:graphicData uri="http://schemas.openxmlformats.org/drawingml/2006/table">
            <a:tbl>
              <a:tblPr firstRow="1" bandRow="1">
                <a:tableStyleId>{5C22544A-7EE6-4342-B048-85BDC9FD1C3A}</a:tableStyleId>
              </a:tblPr>
              <a:tblGrid>
                <a:gridCol w="908767">
                  <a:extLst>
                    <a:ext uri="{9D8B030D-6E8A-4147-A177-3AD203B41FA5}">
                      <a16:colId xmlns:a16="http://schemas.microsoft.com/office/drawing/2014/main" val="557343780"/>
                    </a:ext>
                  </a:extLst>
                </a:gridCol>
                <a:gridCol w="1234927">
                  <a:extLst>
                    <a:ext uri="{9D8B030D-6E8A-4147-A177-3AD203B41FA5}">
                      <a16:colId xmlns:a16="http://schemas.microsoft.com/office/drawing/2014/main" val="2056034146"/>
                    </a:ext>
                  </a:extLst>
                </a:gridCol>
              </a:tblGrid>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00000000</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8521907"/>
                  </a:ext>
                </a:extLst>
              </a:tr>
              <a:tr h="148519">
                <a:tc>
                  <a:txBody>
                    <a:bodyPr/>
                    <a:lstStyle/>
                    <a:p>
                      <a:pPr algn="r"/>
                      <a:endParaRPr lang="es-ES" sz="1000" b="1" i="0" dirty="0">
                        <a:solidFill>
                          <a:schemeClr val="accent2"/>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accent2"/>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6008834"/>
                  </a:ext>
                </a:extLst>
              </a:tr>
              <a:tr h="148519">
                <a:tc>
                  <a:txBody>
                    <a:bodyPr/>
                    <a:lstStyle/>
                    <a:p>
                      <a:pPr algn="r"/>
                      <a:r>
                        <a:rPr lang="es-ES" sz="1000" b="1" i="0" dirty="0">
                          <a:solidFill>
                            <a:srgbClr val="C00000"/>
                          </a:solidFill>
                          <a:latin typeface="Courier New" panose="02070309020205020404" pitchFamily="49" charset="0"/>
                          <a:cs typeface="Courier New" panose="02070309020205020404" pitchFamily="49" charset="0"/>
                        </a:rPr>
                        <a:t>00023ce4</a:t>
                      </a:r>
                    </a:p>
                  </a:txBody>
                  <a:tcPr marL="74259" marR="74259" marT="0" marB="0">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s-ES" sz="1000" b="1" i="0" dirty="0">
                          <a:solidFill>
                            <a:srgbClr val="C00000"/>
                          </a:solidFill>
                          <a:latin typeface="Courier New" panose="02070309020205020404" pitchFamily="49" charset="0"/>
                          <a:cs typeface="Courier New" panose="02070309020205020404" pitchFamily="49" charset="0"/>
                        </a:rPr>
                        <a:t>8b257a02</a:t>
                      </a:r>
                      <a:endParaRPr lang="es-ES" sz="1000" b="0" i="1"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extLst>
                  <a:ext uri="{0D108BD9-81ED-4DB2-BD59-A6C34878D82A}">
                    <a16:rowId xmlns:a16="http://schemas.microsoft.com/office/drawing/2014/main" val="895265554"/>
                  </a:ext>
                </a:extLst>
              </a:tr>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00023ce8</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738530634"/>
                  </a:ext>
                </a:extLst>
              </a:tr>
              <a:tr h="594074">
                <a:tc>
                  <a:txBody>
                    <a:bodyPr/>
                    <a:lstStyle/>
                    <a:p>
                      <a:pPr algn="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013613675"/>
                  </a:ext>
                </a:extLst>
              </a:tr>
              <a:tr h="148519">
                <a:tc>
                  <a:txBody>
                    <a:bodyPr/>
                    <a:lstStyle/>
                    <a:p>
                      <a:pPr algn="r"/>
                      <a:r>
                        <a:rPr lang="es-ES" sz="1000" b="1" i="0" dirty="0" err="1">
                          <a:solidFill>
                            <a:schemeClr val="bg1">
                              <a:lumMod val="10000"/>
                            </a:schemeClr>
                          </a:solidFill>
                          <a:latin typeface="Courier New" panose="02070309020205020404" pitchFamily="49" charset="0"/>
                          <a:cs typeface="Courier New" panose="02070309020205020404" pitchFamily="49" charset="0"/>
                        </a:rPr>
                        <a:t>ffffffff</a:t>
                      </a: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585267453"/>
                  </a:ext>
                </a:extLst>
              </a:tr>
            </a:tbl>
          </a:graphicData>
        </a:graphic>
      </p:graphicFrame>
      <p:sp>
        <p:nvSpPr>
          <p:cNvPr id="28" name="CuadroTexto 27">
            <a:extLst>
              <a:ext uri="{FF2B5EF4-FFF2-40B4-BE49-F238E27FC236}">
                <a16:creationId xmlns:a16="http://schemas.microsoft.com/office/drawing/2014/main" id="{E2CBE06D-0E6F-0FF8-B687-CE621E4CCE25}"/>
              </a:ext>
            </a:extLst>
          </p:cNvPr>
          <p:cNvSpPr txBox="1"/>
          <p:nvPr/>
        </p:nvSpPr>
        <p:spPr>
          <a:xfrm>
            <a:off x="6241939" y="6550165"/>
            <a:ext cx="774571" cy="292259"/>
          </a:xfrm>
          <a:prstGeom prst="rect">
            <a:avLst/>
          </a:prstGeom>
          <a:noFill/>
        </p:spPr>
        <p:txBody>
          <a:bodyPr wrap="none" rtlCol="0">
            <a:spAutoFit/>
          </a:bodyPr>
          <a:lstStyle/>
          <a:p>
            <a:pPr algn="l" defTabSz="371292" fontAlgn="auto">
              <a:spcBef>
                <a:spcPts val="0"/>
              </a:spcBef>
              <a:spcAft>
                <a:spcPts val="0"/>
              </a:spcAft>
            </a:pPr>
            <a:r>
              <a:rPr lang="es-ES" sz="1299" dirty="0">
                <a:solidFill>
                  <a:srgbClr val="E6E6E6">
                    <a:lumMod val="10000"/>
                  </a:srgbClr>
                </a:solidFill>
                <a:latin typeface="Tw Cen MT" panose="020B0602020104020603"/>
              </a:rPr>
              <a:t>Memoria</a:t>
            </a:r>
            <a:endParaRPr lang="es-ES" sz="1462" dirty="0">
              <a:solidFill>
                <a:srgbClr val="E6E6E6">
                  <a:lumMod val="10000"/>
                </a:srgbClr>
              </a:solidFill>
              <a:latin typeface="Tw Cen MT" panose="020B0602020104020603"/>
            </a:endParaRPr>
          </a:p>
        </p:txBody>
      </p:sp>
      <p:cxnSp>
        <p:nvCxnSpPr>
          <p:cNvPr id="29" name="Conector recto 28">
            <a:extLst>
              <a:ext uri="{FF2B5EF4-FFF2-40B4-BE49-F238E27FC236}">
                <a16:creationId xmlns:a16="http://schemas.microsoft.com/office/drawing/2014/main" id="{487C0B05-99E8-A216-EA3C-49362A3D1730}"/>
              </a:ext>
            </a:extLst>
          </p:cNvPr>
          <p:cNvCxnSpPr>
            <a:cxnSpLocks/>
          </p:cNvCxnSpPr>
          <p:nvPr/>
        </p:nvCxnSpPr>
        <p:spPr>
          <a:xfrm flipH="1">
            <a:off x="5033105" y="5551066"/>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0" name="CuadroTexto 29">
            <a:extLst>
              <a:ext uri="{FF2B5EF4-FFF2-40B4-BE49-F238E27FC236}">
                <a16:creationId xmlns:a16="http://schemas.microsoft.com/office/drawing/2014/main" id="{2A65862C-7F4A-93E6-1B98-1C01BB247F07}"/>
              </a:ext>
            </a:extLst>
          </p:cNvPr>
          <p:cNvSpPr txBox="1"/>
          <p:nvPr/>
        </p:nvSpPr>
        <p:spPr>
          <a:xfrm>
            <a:off x="5003744" y="5555798"/>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cxnSp>
        <p:nvCxnSpPr>
          <p:cNvPr id="31" name="Conector recto de flecha 30">
            <a:extLst>
              <a:ext uri="{FF2B5EF4-FFF2-40B4-BE49-F238E27FC236}">
                <a16:creationId xmlns:a16="http://schemas.microsoft.com/office/drawing/2014/main" id="{D5BC9DFF-2C3A-59D7-F1E5-C05AF56188A2}"/>
              </a:ext>
            </a:extLst>
          </p:cNvPr>
          <p:cNvCxnSpPr>
            <a:cxnSpLocks/>
          </p:cNvCxnSpPr>
          <p:nvPr/>
        </p:nvCxnSpPr>
        <p:spPr>
          <a:xfrm flipV="1">
            <a:off x="4901506" y="5596788"/>
            <a:ext cx="356475" cy="5527"/>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2" name="Forma libre 31">
            <a:extLst>
              <a:ext uri="{FF2B5EF4-FFF2-40B4-BE49-F238E27FC236}">
                <a16:creationId xmlns:a16="http://schemas.microsoft.com/office/drawing/2014/main" id="{6F942591-6D4D-AAFC-EA5A-8737BDCCFEF9}"/>
              </a:ext>
            </a:extLst>
          </p:cNvPr>
          <p:cNvSpPr/>
          <p:nvPr/>
        </p:nvSpPr>
        <p:spPr>
          <a:xfrm>
            <a:off x="4302670" y="5666737"/>
            <a:ext cx="2298762" cy="387677"/>
          </a:xfrm>
          <a:custGeom>
            <a:avLst/>
            <a:gdLst>
              <a:gd name="connsiteX0" fmla="*/ 0 w 2830606"/>
              <a:gd name="connsiteY0" fmla="*/ 477371 h 477371"/>
              <a:gd name="connsiteX1" fmla="*/ 2830606 w 2830606"/>
              <a:gd name="connsiteY1" fmla="*/ 477371 h 477371"/>
              <a:gd name="connsiteX2" fmla="*/ 2830606 w 2830606"/>
              <a:gd name="connsiteY2" fmla="*/ 0 h 477371"/>
            </a:gdLst>
            <a:ahLst/>
            <a:cxnLst>
              <a:cxn ang="0">
                <a:pos x="connsiteX0" y="connsiteY0"/>
              </a:cxn>
              <a:cxn ang="0">
                <a:pos x="connsiteX1" y="connsiteY1"/>
              </a:cxn>
              <a:cxn ang="0">
                <a:pos x="connsiteX2" y="connsiteY2"/>
              </a:cxn>
            </a:cxnLst>
            <a:rect l="l" t="t" r="r" b="b"/>
            <a:pathLst>
              <a:path w="2830606" h="477371">
                <a:moveTo>
                  <a:pt x="0" y="477371"/>
                </a:moveTo>
                <a:lnTo>
                  <a:pt x="2830606" y="477371"/>
                </a:lnTo>
                <a:lnTo>
                  <a:pt x="2830606" y="0"/>
                </a:lnTo>
              </a:path>
            </a:pathLst>
          </a:custGeom>
          <a:noFill/>
          <a:ln w="15875">
            <a:solidFill>
              <a:schemeClr val="accent2"/>
            </a:solidFill>
            <a:headEnd type="triangle"/>
            <a:tailEnd type="non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4" name="Marcador de número de diapositiva 3">
            <a:extLst>
              <a:ext uri="{FF2B5EF4-FFF2-40B4-BE49-F238E27FC236}">
                <a16:creationId xmlns:a16="http://schemas.microsoft.com/office/drawing/2014/main" id="{1098C191-A070-1BDE-3597-2F583D1345A6}"/>
              </a:ext>
            </a:extLst>
          </p:cNvPr>
          <p:cNvSpPr>
            <a:spLocks noGrp="1"/>
          </p:cNvSpPr>
          <p:nvPr>
            <p:ph type="sldNum" sz="quarter" idx="12"/>
          </p:nvPr>
        </p:nvSpPr>
        <p:spPr/>
        <p:txBody>
          <a:bodyPr/>
          <a:lstStyle/>
          <a:p>
            <a:pPr defTabSz="371292" fontAlgn="auto">
              <a:spcBef>
                <a:spcPts val="0"/>
              </a:spcBef>
              <a:spcAft>
                <a:spcPts val="0"/>
              </a:spcAft>
            </a:pPr>
            <a:fld id="{6D22F896-40B5-4ADD-8801-0D06FADFA095}" type="slidenum">
              <a:rPr lang="es-ES">
                <a:solidFill>
                  <a:srgbClr val="E6E6E6">
                    <a:lumMod val="10000"/>
                  </a:srgbClr>
                </a:solidFill>
                <a:latin typeface="Tw Cen MT" panose="020B0602020104020603"/>
              </a:rPr>
              <a:pPr defTabSz="371292" fontAlgn="auto">
                <a:spcBef>
                  <a:spcPts val="0"/>
                </a:spcBef>
                <a:spcAft>
                  <a:spcPts val="0"/>
                </a:spcAft>
              </a:pPr>
              <a:t>128</a:t>
            </a:fld>
            <a:endParaRPr lang="es-ES">
              <a:solidFill>
                <a:srgbClr val="E6E6E6">
                  <a:lumMod val="10000"/>
                </a:srgbClr>
              </a:solidFill>
              <a:latin typeface="Tw Cen MT" panose="020B0602020104020603"/>
            </a:endParaRPr>
          </a:p>
        </p:txBody>
      </p:sp>
    </p:spTree>
    <p:extLst>
      <p:ext uri="{BB962C8B-B14F-4D97-AF65-F5344CB8AC3E}">
        <p14:creationId xmlns:p14="http://schemas.microsoft.com/office/powerpoint/2010/main" val="55288005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B64ABE-6E04-6674-1ED5-46EA7B9C8D1B}"/>
              </a:ext>
            </a:extLst>
          </p:cNvPr>
          <p:cNvSpPr>
            <a:spLocks noGrp="1"/>
          </p:cNvSpPr>
          <p:nvPr>
            <p:ph type="title"/>
          </p:nvPr>
        </p:nvSpPr>
        <p:spPr>
          <a:xfrm>
            <a:off x="926952" y="1265739"/>
            <a:ext cx="8044754" cy="1200761"/>
          </a:xfrm>
        </p:spPr>
        <p:txBody>
          <a:bodyPr>
            <a:normAutofit fontScale="90000"/>
          </a:bodyPr>
          <a:lstStyle/>
          <a:p>
            <a:r>
              <a:rPr lang="es-ES" sz="3573" dirty="0">
                <a:latin typeface="Rockwell" panose="02060603020205020403" pitchFamily="18" charset="0"/>
              </a:rPr>
              <a:t>Repertorio de instrucciones:</a:t>
            </a:r>
            <a:br>
              <a:rPr lang="es-ES" sz="3573" dirty="0">
                <a:latin typeface="Rockwell" panose="02060603020205020403" pitchFamily="18" charset="0"/>
              </a:rPr>
            </a:br>
            <a:r>
              <a:rPr lang="es-ES" sz="2599" dirty="0">
                <a:solidFill>
                  <a:schemeClr val="accent2"/>
                </a:solidFill>
                <a:latin typeface="Rockwell" panose="02060603020205020403" pitchFamily="18" charset="0"/>
              </a:rPr>
              <a:t>de transferencia de datos: almacenamiento</a:t>
            </a:r>
          </a:p>
        </p:txBody>
      </p:sp>
      <p:sp>
        <p:nvSpPr>
          <p:cNvPr id="3" name="Marcador de contenido 2">
            <a:extLst>
              <a:ext uri="{FF2B5EF4-FFF2-40B4-BE49-F238E27FC236}">
                <a16:creationId xmlns:a16="http://schemas.microsoft.com/office/drawing/2014/main" id="{9437CEA7-0E7F-23D4-45B7-3BBAA1AB3672}"/>
              </a:ext>
            </a:extLst>
          </p:cNvPr>
          <p:cNvSpPr>
            <a:spLocks noGrp="1"/>
          </p:cNvSpPr>
          <p:nvPr>
            <p:ph idx="1"/>
          </p:nvPr>
        </p:nvSpPr>
        <p:spPr>
          <a:xfrm>
            <a:off x="926952" y="2300868"/>
            <a:ext cx="8044755" cy="2057214"/>
          </a:xfrm>
        </p:spPr>
        <p:txBody>
          <a:bodyPr>
            <a:normAutofit fontScale="92500"/>
          </a:bodyPr>
          <a:lstStyle/>
          <a:p>
            <a:r>
              <a:rPr lang="es-ES" dirty="0"/>
              <a:t>Permiten </a:t>
            </a:r>
            <a:r>
              <a:rPr lang="es-ES" dirty="0">
                <a:solidFill>
                  <a:schemeClr val="accent2"/>
                </a:solidFill>
              </a:rPr>
              <a:t>copiar</a:t>
            </a:r>
            <a:r>
              <a:rPr lang="es-ES" dirty="0"/>
              <a:t> un dato de </a:t>
            </a:r>
            <a:r>
              <a:rPr lang="es-ES" dirty="0">
                <a:solidFill>
                  <a:schemeClr val="accent2"/>
                </a:solidFill>
              </a:rPr>
              <a:t>un registro a memoria</a:t>
            </a:r>
          </a:p>
          <a:p>
            <a:pPr lvl="1"/>
            <a:r>
              <a:rPr lang="es-ES" dirty="0"/>
              <a:t>El </a:t>
            </a:r>
            <a:r>
              <a:rPr lang="es-ES" dirty="0">
                <a:solidFill>
                  <a:schemeClr val="accent2"/>
                </a:solidFill>
              </a:rPr>
              <a:t>dato</a:t>
            </a:r>
            <a:r>
              <a:rPr lang="es-ES" dirty="0"/>
              <a:t> se encuentra en un </a:t>
            </a:r>
            <a:r>
              <a:rPr lang="es-ES" dirty="0">
                <a:solidFill>
                  <a:schemeClr val="accent2"/>
                </a:solidFill>
              </a:rPr>
              <a:t>registro</a:t>
            </a:r>
          </a:p>
          <a:p>
            <a:pPr lvl="1"/>
            <a:r>
              <a:rPr lang="es-ES" dirty="0"/>
              <a:t>Utiliza </a:t>
            </a:r>
            <a:r>
              <a:rPr lang="es-ES" dirty="0">
                <a:solidFill>
                  <a:schemeClr val="accent2"/>
                </a:solidFill>
              </a:rPr>
              <a:t>direccionamiento relativo a registro base </a:t>
            </a:r>
            <a:r>
              <a:rPr lang="es-ES" dirty="0"/>
              <a:t>para indicar la dirección de memoria en donde almacenar el dato (la dirección es la suma de una </a:t>
            </a:r>
            <a:r>
              <a:rPr lang="es-ES" dirty="0" err="1"/>
              <a:t>dir.</a:t>
            </a:r>
            <a:r>
              <a:rPr lang="es-ES" dirty="0"/>
              <a:t> base y un desplazamiento)</a:t>
            </a:r>
          </a:p>
          <a:p>
            <a:pPr lvl="2"/>
            <a:r>
              <a:rPr lang="es-ES" dirty="0"/>
              <a:t>La </a:t>
            </a:r>
            <a:r>
              <a:rPr lang="es-ES" dirty="0">
                <a:solidFill>
                  <a:schemeClr val="accent2"/>
                </a:solidFill>
              </a:rPr>
              <a:t>dirección base </a:t>
            </a:r>
            <a:r>
              <a:rPr lang="es-ES" dirty="0"/>
              <a:t>se encuentra en un </a:t>
            </a:r>
            <a:r>
              <a:rPr lang="es-ES" dirty="0">
                <a:solidFill>
                  <a:schemeClr val="accent2"/>
                </a:solidFill>
              </a:rPr>
              <a:t>registro</a:t>
            </a:r>
          </a:p>
          <a:p>
            <a:pPr lvl="2"/>
            <a:r>
              <a:rPr lang="es-ES" dirty="0"/>
              <a:t>El </a:t>
            </a:r>
            <a:r>
              <a:rPr lang="es-ES" dirty="0">
                <a:solidFill>
                  <a:schemeClr val="accent2"/>
                </a:solidFill>
              </a:rPr>
              <a:t>desplazamiento</a:t>
            </a:r>
            <a:r>
              <a:rPr lang="es-ES" dirty="0"/>
              <a:t> es un </a:t>
            </a:r>
            <a:r>
              <a:rPr lang="es-ES" dirty="0">
                <a:solidFill>
                  <a:schemeClr val="accent2"/>
                </a:solidFill>
              </a:rPr>
              <a:t>inmediato</a:t>
            </a:r>
            <a:r>
              <a:rPr lang="es-ES" dirty="0"/>
              <a:t> de 12 bits en C2 cuyo signo se extiende a 32 bits</a:t>
            </a:r>
          </a:p>
        </p:txBody>
      </p:sp>
      <p:sp>
        <p:nvSpPr>
          <p:cNvPr id="6" name="CuadroTexto 5">
            <a:extLst>
              <a:ext uri="{FF2B5EF4-FFF2-40B4-BE49-F238E27FC236}">
                <a16:creationId xmlns:a16="http://schemas.microsoft.com/office/drawing/2014/main" id="{C2D10CA1-4CB6-DB7D-7A96-C06409BF7AA3}"/>
              </a:ext>
            </a:extLst>
          </p:cNvPr>
          <p:cNvSpPr txBox="1"/>
          <p:nvPr/>
        </p:nvSpPr>
        <p:spPr>
          <a:xfrm>
            <a:off x="3229898" y="4518459"/>
            <a:ext cx="2361175" cy="317331"/>
          </a:xfrm>
          <a:prstGeom prst="rect">
            <a:avLst/>
          </a:prstGeom>
          <a:noFill/>
        </p:spPr>
        <p:txBody>
          <a:bodyPr wrap="square">
            <a:spAutoFit/>
          </a:bodyPr>
          <a:lstStyle/>
          <a:p>
            <a:pPr marL="371292" lvl="1" defTabSz="371292" fontAlgn="auto">
              <a:spcBef>
                <a:spcPts val="0"/>
              </a:spcBef>
              <a:spcAft>
                <a:spcPts val="0"/>
              </a:spcAft>
            </a:pPr>
            <a:r>
              <a:rPr lang="es-ES" sz="1462" b="1" dirty="0" err="1">
                <a:solidFill>
                  <a:srgbClr val="2683C6"/>
                </a:solidFill>
                <a:latin typeface="Courier New" panose="02070309020205020404" pitchFamily="49" charset="0"/>
                <a:cs typeface="Courier New" panose="02070309020205020404" pitchFamily="49" charset="0"/>
              </a:rPr>
              <a:t>sw</a:t>
            </a:r>
            <a:r>
              <a:rPr lang="es-ES" sz="1462" b="1" dirty="0">
                <a:solidFill>
                  <a:srgbClr val="E6E6E6">
                    <a:lumMod val="10000"/>
                  </a:srgbClr>
                </a:solidFill>
                <a:latin typeface="Courier New" panose="02070309020205020404" pitchFamily="49" charset="0"/>
                <a:cs typeface="Courier New" panose="02070309020205020404" pitchFamily="49" charset="0"/>
              </a:rPr>
              <a:t> x8, </a:t>
            </a:r>
            <a:r>
              <a:rPr lang="es-ES" sz="1462" b="1" dirty="0">
                <a:solidFill>
                  <a:srgbClr val="C00000"/>
                </a:solidFill>
                <a:latin typeface="Courier New" panose="02070309020205020404" pitchFamily="49" charset="0"/>
                <a:cs typeface="Courier New" panose="02070309020205020404" pitchFamily="49" charset="0"/>
              </a:rPr>
              <a:t>-24</a:t>
            </a:r>
            <a:r>
              <a:rPr lang="es-ES" sz="1462" b="1" dirty="0">
                <a:solidFill>
                  <a:srgbClr val="E6E6E6">
                    <a:lumMod val="10000"/>
                  </a:srgbClr>
                </a:solidFill>
                <a:latin typeface="Courier New" panose="02070309020205020404" pitchFamily="49" charset="0"/>
                <a:cs typeface="Courier New" panose="02070309020205020404" pitchFamily="49" charset="0"/>
              </a:rPr>
              <a:t>(x2)</a:t>
            </a:r>
            <a:endParaRPr lang="es-ES" sz="1462" b="1" dirty="0">
              <a:solidFill>
                <a:srgbClr val="C00000"/>
              </a:solidFill>
              <a:latin typeface="Courier New" panose="02070309020205020404" pitchFamily="49" charset="0"/>
              <a:cs typeface="Courier New" panose="02070309020205020404" pitchFamily="49" charset="0"/>
            </a:endParaRPr>
          </a:p>
        </p:txBody>
      </p:sp>
      <p:graphicFrame>
        <p:nvGraphicFramePr>
          <p:cNvPr id="9" name="Tabla 8">
            <a:extLst>
              <a:ext uri="{FF2B5EF4-FFF2-40B4-BE49-F238E27FC236}">
                <a16:creationId xmlns:a16="http://schemas.microsoft.com/office/drawing/2014/main" id="{7BD0EAF5-5EEE-E0C4-C7D2-4C2FF1D47E72}"/>
              </a:ext>
            </a:extLst>
          </p:cNvPr>
          <p:cNvGraphicFramePr>
            <a:graphicFrameLocks noGrp="1"/>
          </p:cNvGraphicFramePr>
          <p:nvPr/>
        </p:nvGraphicFramePr>
        <p:xfrm>
          <a:off x="2452442" y="5237201"/>
          <a:ext cx="1853309" cy="1371600"/>
        </p:xfrm>
        <a:graphic>
          <a:graphicData uri="http://schemas.openxmlformats.org/drawingml/2006/table">
            <a:tbl>
              <a:tblPr firstRow="1" bandRow="1">
                <a:tableStyleId>{5C22544A-7EE6-4342-B048-85BDC9FD1C3A}</a:tableStyleId>
              </a:tblPr>
              <a:tblGrid>
                <a:gridCol w="581171">
                  <a:extLst>
                    <a:ext uri="{9D8B030D-6E8A-4147-A177-3AD203B41FA5}">
                      <a16:colId xmlns:a16="http://schemas.microsoft.com/office/drawing/2014/main" val="557343780"/>
                    </a:ext>
                  </a:extLst>
                </a:gridCol>
                <a:gridCol w="1272138">
                  <a:extLst>
                    <a:ext uri="{9D8B030D-6E8A-4147-A177-3AD203B41FA5}">
                      <a16:colId xmlns:a16="http://schemas.microsoft.com/office/drawing/2014/main" val="2056034146"/>
                    </a:ext>
                  </a:extLst>
                </a:gridCol>
              </a:tblGrid>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x0</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8521907"/>
                  </a:ext>
                </a:extLst>
              </a:tr>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x1</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rgbClr val="C00000"/>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895265554"/>
                  </a:ext>
                </a:extLst>
              </a:tr>
              <a:tr h="148519">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x2</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00" b="1" i="0" dirty="0">
                          <a:solidFill>
                            <a:srgbClr val="C00000"/>
                          </a:solidFill>
                          <a:latin typeface="Courier New" panose="02070309020205020404" pitchFamily="49" charset="0"/>
                          <a:cs typeface="Courier New" panose="02070309020205020404" pitchFamily="49" charset="0"/>
                        </a:rPr>
                        <a:t>00023cfc</a:t>
                      </a: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738530634"/>
                  </a:ext>
                </a:extLst>
              </a:tr>
              <a:tr h="297037">
                <a:tc>
                  <a:txBody>
                    <a:bodyPr/>
                    <a:lstStyle/>
                    <a:p>
                      <a:pPr algn="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013613675"/>
                  </a:ext>
                </a:extLst>
              </a:tr>
              <a:tr h="148519">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x8</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00" b="1" i="0" dirty="0">
                          <a:solidFill>
                            <a:srgbClr val="C00000"/>
                          </a:solidFill>
                          <a:latin typeface="Courier New" panose="02070309020205020404" pitchFamily="49" charset="0"/>
                          <a:cs typeface="Courier New" panose="02070309020205020404" pitchFamily="49" charset="0"/>
                        </a:rPr>
                        <a:t>8b257a02</a:t>
                      </a: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367793406"/>
                  </a:ext>
                </a:extLst>
              </a:tr>
              <a:tr h="297037">
                <a:tc>
                  <a:txBody>
                    <a:bodyPr/>
                    <a:lstStyle/>
                    <a:p>
                      <a:pPr algn="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470693166"/>
                  </a:ext>
                </a:extLst>
              </a:tr>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x31</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585267453"/>
                  </a:ext>
                </a:extLst>
              </a:tr>
            </a:tbl>
          </a:graphicData>
        </a:graphic>
      </p:graphicFrame>
      <p:sp>
        <p:nvSpPr>
          <p:cNvPr id="10" name="CuadroTexto 9">
            <a:extLst>
              <a:ext uri="{FF2B5EF4-FFF2-40B4-BE49-F238E27FC236}">
                <a16:creationId xmlns:a16="http://schemas.microsoft.com/office/drawing/2014/main" id="{71B1451B-A9DC-D786-A619-128E2A15AAE8}"/>
              </a:ext>
            </a:extLst>
          </p:cNvPr>
          <p:cNvSpPr txBox="1"/>
          <p:nvPr/>
        </p:nvSpPr>
        <p:spPr>
          <a:xfrm>
            <a:off x="3302046" y="6536438"/>
            <a:ext cx="767903" cy="292259"/>
          </a:xfrm>
          <a:prstGeom prst="rect">
            <a:avLst/>
          </a:prstGeom>
          <a:noFill/>
        </p:spPr>
        <p:txBody>
          <a:bodyPr wrap="none" rtlCol="0">
            <a:spAutoFit/>
          </a:bodyPr>
          <a:lstStyle/>
          <a:p>
            <a:pPr algn="l" defTabSz="371292" fontAlgn="auto">
              <a:spcBef>
                <a:spcPts val="0"/>
              </a:spcBef>
              <a:spcAft>
                <a:spcPts val="0"/>
              </a:spcAft>
            </a:pPr>
            <a:r>
              <a:rPr lang="es-ES" sz="1299" dirty="0">
                <a:solidFill>
                  <a:srgbClr val="E6E6E6">
                    <a:lumMod val="10000"/>
                  </a:srgbClr>
                </a:solidFill>
                <a:latin typeface="Tw Cen MT" panose="020B0602020104020603"/>
              </a:rPr>
              <a:t>Registros</a:t>
            </a:r>
            <a:endParaRPr lang="es-ES" sz="1462" dirty="0">
              <a:solidFill>
                <a:srgbClr val="E6E6E6">
                  <a:lumMod val="10000"/>
                </a:srgbClr>
              </a:solidFill>
              <a:latin typeface="Tw Cen MT" panose="020B0602020104020603"/>
            </a:endParaRPr>
          </a:p>
        </p:txBody>
      </p:sp>
      <p:sp>
        <p:nvSpPr>
          <p:cNvPr id="14" name="Rectángulo redondeado 13">
            <a:extLst>
              <a:ext uri="{FF2B5EF4-FFF2-40B4-BE49-F238E27FC236}">
                <a16:creationId xmlns:a16="http://schemas.microsoft.com/office/drawing/2014/main" id="{6DCC55AB-0919-CB33-4B7D-E6CF98E58DE7}"/>
              </a:ext>
            </a:extLst>
          </p:cNvPr>
          <p:cNvSpPr/>
          <p:nvPr/>
        </p:nvSpPr>
        <p:spPr>
          <a:xfrm>
            <a:off x="4080179" y="4552577"/>
            <a:ext cx="333302" cy="231701"/>
          </a:xfrm>
          <a:prstGeom prst="roundRect">
            <a:avLst>
              <a:gd name="adj" fmla="val 50000"/>
            </a:avLst>
          </a:prstGeom>
          <a:solidFill>
            <a:schemeClr val="accent1">
              <a:alpha val="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15" name="CuadroTexto 14">
            <a:extLst>
              <a:ext uri="{FF2B5EF4-FFF2-40B4-BE49-F238E27FC236}">
                <a16:creationId xmlns:a16="http://schemas.microsoft.com/office/drawing/2014/main" id="{4332A3DB-05C9-0C2A-D0B9-B26C4F89F3CA}"/>
              </a:ext>
            </a:extLst>
          </p:cNvPr>
          <p:cNvSpPr txBox="1"/>
          <p:nvPr/>
        </p:nvSpPr>
        <p:spPr>
          <a:xfrm>
            <a:off x="2926045" y="4282217"/>
            <a:ext cx="928459"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registro destino</a:t>
            </a:r>
          </a:p>
        </p:txBody>
      </p:sp>
      <p:sp>
        <p:nvSpPr>
          <p:cNvPr id="16" name="CuadroTexto 15">
            <a:extLst>
              <a:ext uri="{FF2B5EF4-FFF2-40B4-BE49-F238E27FC236}">
                <a16:creationId xmlns:a16="http://schemas.microsoft.com/office/drawing/2014/main" id="{9397762F-E8D9-4E11-E658-F1E480734938}"/>
              </a:ext>
            </a:extLst>
          </p:cNvPr>
          <p:cNvSpPr txBox="1"/>
          <p:nvPr/>
        </p:nvSpPr>
        <p:spPr>
          <a:xfrm>
            <a:off x="5065136" y="4238341"/>
            <a:ext cx="1409360"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desplazamiento constante</a:t>
            </a:r>
          </a:p>
        </p:txBody>
      </p:sp>
      <p:sp>
        <p:nvSpPr>
          <p:cNvPr id="44" name="Elipse 43">
            <a:extLst>
              <a:ext uri="{FF2B5EF4-FFF2-40B4-BE49-F238E27FC236}">
                <a16:creationId xmlns:a16="http://schemas.microsoft.com/office/drawing/2014/main" id="{52F408A9-CDA8-FB32-A5E6-3F94EB99C6DD}"/>
              </a:ext>
            </a:extLst>
          </p:cNvPr>
          <p:cNvSpPr/>
          <p:nvPr/>
        </p:nvSpPr>
        <p:spPr>
          <a:xfrm>
            <a:off x="4659171" y="5489559"/>
            <a:ext cx="238876" cy="218104"/>
          </a:xfrm>
          <a:prstGeom prst="ellipse">
            <a:avLst/>
          </a:prstGeom>
          <a:solidFill>
            <a:schemeClr val="accent1">
              <a:alpha val="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r>
              <a:rPr lang="es-ES" sz="1462" dirty="0">
                <a:solidFill>
                  <a:srgbClr val="2683C6"/>
                </a:solidFill>
                <a:latin typeface="Tw Cen MT" panose="020B0602020104020603"/>
              </a:rPr>
              <a:t>+</a:t>
            </a:r>
          </a:p>
        </p:txBody>
      </p:sp>
      <p:cxnSp>
        <p:nvCxnSpPr>
          <p:cNvPr id="48" name="Conector recto 47">
            <a:extLst>
              <a:ext uri="{FF2B5EF4-FFF2-40B4-BE49-F238E27FC236}">
                <a16:creationId xmlns:a16="http://schemas.microsoft.com/office/drawing/2014/main" id="{E5EEA55D-DEF5-B67F-86EB-16636C8A99E6}"/>
              </a:ext>
            </a:extLst>
          </p:cNvPr>
          <p:cNvCxnSpPr>
            <a:cxnSpLocks/>
          </p:cNvCxnSpPr>
          <p:nvPr/>
        </p:nvCxnSpPr>
        <p:spPr>
          <a:xfrm flipH="1">
            <a:off x="4434294" y="5552890"/>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9" name="Conector recto 48">
            <a:extLst>
              <a:ext uri="{FF2B5EF4-FFF2-40B4-BE49-F238E27FC236}">
                <a16:creationId xmlns:a16="http://schemas.microsoft.com/office/drawing/2014/main" id="{65786990-B653-CEDE-4923-6DCAFF13DD0E}"/>
              </a:ext>
            </a:extLst>
          </p:cNvPr>
          <p:cNvCxnSpPr>
            <a:cxnSpLocks/>
          </p:cNvCxnSpPr>
          <p:nvPr/>
        </p:nvCxnSpPr>
        <p:spPr>
          <a:xfrm flipH="1">
            <a:off x="4738252" y="5252573"/>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0" name="Conector recto 49">
            <a:extLst>
              <a:ext uri="{FF2B5EF4-FFF2-40B4-BE49-F238E27FC236}">
                <a16:creationId xmlns:a16="http://schemas.microsoft.com/office/drawing/2014/main" id="{40A7140F-9570-5C46-EAA3-1DD941173E40}"/>
              </a:ext>
            </a:extLst>
          </p:cNvPr>
          <p:cNvCxnSpPr>
            <a:cxnSpLocks/>
          </p:cNvCxnSpPr>
          <p:nvPr/>
        </p:nvCxnSpPr>
        <p:spPr>
          <a:xfrm flipH="1">
            <a:off x="4448856" y="5998815"/>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CuadroTexto 50">
            <a:extLst>
              <a:ext uri="{FF2B5EF4-FFF2-40B4-BE49-F238E27FC236}">
                <a16:creationId xmlns:a16="http://schemas.microsoft.com/office/drawing/2014/main" id="{6AE87EA4-1C9F-6C53-4F44-3272DBC7D689}"/>
              </a:ext>
            </a:extLst>
          </p:cNvPr>
          <p:cNvSpPr txBox="1"/>
          <p:nvPr/>
        </p:nvSpPr>
        <p:spPr>
          <a:xfrm>
            <a:off x="4404933" y="5557622"/>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sp>
        <p:nvSpPr>
          <p:cNvPr id="52" name="CuadroTexto 51">
            <a:extLst>
              <a:ext uri="{FF2B5EF4-FFF2-40B4-BE49-F238E27FC236}">
                <a16:creationId xmlns:a16="http://schemas.microsoft.com/office/drawing/2014/main" id="{F5BDED6A-10DD-F60A-A178-0F84AA2F0354}"/>
              </a:ext>
            </a:extLst>
          </p:cNvPr>
          <p:cNvSpPr txBox="1"/>
          <p:nvPr/>
        </p:nvSpPr>
        <p:spPr>
          <a:xfrm>
            <a:off x="4404752" y="6021600"/>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sp>
        <p:nvSpPr>
          <p:cNvPr id="53" name="CuadroTexto 52">
            <a:extLst>
              <a:ext uri="{FF2B5EF4-FFF2-40B4-BE49-F238E27FC236}">
                <a16:creationId xmlns:a16="http://schemas.microsoft.com/office/drawing/2014/main" id="{66639076-8BDC-DF09-D413-292291DC7B4C}"/>
              </a:ext>
            </a:extLst>
          </p:cNvPr>
          <p:cNvSpPr txBox="1"/>
          <p:nvPr/>
        </p:nvSpPr>
        <p:spPr>
          <a:xfrm>
            <a:off x="4722023" y="5240609"/>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cxnSp>
        <p:nvCxnSpPr>
          <p:cNvPr id="54" name="Conector recto 53">
            <a:extLst>
              <a:ext uri="{FF2B5EF4-FFF2-40B4-BE49-F238E27FC236}">
                <a16:creationId xmlns:a16="http://schemas.microsoft.com/office/drawing/2014/main" id="{A947A4A9-6E5F-1833-718E-2C1B05019086}"/>
              </a:ext>
            </a:extLst>
          </p:cNvPr>
          <p:cNvCxnSpPr>
            <a:cxnSpLocks/>
          </p:cNvCxnSpPr>
          <p:nvPr/>
        </p:nvCxnSpPr>
        <p:spPr>
          <a:xfrm flipH="1">
            <a:off x="4745214" y="4867733"/>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5" name="CuadroTexto 54">
            <a:extLst>
              <a:ext uri="{FF2B5EF4-FFF2-40B4-BE49-F238E27FC236}">
                <a16:creationId xmlns:a16="http://schemas.microsoft.com/office/drawing/2014/main" id="{239E9B3A-250A-6602-71ED-D47C10CE7856}"/>
              </a:ext>
            </a:extLst>
          </p:cNvPr>
          <p:cNvSpPr txBox="1"/>
          <p:nvPr/>
        </p:nvSpPr>
        <p:spPr>
          <a:xfrm>
            <a:off x="4718018" y="4850866"/>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12</a:t>
            </a:r>
            <a:endParaRPr lang="es-ES" sz="1462" dirty="0">
              <a:solidFill>
                <a:srgbClr val="2683C6"/>
              </a:solidFill>
              <a:latin typeface="Tw Cen MT" panose="020B0602020104020603"/>
            </a:endParaRPr>
          </a:p>
        </p:txBody>
      </p:sp>
      <p:sp>
        <p:nvSpPr>
          <p:cNvPr id="5" name="Rectángulo redondeado 4">
            <a:extLst>
              <a:ext uri="{FF2B5EF4-FFF2-40B4-BE49-F238E27FC236}">
                <a16:creationId xmlns:a16="http://schemas.microsoft.com/office/drawing/2014/main" id="{6A946732-08C5-5F53-E935-DE95CAD2BDAC}"/>
              </a:ext>
            </a:extLst>
          </p:cNvPr>
          <p:cNvSpPr/>
          <p:nvPr/>
        </p:nvSpPr>
        <p:spPr>
          <a:xfrm>
            <a:off x="4613462" y="4550752"/>
            <a:ext cx="333302" cy="231701"/>
          </a:xfrm>
          <a:prstGeom prst="roundRect">
            <a:avLst>
              <a:gd name="adj" fmla="val 50000"/>
            </a:avLst>
          </a:prstGeom>
          <a:solidFill>
            <a:schemeClr val="accent1">
              <a:alpha val="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dirty="0">
              <a:solidFill>
                <a:srgbClr val="ECECEC"/>
              </a:solidFill>
              <a:latin typeface="Tw Cen MT" panose="020B0602020104020603"/>
            </a:endParaRPr>
          </a:p>
        </p:txBody>
      </p:sp>
      <p:sp>
        <p:nvSpPr>
          <p:cNvPr id="7" name="Rectángulo redondeado 6">
            <a:extLst>
              <a:ext uri="{FF2B5EF4-FFF2-40B4-BE49-F238E27FC236}">
                <a16:creationId xmlns:a16="http://schemas.microsoft.com/office/drawing/2014/main" id="{3383D737-101E-16B9-B75A-C14E157E754E}"/>
              </a:ext>
            </a:extLst>
          </p:cNvPr>
          <p:cNvSpPr/>
          <p:nvPr/>
        </p:nvSpPr>
        <p:spPr>
          <a:xfrm>
            <a:off x="5008627" y="4548929"/>
            <a:ext cx="270768" cy="231701"/>
          </a:xfrm>
          <a:prstGeom prst="roundRect">
            <a:avLst>
              <a:gd name="adj" fmla="val 50000"/>
            </a:avLst>
          </a:prstGeom>
          <a:solidFill>
            <a:schemeClr val="accent1">
              <a:alpha val="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8" name="CuadroTexto 7">
            <a:extLst>
              <a:ext uri="{FF2B5EF4-FFF2-40B4-BE49-F238E27FC236}">
                <a16:creationId xmlns:a16="http://schemas.microsoft.com/office/drawing/2014/main" id="{BF54D47B-CFC8-065C-4575-54BC0CB48B80}"/>
              </a:ext>
            </a:extLst>
          </p:cNvPr>
          <p:cNvSpPr txBox="1"/>
          <p:nvPr/>
        </p:nvSpPr>
        <p:spPr>
          <a:xfrm>
            <a:off x="5536450" y="4401612"/>
            <a:ext cx="813043"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registro base</a:t>
            </a:r>
          </a:p>
        </p:txBody>
      </p:sp>
      <p:sp>
        <p:nvSpPr>
          <p:cNvPr id="12" name="Forma libre 11">
            <a:extLst>
              <a:ext uri="{FF2B5EF4-FFF2-40B4-BE49-F238E27FC236}">
                <a16:creationId xmlns:a16="http://schemas.microsoft.com/office/drawing/2014/main" id="{E5764C47-9D12-DF6B-0F80-615287BC02E6}"/>
              </a:ext>
            </a:extLst>
          </p:cNvPr>
          <p:cNvSpPr/>
          <p:nvPr/>
        </p:nvSpPr>
        <p:spPr>
          <a:xfrm>
            <a:off x="3751187" y="4385252"/>
            <a:ext cx="469580" cy="167597"/>
          </a:xfrm>
          <a:custGeom>
            <a:avLst/>
            <a:gdLst>
              <a:gd name="connsiteX0" fmla="*/ 0 w 578223"/>
              <a:gd name="connsiteY0" fmla="*/ 18114 h 206373"/>
              <a:gd name="connsiteX1" fmla="*/ 403411 w 578223"/>
              <a:gd name="connsiteY1" fmla="*/ 18114 h 206373"/>
              <a:gd name="connsiteX2" fmla="*/ 578223 w 578223"/>
              <a:gd name="connsiteY2" fmla="*/ 206373 h 206373"/>
            </a:gdLst>
            <a:ahLst/>
            <a:cxnLst>
              <a:cxn ang="0">
                <a:pos x="connsiteX0" y="connsiteY0"/>
              </a:cxn>
              <a:cxn ang="0">
                <a:pos x="connsiteX1" y="connsiteY1"/>
              </a:cxn>
              <a:cxn ang="0">
                <a:pos x="connsiteX2" y="connsiteY2"/>
              </a:cxn>
            </a:cxnLst>
            <a:rect l="l" t="t" r="r" b="b"/>
            <a:pathLst>
              <a:path w="578223" h="206373">
                <a:moveTo>
                  <a:pt x="0" y="18114"/>
                </a:moveTo>
                <a:cubicBezTo>
                  <a:pt x="153520" y="2426"/>
                  <a:pt x="307041" y="-13262"/>
                  <a:pt x="403411" y="18114"/>
                </a:cubicBezTo>
                <a:cubicBezTo>
                  <a:pt x="499781" y="49490"/>
                  <a:pt x="539002" y="127931"/>
                  <a:pt x="578223" y="206373"/>
                </a:cubicBezTo>
              </a:path>
            </a:pathLst>
          </a:custGeom>
          <a:noFill/>
          <a:ln>
            <a:solidFill>
              <a:schemeClr val="accent5"/>
            </a:solidFill>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13" name="Forma libre 12">
            <a:extLst>
              <a:ext uri="{FF2B5EF4-FFF2-40B4-BE49-F238E27FC236}">
                <a16:creationId xmlns:a16="http://schemas.microsoft.com/office/drawing/2014/main" id="{9535DAE0-3910-3A56-AE63-208ED59AF1C7}"/>
              </a:ext>
            </a:extLst>
          </p:cNvPr>
          <p:cNvSpPr/>
          <p:nvPr/>
        </p:nvSpPr>
        <p:spPr>
          <a:xfrm>
            <a:off x="4766791" y="4361318"/>
            <a:ext cx="349456" cy="180611"/>
          </a:xfrm>
          <a:custGeom>
            <a:avLst/>
            <a:gdLst>
              <a:gd name="connsiteX0" fmla="*/ 430306 w 430306"/>
              <a:gd name="connsiteY0" fmla="*/ 0 h 282389"/>
              <a:gd name="connsiteX1" fmla="*/ 87406 w 430306"/>
              <a:gd name="connsiteY1" fmla="*/ 47065 h 282389"/>
              <a:gd name="connsiteX2" fmla="*/ 0 w 430306"/>
              <a:gd name="connsiteY2" fmla="*/ 282389 h 282389"/>
            </a:gdLst>
            <a:ahLst/>
            <a:cxnLst>
              <a:cxn ang="0">
                <a:pos x="connsiteX0" y="connsiteY0"/>
              </a:cxn>
              <a:cxn ang="0">
                <a:pos x="connsiteX1" y="connsiteY1"/>
              </a:cxn>
              <a:cxn ang="0">
                <a:pos x="connsiteX2" y="connsiteY2"/>
              </a:cxn>
            </a:cxnLst>
            <a:rect l="l" t="t" r="r" b="b"/>
            <a:pathLst>
              <a:path w="430306" h="282389">
                <a:moveTo>
                  <a:pt x="430306" y="0"/>
                </a:moveTo>
                <a:cubicBezTo>
                  <a:pt x="294715" y="0"/>
                  <a:pt x="159124" y="0"/>
                  <a:pt x="87406" y="47065"/>
                </a:cubicBezTo>
                <a:cubicBezTo>
                  <a:pt x="15688" y="94130"/>
                  <a:pt x="7844" y="188259"/>
                  <a:pt x="0" y="282389"/>
                </a:cubicBezTo>
              </a:path>
            </a:pathLst>
          </a:custGeom>
          <a:noFill/>
          <a:ln>
            <a:solidFill>
              <a:schemeClr val="accent5"/>
            </a:solidFill>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17" name="Forma libre 16">
            <a:extLst>
              <a:ext uri="{FF2B5EF4-FFF2-40B4-BE49-F238E27FC236}">
                <a16:creationId xmlns:a16="http://schemas.microsoft.com/office/drawing/2014/main" id="{EF41DED5-69AF-7904-320E-BF4BC60B6793}"/>
              </a:ext>
            </a:extLst>
          </p:cNvPr>
          <p:cNvSpPr/>
          <p:nvPr/>
        </p:nvSpPr>
        <p:spPr>
          <a:xfrm>
            <a:off x="5203611" y="4446781"/>
            <a:ext cx="404058" cy="100607"/>
          </a:xfrm>
          <a:custGeom>
            <a:avLst/>
            <a:gdLst>
              <a:gd name="connsiteX0" fmla="*/ 497541 w 497541"/>
              <a:gd name="connsiteY0" fmla="*/ 49925 h 123884"/>
              <a:gd name="connsiteX1" fmla="*/ 221876 w 497541"/>
              <a:gd name="connsiteY1" fmla="*/ 2861 h 123884"/>
              <a:gd name="connsiteX2" fmla="*/ 0 w 497541"/>
              <a:gd name="connsiteY2" fmla="*/ 123884 h 123884"/>
            </a:gdLst>
            <a:ahLst/>
            <a:cxnLst>
              <a:cxn ang="0">
                <a:pos x="connsiteX0" y="connsiteY0"/>
              </a:cxn>
              <a:cxn ang="0">
                <a:pos x="connsiteX1" y="connsiteY1"/>
              </a:cxn>
              <a:cxn ang="0">
                <a:pos x="connsiteX2" y="connsiteY2"/>
              </a:cxn>
            </a:cxnLst>
            <a:rect l="l" t="t" r="r" b="b"/>
            <a:pathLst>
              <a:path w="497541" h="123884">
                <a:moveTo>
                  <a:pt x="497541" y="49925"/>
                </a:moveTo>
                <a:cubicBezTo>
                  <a:pt x="401170" y="20230"/>
                  <a:pt x="304799" y="-9465"/>
                  <a:pt x="221876" y="2861"/>
                </a:cubicBezTo>
                <a:cubicBezTo>
                  <a:pt x="138953" y="15187"/>
                  <a:pt x="69476" y="69535"/>
                  <a:pt x="0" y="123884"/>
                </a:cubicBezTo>
              </a:path>
            </a:pathLst>
          </a:custGeom>
          <a:noFill/>
          <a:ln>
            <a:solidFill>
              <a:schemeClr val="accent5"/>
            </a:solidFill>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cxnSp>
        <p:nvCxnSpPr>
          <p:cNvPr id="19" name="Conector recto de flecha 18">
            <a:extLst>
              <a:ext uri="{FF2B5EF4-FFF2-40B4-BE49-F238E27FC236}">
                <a16:creationId xmlns:a16="http://schemas.microsoft.com/office/drawing/2014/main" id="{8C0F2CB8-8451-02E4-686D-A0ACA4948061}"/>
              </a:ext>
            </a:extLst>
          </p:cNvPr>
          <p:cNvCxnSpPr>
            <a:cxnSpLocks/>
            <a:endCxn id="44" idx="0"/>
          </p:cNvCxnSpPr>
          <p:nvPr/>
        </p:nvCxnSpPr>
        <p:spPr>
          <a:xfrm flipH="1">
            <a:off x="4778609" y="4742406"/>
            <a:ext cx="3928" cy="747153"/>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6" name="Forma libre 55">
            <a:extLst>
              <a:ext uri="{FF2B5EF4-FFF2-40B4-BE49-F238E27FC236}">
                <a16:creationId xmlns:a16="http://schemas.microsoft.com/office/drawing/2014/main" id="{E05D6F0B-BD7F-E41D-30ED-FF2311D6A1AA}"/>
              </a:ext>
            </a:extLst>
          </p:cNvPr>
          <p:cNvSpPr/>
          <p:nvPr/>
        </p:nvSpPr>
        <p:spPr>
          <a:xfrm>
            <a:off x="4544135" y="5006008"/>
            <a:ext cx="414979" cy="180188"/>
          </a:xfrm>
          <a:custGeom>
            <a:avLst/>
            <a:gdLst>
              <a:gd name="connsiteX0" fmla="*/ 295836 w 510989"/>
              <a:gd name="connsiteY0" fmla="*/ 0 h 221877"/>
              <a:gd name="connsiteX1" fmla="*/ 510989 w 510989"/>
              <a:gd name="connsiteY1" fmla="*/ 0 h 221877"/>
              <a:gd name="connsiteX2" fmla="*/ 510989 w 510989"/>
              <a:gd name="connsiteY2" fmla="*/ 221877 h 221877"/>
              <a:gd name="connsiteX3" fmla="*/ 0 w 510989"/>
              <a:gd name="connsiteY3" fmla="*/ 221877 h 221877"/>
              <a:gd name="connsiteX4" fmla="*/ 221877 w 510989"/>
              <a:gd name="connsiteY4" fmla="*/ 0 h 221877"/>
              <a:gd name="connsiteX5" fmla="*/ 295836 w 510989"/>
              <a:gd name="connsiteY5" fmla="*/ 0 h 221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0989" h="221877">
                <a:moveTo>
                  <a:pt x="295836" y="0"/>
                </a:moveTo>
                <a:lnTo>
                  <a:pt x="510989" y="0"/>
                </a:lnTo>
                <a:lnTo>
                  <a:pt x="510989" y="221877"/>
                </a:lnTo>
                <a:lnTo>
                  <a:pt x="0" y="221877"/>
                </a:lnTo>
                <a:lnTo>
                  <a:pt x="221877" y="0"/>
                </a:lnTo>
                <a:lnTo>
                  <a:pt x="295836" y="0"/>
                </a:lnTo>
                <a:close/>
              </a:path>
            </a:pathLst>
          </a:cu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defTabSz="371292" fontAlgn="auto">
              <a:spcBef>
                <a:spcPts val="0"/>
              </a:spcBef>
              <a:spcAft>
                <a:spcPts val="0"/>
              </a:spcAft>
            </a:pPr>
            <a:r>
              <a:rPr lang="es-ES" sz="975" i="1" dirty="0" err="1">
                <a:solidFill>
                  <a:srgbClr val="2683C6"/>
                </a:solidFill>
                <a:latin typeface="Tw Cen MT" panose="020B0602020104020603"/>
              </a:rPr>
              <a:t>sExt</a:t>
            </a:r>
            <a:endParaRPr lang="es-ES" sz="975" i="1" dirty="0">
              <a:solidFill>
                <a:srgbClr val="2683C6"/>
              </a:solidFill>
              <a:latin typeface="Tw Cen MT" panose="020B0602020104020603"/>
            </a:endParaRPr>
          </a:p>
        </p:txBody>
      </p:sp>
      <p:cxnSp>
        <p:nvCxnSpPr>
          <p:cNvPr id="23" name="Conector recto de flecha 22">
            <a:extLst>
              <a:ext uri="{FF2B5EF4-FFF2-40B4-BE49-F238E27FC236}">
                <a16:creationId xmlns:a16="http://schemas.microsoft.com/office/drawing/2014/main" id="{60227E15-B7C1-7982-F87C-B288B0ABD104}"/>
              </a:ext>
            </a:extLst>
          </p:cNvPr>
          <p:cNvCxnSpPr>
            <a:cxnSpLocks/>
            <a:endCxn id="44" idx="2"/>
          </p:cNvCxnSpPr>
          <p:nvPr/>
        </p:nvCxnSpPr>
        <p:spPr>
          <a:xfrm flipV="1">
            <a:off x="4302696" y="5598612"/>
            <a:ext cx="356475" cy="5527"/>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7" name="Tabla 26">
            <a:extLst>
              <a:ext uri="{FF2B5EF4-FFF2-40B4-BE49-F238E27FC236}">
                <a16:creationId xmlns:a16="http://schemas.microsoft.com/office/drawing/2014/main" id="{455EFFD2-1D1B-F253-B0FB-B355C86A6828}"/>
              </a:ext>
            </a:extLst>
          </p:cNvPr>
          <p:cNvGraphicFramePr>
            <a:graphicFrameLocks noGrp="1"/>
          </p:cNvGraphicFramePr>
          <p:nvPr/>
        </p:nvGraphicFramePr>
        <p:xfrm>
          <a:off x="5067296" y="5228603"/>
          <a:ext cx="2143694" cy="1371600"/>
        </p:xfrm>
        <a:graphic>
          <a:graphicData uri="http://schemas.openxmlformats.org/drawingml/2006/table">
            <a:tbl>
              <a:tblPr firstRow="1" bandRow="1">
                <a:tableStyleId>{5C22544A-7EE6-4342-B048-85BDC9FD1C3A}</a:tableStyleId>
              </a:tblPr>
              <a:tblGrid>
                <a:gridCol w="908767">
                  <a:extLst>
                    <a:ext uri="{9D8B030D-6E8A-4147-A177-3AD203B41FA5}">
                      <a16:colId xmlns:a16="http://schemas.microsoft.com/office/drawing/2014/main" val="557343780"/>
                    </a:ext>
                  </a:extLst>
                </a:gridCol>
                <a:gridCol w="1234927">
                  <a:extLst>
                    <a:ext uri="{9D8B030D-6E8A-4147-A177-3AD203B41FA5}">
                      <a16:colId xmlns:a16="http://schemas.microsoft.com/office/drawing/2014/main" val="2056034146"/>
                    </a:ext>
                  </a:extLst>
                </a:gridCol>
              </a:tblGrid>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00000000</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8521907"/>
                  </a:ext>
                </a:extLst>
              </a:tr>
              <a:tr h="148519">
                <a:tc>
                  <a:txBody>
                    <a:bodyPr/>
                    <a:lstStyle/>
                    <a:p>
                      <a:pPr algn="r"/>
                      <a:endParaRPr lang="es-ES" sz="1000" b="1" i="0" dirty="0">
                        <a:solidFill>
                          <a:schemeClr val="accent2"/>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accent2"/>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6008834"/>
                  </a:ext>
                </a:extLst>
              </a:tr>
              <a:tr h="148519">
                <a:tc>
                  <a:txBody>
                    <a:bodyPr/>
                    <a:lstStyle/>
                    <a:p>
                      <a:pPr algn="r"/>
                      <a:r>
                        <a:rPr lang="es-ES" sz="1000" b="1" i="0" dirty="0">
                          <a:solidFill>
                            <a:srgbClr val="C00000"/>
                          </a:solidFill>
                          <a:latin typeface="Courier New" panose="02070309020205020404" pitchFamily="49" charset="0"/>
                          <a:cs typeface="Courier New" panose="02070309020205020404" pitchFamily="49" charset="0"/>
                        </a:rPr>
                        <a:t>00023ce4</a:t>
                      </a:r>
                    </a:p>
                  </a:txBody>
                  <a:tcPr marL="74259" marR="74259" marT="0" marB="0">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s-ES" sz="1000" b="1" i="0" dirty="0">
                          <a:solidFill>
                            <a:srgbClr val="C00000"/>
                          </a:solidFill>
                          <a:latin typeface="Courier New" panose="02070309020205020404" pitchFamily="49" charset="0"/>
                          <a:cs typeface="Courier New" panose="02070309020205020404" pitchFamily="49" charset="0"/>
                        </a:rPr>
                        <a:t>8b257a02</a:t>
                      </a:r>
                      <a:endParaRPr lang="es-ES" sz="1000" b="0" i="1"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extLst>
                  <a:ext uri="{0D108BD9-81ED-4DB2-BD59-A6C34878D82A}">
                    <a16:rowId xmlns:a16="http://schemas.microsoft.com/office/drawing/2014/main" val="895265554"/>
                  </a:ext>
                </a:extLst>
              </a:tr>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00023ce8</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738530634"/>
                  </a:ext>
                </a:extLst>
              </a:tr>
              <a:tr h="594074">
                <a:tc>
                  <a:txBody>
                    <a:bodyPr/>
                    <a:lstStyle/>
                    <a:p>
                      <a:pPr algn="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013613675"/>
                  </a:ext>
                </a:extLst>
              </a:tr>
              <a:tr h="148519">
                <a:tc>
                  <a:txBody>
                    <a:bodyPr/>
                    <a:lstStyle/>
                    <a:p>
                      <a:pPr algn="r"/>
                      <a:r>
                        <a:rPr lang="es-ES" sz="1000" b="1" i="0" dirty="0" err="1">
                          <a:solidFill>
                            <a:schemeClr val="bg1">
                              <a:lumMod val="10000"/>
                            </a:schemeClr>
                          </a:solidFill>
                          <a:latin typeface="Courier New" panose="02070309020205020404" pitchFamily="49" charset="0"/>
                          <a:cs typeface="Courier New" panose="02070309020205020404" pitchFamily="49" charset="0"/>
                        </a:rPr>
                        <a:t>ffffffff</a:t>
                      </a: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585267453"/>
                  </a:ext>
                </a:extLst>
              </a:tr>
            </a:tbl>
          </a:graphicData>
        </a:graphic>
      </p:graphicFrame>
      <p:sp>
        <p:nvSpPr>
          <p:cNvPr id="28" name="CuadroTexto 27">
            <a:extLst>
              <a:ext uri="{FF2B5EF4-FFF2-40B4-BE49-F238E27FC236}">
                <a16:creationId xmlns:a16="http://schemas.microsoft.com/office/drawing/2014/main" id="{E2CBE06D-0E6F-0FF8-B687-CE621E4CCE25}"/>
              </a:ext>
            </a:extLst>
          </p:cNvPr>
          <p:cNvSpPr txBox="1"/>
          <p:nvPr/>
        </p:nvSpPr>
        <p:spPr>
          <a:xfrm>
            <a:off x="6241939" y="6550165"/>
            <a:ext cx="774571" cy="292259"/>
          </a:xfrm>
          <a:prstGeom prst="rect">
            <a:avLst/>
          </a:prstGeom>
          <a:noFill/>
        </p:spPr>
        <p:txBody>
          <a:bodyPr wrap="none" rtlCol="0">
            <a:spAutoFit/>
          </a:bodyPr>
          <a:lstStyle/>
          <a:p>
            <a:pPr algn="l" defTabSz="371292" fontAlgn="auto">
              <a:spcBef>
                <a:spcPts val="0"/>
              </a:spcBef>
              <a:spcAft>
                <a:spcPts val="0"/>
              </a:spcAft>
            </a:pPr>
            <a:r>
              <a:rPr lang="es-ES" sz="1299" dirty="0">
                <a:solidFill>
                  <a:srgbClr val="E6E6E6">
                    <a:lumMod val="10000"/>
                  </a:srgbClr>
                </a:solidFill>
                <a:latin typeface="Tw Cen MT" panose="020B0602020104020603"/>
              </a:rPr>
              <a:t>Memoria</a:t>
            </a:r>
            <a:endParaRPr lang="es-ES" sz="1462" dirty="0">
              <a:solidFill>
                <a:srgbClr val="E6E6E6">
                  <a:lumMod val="10000"/>
                </a:srgbClr>
              </a:solidFill>
              <a:latin typeface="Tw Cen MT" panose="020B0602020104020603"/>
            </a:endParaRPr>
          </a:p>
        </p:txBody>
      </p:sp>
      <p:cxnSp>
        <p:nvCxnSpPr>
          <p:cNvPr id="29" name="Conector recto 28">
            <a:extLst>
              <a:ext uri="{FF2B5EF4-FFF2-40B4-BE49-F238E27FC236}">
                <a16:creationId xmlns:a16="http://schemas.microsoft.com/office/drawing/2014/main" id="{487C0B05-99E8-A216-EA3C-49362A3D1730}"/>
              </a:ext>
            </a:extLst>
          </p:cNvPr>
          <p:cNvCxnSpPr>
            <a:cxnSpLocks/>
          </p:cNvCxnSpPr>
          <p:nvPr/>
        </p:nvCxnSpPr>
        <p:spPr>
          <a:xfrm flipH="1">
            <a:off x="5033105" y="5551066"/>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0" name="CuadroTexto 29">
            <a:extLst>
              <a:ext uri="{FF2B5EF4-FFF2-40B4-BE49-F238E27FC236}">
                <a16:creationId xmlns:a16="http://schemas.microsoft.com/office/drawing/2014/main" id="{2A65862C-7F4A-93E6-1B98-1C01BB247F07}"/>
              </a:ext>
            </a:extLst>
          </p:cNvPr>
          <p:cNvSpPr txBox="1"/>
          <p:nvPr/>
        </p:nvSpPr>
        <p:spPr>
          <a:xfrm>
            <a:off x="5003744" y="5555798"/>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cxnSp>
        <p:nvCxnSpPr>
          <p:cNvPr id="31" name="Conector recto de flecha 30">
            <a:extLst>
              <a:ext uri="{FF2B5EF4-FFF2-40B4-BE49-F238E27FC236}">
                <a16:creationId xmlns:a16="http://schemas.microsoft.com/office/drawing/2014/main" id="{D5BC9DFF-2C3A-59D7-F1E5-C05AF56188A2}"/>
              </a:ext>
            </a:extLst>
          </p:cNvPr>
          <p:cNvCxnSpPr>
            <a:cxnSpLocks/>
          </p:cNvCxnSpPr>
          <p:nvPr/>
        </p:nvCxnSpPr>
        <p:spPr>
          <a:xfrm flipV="1">
            <a:off x="4901506" y="5596788"/>
            <a:ext cx="356475" cy="5527"/>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2" name="Forma libre 31">
            <a:extLst>
              <a:ext uri="{FF2B5EF4-FFF2-40B4-BE49-F238E27FC236}">
                <a16:creationId xmlns:a16="http://schemas.microsoft.com/office/drawing/2014/main" id="{6F942591-6D4D-AAFC-EA5A-8737BDCCFEF9}"/>
              </a:ext>
            </a:extLst>
          </p:cNvPr>
          <p:cNvSpPr/>
          <p:nvPr/>
        </p:nvSpPr>
        <p:spPr>
          <a:xfrm>
            <a:off x="4302670" y="5666737"/>
            <a:ext cx="2298762" cy="387677"/>
          </a:xfrm>
          <a:custGeom>
            <a:avLst/>
            <a:gdLst>
              <a:gd name="connsiteX0" fmla="*/ 0 w 2830606"/>
              <a:gd name="connsiteY0" fmla="*/ 477371 h 477371"/>
              <a:gd name="connsiteX1" fmla="*/ 2830606 w 2830606"/>
              <a:gd name="connsiteY1" fmla="*/ 477371 h 477371"/>
              <a:gd name="connsiteX2" fmla="*/ 2830606 w 2830606"/>
              <a:gd name="connsiteY2" fmla="*/ 0 h 477371"/>
            </a:gdLst>
            <a:ahLst/>
            <a:cxnLst>
              <a:cxn ang="0">
                <a:pos x="connsiteX0" y="connsiteY0"/>
              </a:cxn>
              <a:cxn ang="0">
                <a:pos x="connsiteX1" y="connsiteY1"/>
              </a:cxn>
              <a:cxn ang="0">
                <a:pos x="connsiteX2" y="connsiteY2"/>
              </a:cxn>
            </a:cxnLst>
            <a:rect l="l" t="t" r="r" b="b"/>
            <a:pathLst>
              <a:path w="2830606" h="477371">
                <a:moveTo>
                  <a:pt x="0" y="477371"/>
                </a:moveTo>
                <a:lnTo>
                  <a:pt x="2830606" y="477371"/>
                </a:lnTo>
                <a:lnTo>
                  <a:pt x="2830606" y="0"/>
                </a:lnTo>
              </a:path>
            </a:pathLst>
          </a:custGeom>
          <a:noFill/>
          <a:ln w="15875">
            <a:solidFill>
              <a:schemeClr val="accent2"/>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4" name="Marcador de número de diapositiva 3">
            <a:extLst>
              <a:ext uri="{FF2B5EF4-FFF2-40B4-BE49-F238E27FC236}">
                <a16:creationId xmlns:a16="http://schemas.microsoft.com/office/drawing/2014/main" id="{31452DD2-68C2-45FB-5ED5-30BDECA763A6}"/>
              </a:ext>
            </a:extLst>
          </p:cNvPr>
          <p:cNvSpPr>
            <a:spLocks noGrp="1"/>
          </p:cNvSpPr>
          <p:nvPr>
            <p:ph type="sldNum" sz="quarter" idx="12"/>
          </p:nvPr>
        </p:nvSpPr>
        <p:spPr/>
        <p:txBody>
          <a:bodyPr/>
          <a:lstStyle/>
          <a:p>
            <a:pPr defTabSz="371292" fontAlgn="auto">
              <a:spcBef>
                <a:spcPts val="0"/>
              </a:spcBef>
              <a:spcAft>
                <a:spcPts val="0"/>
              </a:spcAft>
            </a:pPr>
            <a:fld id="{6D22F896-40B5-4ADD-8801-0D06FADFA095}" type="slidenum">
              <a:rPr lang="es-ES">
                <a:solidFill>
                  <a:srgbClr val="E6E6E6">
                    <a:lumMod val="10000"/>
                  </a:srgbClr>
                </a:solidFill>
                <a:latin typeface="Tw Cen MT" panose="020B0602020104020603"/>
              </a:rPr>
              <a:pPr defTabSz="371292" fontAlgn="auto">
                <a:spcBef>
                  <a:spcPts val="0"/>
                </a:spcBef>
                <a:spcAft>
                  <a:spcPts val="0"/>
                </a:spcAft>
              </a:pPr>
              <a:t>129</a:t>
            </a:fld>
            <a:endParaRPr lang="es-ES">
              <a:solidFill>
                <a:srgbClr val="E6E6E6">
                  <a:lumMod val="10000"/>
                </a:srgbClr>
              </a:solidFill>
              <a:latin typeface="Tw Cen MT" panose="020B0602020104020603"/>
            </a:endParaRPr>
          </a:p>
        </p:txBody>
      </p:sp>
    </p:spTree>
    <p:extLst>
      <p:ext uri="{BB962C8B-B14F-4D97-AF65-F5344CB8AC3E}">
        <p14:creationId xmlns:p14="http://schemas.microsoft.com/office/powerpoint/2010/main" val="281617029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B64ABE-6E04-6674-1ED5-46EA7B9C8D1B}"/>
              </a:ext>
            </a:extLst>
          </p:cNvPr>
          <p:cNvSpPr>
            <a:spLocks noGrp="1"/>
          </p:cNvSpPr>
          <p:nvPr>
            <p:ph type="title"/>
          </p:nvPr>
        </p:nvSpPr>
        <p:spPr>
          <a:xfrm>
            <a:off x="926952" y="1260279"/>
            <a:ext cx="8044754" cy="1200761"/>
          </a:xfrm>
        </p:spPr>
        <p:txBody>
          <a:bodyPr/>
          <a:lstStyle/>
          <a:p>
            <a:r>
              <a:rPr lang="es-ES" sz="3573" dirty="0">
                <a:latin typeface="Rockwell" panose="02060603020205020403" pitchFamily="18" charset="0"/>
              </a:rPr>
              <a:t>Repertorio de instrucciones:</a:t>
            </a:r>
            <a:br>
              <a:rPr lang="es-ES" sz="3573" dirty="0">
                <a:latin typeface="Rockwell" panose="02060603020205020403" pitchFamily="18" charset="0"/>
              </a:rPr>
            </a:br>
            <a:r>
              <a:rPr lang="es-ES" sz="2599" dirty="0">
                <a:solidFill>
                  <a:schemeClr val="accent2"/>
                </a:solidFill>
                <a:latin typeface="Rockwell" panose="02060603020205020403" pitchFamily="18" charset="0"/>
              </a:rPr>
              <a:t>de transferencia de datos (I)</a:t>
            </a:r>
          </a:p>
        </p:txBody>
      </p:sp>
      <p:sp>
        <p:nvSpPr>
          <p:cNvPr id="3" name="Marcador de contenido 2">
            <a:extLst>
              <a:ext uri="{FF2B5EF4-FFF2-40B4-BE49-F238E27FC236}">
                <a16:creationId xmlns:a16="http://schemas.microsoft.com/office/drawing/2014/main" id="{9437CEA7-0E7F-23D4-45B7-3BBAA1AB3672}"/>
              </a:ext>
            </a:extLst>
          </p:cNvPr>
          <p:cNvSpPr>
            <a:spLocks noGrp="1"/>
          </p:cNvSpPr>
          <p:nvPr>
            <p:ph idx="1"/>
          </p:nvPr>
        </p:nvSpPr>
        <p:spPr>
          <a:xfrm>
            <a:off x="926952" y="6019883"/>
            <a:ext cx="7181507" cy="640613"/>
          </a:xfrm>
        </p:spPr>
        <p:txBody>
          <a:bodyPr>
            <a:normAutofit fontScale="77500" lnSpcReduction="20000"/>
          </a:bodyPr>
          <a:lstStyle/>
          <a:p>
            <a:r>
              <a:rPr lang="es-ES" sz="1624" dirty="0"/>
              <a:t>Existen </a:t>
            </a:r>
            <a:r>
              <a:rPr lang="es-ES" sz="1624" dirty="0">
                <a:solidFill>
                  <a:schemeClr val="accent2"/>
                </a:solidFill>
              </a:rPr>
              <a:t>instrucciones diferentes </a:t>
            </a:r>
            <a:r>
              <a:rPr lang="es-ES" sz="1624" dirty="0"/>
              <a:t>para copiar datos de </a:t>
            </a:r>
            <a:r>
              <a:rPr lang="es-ES" sz="1624" dirty="0">
                <a:solidFill>
                  <a:schemeClr val="accent2"/>
                </a:solidFill>
              </a:rPr>
              <a:t>8</a:t>
            </a:r>
            <a:r>
              <a:rPr lang="es-ES" sz="1624" dirty="0"/>
              <a:t>, </a:t>
            </a:r>
            <a:r>
              <a:rPr lang="es-ES" sz="1624" dirty="0">
                <a:solidFill>
                  <a:schemeClr val="accent2"/>
                </a:solidFill>
              </a:rPr>
              <a:t>16</a:t>
            </a:r>
            <a:r>
              <a:rPr lang="es-ES" sz="1624" dirty="0"/>
              <a:t> o </a:t>
            </a:r>
            <a:r>
              <a:rPr lang="es-ES" sz="1624" dirty="0">
                <a:solidFill>
                  <a:schemeClr val="accent2"/>
                </a:solidFill>
              </a:rPr>
              <a:t>32 bits</a:t>
            </a:r>
          </a:p>
          <a:p>
            <a:r>
              <a:rPr lang="es-ES" sz="1624" dirty="0"/>
              <a:t>Existen </a:t>
            </a:r>
            <a:r>
              <a:rPr lang="es-ES" sz="1624" dirty="0">
                <a:solidFill>
                  <a:schemeClr val="accent2"/>
                </a:solidFill>
              </a:rPr>
              <a:t>instrucciones diferentes </a:t>
            </a:r>
            <a:r>
              <a:rPr lang="es-ES" sz="1624" dirty="0"/>
              <a:t>para cargar datos extendiendo el signo o completando con ceros</a:t>
            </a:r>
          </a:p>
        </p:txBody>
      </p:sp>
      <p:graphicFrame>
        <p:nvGraphicFramePr>
          <p:cNvPr id="22" name="Marcador de contenido 5">
            <a:extLst>
              <a:ext uri="{FF2B5EF4-FFF2-40B4-BE49-F238E27FC236}">
                <a16:creationId xmlns:a16="http://schemas.microsoft.com/office/drawing/2014/main" id="{F662A3E1-341C-2CDA-2CDE-A8C4B4B7B04F}"/>
              </a:ext>
            </a:extLst>
          </p:cNvPr>
          <p:cNvGraphicFramePr>
            <a:graphicFrameLocks/>
          </p:cNvGraphicFramePr>
          <p:nvPr/>
        </p:nvGraphicFramePr>
        <p:xfrm>
          <a:off x="926953" y="2352299"/>
          <a:ext cx="8044756" cy="3667587"/>
        </p:xfrm>
        <a:graphic>
          <a:graphicData uri="http://schemas.openxmlformats.org/drawingml/2006/table">
            <a:tbl>
              <a:tblPr firstRow="1" bandRow="1">
                <a:tableStyleId>{2D5ABB26-0587-4C30-8999-92F81FD0307C}</a:tableStyleId>
              </a:tblPr>
              <a:tblGrid>
                <a:gridCol w="1748566">
                  <a:extLst>
                    <a:ext uri="{9D8B030D-6E8A-4147-A177-3AD203B41FA5}">
                      <a16:colId xmlns:a16="http://schemas.microsoft.com/office/drawing/2014/main" val="936975246"/>
                    </a:ext>
                  </a:extLst>
                </a:gridCol>
                <a:gridCol w="2336984">
                  <a:extLst>
                    <a:ext uri="{9D8B030D-6E8A-4147-A177-3AD203B41FA5}">
                      <a16:colId xmlns:a16="http://schemas.microsoft.com/office/drawing/2014/main" val="1489359660"/>
                    </a:ext>
                  </a:extLst>
                </a:gridCol>
                <a:gridCol w="3959206">
                  <a:extLst>
                    <a:ext uri="{9D8B030D-6E8A-4147-A177-3AD203B41FA5}">
                      <a16:colId xmlns:a16="http://schemas.microsoft.com/office/drawing/2014/main" val="3571882013"/>
                    </a:ext>
                  </a:extLst>
                </a:gridCol>
              </a:tblGrid>
              <a:tr h="301163">
                <a:tc>
                  <a:txBody>
                    <a:bodyPr/>
                    <a:lstStyle/>
                    <a:p>
                      <a:pPr algn="l"/>
                      <a:r>
                        <a:rPr lang="es-ES" sz="1300" b="1" dirty="0">
                          <a:solidFill>
                            <a:schemeClr val="bg1">
                              <a:lumMod val="10000"/>
                            </a:schemeClr>
                          </a:solidFill>
                        </a:rPr>
                        <a:t>Instrucción</a:t>
                      </a:r>
                      <a:endParaRPr lang="es-ES" sz="13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l"/>
                      <a:r>
                        <a:rPr lang="es-ES" sz="1300" b="1" dirty="0">
                          <a:solidFill>
                            <a:schemeClr val="bg1">
                              <a:lumMod val="10000"/>
                            </a:schemeClr>
                          </a:solidFill>
                        </a:rPr>
                        <a:t>Operación</a:t>
                      </a:r>
                      <a:endParaRPr lang="es-ES" sz="13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l"/>
                      <a:r>
                        <a:rPr lang="es-ES" sz="1300" b="1" dirty="0">
                          <a:solidFill>
                            <a:schemeClr val="bg1">
                              <a:lumMod val="10000"/>
                            </a:schemeClr>
                          </a:solidFill>
                        </a:rPr>
                        <a:t>Descripción</a:t>
                      </a:r>
                    </a:p>
                  </a:txBody>
                  <a:tcPr marL="74259" marR="74259" marT="37130" marB="37130">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653347337"/>
                  </a:ext>
                </a:extLst>
              </a:tr>
              <a:tr h="420803">
                <a:tc>
                  <a:txBody>
                    <a:bodyPr/>
                    <a:lstStyle/>
                    <a:p>
                      <a:pPr algn="l"/>
                      <a:r>
                        <a:rPr lang="es-ES" sz="1100" b="1" i="0" dirty="0" err="1">
                          <a:solidFill>
                            <a:schemeClr val="accent2"/>
                          </a:solidFill>
                          <a:latin typeface="Courier New" panose="02070309020205020404" pitchFamily="49" charset="0"/>
                          <a:cs typeface="Courier New" panose="02070309020205020404" pitchFamily="49" charset="0"/>
                        </a:rPr>
                        <a:t>lw</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dirty="0" err="1">
                          <a:solidFill>
                            <a:schemeClr val="bg1">
                              <a:lumMod val="10000"/>
                            </a:schemeClr>
                          </a:solidFill>
                          <a:latin typeface="Courier New" panose="02070309020205020404" pitchFamily="49" charset="0"/>
                          <a:cs typeface="Courier New" panose="02070309020205020404" pitchFamily="49" charset="0"/>
                        </a:rPr>
                        <a:t>rd</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baseline="0" dirty="0">
                          <a:solidFill>
                            <a:schemeClr val="bg1">
                              <a:lumMod val="10000"/>
                            </a:schemeClr>
                          </a:solidFill>
                          <a:latin typeface="Courier New" panose="02070309020205020404" pitchFamily="49" charset="0"/>
                          <a:cs typeface="Courier New" panose="02070309020205020404" pitchFamily="49" charset="0"/>
                        </a:rPr>
                        <a:t>imm</a:t>
                      </a:r>
                      <a:r>
                        <a:rPr lang="es-ES" sz="1100" b="1" i="0" baseline="-25000" dirty="0">
                          <a:solidFill>
                            <a:schemeClr val="bg1">
                              <a:lumMod val="10000"/>
                            </a:schemeClr>
                          </a:solidFill>
                          <a:latin typeface="Courier New" panose="02070309020205020404" pitchFamily="49" charset="0"/>
                          <a:cs typeface="Courier New" panose="02070309020205020404" pitchFamily="49" charset="0"/>
                        </a:rPr>
                        <a:t>12b</a:t>
                      </a:r>
                      <a:r>
                        <a:rPr lang="es-ES" sz="1100" b="1" i="0" dirty="0">
                          <a:solidFill>
                            <a:schemeClr val="bg1">
                              <a:lumMod val="10000"/>
                            </a:schemeClr>
                          </a:solidFill>
                          <a:latin typeface="Courier New" panose="02070309020205020404" pitchFamily="49" charset="0"/>
                          <a:cs typeface="Courier New" panose="02070309020205020404" pitchFamily="49" charset="0"/>
                        </a:rPr>
                        <a:t>(rs1)</a:t>
                      </a:r>
                    </a:p>
                  </a:txBody>
                  <a:tcPr marL="74259" marR="74259" marT="37130" marB="37130">
                    <a:lnT w="12700" cap="flat" cmpd="sng" algn="ctr">
                      <a:solidFill>
                        <a:schemeClr val="accent2"/>
                      </a:solidFill>
                      <a:prstDash val="solid"/>
                      <a:round/>
                      <a:headEnd type="none" w="med" len="med"/>
                      <a:tailEnd type="none" w="med" len="med"/>
                    </a:lnT>
                    <a:solidFill>
                      <a:schemeClr val="accent2">
                        <a:lumMod val="20000"/>
                        <a:lumOff val="80000"/>
                      </a:schemeClr>
                    </a:solidFill>
                  </a:tcPr>
                </a:tc>
                <a:tc>
                  <a:txBody>
                    <a:bodyPr/>
                    <a:lstStyle/>
                    <a:p>
                      <a:pPr algn="l"/>
                      <a:r>
                        <a:rPr lang="es-ES" sz="1100" b="0" dirty="0" err="1">
                          <a:solidFill>
                            <a:schemeClr val="bg1">
                              <a:lumMod val="10000"/>
                            </a:schemeClr>
                          </a:solidFill>
                        </a:rPr>
                        <a:t>rd</a:t>
                      </a:r>
                      <a:r>
                        <a:rPr lang="es-ES" sz="1100" b="0" dirty="0">
                          <a:solidFill>
                            <a:schemeClr val="bg1">
                              <a:lumMod val="10000"/>
                            </a:schemeClr>
                          </a:solidFill>
                        </a:rPr>
                        <a:t> </a:t>
                      </a:r>
                      <a:r>
                        <a:rPr lang="es-ES" sz="1100" b="0" dirty="0">
                          <a:solidFill>
                            <a:schemeClr val="bg1">
                              <a:lumMod val="10000"/>
                            </a:schemeClr>
                          </a:solidFill>
                          <a:sym typeface="Wingdings" pitchFamily="2" charset="2"/>
                        </a:rPr>
                        <a:t> </a:t>
                      </a:r>
                      <a:r>
                        <a:rPr lang="es-ES" sz="1100" b="0" dirty="0" err="1">
                          <a:solidFill>
                            <a:schemeClr val="bg1">
                              <a:lumMod val="10000"/>
                            </a:schemeClr>
                          </a:solidFill>
                          <a:sym typeface="Wingdings" pitchFamily="2" charset="2"/>
                        </a:rPr>
                        <a:t>Mem</a:t>
                      </a:r>
                      <a:r>
                        <a:rPr lang="es-ES" sz="1100" b="0" dirty="0">
                          <a:solidFill>
                            <a:schemeClr val="bg1">
                              <a:lumMod val="10000"/>
                            </a:schemeClr>
                          </a:solidFill>
                          <a:sym typeface="Wingdings" pitchFamily="2" charset="2"/>
                        </a:rPr>
                        <a:t>[rs1 + </a:t>
                      </a:r>
                      <a:r>
                        <a:rPr lang="es-ES" sz="1100" b="0" dirty="0" err="1">
                          <a:solidFill>
                            <a:schemeClr val="bg1">
                              <a:lumMod val="10000"/>
                            </a:schemeClr>
                          </a:solidFill>
                          <a:sym typeface="Wingdings" pitchFamily="2" charset="2"/>
                        </a:rPr>
                        <a:t>sExt</a:t>
                      </a:r>
                      <a:r>
                        <a:rPr lang="es-ES" sz="1100" b="0" dirty="0">
                          <a:solidFill>
                            <a:schemeClr val="bg1">
                              <a:lumMod val="10000"/>
                            </a:schemeClr>
                          </a:solidFill>
                          <a:sym typeface="Wingdings" pitchFamily="2" charset="2"/>
                        </a:rPr>
                        <a:t>(</a:t>
                      </a:r>
                      <a:r>
                        <a:rPr lang="es-ES" sz="1100" b="0" dirty="0" err="1">
                          <a:solidFill>
                            <a:schemeClr val="bg1">
                              <a:lumMod val="10000"/>
                            </a:schemeClr>
                          </a:solidFill>
                          <a:sym typeface="Wingdings" pitchFamily="2" charset="2"/>
                        </a:rPr>
                        <a:t>imm</a:t>
                      </a:r>
                      <a:r>
                        <a:rPr lang="es-ES" sz="1100" b="0" dirty="0">
                          <a:solidFill>
                            <a:schemeClr val="bg1">
                              <a:lumMod val="10000"/>
                            </a:schemeClr>
                          </a:solidFill>
                          <a:sym typeface="Wingdings" pitchFamily="2" charset="2"/>
                        </a:rPr>
                        <a:t>)]</a:t>
                      </a:r>
                      <a:endParaRPr lang="es-ES" sz="1100" b="0" i="0" dirty="0">
                        <a:solidFill>
                          <a:schemeClr val="bg1">
                            <a:lumMod val="10000"/>
                          </a:schemeClr>
                        </a:solidFill>
                        <a:latin typeface="+mn-lt"/>
                        <a:cs typeface="Courier New" panose="02070309020205020404" pitchFamily="49" charset="0"/>
                      </a:endParaRPr>
                    </a:p>
                  </a:txBody>
                  <a:tcPr marL="74259" marR="74259" marT="37130" marB="37130">
                    <a:lnT w="12700" cap="flat" cmpd="sng" algn="ctr">
                      <a:solidFill>
                        <a:schemeClr val="accent2"/>
                      </a:solidFill>
                      <a:prstDash val="solid"/>
                      <a:round/>
                      <a:headEnd type="none" w="med" len="med"/>
                      <a:tailEnd type="none" w="med" len="med"/>
                    </a:lnT>
                    <a:solidFill>
                      <a:schemeClr val="accent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rgbClr val="C00000"/>
                          </a:solidFill>
                        </a:rPr>
                        <a:t>l</a:t>
                      </a:r>
                      <a:r>
                        <a:rPr lang="es-ES" sz="1100" b="0" dirty="0">
                          <a:solidFill>
                            <a:schemeClr val="bg1">
                              <a:lumMod val="10000"/>
                            </a:schemeClr>
                          </a:solidFill>
                        </a:rPr>
                        <a:t>oad</a:t>
                      </a:r>
                      <a:r>
                        <a:rPr lang="es-ES" sz="1100" b="0" dirty="0">
                          <a:solidFill>
                            <a:srgbClr val="C00000"/>
                          </a:solidFill>
                        </a:rPr>
                        <a:t> </a:t>
                      </a:r>
                      <a:r>
                        <a:rPr lang="es-ES" sz="1100" b="0" dirty="0" err="1">
                          <a:solidFill>
                            <a:srgbClr val="C00000"/>
                          </a:solidFill>
                        </a:rPr>
                        <a:t>w</a:t>
                      </a:r>
                      <a:r>
                        <a:rPr lang="es-ES" sz="1100" b="0" dirty="0" err="1">
                          <a:solidFill>
                            <a:schemeClr val="bg1">
                              <a:lumMod val="10000"/>
                            </a:schemeClr>
                          </a:solidFill>
                        </a:rPr>
                        <a:t>ord</a:t>
                      </a:r>
                      <a:r>
                        <a:rPr lang="es-ES" sz="1100" b="0" dirty="0">
                          <a:solidFill>
                            <a:schemeClr val="bg1">
                              <a:lumMod val="10000"/>
                            </a:schemeClr>
                          </a:solidFill>
                        </a:rPr>
                        <a:t> </a:t>
                      </a:r>
                    </a:p>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rPr>
                        <a:t>carga palabra</a:t>
                      </a:r>
                      <a:endParaRPr lang="es-ES" sz="1100" b="0" dirty="0">
                        <a:solidFill>
                          <a:schemeClr val="accent2"/>
                        </a:solidFill>
                        <a:latin typeface="+mn-lt"/>
                      </a:endParaRPr>
                    </a:p>
                  </a:txBody>
                  <a:tcPr marL="74259" marR="74259" marT="37130" marB="37130">
                    <a:lnT w="12700" cap="flat" cmpd="sng" algn="ctr">
                      <a:solidFill>
                        <a:schemeClr val="accent2"/>
                      </a:solidFill>
                      <a:prstDash val="solid"/>
                      <a:round/>
                      <a:headEnd type="none" w="med" len="med"/>
                      <a:tailEnd type="none" w="med" len="med"/>
                    </a:lnT>
                    <a:solidFill>
                      <a:schemeClr val="accent2">
                        <a:lumMod val="20000"/>
                        <a:lumOff val="80000"/>
                      </a:schemeClr>
                    </a:solidFill>
                  </a:tcPr>
                </a:tc>
                <a:extLst>
                  <a:ext uri="{0D108BD9-81ED-4DB2-BD59-A6C34878D82A}">
                    <a16:rowId xmlns:a16="http://schemas.microsoft.com/office/drawing/2014/main" val="675244972"/>
                  </a:ext>
                </a:extLst>
              </a:tr>
              <a:tr h="420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1" i="0" u="none" strike="noStrike" kern="1200" cap="none" spc="0" normalizeH="0" baseline="0" noProof="0" dirty="0" err="1">
                          <a:ln>
                            <a:noFill/>
                          </a:ln>
                          <a:solidFill>
                            <a:srgbClr val="2683C6"/>
                          </a:solidFill>
                          <a:effectLst/>
                          <a:uLnTx/>
                          <a:uFillTx/>
                          <a:latin typeface="Courier New" panose="02070309020205020404" pitchFamily="49" charset="0"/>
                          <a:ea typeface="+mn-ea"/>
                          <a:cs typeface="Courier New" panose="02070309020205020404" pitchFamily="49" charset="0"/>
                        </a:rPr>
                        <a:t>lh</a:t>
                      </a:r>
                      <a:r>
                        <a:rPr kumimoji="0" lang="es-ES" sz="1100" b="1" i="0" u="none" strike="noStrike" kern="1200" cap="none" spc="0" normalizeH="0" baseline="0" noProof="0" dirty="0">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 </a:t>
                      </a:r>
                      <a:r>
                        <a:rPr kumimoji="0" lang="es-ES" sz="1100" b="1" i="0" u="none" strike="noStrike" kern="1200" cap="none" spc="0" normalizeH="0" baseline="0" noProof="0" dirty="0" err="1">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rd</a:t>
                      </a:r>
                      <a:r>
                        <a:rPr kumimoji="0" lang="es-ES" sz="1100" b="1" i="0" u="none" strike="noStrike" kern="1200" cap="none" spc="0" normalizeH="0" baseline="0" noProof="0" dirty="0">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 imm</a:t>
                      </a:r>
                      <a:r>
                        <a:rPr kumimoji="0" lang="es-ES" sz="1100" b="1" i="0" u="none" strike="noStrike" kern="1200" cap="none" spc="0" normalizeH="0" baseline="-25000" noProof="0" dirty="0">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12b</a:t>
                      </a:r>
                      <a:r>
                        <a:rPr kumimoji="0" lang="es-ES" sz="1100" b="1" i="0" u="none" strike="noStrike" kern="1200" cap="none" spc="0" normalizeH="0" baseline="0" noProof="0" dirty="0">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(rs1)</a:t>
                      </a:r>
                    </a:p>
                  </a:txBody>
                  <a:tcPr marL="74259" marR="74259" marT="37130" marB="3713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rPr>
                        <a:t>rd</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rPr>
                        <a:t> </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 </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sym typeface="Wingdings" pitchFamily="2" charset="2"/>
                        </a:rPr>
                        <a:t>sExt</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sym typeface="Wingdings" pitchFamily="2" charset="2"/>
                        </a:rPr>
                        <a:t>Mem</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[rs1 + </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sym typeface="Wingdings" pitchFamily="2" charset="2"/>
                        </a:rPr>
                        <a:t>sExt</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sym typeface="Wingdings" pitchFamily="2" charset="2"/>
                        </a:rPr>
                        <a:t>imm</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a:t>
                      </a:r>
                      <a:r>
                        <a:rPr kumimoji="0" lang="es-ES" sz="1100" b="0" i="0" u="none" strike="noStrike" kern="1200" cap="none" spc="0" normalizeH="0" baseline="-25000" noProof="0" dirty="0">
                          <a:ln>
                            <a:noFill/>
                          </a:ln>
                          <a:solidFill>
                            <a:srgbClr val="E6E6E6">
                              <a:lumMod val="10000"/>
                            </a:srgbClr>
                          </a:solidFill>
                          <a:effectLst/>
                          <a:uLnTx/>
                          <a:uFillTx/>
                          <a:latin typeface="Tw Cen MT" panose="020B0602020104020603"/>
                          <a:ea typeface="+mn-ea"/>
                          <a:cs typeface="+mn-cs"/>
                          <a:sym typeface="Wingdings" pitchFamily="2" charset="2"/>
                        </a:rPr>
                        <a:t>15:0</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a:t>
                      </a:r>
                      <a:endPar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Courier New" panose="02070309020205020404" pitchFamily="49" charset="0"/>
                      </a:endParaRPr>
                    </a:p>
                  </a:txBody>
                  <a:tcPr marL="74259" marR="74259" marT="37130" marB="3713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rgbClr val="C00000"/>
                          </a:solidFill>
                          <a:effectLst/>
                          <a:uLnTx/>
                          <a:uFillTx/>
                          <a:latin typeface="Tw Cen MT" panose="020B0602020104020603"/>
                          <a:ea typeface="+mn-ea"/>
                          <a:cs typeface="+mn-cs"/>
                        </a:rPr>
                        <a:t>l</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rPr>
                        <a:t>oad</a:t>
                      </a:r>
                      <a:r>
                        <a:rPr kumimoji="0" lang="es-ES" sz="1100" b="0" i="0" u="none" strike="noStrike" kern="1200" cap="none" spc="0" normalizeH="0" baseline="0" noProof="0" dirty="0">
                          <a:ln>
                            <a:noFill/>
                          </a:ln>
                          <a:solidFill>
                            <a:srgbClr val="C00000"/>
                          </a:solidFill>
                          <a:effectLst/>
                          <a:uLnTx/>
                          <a:uFillTx/>
                          <a:latin typeface="Tw Cen MT" panose="020B0602020104020603"/>
                          <a:ea typeface="+mn-ea"/>
                          <a:cs typeface="+mn-cs"/>
                        </a:rPr>
                        <a:t> </a:t>
                      </a:r>
                      <a:r>
                        <a:rPr kumimoji="0" lang="es-ES" sz="1100" b="0" i="0" u="none" strike="noStrike" kern="1200" cap="none" spc="0" normalizeH="0" baseline="0" noProof="0" dirty="0" err="1">
                          <a:ln>
                            <a:noFill/>
                          </a:ln>
                          <a:solidFill>
                            <a:srgbClr val="C00000"/>
                          </a:solidFill>
                          <a:effectLst/>
                          <a:uLnTx/>
                          <a:uFillTx/>
                          <a:latin typeface="Tw Cen MT" panose="020B0602020104020603"/>
                          <a:ea typeface="+mn-ea"/>
                          <a:cs typeface="+mn-cs"/>
                        </a:rPr>
                        <a:t>h</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rPr>
                        <a:t>alf</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rgbClr val="2683C6"/>
                          </a:solidFill>
                          <a:effectLst/>
                          <a:uLnTx/>
                          <a:uFillTx/>
                          <a:latin typeface="Tw Cen MT" panose="020B0602020104020603"/>
                          <a:ea typeface="+mn-ea"/>
                          <a:cs typeface="+mn-cs"/>
                        </a:rPr>
                        <a:t>carga media palabra con signo</a:t>
                      </a:r>
                    </a:p>
                  </a:txBody>
                  <a:tcPr marL="74259" marR="74259" marT="37130" marB="37130"/>
                </a:tc>
                <a:extLst>
                  <a:ext uri="{0D108BD9-81ED-4DB2-BD59-A6C34878D82A}">
                    <a16:rowId xmlns:a16="http://schemas.microsoft.com/office/drawing/2014/main" val="3628958978"/>
                  </a:ext>
                </a:extLst>
              </a:tr>
              <a:tr h="420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1" i="0" u="none" strike="noStrike" kern="1200" cap="none" spc="0" normalizeH="0" baseline="0" noProof="0" dirty="0" err="1">
                          <a:ln>
                            <a:noFill/>
                          </a:ln>
                          <a:solidFill>
                            <a:srgbClr val="2683C6"/>
                          </a:solidFill>
                          <a:effectLst/>
                          <a:uLnTx/>
                          <a:uFillTx/>
                          <a:latin typeface="Courier New" panose="02070309020205020404" pitchFamily="49" charset="0"/>
                          <a:ea typeface="+mn-ea"/>
                          <a:cs typeface="Courier New" panose="02070309020205020404" pitchFamily="49" charset="0"/>
                        </a:rPr>
                        <a:t>lhu</a:t>
                      </a:r>
                      <a:r>
                        <a:rPr kumimoji="0" lang="es-ES" sz="1100" b="1" i="0" u="none" strike="noStrike" kern="1200" cap="none" spc="0" normalizeH="0" baseline="0" noProof="0" dirty="0">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 </a:t>
                      </a:r>
                      <a:r>
                        <a:rPr kumimoji="0" lang="es-ES" sz="1100" b="1" i="0" u="none" strike="noStrike" kern="1200" cap="none" spc="0" normalizeH="0" baseline="0" noProof="0" dirty="0" err="1">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rd</a:t>
                      </a:r>
                      <a:r>
                        <a:rPr kumimoji="0" lang="es-ES" sz="1100" b="1" i="0" u="none" strike="noStrike" kern="1200" cap="none" spc="0" normalizeH="0" baseline="0" noProof="0" dirty="0">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 imm</a:t>
                      </a:r>
                      <a:r>
                        <a:rPr kumimoji="0" lang="es-ES" sz="1100" b="1" i="0" u="none" strike="noStrike" kern="1200" cap="none" spc="0" normalizeH="0" baseline="-25000" noProof="0" dirty="0">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12b</a:t>
                      </a:r>
                      <a:r>
                        <a:rPr kumimoji="0" lang="es-ES" sz="1100" b="1" i="0" u="none" strike="noStrike" kern="1200" cap="none" spc="0" normalizeH="0" baseline="0" noProof="0" dirty="0">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(rs1)</a:t>
                      </a:r>
                    </a:p>
                  </a:txBody>
                  <a:tcPr marL="74259" marR="74259" marT="37130" marB="37130">
                    <a:lnB>
                      <a:noFill/>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err="1">
                          <a:ln>
                            <a:noFill/>
                          </a:ln>
                          <a:solidFill>
                            <a:srgbClr val="E6E6E6">
                              <a:lumMod val="10000"/>
                            </a:srgbClr>
                          </a:solidFill>
                          <a:effectLst/>
                          <a:uLnTx/>
                          <a:uFillTx/>
                          <a:latin typeface="+mn-lt"/>
                          <a:ea typeface="+mn-ea"/>
                          <a:cs typeface="+mn-cs"/>
                        </a:rPr>
                        <a:t>rd</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rPr>
                        <a:t> </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sym typeface="Wingdings" pitchFamily="2" charset="2"/>
                        </a:rPr>
                        <a:t> </a:t>
                      </a:r>
                      <a:r>
                        <a:rPr kumimoji="0" lang="es-ES" sz="1100" b="0" i="0" u="none" strike="noStrike" kern="1200" cap="none" spc="0" normalizeH="0" baseline="0" noProof="0" dirty="0" err="1">
                          <a:ln>
                            <a:noFill/>
                          </a:ln>
                          <a:solidFill>
                            <a:srgbClr val="E6E6E6">
                              <a:lumMod val="10000"/>
                            </a:srgbClr>
                          </a:solidFill>
                          <a:effectLst/>
                          <a:uLnTx/>
                          <a:uFillTx/>
                          <a:latin typeface="+mn-lt"/>
                          <a:ea typeface="+mn-ea"/>
                          <a:cs typeface="+mn-cs"/>
                          <a:sym typeface="Wingdings" pitchFamily="2" charset="2"/>
                        </a:rPr>
                        <a:t>zExt</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sym typeface="Wingdings" pitchFamily="2" charset="2"/>
                        </a:rPr>
                        <a:t>(</a:t>
                      </a:r>
                      <a:r>
                        <a:rPr kumimoji="0" lang="es-ES" sz="1100" b="0" i="0" u="none" strike="noStrike" kern="1200" cap="none" spc="0" normalizeH="0" baseline="0" noProof="0" dirty="0" err="1">
                          <a:ln>
                            <a:noFill/>
                          </a:ln>
                          <a:solidFill>
                            <a:srgbClr val="E6E6E6">
                              <a:lumMod val="10000"/>
                            </a:srgbClr>
                          </a:solidFill>
                          <a:effectLst/>
                          <a:uLnTx/>
                          <a:uFillTx/>
                          <a:latin typeface="+mn-lt"/>
                          <a:ea typeface="+mn-ea"/>
                          <a:cs typeface="+mn-cs"/>
                          <a:sym typeface="Wingdings" pitchFamily="2" charset="2"/>
                        </a:rPr>
                        <a:t>Mem</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sym typeface="Wingdings" pitchFamily="2" charset="2"/>
                        </a:rPr>
                        <a:t>[rs1 + </a:t>
                      </a:r>
                      <a:r>
                        <a:rPr kumimoji="0" lang="es-ES" sz="1100" b="0" i="0" u="none" strike="noStrike" kern="1200" cap="none" spc="0" normalizeH="0" baseline="0" noProof="0" dirty="0" err="1">
                          <a:ln>
                            <a:noFill/>
                          </a:ln>
                          <a:solidFill>
                            <a:srgbClr val="E6E6E6">
                              <a:lumMod val="10000"/>
                            </a:srgbClr>
                          </a:solidFill>
                          <a:effectLst/>
                          <a:uLnTx/>
                          <a:uFillTx/>
                          <a:latin typeface="+mn-lt"/>
                          <a:ea typeface="+mn-ea"/>
                          <a:cs typeface="+mn-cs"/>
                          <a:sym typeface="Wingdings" pitchFamily="2" charset="2"/>
                        </a:rPr>
                        <a:t>sExt</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sym typeface="Wingdings" pitchFamily="2" charset="2"/>
                        </a:rPr>
                        <a:t>(</a:t>
                      </a:r>
                      <a:r>
                        <a:rPr kumimoji="0" lang="es-ES" sz="1100" b="0" i="0" u="none" strike="noStrike" kern="1200" cap="none" spc="0" normalizeH="0" baseline="0" noProof="0" dirty="0" err="1">
                          <a:ln>
                            <a:noFill/>
                          </a:ln>
                          <a:solidFill>
                            <a:srgbClr val="E6E6E6">
                              <a:lumMod val="10000"/>
                            </a:srgbClr>
                          </a:solidFill>
                          <a:effectLst/>
                          <a:uLnTx/>
                          <a:uFillTx/>
                          <a:latin typeface="+mn-lt"/>
                          <a:ea typeface="+mn-ea"/>
                          <a:cs typeface="+mn-cs"/>
                          <a:sym typeface="Wingdings" pitchFamily="2" charset="2"/>
                        </a:rPr>
                        <a:t>imm</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sym typeface="Wingdings" pitchFamily="2" charset="2"/>
                        </a:rPr>
                        <a:t>)]</a:t>
                      </a:r>
                      <a:r>
                        <a:rPr kumimoji="0" lang="es-ES" sz="1100" b="0" i="0" u="none" strike="noStrike" kern="1200" cap="none" spc="0" normalizeH="0" baseline="-25000" noProof="0" dirty="0">
                          <a:ln>
                            <a:noFill/>
                          </a:ln>
                          <a:solidFill>
                            <a:srgbClr val="E6E6E6">
                              <a:lumMod val="10000"/>
                            </a:srgbClr>
                          </a:solidFill>
                          <a:effectLst/>
                          <a:uLnTx/>
                          <a:uFillTx/>
                          <a:latin typeface="+mn-lt"/>
                          <a:ea typeface="+mn-ea"/>
                          <a:cs typeface="+mn-cs"/>
                          <a:sym typeface="Wingdings" pitchFamily="2" charset="2"/>
                        </a:rPr>
                        <a:t>15:0</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sym typeface="Wingdings" pitchFamily="2" charset="2"/>
                        </a:rPr>
                        <a:t>)</a:t>
                      </a:r>
                      <a:endParaRPr kumimoji="0" lang="es-ES" sz="1100" b="0" i="0" u="none" strike="noStrike" kern="1200" cap="none" spc="0" normalizeH="0" baseline="0" noProof="0" dirty="0">
                        <a:ln>
                          <a:noFill/>
                        </a:ln>
                        <a:solidFill>
                          <a:srgbClr val="E6E6E6">
                            <a:lumMod val="10000"/>
                          </a:srgbClr>
                        </a:solidFill>
                        <a:effectLst/>
                        <a:uLnTx/>
                        <a:uFillTx/>
                        <a:latin typeface="+mn-lt"/>
                        <a:ea typeface="+mn-ea"/>
                        <a:cs typeface="Courier New" panose="02070309020205020404" pitchFamily="49" charset="0"/>
                      </a:endParaRPr>
                    </a:p>
                  </a:txBody>
                  <a:tcPr marL="74259" marR="74259" marT="37130" marB="37130">
                    <a:lnB>
                      <a:noFill/>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rgbClr val="C00000"/>
                          </a:solidFill>
                          <a:effectLst/>
                          <a:uLnTx/>
                          <a:uFillTx/>
                          <a:latin typeface="+mn-lt"/>
                          <a:ea typeface="+mn-ea"/>
                          <a:cs typeface="+mn-cs"/>
                        </a:rPr>
                        <a:t>l</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rPr>
                        <a:t>oad</a:t>
                      </a:r>
                      <a:r>
                        <a:rPr kumimoji="0" lang="es-ES" sz="1100" b="0" i="0" u="none" strike="noStrike" kern="1200" cap="none" spc="0" normalizeH="0" baseline="0" noProof="0" dirty="0">
                          <a:ln>
                            <a:noFill/>
                          </a:ln>
                          <a:solidFill>
                            <a:srgbClr val="C00000"/>
                          </a:solidFill>
                          <a:effectLst/>
                          <a:uLnTx/>
                          <a:uFillTx/>
                          <a:latin typeface="+mn-lt"/>
                          <a:ea typeface="+mn-ea"/>
                          <a:cs typeface="+mn-cs"/>
                        </a:rPr>
                        <a:t> </a:t>
                      </a:r>
                      <a:r>
                        <a:rPr kumimoji="0" lang="es-ES" sz="1100" b="0" i="0" u="none" strike="noStrike" kern="1200" cap="none" spc="0" normalizeH="0" baseline="0" noProof="0" dirty="0" err="1">
                          <a:ln>
                            <a:noFill/>
                          </a:ln>
                          <a:solidFill>
                            <a:srgbClr val="C00000"/>
                          </a:solidFill>
                          <a:effectLst/>
                          <a:uLnTx/>
                          <a:uFillTx/>
                          <a:latin typeface="+mn-lt"/>
                          <a:ea typeface="+mn-ea"/>
                          <a:cs typeface="+mn-cs"/>
                        </a:rPr>
                        <a:t>h</a:t>
                      </a:r>
                      <a:r>
                        <a:rPr kumimoji="0" lang="es-ES" sz="1100" b="0" i="0" u="none" strike="noStrike" kern="1200" cap="none" spc="0" normalizeH="0" baseline="0" noProof="0" dirty="0" err="1">
                          <a:ln>
                            <a:noFill/>
                          </a:ln>
                          <a:solidFill>
                            <a:srgbClr val="E6E6E6">
                              <a:lumMod val="10000"/>
                            </a:srgbClr>
                          </a:solidFill>
                          <a:effectLst/>
                          <a:uLnTx/>
                          <a:uFillTx/>
                          <a:latin typeface="+mn-lt"/>
                          <a:ea typeface="+mn-ea"/>
                          <a:cs typeface="+mn-cs"/>
                        </a:rPr>
                        <a:t>alf</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rPr>
                        <a:t> </a:t>
                      </a:r>
                      <a:r>
                        <a:rPr kumimoji="0" lang="es-ES" sz="1100" b="0" i="0" u="none" strike="noStrike" kern="1200" cap="none" spc="0" normalizeH="0" baseline="0" noProof="0" dirty="0" err="1">
                          <a:ln>
                            <a:noFill/>
                          </a:ln>
                          <a:solidFill>
                            <a:srgbClr val="C00000"/>
                          </a:solidFill>
                          <a:effectLst/>
                          <a:uLnTx/>
                          <a:uFillTx/>
                          <a:latin typeface="+mn-lt"/>
                          <a:ea typeface="+mn-ea"/>
                          <a:cs typeface="+mn-cs"/>
                        </a:rPr>
                        <a:t>u</a:t>
                      </a:r>
                      <a:r>
                        <a:rPr kumimoji="0" lang="es-ES" sz="1100" b="0" i="0" u="none" strike="noStrike" kern="1200" cap="none" spc="0" normalizeH="0" baseline="0" noProof="0" dirty="0" err="1">
                          <a:ln>
                            <a:noFill/>
                          </a:ln>
                          <a:solidFill>
                            <a:srgbClr val="E6E6E6">
                              <a:lumMod val="10000"/>
                            </a:srgbClr>
                          </a:solidFill>
                          <a:effectLst/>
                          <a:uLnTx/>
                          <a:uFillTx/>
                          <a:latin typeface="+mn-lt"/>
                          <a:ea typeface="+mn-ea"/>
                          <a:cs typeface="+mn-cs"/>
                        </a:rPr>
                        <a:t>nsigned</a:t>
                      </a:r>
                      <a:endPar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rgbClr val="2683C6"/>
                          </a:solidFill>
                          <a:effectLst/>
                          <a:uLnTx/>
                          <a:uFillTx/>
                          <a:latin typeface="+mn-lt"/>
                          <a:ea typeface="+mn-ea"/>
                          <a:cs typeface="+mn-cs"/>
                        </a:rPr>
                        <a:t>carga media palabra sin signo</a:t>
                      </a:r>
                    </a:p>
                  </a:txBody>
                  <a:tcPr marL="74259" marR="74259" marT="37130" marB="37130">
                    <a:lnB>
                      <a:noFill/>
                    </a:lnB>
                    <a:solidFill>
                      <a:schemeClr val="accent2">
                        <a:lumMod val="20000"/>
                        <a:lumOff val="80000"/>
                      </a:schemeClr>
                    </a:solidFill>
                  </a:tcPr>
                </a:tc>
                <a:extLst>
                  <a:ext uri="{0D108BD9-81ED-4DB2-BD59-A6C34878D82A}">
                    <a16:rowId xmlns:a16="http://schemas.microsoft.com/office/drawing/2014/main" val="1999614752"/>
                  </a:ext>
                </a:extLst>
              </a:tr>
              <a:tr h="420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1" i="0" u="none" strike="noStrike" kern="1200" cap="none" spc="0" normalizeH="0" baseline="0" noProof="0" dirty="0">
                          <a:ln>
                            <a:noFill/>
                          </a:ln>
                          <a:solidFill>
                            <a:srgbClr val="2683C6"/>
                          </a:solidFill>
                          <a:effectLst/>
                          <a:uLnTx/>
                          <a:uFillTx/>
                          <a:latin typeface="Courier New" panose="02070309020205020404" pitchFamily="49" charset="0"/>
                          <a:ea typeface="+mn-ea"/>
                          <a:cs typeface="Courier New" panose="02070309020205020404" pitchFamily="49" charset="0"/>
                        </a:rPr>
                        <a:t>lb</a:t>
                      </a:r>
                      <a:r>
                        <a:rPr kumimoji="0" lang="es-ES" sz="1100" b="1" i="0" u="none" strike="noStrike" kern="1200" cap="none" spc="0" normalizeH="0" baseline="0" noProof="0" dirty="0">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 </a:t>
                      </a:r>
                      <a:r>
                        <a:rPr kumimoji="0" lang="es-ES" sz="1100" b="1" i="0" u="none" strike="noStrike" kern="1200" cap="none" spc="0" normalizeH="0" baseline="0" noProof="0" dirty="0" err="1">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rd</a:t>
                      </a:r>
                      <a:r>
                        <a:rPr kumimoji="0" lang="es-ES" sz="1100" b="1" i="0" u="none" strike="noStrike" kern="1200" cap="none" spc="0" normalizeH="0" baseline="0" noProof="0" dirty="0">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 imm</a:t>
                      </a:r>
                      <a:r>
                        <a:rPr kumimoji="0" lang="es-ES" sz="1100" b="1" i="0" u="none" strike="noStrike" kern="1200" cap="none" spc="0" normalizeH="0" baseline="-25000" noProof="0" dirty="0">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12b</a:t>
                      </a:r>
                      <a:r>
                        <a:rPr kumimoji="0" lang="es-ES" sz="1100" b="1" i="0" u="none" strike="noStrike" kern="1200" cap="none" spc="0" normalizeH="0" baseline="0" noProof="0" dirty="0">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(rs1)</a:t>
                      </a:r>
                    </a:p>
                  </a:txBody>
                  <a:tcPr marL="74259" marR="74259" marT="37130" marB="37130">
                    <a:lnL>
                      <a:noFill/>
                    </a:lnL>
                    <a:lnR>
                      <a:noFill/>
                    </a:lnR>
                    <a:lnT>
                      <a:noFill/>
                    </a:lnT>
                    <a:lnB w="12700" cap="flat" cmpd="sng" algn="ctr">
                      <a:noFill/>
                      <a:prstDash val="sysDash"/>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err="1">
                          <a:ln>
                            <a:noFill/>
                          </a:ln>
                          <a:solidFill>
                            <a:srgbClr val="E6E6E6">
                              <a:lumMod val="10000"/>
                            </a:srgbClr>
                          </a:solidFill>
                          <a:effectLst/>
                          <a:uLnTx/>
                          <a:uFillTx/>
                          <a:latin typeface="+mn-lt"/>
                          <a:ea typeface="+mn-ea"/>
                          <a:cs typeface="+mn-cs"/>
                        </a:rPr>
                        <a:t>rd</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rPr>
                        <a:t> </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sym typeface="Wingdings" pitchFamily="2" charset="2"/>
                        </a:rPr>
                        <a:t> </a:t>
                      </a:r>
                      <a:r>
                        <a:rPr kumimoji="0" lang="es-ES" sz="1100" b="0" i="0" u="none" strike="noStrike" kern="1200" cap="none" spc="0" normalizeH="0" baseline="0" noProof="0" dirty="0" err="1">
                          <a:ln>
                            <a:noFill/>
                          </a:ln>
                          <a:solidFill>
                            <a:srgbClr val="E6E6E6">
                              <a:lumMod val="10000"/>
                            </a:srgbClr>
                          </a:solidFill>
                          <a:effectLst/>
                          <a:uLnTx/>
                          <a:uFillTx/>
                          <a:latin typeface="+mn-lt"/>
                          <a:ea typeface="+mn-ea"/>
                          <a:cs typeface="+mn-cs"/>
                          <a:sym typeface="Wingdings" pitchFamily="2" charset="2"/>
                        </a:rPr>
                        <a:t>sExt</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sym typeface="Wingdings" pitchFamily="2" charset="2"/>
                        </a:rPr>
                        <a:t>(</a:t>
                      </a:r>
                      <a:r>
                        <a:rPr kumimoji="0" lang="es-ES" sz="1100" b="0" i="0" u="none" strike="noStrike" kern="1200" cap="none" spc="0" normalizeH="0" baseline="0" noProof="0" dirty="0" err="1">
                          <a:ln>
                            <a:noFill/>
                          </a:ln>
                          <a:solidFill>
                            <a:srgbClr val="E6E6E6">
                              <a:lumMod val="10000"/>
                            </a:srgbClr>
                          </a:solidFill>
                          <a:effectLst/>
                          <a:uLnTx/>
                          <a:uFillTx/>
                          <a:latin typeface="+mn-lt"/>
                          <a:ea typeface="+mn-ea"/>
                          <a:cs typeface="+mn-cs"/>
                          <a:sym typeface="Wingdings" pitchFamily="2" charset="2"/>
                        </a:rPr>
                        <a:t>Mem</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sym typeface="Wingdings" pitchFamily="2" charset="2"/>
                        </a:rPr>
                        <a:t>[rs1 + </a:t>
                      </a:r>
                      <a:r>
                        <a:rPr kumimoji="0" lang="es-ES" sz="1100" b="0" i="0" u="none" strike="noStrike" kern="1200" cap="none" spc="0" normalizeH="0" baseline="0" noProof="0" dirty="0" err="1">
                          <a:ln>
                            <a:noFill/>
                          </a:ln>
                          <a:solidFill>
                            <a:srgbClr val="E6E6E6">
                              <a:lumMod val="10000"/>
                            </a:srgbClr>
                          </a:solidFill>
                          <a:effectLst/>
                          <a:uLnTx/>
                          <a:uFillTx/>
                          <a:latin typeface="+mn-lt"/>
                          <a:ea typeface="+mn-ea"/>
                          <a:cs typeface="+mn-cs"/>
                          <a:sym typeface="Wingdings" pitchFamily="2" charset="2"/>
                        </a:rPr>
                        <a:t>sExt</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sym typeface="Wingdings" pitchFamily="2" charset="2"/>
                        </a:rPr>
                        <a:t>(</a:t>
                      </a:r>
                      <a:r>
                        <a:rPr kumimoji="0" lang="es-ES" sz="1100" b="0" i="0" u="none" strike="noStrike" kern="1200" cap="none" spc="0" normalizeH="0" baseline="0" noProof="0" dirty="0" err="1">
                          <a:ln>
                            <a:noFill/>
                          </a:ln>
                          <a:solidFill>
                            <a:srgbClr val="E6E6E6">
                              <a:lumMod val="10000"/>
                            </a:srgbClr>
                          </a:solidFill>
                          <a:effectLst/>
                          <a:uLnTx/>
                          <a:uFillTx/>
                          <a:latin typeface="+mn-lt"/>
                          <a:ea typeface="+mn-ea"/>
                          <a:cs typeface="+mn-cs"/>
                          <a:sym typeface="Wingdings" pitchFamily="2" charset="2"/>
                        </a:rPr>
                        <a:t>imm</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sym typeface="Wingdings" pitchFamily="2" charset="2"/>
                        </a:rPr>
                        <a:t>)]</a:t>
                      </a:r>
                      <a:r>
                        <a:rPr kumimoji="0" lang="es-ES" sz="1100" b="0" i="0" u="none" strike="noStrike" kern="1200" cap="none" spc="0" normalizeH="0" baseline="-25000" noProof="0" dirty="0">
                          <a:ln>
                            <a:noFill/>
                          </a:ln>
                          <a:solidFill>
                            <a:srgbClr val="E6E6E6">
                              <a:lumMod val="10000"/>
                            </a:srgbClr>
                          </a:solidFill>
                          <a:effectLst/>
                          <a:uLnTx/>
                          <a:uFillTx/>
                          <a:latin typeface="+mn-lt"/>
                          <a:ea typeface="+mn-ea"/>
                          <a:cs typeface="+mn-cs"/>
                          <a:sym typeface="Wingdings" pitchFamily="2" charset="2"/>
                        </a:rPr>
                        <a:t>7:0</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sym typeface="Wingdings" pitchFamily="2" charset="2"/>
                        </a:rPr>
                        <a:t>)</a:t>
                      </a:r>
                      <a:endParaRPr kumimoji="0" lang="es-ES" sz="1100" b="0" i="0" u="none" strike="noStrike" kern="1200" cap="none" spc="0" normalizeH="0" baseline="0" noProof="0" dirty="0">
                        <a:ln>
                          <a:noFill/>
                        </a:ln>
                        <a:solidFill>
                          <a:srgbClr val="E6E6E6">
                            <a:lumMod val="10000"/>
                          </a:srgbClr>
                        </a:solidFill>
                        <a:effectLst/>
                        <a:uLnTx/>
                        <a:uFillTx/>
                        <a:latin typeface="+mn-lt"/>
                        <a:ea typeface="+mn-ea"/>
                        <a:cs typeface="Courier New" panose="02070309020205020404" pitchFamily="49" charset="0"/>
                      </a:endParaRPr>
                    </a:p>
                  </a:txBody>
                  <a:tcPr marL="74259" marR="74259" marT="37130" marB="37130">
                    <a:lnL>
                      <a:noFill/>
                    </a:lnL>
                    <a:lnR>
                      <a:noFill/>
                    </a:lnR>
                    <a:lnT>
                      <a:noFill/>
                    </a:lnT>
                    <a:lnB w="12700" cap="flat" cmpd="sng" algn="ctr">
                      <a:noFill/>
                      <a:prstDash val="sysDash"/>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rgbClr val="C00000"/>
                          </a:solidFill>
                          <a:effectLst/>
                          <a:uLnTx/>
                          <a:uFillTx/>
                          <a:latin typeface="Tw Cen MT" panose="020B0602020104020603"/>
                          <a:ea typeface="+mn-ea"/>
                          <a:cs typeface="+mn-cs"/>
                        </a:rPr>
                        <a:t>l</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rPr>
                        <a:t>oad</a:t>
                      </a:r>
                      <a:r>
                        <a:rPr kumimoji="0" lang="es-ES" sz="1100" b="0" i="0" u="none" strike="noStrike" kern="1200" cap="none" spc="0" normalizeH="0" baseline="0" noProof="0" dirty="0">
                          <a:ln>
                            <a:noFill/>
                          </a:ln>
                          <a:solidFill>
                            <a:srgbClr val="C00000"/>
                          </a:solidFill>
                          <a:effectLst/>
                          <a:uLnTx/>
                          <a:uFillTx/>
                          <a:latin typeface="Tw Cen MT" panose="020B0602020104020603"/>
                          <a:ea typeface="+mn-ea"/>
                          <a:cs typeface="+mn-cs"/>
                        </a:rPr>
                        <a:t> b</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rPr>
                        <a:t>yte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rgbClr val="2683C6"/>
                          </a:solidFill>
                          <a:effectLst/>
                          <a:uLnTx/>
                          <a:uFillTx/>
                          <a:latin typeface="Tw Cen MT" panose="020B0602020104020603"/>
                          <a:ea typeface="+mn-ea"/>
                          <a:cs typeface="+mn-cs"/>
                        </a:rPr>
                        <a:t>carga byte con signo</a:t>
                      </a:r>
                    </a:p>
                  </a:txBody>
                  <a:tcPr marL="74259" marR="74259" marT="37130" marB="37130">
                    <a:lnL>
                      <a:noFill/>
                    </a:lnL>
                    <a:lnR>
                      <a:noFill/>
                    </a:lnR>
                    <a:lnT>
                      <a:noFill/>
                    </a:lnT>
                    <a:lnB w="12700" cap="flat" cmpd="sng" algn="ctr">
                      <a:noFill/>
                      <a:prstDash val="sysDash"/>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94913247"/>
                  </a:ext>
                </a:extLst>
              </a:tr>
              <a:tr h="420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1" i="0" u="none" strike="noStrike" kern="1200" cap="none" spc="0" normalizeH="0" baseline="0" noProof="0" dirty="0" err="1">
                          <a:ln>
                            <a:noFill/>
                          </a:ln>
                          <a:solidFill>
                            <a:srgbClr val="2683C6"/>
                          </a:solidFill>
                          <a:effectLst/>
                          <a:uLnTx/>
                          <a:uFillTx/>
                          <a:latin typeface="Courier New" panose="02070309020205020404" pitchFamily="49" charset="0"/>
                          <a:ea typeface="+mn-ea"/>
                          <a:cs typeface="Courier New" panose="02070309020205020404" pitchFamily="49" charset="0"/>
                        </a:rPr>
                        <a:t>lbu</a:t>
                      </a:r>
                      <a:r>
                        <a:rPr kumimoji="0" lang="es-ES" sz="1100" b="1" i="0" u="none" strike="noStrike" kern="1200" cap="none" spc="0" normalizeH="0" baseline="0" noProof="0" dirty="0">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 </a:t>
                      </a:r>
                      <a:r>
                        <a:rPr kumimoji="0" lang="es-ES" sz="1100" b="1" i="0" u="none" strike="noStrike" kern="1200" cap="none" spc="0" normalizeH="0" baseline="0" noProof="0" dirty="0" err="1">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rd</a:t>
                      </a:r>
                      <a:r>
                        <a:rPr kumimoji="0" lang="es-ES" sz="1100" b="1" i="0" u="none" strike="noStrike" kern="1200" cap="none" spc="0" normalizeH="0" baseline="0" noProof="0" dirty="0">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 imm</a:t>
                      </a:r>
                      <a:r>
                        <a:rPr kumimoji="0" lang="es-ES" sz="1100" b="1" i="0" u="none" strike="noStrike" kern="1200" cap="none" spc="0" normalizeH="0" baseline="-25000" noProof="0" dirty="0">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12b</a:t>
                      </a:r>
                      <a:r>
                        <a:rPr kumimoji="0" lang="es-ES" sz="1100" b="1" i="0" u="none" strike="noStrike" kern="1200" cap="none" spc="0" normalizeH="0" baseline="0" noProof="0" dirty="0">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(rs1)</a:t>
                      </a:r>
                    </a:p>
                  </a:txBody>
                  <a:tcPr marL="74259" marR="74259" marT="37130" marB="37130">
                    <a:lnT w="12700" cap="flat" cmpd="sng" algn="ctr">
                      <a:noFill/>
                      <a:prstDash val="sysDash"/>
                      <a:round/>
                      <a:headEnd type="none" w="med" len="med"/>
                      <a:tailEnd type="none" w="med" len="med"/>
                    </a:lnT>
                    <a:lnB w="12700" cap="flat" cmpd="sng" algn="ctr">
                      <a:solidFill>
                        <a:srgbClr val="C00000"/>
                      </a:solidFill>
                      <a:prstDash val="sysDash"/>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err="1">
                          <a:ln>
                            <a:noFill/>
                          </a:ln>
                          <a:solidFill>
                            <a:srgbClr val="E6E6E6">
                              <a:lumMod val="10000"/>
                            </a:srgbClr>
                          </a:solidFill>
                          <a:effectLst/>
                          <a:uLnTx/>
                          <a:uFillTx/>
                          <a:latin typeface="+mn-lt"/>
                          <a:ea typeface="+mn-ea"/>
                          <a:cs typeface="+mn-cs"/>
                        </a:rPr>
                        <a:t>rd</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rPr>
                        <a:t> </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sym typeface="Wingdings" pitchFamily="2" charset="2"/>
                        </a:rPr>
                        <a:t> </a:t>
                      </a:r>
                      <a:r>
                        <a:rPr kumimoji="0" lang="es-ES" sz="1100" b="0" i="0" u="none" strike="noStrike" kern="1200" cap="none" spc="0" normalizeH="0" baseline="0" noProof="0" dirty="0" err="1">
                          <a:ln>
                            <a:noFill/>
                          </a:ln>
                          <a:solidFill>
                            <a:srgbClr val="E6E6E6">
                              <a:lumMod val="10000"/>
                            </a:srgbClr>
                          </a:solidFill>
                          <a:effectLst/>
                          <a:uLnTx/>
                          <a:uFillTx/>
                          <a:latin typeface="+mn-lt"/>
                          <a:ea typeface="+mn-ea"/>
                          <a:cs typeface="+mn-cs"/>
                          <a:sym typeface="Wingdings" pitchFamily="2" charset="2"/>
                        </a:rPr>
                        <a:t>zExt</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sym typeface="Wingdings" pitchFamily="2" charset="2"/>
                        </a:rPr>
                        <a:t>(</a:t>
                      </a:r>
                      <a:r>
                        <a:rPr kumimoji="0" lang="es-ES" sz="1100" b="0" i="0" u="none" strike="noStrike" kern="1200" cap="none" spc="0" normalizeH="0" baseline="0" noProof="0" dirty="0" err="1">
                          <a:ln>
                            <a:noFill/>
                          </a:ln>
                          <a:solidFill>
                            <a:srgbClr val="E6E6E6">
                              <a:lumMod val="10000"/>
                            </a:srgbClr>
                          </a:solidFill>
                          <a:effectLst/>
                          <a:uLnTx/>
                          <a:uFillTx/>
                          <a:latin typeface="+mn-lt"/>
                          <a:ea typeface="+mn-ea"/>
                          <a:cs typeface="+mn-cs"/>
                          <a:sym typeface="Wingdings" pitchFamily="2" charset="2"/>
                        </a:rPr>
                        <a:t>Mem</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sym typeface="Wingdings" pitchFamily="2" charset="2"/>
                        </a:rPr>
                        <a:t>[rs1 + </a:t>
                      </a:r>
                      <a:r>
                        <a:rPr kumimoji="0" lang="es-ES" sz="1100" b="0" i="0" u="none" strike="noStrike" kern="1200" cap="none" spc="0" normalizeH="0" baseline="0" noProof="0" dirty="0" err="1">
                          <a:ln>
                            <a:noFill/>
                          </a:ln>
                          <a:solidFill>
                            <a:srgbClr val="E6E6E6">
                              <a:lumMod val="10000"/>
                            </a:srgbClr>
                          </a:solidFill>
                          <a:effectLst/>
                          <a:uLnTx/>
                          <a:uFillTx/>
                          <a:latin typeface="+mn-lt"/>
                          <a:ea typeface="+mn-ea"/>
                          <a:cs typeface="+mn-cs"/>
                          <a:sym typeface="Wingdings" pitchFamily="2" charset="2"/>
                        </a:rPr>
                        <a:t>sExt</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sym typeface="Wingdings" pitchFamily="2" charset="2"/>
                        </a:rPr>
                        <a:t>(</a:t>
                      </a:r>
                      <a:r>
                        <a:rPr kumimoji="0" lang="es-ES" sz="1100" b="0" i="0" u="none" strike="noStrike" kern="1200" cap="none" spc="0" normalizeH="0" baseline="0" noProof="0" dirty="0" err="1">
                          <a:ln>
                            <a:noFill/>
                          </a:ln>
                          <a:solidFill>
                            <a:srgbClr val="E6E6E6">
                              <a:lumMod val="10000"/>
                            </a:srgbClr>
                          </a:solidFill>
                          <a:effectLst/>
                          <a:uLnTx/>
                          <a:uFillTx/>
                          <a:latin typeface="+mn-lt"/>
                          <a:ea typeface="+mn-ea"/>
                          <a:cs typeface="+mn-cs"/>
                          <a:sym typeface="Wingdings" pitchFamily="2" charset="2"/>
                        </a:rPr>
                        <a:t>imm</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sym typeface="Wingdings" pitchFamily="2" charset="2"/>
                        </a:rPr>
                        <a:t>)]</a:t>
                      </a:r>
                      <a:r>
                        <a:rPr kumimoji="0" lang="es-ES" sz="1100" b="0" i="0" u="none" strike="noStrike" kern="1200" cap="none" spc="0" normalizeH="0" baseline="-25000" noProof="0" dirty="0">
                          <a:ln>
                            <a:noFill/>
                          </a:ln>
                          <a:solidFill>
                            <a:srgbClr val="E6E6E6">
                              <a:lumMod val="10000"/>
                            </a:srgbClr>
                          </a:solidFill>
                          <a:effectLst/>
                          <a:uLnTx/>
                          <a:uFillTx/>
                          <a:latin typeface="+mn-lt"/>
                          <a:ea typeface="+mn-ea"/>
                          <a:cs typeface="+mn-cs"/>
                          <a:sym typeface="Wingdings" pitchFamily="2" charset="2"/>
                        </a:rPr>
                        <a:t>7:0</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sym typeface="Wingdings" pitchFamily="2" charset="2"/>
                        </a:rPr>
                        <a:t>)</a:t>
                      </a:r>
                      <a:endParaRPr kumimoji="0" lang="es-ES" sz="1100" b="0" i="0" u="none" strike="noStrike" kern="1200" cap="none" spc="0" normalizeH="0" baseline="0" noProof="0" dirty="0">
                        <a:ln>
                          <a:noFill/>
                        </a:ln>
                        <a:solidFill>
                          <a:srgbClr val="E6E6E6">
                            <a:lumMod val="10000"/>
                          </a:srgbClr>
                        </a:solidFill>
                        <a:effectLst/>
                        <a:uLnTx/>
                        <a:uFillTx/>
                        <a:latin typeface="+mn-lt"/>
                        <a:ea typeface="+mn-ea"/>
                        <a:cs typeface="Courier New" panose="02070309020205020404" pitchFamily="49" charset="0"/>
                      </a:endParaRPr>
                    </a:p>
                  </a:txBody>
                  <a:tcPr marL="74259" marR="74259" marT="37130" marB="37130">
                    <a:lnT w="12700" cap="flat" cmpd="sng" algn="ctr">
                      <a:noFill/>
                      <a:prstDash val="sysDash"/>
                      <a:round/>
                      <a:headEnd type="none" w="med" len="med"/>
                      <a:tailEnd type="none" w="med" len="med"/>
                    </a:lnT>
                    <a:lnB w="12700" cap="flat" cmpd="sng" algn="ctr">
                      <a:solidFill>
                        <a:srgbClr val="C00000"/>
                      </a:solidFill>
                      <a:prstDash val="sysDash"/>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rgbClr val="C00000"/>
                          </a:solidFill>
                          <a:effectLst/>
                          <a:uLnTx/>
                          <a:uFillTx/>
                          <a:latin typeface="+mn-lt"/>
                          <a:ea typeface="+mn-ea"/>
                          <a:cs typeface="+mn-cs"/>
                        </a:rPr>
                        <a:t>l</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rPr>
                        <a:t>oad</a:t>
                      </a:r>
                      <a:r>
                        <a:rPr kumimoji="0" lang="es-ES" sz="1100" b="0" i="0" u="none" strike="noStrike" kern="1200" cap="none" spc="0" normalizeH="0" baseline="0" noProof="0" dirty="0">
                          <a:ln>
                            <a:noFill/>
                          </a:ln>
                          <a:solidFill>
                            <a:srgbClr val="C00000"/>
                          </a:solidFill>
                          <a:effectLst/>
                          <a:uLnTx/>
                          <a:uFillTx/>
                          <a:latin typeface="+mn-lt"/>
                          <a:ea typeface="+mn-ea"/>
                          <a:cs typeface="+mn-cs"/>
                        </a:rPr>
                        <a:t> </a:t>
                      </a:r>
                      <a:r>
                        <a:rPr kumimoji="0" lang="es-ES" sz="1100" b="0" i="0" u="none" strike="noStrike" kern="1200" cap="none" spc="0" normalizeH="0" baseline="0" noProof="0" dirty="0" err="1">
                          <a:ln>
                            <a:noFill/>
                          </a:ln>
                          <a:solidFill>
                            <a:srgbClr val="C00000"/>
                          </a:solidFill>
                          <a:effectLst/>
                          <a:uLnTx/>
                          <a:uFillTx/>
                          <a:latin typeface="+mn-lt"/>
                          <a:ea typeface="+mn-ea"/>
                          <a:cs typeface="+mn-cs"/>
                        </a:rPr>
                        <a:t>h</a:t>
                      </a:r>
                      <a:r>
                        <a:rPr kumimoji="0" lang="es-ES" sz="1100" b="0" i="0" u="none" strike="noStrike" kern="1200" cap="none" spc="0" normalizeH="0" baseline="0" noProof="0" dirty="0" err="1">
                          <a:ln>
                            <a:noFill/>
                          </a:ln>
                          <a:solidFill>
                            <a:srgbClr val="E6E6E6">
                              <a:lumMod val="10000"/>
                            </a:srgbClr>
                          </a:solidFill>
                          <a:effectLst/>
                          <a:uLnTx/>
                          <a:uFillTx/>
                          <a:latin typeface="+mn-lt"/>
                          <a:ea typeface="+mn-ea"/>
                          <a:cs typeface="+mn-cs"/>
                        </a:rPr>
                        <a:t>alf</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rPr>
                        <a:t> </a:t>
                      </a:r>
                      <a:r>
                        <a:rPr kumimoji="0" lang="es-ES" sz="1100" b="0" i="0" u="none" strike="noStrike" kern="1200" cap="none" spc="0" normalizeH="0" baseline="0" noProof="0" dirty="0" err="1">
                          <a:ln>
                            <a:noFill/>
                          </a:ln>
                          <a:solidFill>
                            <a:srgbClr val="C00000"/>
                          </a:solidFill>
                          <a:effectLst/>
                          <a:uLnTx/>
                          <a:uFillTx/>
                          <a:latin typeface="+mn-lt"/>
                          <a:ea typeface="+mn-ea"/>
                          <a:cs typeface="+mn-cs"/>
                        </a:rPr>
                        <a:t>u</a:t>
                      </a:r>
                      <a:r>
                        <a:rPr kumimoji="0" lang="es-ES" sz="1100" b="0" i="0" u="none" strike="noStrike" kern="1200" cap="none" spc="0" normalizeH="0" baseline="0" noProof="0" dirty="0" err="1">
                          <a:ln>
                            <a:noFill/>
                          </a:ln>
                          <a:solidFill>
                            <a:srgbClr val="E6E6E6">
                              <a:lumMod val="10000"/>
                            </a:srgbClr>
                          </a:solidFill>
                          <a:effectLst/>
                          <a:uLnTx/>
                          <a:uFillTx/>
                          <a:latin typeface="+mn-lt"/>
                          <a:ea typeface="+mn-ea"/>
                          <a:cs typeface="+mn-cs"/>
                        </a:rPr>
                        <a:t>nsigned</a:t>
                      </a:r>
                      <a:endPar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rgbClr val="2683C6"/>
                          </a:solidFill>
                          <a:effectLst/>
                          <a:uLnTx/>
                          <a:uFillTx/>
                          <a:latin typeface="+mn-lt"/>
                          <a:ea typeface="+mn-ea"/>
                          <a:cs typeface="+mn-cs"/>
                        </a:rPr>
                        <a:t>carga byte sin signo</a:t>
                      </a:r>
                    </a:p>
                  </a:txBody>
                  <a:tcPr marL="74259" marR="74259" marT="37130" marB="37130">
                    <a:lnT w="12700" cap="flat" cmpd="sng" algn="ctr">
                      <a:noFill/>
                      <a:prstDash val="sysDash"/>
                      <a:round/>
                      <a:headEnd type="none" w="med" len="med"/>
                      <a:tailEnd type="none" w="med" len="med"/>
                    </a:lnT>
                    <a:lnB w="12700" cap="flat" cmpd="sng" algn="ctr">
                      <a:solidFill>
                        <a:srgbClr val="C00000"/>
                      </a:solidFill>
                      <a:prstDash val="sysDash"/>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424786884"/>
                  </a:ext>
                </a:extLst>
              </a:tr>
              <a:tr h="420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1" i="0" u="none" strike="noStrike" kern="1200" cap="none" spc="0" normalizeH="0" baseline="0" noProof="0" dirty="0" err="1">
                          <a:ln>
                            <a:noFill/>
                          </a:ln>
                          <a:solidFill>
                            <a:srgbClr val="2683C6"/>
                          </a:solidFill>
                          <a:effectLst/>
                          <a:uLnTx/>
                          <a:uFillTx/>
                          <a:latin typeface="Courier New" panose="02070309020205020404" pitchFamily="49" charset="0"/>
                          <a:ea typeface="+mn-ea"/>
                          <a:cs typeface="Courier New" panose="02070309020205020404" pitchFamily="49" charset="0"/>
                        </a:rPr>
                        <a:t>sw</a:t>
                      </a:r>
                      <a:r>
                        <a:rPr kumimoji="0" lang="es-ES" sz="1100" b="1" i="0" u="none" strike="noStrike" kern="1200" cap="none" spc="0" normalizeH="0" baseline="0" noProof="0" dirty="0">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 rs2, imm</a:t>
                      </a:r>
                      <a:r>
                        <a:rPr kumimoji="0" lang="es-ES" sz="1100" b="1" i="0" u="none" strike="noStrike" kern="1200" cap="none" spc="0" normalizeH="0" baseline="-25000" noProof="0" dirty="0">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12b</a:t>
                      </a:r>
                      <a:r>
                        <a:rPr kumimoji="0" lang="es-ES" sz="1100" b="1" i="0" u="none" strike="noStrike" kern="1200" cap="none" spc="0" normalizeH="0" baseline="0" noProof="0" dirty="0">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(rs1)</a:t>
                      </a:r>
                    </a:p>
                  </a:txBody>
                  <a:tcPr marL="74259" marR="74259" marT="37130" marB="37130">
                    <a:lnT w="12700" cap="flat" cmpd="sng" algn="ctr">
                      <a:solidFill>
                        <a:srgbClr val="C00000"/>
                      </a:solidFill>
                      <a:prstDash val="sysDash"/>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sym typeface="Wingdings" pitchFamily="2" charset="2"/>
                        </a:rPr>
                        <a:t>Mem</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[rs1 + </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sym typeface="Wingdings" pitchFamily="2" charset="2"/>
                        </a:rPr>
                        <a:t>sExt</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sym typeface="Wingdings" pitchFamily="2" charset="2"/>
                        </a:rPr>
                        <a:t>imm</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  rs2</a:t>
                      </a:r>
                      <a:endPar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Courier New" panose="02070309020205020404" pitchFamily="49" charset="0"/>
                      </a:endParaRPr>
                    </a:p>
                  </a:txBody>
                  <a:tcPr marL="74259" marR="74259" marT="37130" marB="37130">
                    <a:lnT w="12700" cap="flat" cmpd="sng" algn="ctr">
                      <a:solidFill>
                        <a:srgbClr val="C00000"/>
                      </a:solidFill>
                      <a:prstDash val="sysDash"/>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rgbClr val="C00000"/>
                          </a:solidFill>
                          <a:effectLst/>
                          <a:uLnTx/>
                          <a:uFillTx/>
                          <a:latin typeface="Tw Cen MT" panose="020B0602020104020603"/>
                          <a:ea typeface="+mn-ea"/>
                          <a:cs typeface="+mn-cs"/>
                        </a:rPr>
                        <a:t>s</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rPr>
                        <a:t>tore</a:t>
                      </a:r>
                      <a:r>
                        <a:rPr kumimoji="0" lang="es-ES" sz="1100" b="0" i="0" u="none" strike="noStrike" kern="1200" cap="none" spc="0" normalizeH="0" baseline="0" noProof="0" dirty="0">
                          <a:ln>
                            <a:noFill/>
                          </a:ln>
                          <a:solidFill>
                            <a:srgbClr val="C00000"/>
                          </a:solidFill>
                          <a:effectLst/>
                          <a:uLnTx/>
                          <a:uFillTx/>
                          <a:latin typeface="Tw Cen MT" panose="020B0602020104020603"/>
                          <a:ea typeface="+mn-ea"/>
                          <a:cs typeface="+mn-cs"/>
                        </a:rPr>
                        <a:t> </a:t>
                      </a:r>
                      <a:r>
                        <a:rPr kumimoji="0" lang="es-ES" sz="1100" b="0" i="0" u="none" strike="noStrike" kern="1200" cap="none" spc="0" normalizeH="0" baseline="0" noProof="0" dirty="0" err="1">
                          <a:ln>
                            <a:noFill/>
                          </a:ln>
                          <a:solidFill>
                            <a:srgbClr val="C00000"/>
                          </a:solidFill>
                          <a:effectLst/>
                          <a:uLnTx/>
                          <a:uFillTx/>
                          <a:latin typeface="Tw Cen MT" panose="020B0602020104020603"/>
                          <a:ea typeface="+mn-ea"/>
                          <a:cs typeface="+mn-cs"/>
                        </a:rPr>
                        <a:t>w</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rPr>
                        <a:t>ord</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rgbClr val="2683C6"/>
                          </a:solidFill>
                          <a:effectLst/>
                          <a:uLnTx/>
                          <a:uFillTx/>
                          <a:latin typeface="Tw Cen MT" panose="020B0602020104020603"/>
                          <a:ea typeface="+mn-ea"/>
                          <a:cs typeface="+mn-cs"/>
                        </a:rPr>
                        <a:t>almacena palabra</a:t>
                      </a:r>
                    </a:p>
                  </a:txBody>
                  <a:tcPr marL="74259" marR="74259" marT="37130" marB="37130">
                    <a:lnT w="12700" cap="flat" cmpd="sng" algn="ctr">
                      <a:solidFill>
                        <a:srgbClr val="C00000"/>
                      </a:solidFill>
                      <a:prstDash val="sysDash"/>
                      <a:round/>
                      <a:headEnd type="none" w="med" len="med"/>
                      <a:tailEnd type="none" w="med" len="med"/>
                    </a:lnT>
                  </a:tcPr>
                </a:tc>
                <a:extLst>
                  <a:ext uri="{0D108BD9-81ED-4DB2-BD59-A6C34878D82A}">
                    <a16:rowId xmlns:a16="http://schemas.microsoft.com/office/drawing/2014/main" val="715752711"/>
                  </a:ext>
                </a:extLst>
              </a:tr>
              <a:tr h="420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1" i="0" u="none" strike="noStrike" kern="1200" cap="none" spc="0" normalizeH="0" baseline="0" noProof="0" dirty="0" err="1">
                          <a:ln>
                            <a:noFill/>
                          </a:ln>
                          <a:solidFill>
                            <a:srgbClr val="2683C6"/>
                          </a:solidFill>
                          <a:effectLst/>
                          <a:uLnTx/>
                          <a:uFillTx/>
                          <a:latin typeface="Courier New" panose="02070309020205020404" pitchFamily="49" charset="0"/>
                          <a:ea typeface="+mn-ea"/>
                          <a:cs typeface="Courier New" panose="02070309020205020404" pitchFamily="49" charset="0"/>
                        </a:rPr>
                        <a:t>sh</a:t>
                      </a:r>
                      <a:r>
                        <a:rPr kumimoji="0" lang="es-ES" sz="1100" b="1" i="0" u="none" strike="noStrike" kern="1200" cap="none" spc="0" normalizeH="0" baseline="0" noProof="0" dirty="0">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 rs2, imm</a:t>
                      </a:r>
                      <a:r>
                        <a:rPr kumimoji="0" lang="es-ES" sz="1100" b="1" i="0" u="none" strike="noStrike" kern="1200" cap="none" spc="0" normalizeH="0" baseline="-25000" noProof="0" dirty="0">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12b</a:t>
                      </a:r>
                      <a:r>
                        <a:rPr kumimoji="0" lang="es-ES" sz="1100" b="1" i="0" u="none" strike="noStrike" kern="1200" cap="none" spc="0" normalizeH="0" baseline="0" noProof="0" dirty="0">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(rs1)</a:t>
                      </a:r>
                    </a:p>
                  </a:txBody>
                  <a:tcPr marL="74259" marR="74259" marT="37130" marB="37130">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err="1">
                          <a:ln>
                            <a:noFill/>
                          </a:ln>
                          <a:solidFill>
                            <a:srgbClr val="E6E6E6">
                              <a:lumMod val="10000"/>
                            </a:srgbClr>
                          </a:solidFill>
                          <a:effectLst/>
                          <a:uLnTx/>
                          <a:uFillTx/>
                          <a:latin typeface="+mn-lt"/>
                          <a:ea typeface="+mn-ea"/>
                          <a:cs typeface="+mn-cs"/>
                          <a:sym typeface="Wingdings" pitchFamily="2" charset="2"/>
                        </a:rPr>
                        <a:t>Mem</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sym typeface="Wingdings" pitchFamily="2" charset="2"/>
                        </a:rPr>
                        <a:t>[rs1 + </a:t>
                      </a:r>
                      <a:r>
                        <a:rPr kumimoji="0" lang="es-ES" sz="1100" b="0" i="0" u="none" strike="noStrike" kern="1200" cap="none" spc="0" normalizeH="0" baseline="0" noProof="0" dirty="0" err="1">
                          <a:ln>
                            <a:noFill/>
                          </a:ln>
                          <a:solidFill>
                            <a:srgbClr val="E6E6E6">
                              <a:lumMod val="10000"/>
                            </a:srgbClr>
                          </a:solidFill>
                          <a:effectLst/>
                          <a:uLnTx/>
                          <a:uFillTx/>
                          <a:latin typeface="+mn-lt"/>
                          <a:ea typeface="+mn-ea"/>
                          <a:cs typeface="+mn-cs"/>
                          <a:sym typeface="Wingdings" pitchFamily="2" charset="2"/>
                        </a:rPr>
                        <a:t>sExt</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sym typeface="Wingdings" pitchFamily="2" charset="2"/>
                        </a:rPr>
                        <a:t>(</a:t>
                      </a:r>
                      <a:r>
                        <a:rPr kumimoji="0" lang="es-ES" sz="1100" b="0" i="0" u="none" strike="noStrike" kern="1200" cap="none" spc="0" normalizeH="0" baseline="0" noProof="0" dirty="0" err="1">
                          <a:ln>
                            <a:noFill/>
                          </a:ln>
                          <a:solidFill>
                            <a:srgbClr val="E6E6E6">
                              <a:lumMod val="10000"/>
                            </a:srgbClr>
                          </a:solidFill>
                          <a:effectLst/>
                          <a:uLnTx/>
                          <a:uFillTx/>
                          <a:latin typeface="+mn-lt"/>
                          <a:ea typeface="+mn-ea"/>
                          <a:cs typeface="+mn-cs"/>
                          <a:sym typeface="Wingdings" pitchFamily="2" charset="2"/>
                        </a:rPr>
                        <a:t>imm</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sym typeface="Wingdings" pitchFamily="2" charset="2"/>
                        </a:rPr>
                        <a:t>)]</a:t>
                      </a:r>
                      <a:r>
                        <a:rPr kumimoji="0" lang="es-ES" sz="1100" b="0" i="0" u="none" strike="noStrike" kern="1200" cap="none" spc="0" normalizeH="0" baseline="-25000" noProof="0" dirty="0">
                          <a:ln>
                            <a:noFill/>
                          </a:ln>
                          <a:solidFill>
                            <a:srgbClr val="E6E6E6">
                              <a:lumMod val="10000"/>
                            </a:srgbClr>
                          </a:solidFill>
                          <a:effectLst/>
                          <a:uLnTx/>
                          <a:uFillTx/>
                          <a:latin typeface="+mn-lt"/>
                          <a:ea typeface="+mn-ea"/>
                          <a:cs typeface="+mn-cs"/>
                          <a:sym typeface="Wingdings" pitchFamily="2" charset="2"/>
                        </a:rPr>
                        <a:t>15:0</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sym typeface="Wingdings" pitchFamily="2" charset="2"/>
                        </a:rPr>
                        <a:t>  rs2</a:t>
                      </a:r>
                      <a:r>
                        <a:rPr kumimoji="0" lang="es-ES" sz="1100" b="0" i="0" u="none" strike="noStrike" kern="1200" cap="none" spc="0" normalizeH="0" baseline="-25000" noProof="0" dirty="0">
                          <a:ln>
                            <a:noFill/>
                          </a:ln>
                          <a:solidFill>
                            <a:srgbClr val="E6E6E6">
                              <a:lumMod val="10000"/>
                            </a:srgbClr>
                          </a:solidFill>
                          <a:effectLst/>
                          <a:uLnTx/>
                          <a:uFillTx/>
                          <a:latin typeface="+mn-lt"/>
                          <a:ea typeface="+mn-ea"/>
                          <a:cs typeface="+mn-cs"/>
                          <a:sym typeface="Wingdings" pitchFamily="2" charset="2"/>
                        </a:rPr>
                        <a:t>15:0</a:t>
                      </a:r>
                      <a:endParaRPr kumimoji="0" lang="es-ES" sz="1100" b="0" i="0" u="none" strike="noStrike" kern="1200" cap="none" spc="0" normalizeH="0" baseline="0" noProof="0" dirty="0">
                        <a:ln>
                          <a:noFill/>
                        </a:ln>
                        <a:solidFill>
                          <a:srgbClr val="E6E6E6">
                            <a:lumMod val="10000"/>
                          </a:srgbClr>
                        </a:solidFill>
                        <a:effectLst/>
                        <a:uLnTx/>
                        <a:uFillTx/>
                        <a:latin typeface="+mn-lt"/>
                        <a:ea typeface="+mn-ea"/>
                        <a:cs typeface="Courier New" panose="02070309020205020404" pitchFamily="49" charset="0"/>
                      </a:endParaRPr>
                    </a:p>
                  </a:txBody>
                  <a:tcPr marL="74259" marR="74259" marT="37130" marB="37130">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rgbClr val="C00000"/>
                          </a:solidFill>
                          <a:effectLst/>
                          <a:uLnTx/>
                          <a:uFillTx/>
                          <a:latin typeface="Tw Cen MT" panose="020B0602020104020603"/>
                          <a:ea typeface="+mn-ea"/>
                          <a:cs typeface="+mn-cs"/>
                        </a:rPr>
                        <a:t>s</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rPr>
                        <a:t>tore</a:t>
                      </a:r>
                      <a:r>
                        <a:rPr kumimoji="0" lang="es-ES" sz="1100" b="0" i="0" u="none" strike="noStrike" kern="1200" cap="none" spc="0" normalizeH="0" baseline="0" noProof="0" dirty="0">
                          <a:ln>
                            <a:noFill/>
                          </a:ln>
                          <a:solidFill>
                            <a:srgbClr val="C00000"/>
                          </a:solidFill>
                          <a:effectLst/>
                          <a:uLnTx/>
                          <a:uFillTx/>
                          <a:latin typeface="Tw Cen MT" panose="020B0602020104020603"/>
                          <a:ea typeface="+mn-ea"/>
                          <a:cs typeface="+mn-cs"/>
                        </a:rPr>
                        <a:t> </a:t>
                      </a:r>
                      <a:r>
                        <a:rPr kumimoji="0" lang="es-ES" sz="1100" b="0" i="0" u="none" strike="noStrike" kern="1200" cap="none" spc="0" normalizeH="0" baseline="0" noProof="0" dirty="0" err="1">
                          <a:ln>
                            <a:noFill/>
                          </a:ln>
                          <a:solidFill>
                            <a:srgbClr val="C00000"/>
                          </a:solidFill>
                          <a:effectLst/>
                          <a:uLnTx/>
                          <a:uFillTx/>
                          <a:latin typeface="Tw Cen MT" panose="020B0602020104020603"/>
                          <a:ea typeface="+mn-ea"/>
                          <a:cs typeface="+mn-cs"/>
                        </a:rPr>
                        <a:t>wh</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rPr>
                        <a:t>alf</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rgbClr val="2683C6"/>
                          </a:solidFill>
                          <a:effectLst/>
                          <a:uLnTx/>
                          <a:uFillTx/>
                          <a:latin typeface="Tw Cen MT" panose="020B0602020104020603"/>
                          <a:ea typeface="+mn-ea"/>
                          <a:cs typeface="+mn-cs"/>
                        </a:rPr>
                        <a:t>almacena media palabra</a:t>
                      </a:r>
                    </a:p>
                  </a:txBody>
                  <a:tcPr marL="74259" marR="74259" marT="37130" marB="37130">
                    <a:solidFill>
                      <a:schemeClr val="accent2">
                        <a:lumMod val="20000"/>
                        <a:lumOff val="80000"/>
                      </a:schemeClr>
                    </a:solidFill>
                  </a:tcPr>
                </a:tc>
                <a:extLst>
                  <a:ext uri="{0D108BD9-81ED-4DB2-BD59-A6C34878D82A}">
                    <a16:rowId xmlns:a16="http://schemas.microsoft.com/office/drawing/2014/main" val="4218647877"/>
                  </a:ext>
                </a:extLst>
              </a:tr>
              <a:tr h="420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1" i="0" u="none" strike="noStrike" kern="1200" cap="none" spc="0" normalizeH="0" baseline="0" noProof="0" dirty="0" err="1">
                          <a:ln>
                            <a:noFill/>
                          </a:ln>
                          <a:solidFill>
                            <a:srgbClr val="2683C6"/>
                          </a:solidFill>
                          <a:effectLst/>
                          <a:uLnTx/>
                          <a:uFillTx/>
                          <a:latin typeface="Courier New" panose="02070309020205020404" pitchFamily="49" charset="0"/>
                          <a:ea typeface="+mn-ea"/>
                          <a:cs typeface="Courier New" panose="02070309020205020404" pitchFamily="49" charset="0"/>
                        </a:rPr>
                        <a:t>sb</a:t>
                      </a:r>
                      <a:r>
                        <a:rPr kumimoji="0" lang="es-ES" sz="1100" b="1" i="0" u="none" strike="noStrike" kern="1200" cap="none" spc="0" normalizeH="0" baseline="0" noProof="0" dirty="0">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 rs2, imm</a:t>
                      </a:r>
                      <a:r>
                        <a:rPr kumimoji="0" lang="es-ES" sz="1100" b="1" i="0" u="none" strike="noStrike" kern="1200" cap="none" spc="0" normalizeH="0" baseline="-25000" noProof="0" dirty="0">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12b</a:t>
                      </a:r>
                      <a:r>
                        <a:rPr kumimoji="0" lang="es-ES" sz="1100" b="1" i="0" u="none" strike="noStrike" kern="1200" cap="none" spc="0" normalizeH="0" baseline="0" noProof="0" dirty="0">
                          <a:ln>
                            <a:noFill/>
                          </a:ln>
                          <a:solidFill>
                            <a:srgbClr val="E6E6E6">
                              <a:lumMod val="10000"/>
                            </a:srgbClr>
                          </a:solidFill>
                          <a:effectLst/>
                          <a:uLnTx/>
                          <a:uFillTx/>
                          <a:latin typeface="Courier New" panose="02070309020205020404" pitchFamily="49" charset="0"/>
                          <a:ea typeface="+mn-ea"/>
                          <a:cs typeface="Courier New" panose="02070309020205020404" pitchFamily="49" charset="0"/>
                        </a:rPr>
                        <a:t>(rs1)</a:t>
                      </a:r>
                    </a:p>
                  </a:txBody>
                  <a:tcPr marL="74259" marR="74259" marT="37130" marB="37130">
                    <a:lnB w="12700" cap="flat" cmpd="sng" algn="ctr">
                      <a:solidFill>
                        <a:schemeClr val="accent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err="1">
                          <a:ln>
                            <a:noFill/>
                          </a:ln>
                          <a:solidFill>
                            <a:srgbClr val="E6E6E6">
                              <a:lumMod val="10000"/>
                            </a:srgbClr>
                          </a:solidFill>
                          <a:effectLst/>
                          <a:uLnTx/>
                          <a:uFillTx/>
                          <a:latin typeface="+mn-lt"/>
                          <a:ea typeface="+mn-ea"/>
                          <a:cs typeface="+mn-cs"/>
                          <a:sym typeface="Wingdings" pitchFamily="2" charset="2"/>
                        </a:rPr>
                        <a:t>Mem</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sym typeface="Wingdings" pitchFamily="2" charset="2"/>
                        </a:rPr>
                        <a:t>[rs1 + </a:t>
                      </a:r>
                      <a:r>
                        <a:rPr kumimoji="0" lang="es-ES" sz="1100" b="0" i="0" u="none" strike="noStrike" kern="1200" cap="none" spc="0" normalizeH="0" baseline="0" noProof="0" dirty="0" err="1">
                          <a:ln>
                            <a:noFill/>
                          </a:ln>
                          <a:solidFill>
                            <a:srgbClr val="E6E6E6">
                              <a:lumMod val="10000"/>
                            </a:srgbClr>
                          </a:solidFill>
                          <a:effectLst/>
                          <a:uLnTx/>
                          <a:uFillTx/>
                          <a:latin typeface="+mn-lt"/>
                          <a:ea typeface="+mn-ea"/>
                          <a:cs typeface="+mn-cs"/>
                          <a:sym typeface="Wingdings" pitchFamily="2" charset="2"/>
                        </a:rPr>
                        <a:t>sExt</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sym typeface="Wingdings" pitchFamily="2" charset="2"/>
                        </a:rPr>
                        <a:t>(</a:t>
                      </a:r>
                      <a:r>
                        <a:rPr kumimoji="0" lang="es-ES" sz="1100" b="0" i="0" u="none" strike="noStrike" kern="1200" cap="none" spc="0" normalizeH="0" baseline="0" noProof="0" dirty="0" err="1">
                          <a:ln>
                            <a:noFill/>
                          </a:ln>
                          <a:solidFill>
                            <a:srgbClr val="E6E6E6">
                              <a:lumMod val="10000"/>
                            </a:srgbClr>
                          </a:solidFill>
                          <a:effectLst/>
                          <a:uLnTx/>
                          <a:uFillTx/>
                          <a:latin typeface="+mn-lt"/>
                          <a:ea typeface="+mn-ea"/>
                          <a:cs typeface="+mn-cs"/>
                          <a:sym typeface="Wingdings" pitchFamily="2" charset="2"/>
                        </a:rPr>
                        <a:t>imm</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sym typeface="Wingdings" pitchFamily="2" charset="2"/>
                        </a:rPr>
                        <a:t>)]</a:t>
                      </a:r>
                      <a:r>
                        <a:rPr kumimoji="0" lang="es-ES" sz="1100" b="0" i="0" u="none" strike="noStrike" kern="1200" cap="none" spc="0" normalizeH="0" baseline="-25000" noProof="0" dirty="0">
                          <a:ln>
                            <a:noFill/>
                          </a:ln>
                          <a:solidFill>
                            <a:srgbClr val="E6E6E6">
                              <a:lumMod val="10000"/>
                            </a:srgbClr>
                          </a:solidFill>
                          <a:effectLst/>
                          <a:uLnTx/>
                          <a:uFillTx/>
                          <a:latin typeface="+mn-lt"/>
                          <a:ea typeface="+mn-ea"/>
                          <a:cs typeface="+mn-cs"/>
                          <a:sym typeface="Wingdings" pitchFamily="2" charset="2"/>
                        </a:rPr>
                        <a:t> 7:0</a:t>
                      </a:r>
                      <a:r>
                        <a:rPr kumimoji="0" lang="es-ES" sz="1100" b="0" i="0" u="none" strike="noStrike" kern="1200" cap="none" spc="0" normalizeH="0" baseline="0" noProof="0" dirty="0">
                          <a:ln>
                            <a:noFill/>
                          </a:ln>
                          <a:solidFill>
                            <a:srgbClr val="E6E6E6">
                              <a:lumMod val="10000"/>
                            </a:srgbClr>
                          </a:solidFill>
                          <a:effectLst/>
                          <a:uLnTx/>
                          <a:uFillTx/>
                          <a:latin typeface="+mn-lt"/>
                          <a:ea typeface="+mn-ea"/>
                          <a:cs typeface="+mn-cs"/>
                          <a:sym typeface="Wingdings" pitchFamily="2" charset="2"/>
                        </a:rPr>
                        <a:t>  rs2</a:t>
                      </a:r>
                      <a:r>
                        <a:rPr kumimoji="0" lang="es-ES" sz="1100" b="0" i="0" u="none" strike="noStrike" kern="1200" cap="none" spc="0" normalizeH="0" baseline="-25000" noProof="0" dirty="0">
                          <a:ln>
                            <a:noFill/>
                          </a:ln>
                          <a:solidFill>
                            <a:srgbClr val="E6E6E6">
                              <a:lumMod val="10000"/>
                            </a:srgbClr>
                          </a:solidFill>
                          <a:effectLst/>
                          <a:uLnTx/>
                          <a:uFillTx/>
                          <a:latin typeface="+mn-lt"/>
                          <a:ea typeface="+mn-ea"/>
                          <a:cs typeface="+mn-cs"/>
                          <a:sym typeface="Wingdings" pitchFamily="2" charset="2"/>
                        </a:rPr>
                        <a:t>7:0</a:t>
                      </a:r>
                      <a:endParaRPr kumimoji="0" lang="es-ES" sz="1100" b="0" i="0" u="none" strike="noStrike" kern="1200" cap="none" spc="0" normalizeH="0" baseline="0" noProof="0" dirty="0">
                        <a:ln>
                          <a:noFill/>
                        </a:ln>
                        <a:solidFill>
                          <a:srgbClr val="E6E6E6">
                            <a:lumMod val="10000"/>
                          </a:srgbClr>
                        </a:solidFill>
                        <a:effectLst/>
                        <a:uLnTx/>
                        <a:uFillTx/>
                        <a:latin typeface="+mn-lt"/>
                        <a:ea typeface="+mn-ea"/>
                        <a:cs typeface="Courier New" panose="02070309020205020404" pitchFamily="49" charset="0"/>
                      </a:endParaRPr>
                    </a:p>
                  </a:txBody>
                  <a:tcPr marL="74259" marR="74259" marT="37130" marB="37130">
                    <a:lnB w="12700" cap="flat" cmpd="sng" algn="ctr">
                      <a:solidFill>
                        <a:schemeClr val="accent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rgbClr val="C00000"/>
                          </a:solidFill>
                          <a:effectLst/>
                          <a:uLnTx/>
                          <a:uFillTx/>
                          <a:latin typeface="Tw Cen MT" panose="020B0602020104020603"/>
                          <a:ea typeface="+mn-ea"/>
                          <a:cs typeface="+mn-cs"/>
                        </a:rPr>
                        <a:t>s</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rPr>
                        <a:t>tore</a:t>
                      </a:r>
                      <a:r>
                        <a:rPr kumimoji="0" lang="es-ES" sz="1100" b="0" i="0" u="none" strike="noStrike" kern="1200" cap="none" spc="0" normalizeH="0" baseline="0" noProof="0" dirty="0">
                          <a:ln>
                            <a:noFill/>
                          </a:ln>
                          <a:solidFill>
                            <a:srgbClr val="C00000"/>
                          </a:solidFill>
                          <a:effectLst/>
                          <a:uLnTx/>
                          <a:uFillTx/>
                          <a:latin typeface="Tw Cen MT" panose="020B0602020104020603"/>
                          <a:ea typeface="+mn-ea"/>
                          <a:cs typeface="+mn-cs"/>
                        </a:rPr>
                        <a:t> b</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rPr>
                        <a:t>yte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rgbClr val="2683C6"/>
                          </a:solidFill>
                          <a:effectLst/>
                          <a:uLnTx/>
                          <a:uFillTx/>
                          <a:latin typeface="Tw Cen MT" panose="020B0602020104020603"/>
                          <a:ea typeface="+mn-ea"/>
                          <a:cs typeface="+mn-cs"/>
                        </a:rPr>
                        <a:t>almacena byte</a:t>
                      </a:r>
                    </a:p>
                  </a:txBody>
                  <a:tcPr marL="74259" marR="74259" marT="37130" marB="37130">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3903098217"/>
                  </a:ext>
                </a:extLst>
              </a:tr>
            </a:tbl>
          </a:graphicData>
        </a:graphic>
      </p:graphicFrame>
      <p:sp>
        <p:nvSpPr>
          <p:cNvPr id="4" name="Marcador de número de diapositiva 3">
            <a:extLst>
              <a:ext uri="{FF2B5EF4-FFF2-40B4-BE49-F238E27FC236}">
                <a16:creationId xmlns:a16="http://schemas.microsoft.com/office/drawing/2014/main" id="{0BD8E8D1-133C-ADF4-A98C-B26D63B77108}"/>
              </a:ext>
            </a:extLst>
          </p:cNvPr>
          <p:cNvSpPr>
            <a:spLocks noGrp="1"/>
          </p:cNvSpPr>
          <p:nvPr>
            <p:ph type="sldNum" sz="quarter" idx="12"/>
          </p:nvPr>
        </p:nvSpPr>
        <p:spPr/>
        <p:txBody>
          <a:bodyPr/>
          <a:lstStyle/>
          <a:p>
            <a:pPr defTabSz="371292" fontAlgn="auto">
              <a:spcBef>
                <a:spcPts val="0"/>
              </a:spcBef>
              <a:spcAft>
                <a:spcPts val="0"/>
              </a:spcAft>
            </a:pPr>
            <a:fld id="{6D22F896-40B5-4ADD-8801-0D06FADFA095}" type="slidenum">
              <a:rPr lang="es-ES">
                <a:solidFill>
                  <a:srgbClr val="E6E6E6">
                    <a:lumMod val="10000"/>
                  </a:srgbClr>
                </a:solidFill>
                <a:latin typeface="Tw Cen MT" panose="020B0602020104020603"/>
              </a:rPr>
              <a:pPr defTabSz="371292" fontAlgn="auto">
                <a:spcBef>
                  <a:spcPts val="0"/>
                </a:spcBef>
                <a:spcAft>
                  <a:spcPts val="0"/>
                </a:spcAft>
              </a:pPr>
              <a:t>130</a:t>
            </a:fld>
            <a:endParaRPr lang="es-ES">
              <a:solidFill>
                <a:srgbClr val="E6E6E6">
                  <a:lumMod val="10000"/>
                </a:srgbClr>
              </a:solidFill>
              <a:latin typeface="Tw Cen MT" panose="020B0602020104020603"/>
            </a:endParaRPr>
          </a:p>
        </p:txBody>
      </p:sp>
    </p:spTree>
    <p:extLst>
      <p:ext uri="{BB962C8B-B14F-4D97-AF65-F5344CB8AC3E}">
        <p14:creationId xmlns:p14="http://schemas.microsoft.com/office/powerpoint/2010/main" val="46647983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B64ABE-6E04-6674-1ED5-46EA7B9C8D1B}"/>
              </a:ext>
            </a:extLst>
          </p:cNvPr>
          <p:cNvSpPr>
            <a:spLocks noGrp="1"/>
          </p:cNvSpPr>
          <p:nvPr>
            <p:ph type="title"/>
          </p:nvPr>
        </p:nvSpPr>
        <p:spPr>
          <a:xfrm>
            <a:off x="926952" y="1260279"/>
            <a:ext cx="8044754" cy="1200761"/>
          </a:xfrm>
        </p:spPr>
        <p:txBody>
          <a:bodyPr/>
          <a:lstStyle/>
          <a:p>
            <a:r>
              <a:rPr lang="es-ES" sz="3573" dirty="0">
                <a:latin typeface="Rockwell" panose="02060603020205020403" pitchFamily="18" charset="0"/>
              </a:rPr>
              <a:t>Repertorio de instrucciones:</a:t>
            </a:r>
            <a:br>
              <a:rPr lang="es-ES" sz="3573" dirty="0">
                <a:latin typeface="Rockwell" panose="02060603020205020403" pitchFamily="18" charset="0"/>
              </a:rPr>
            </a:br>
            <a:r>
              <a:rPr lang="es-ES" sz="2599" dirty="0">
                <a:solidFill>
                  <a:schemeClr val="accent2"/>
                </a:solidFill>
                <a:latin typeface="Rockwell" panose="02060603020205020403" pitchFamily="18" charset="0"/>
              </a:rPr>
              <a:t>de transferencia de datos (II)</a:t>
            </a:r>
          </a:p>
        </p:txBody>
      </p:sp>
      <p:graphicFrame>
        <p:nvGraphicFramePr>
          <p:cNvPr id="22" name="Marcador de contenido 5">
            <a:extLst>
              <a:ext uri="{FF2B5EF4-FFF2-40B4-BE49-F238E27FC236}">
                <a16:creationId xmlns:a16="http://schemas.microsoft.com/office/drawing/2014/main" id="{F662A3E1-341C-2CDA-2CDE-A8C4B4B7B04F}"/>
              </a:ext>
            </a:extLst>
          </p:cNvPr>
          <p:cNvGraphicFramePr>
            <a:graphicFrameLocks/>
          </p:cNvGraphicFramePr>
          <p:nvPr/>
        </p:nvGraphicFramePr>
        <p:xfrm>
          <a:off x="926953" y="4461537"/>
          <a:ext cx="8044755" cy="2252628"/>
        </p:xfrm>
        <a:graphic>
          <a:graphicData uri="http://schemas.openxmlformats.org/drawingml/2006/table">
            <a:tbl>
              <a:tblPr firstRow="1" bandRow="1">
                <a:tableStyleId>{2D5ABB26-0587-4C30-8999-92F81FD0307C}</a:tableStyleId>
              </a:tblPr>
              <a:tblGrid>
                <a:gridCol w="1393650">
                  <a:extLst>
                    <a:ext uri="{9D8B030D-6E8A-4147-A177-3AD203B41FA5}">
                      <a16:colId xmlns:a16="http://schemas.microsoft.com/office/drawing/2014/main" val="936975246"/>
                    </a:ext>
                  </a:extLst>
                </a:gridCol>
                <a:gridCol w="2691899">
                  <a:extLst>
                    <a:ext uri="{9D8B030D-6E8A-4147-A177-3AD203B41FA5}">
                      <a16:colId xmlns:a16="http://schemas.microsoft.com/office/drawing/2014/main" val="1489359660"/>
                    </a:ext>
                  </a:extLst>
                </a:gridCol>
                <a:gridCol w="3959206">
                  <a:extLst>
                    <a:ext uri="{9D8B030D-6E8A-4147-A177-3AD203B41FA5}">
                      <a16:colId xmlns:a16="http://schemas.microsoft.com/office/drawing/2014/main" val="3571882013"/>
                    </a:ext>
                  </a:extLst>
                </a:gridCol>
              </a:tblGrid>
              <a:tr h="272284">
                <a:tc>
                  <a:txBody>
                    <a:bodyPr/>
                    <a:lstStyle/>
                    <a:p>
                      <a:pPr algn="l"/>
                      <a:r>
                        <a:rPr lang="es-ES" sz="1300" b="1" dirty="0">
                          <a:solidFill>
                            <a:schemeClr val="bg1">
                              <a:lumMod val="10000"/>
                            </a:schemeClr>
                          </a:solidFill>
                        </a:rPr>
                        <a:t>Instrucción</a:t>
                      </a:r>
                      <a:endParaRPr lang="es-ES" sz="13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l"/>
                      <a:r>
                        <a:rPr lang="es-ES" sz="1300" b="1" dirty="0">
                          <a:solidFill>
                            <a:schemeClr val="bg1">
                              <a:lumMod val="10000"/>
                            </a:schemeClr>
                          </a:solidFill>
                        </a:rPr>
                        <a:t>Operación</a:t>
                      </a:r>
                      <a:endParaRPr lang="es-ES" sz="13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l"/>
                      <a:r>
                        <a:rPr lang="es-ES" sz="1300" b="1" dirty="0">
                          <a:solidFill>
                            <a:schemeClr val="bg1">
                              <a:lumMod val="10000"/>
                            </a:schemeClr>
                          </a:solidFill>
                        </a:rPr>
                        <a:t>Descripción</a:t>
                      </a:r>
                    </a:p>
                  </a:txBody>
                  <a:tcPr marL="74259" marR="74259" marT="37130" marB="37130">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653347337"/>
                  </a:ext>
                </a:extLst>
              </a:tr>
              <a:tr h="247531">
                <a:tc>
                  <a:txBody>
                    <a:bodyPr/>
                    <a:lstStyle/>
                    <a:p>
                      <a:pPr algn="l"/>
                      <a:r>
                        <a:rPr lang="es-ES" sz="1100" b="1" i="0" dirty="0" err="1">
                          <a:solidFill>
                            <a:schemeClr val="accent2"/>
                          </a:solidFill>
                          <a:latin typeface="Courier New" panose="02070309020205020404" pitchFamily="49" charset="0"/>
                          <a:cs typeface="Courier New" panose="02070309020205020404" pitchFamily="49" charset="0"/>
                        </a:rPr>
                        <a:t>lw</a:t>
                      </a:r>
                      <a:r>
                        <a:rPr lang="es-ES" sz="1100" b="1" i="0" dirty="0">
                          <a:solidFill>
                            <a:schemeClr val="bg1">
                              <a:lumMod val="10000"/>
                            </a:schemeClr>
                          </a:solidFill>
                          <a:latin typeface="Courier New" panose="02070309020205020404" pitchFamily="49" charset="0"/>
                          <a:cs typeface="Courier New" panose="02070309020205020404" pitchFamily="49" charset="0"/>
                        </a:rPr>
                        <a:t>  x2, 0(x1)</a:t>
                      </a:r>
                    </a:p>
                  </a:txBody>
                  <a:tcPr marL="74259" marR="74259" marT="37130" marB="37130">
                    <a:lnT w="12700" cap="flat" cmpd="sng" algn="ctr">
                      <a:solidFill>
                        <a:schemeClr val="accent2"/>
                      </a:solidFill>
                      <a:prstDash val="solid"/>
                      <a:round/>
                      <a:headEnd type="none" w="med" len="med"/>
                      <a:tailEnd type="none" w="med" len="med"/>
                    </a:lnT>
                    <a:solidFill>
                      <a:schemeClr val="accent2">
                        <a:lumMod val="20000"/>
                        <a:lumOff val="80000"/>
                      </a:schemeClr>
                    </a:solidFill>
                  </a:tcPr>
                </a:tc>
                <a:tc>
                  <a:txBody>
                    <a:bodyPr/>
                    <a:lstStyle/>
                    <a:p>
                      <a:pPr algn="l"/>
                      <a:r>
                        <a:rPr lang="es-ES" sz="1100" b="0" dirty="0">
                          <a:solidFill>
                            <a:schemeClr val="bg1">
                              <a:lumMod val="10000"/>
                            </a:schemeClr>
                          </a:solidFill>
                        </a:rPr>
                        <a:t>x2 </a:t>
                      </a:r>
                      <a:r>
                        <a:rPr lang="es-ES" sz="1100" b="0" dirty="0">
                          <a:solidFill>
                            <a:schemeClr val="bg1">
                              <a:lumMod val="10000"/>
                            </a:schemeClr>
                          </a:solidFill>
                          <a:sym typeface="Wingdings" pitchFamily="2" charset="2"/>
                        </a:rPr>
                        <a:t> </a:t>
                      </a:r>
                      <a:r>
                        <a:rPr lang="es-ES" sz="1100" b="0" dirty="0" err="1">
                          <a:solidFill>
                            <a:schemeClr val="bg1">
                              <a:lumMod val="10000"/>
                            </a:schemeClr>
                          </a:solidFill>
                          <a:sym typeface="Wingdings" pitchFamily="2" charset="2"/>
                        </a:rPr>
                        <a:t>Mem</a:t>
                      </a:r>
                      <a:r>
                        <a:rPr lang="es-ES" sz="1100" b="0" dirty="0">
                          <a:solidFill>
                            <a:schemeClr val="bg1">
                              <a:lumMod val="10000"/>
                            </a:schemeClr>
                          </a:solidFill>
                          <a:sym typeface="Wingdings" pitchFamily="2" charset="2"/>
                        </a:rPr>
                        <a:t>[x1 + </a:t>
                      </a:r>
                      <a:r>
                        <a:rPr lang="es-ES" sz="1100" b="0" dirty="0" err="1">
                          <a:solidFill>
                            <a:schemeClr val="bg1">
                              <a:lumMod val="10000"/>
                            </a:schemeClr>
                          </a:solidFill>
                          <a:sym typeface="Wingdings" pitchFamily="2" charset="2"/>
                        </a:rPr>
                        <a:t>sExt</a:t>
                      </a:r>
                      <a:r>
                        <a:rPr lang="es-ES" sz="1100" b="0" dirty="0">
                          <a:solidFill>
                            <a:schemeClr val="bg1">
                              <a:lumMod val="10000"/>
                            </a:schemeClr>
                          </a:solidFill>
                          <a:sym typeface="Wingdings" pitchFamily="2" charset="2"/>
                        </a:rPr>
                        <a:t>(0)]</a:t>
                      </a:r>
                      <a:endParaRPr lang="es-ES" sz="1100" b="0" i="0" dirty="0">
                        <a:solidFill>
                          <a:schemeClr val="bg1">
                            <a:lumMod val="10000"/>
                          </a:schemeClr>
                        </a:solidFill>
                        <a:latin typeface="+mn-lt"/>
                        <a:cs typeface="Courier New" panose="02070309020205020404" pitchFamily="49" charset="0"/>
                      </a:endParaRPr>
                    </a:p>
                  </a:txBody>
                  <a:tcPr marL="74259" marR="74259" marT="37130" marB="37130">
                    <a:lnT w="12700" cap="flat" cmpd="sng" algn="ctr">
                      <a:solidFill>
                        <a:schemeClr val="accent2"/>
                      </a:solidFill>
                      <a:prstDash val="solid"/>
                      <a:round/>
                      <a:headEnd type="none" w="med" len="med"/>
                      <a:tailEnd type="none" w="med" len="med"/>
                    </a:lnT>
                    <a:solidFill>
                      <a:schemeClr val="accent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rPr>
                        <a:t>carga </a:t>
                      </a:r>
                      <a:r>
                        <a:rPr lang="es-ES" sz="1100" b="1" i="0" dirty="0">
                          <a:solidFill>
                            <a:schemeClr val="accent2"/>
                          </a:solidFill>
                          <a:latin typeface="Courier New" panose="02070309020205020404" pitchFamily="49" charset="0"/>
                          <a:cs typeface="Courier New" panose="02070309020205020404" pitchFamily="49" charset="0"/>
                        </a:rPr>
                        <a:t>8b257a02</a:t>
                      </a:r>
                      <a:r>
                        <a:rPr lang="es-ES" sz="1100" b="0" dirty="0">
                          <a:solidFill>
                            <a:schemeClr val="accent2"/>
                          </a:solidFill>
                        </a:rPr>
                        <a:t> en x2</a:t>
                      </a:r>
                      <a:endParaRPr lang="es-ES" sz="1100" b="0" dirty="0">
                        <a:solidFill>
                          <a:schemeClr val="accent2"/>
                        </a:solidFill>
                        <a:latin typeface="+mn-lt"/>
                      </a:endParaRPr>
                    </a:p>
                  </a:txBody>
                  <a:tcPr marL="74259" marR="74259" marT="37130" marB="37130">
                    <a:lnT w="12700" cap="flat" cmpd="sng" algn="ctr">
                      <a:solidFill>
                        <a:schemeClr val="accent2"/>
                      </a:solidFill>
                      <a:prstDash val="solid"/>
                      <a:round/>
                      <a:headEnd type="none" w="med" len="med"/>
                      <a:tailEnd type="none" w="med" len="med"/>
                    </a:lnT>
                    <a:solidFill>
                      <a:schemeClr val="accent2">
                        <a:lumMod val="20000"/>
                        <a:lumOff val="80000"/>
                      </a:schemeClr>
                    </a:solidFill>
                  </a:tcPr>
                </a:tc>
                <a:extLst>
                  <a:ext uri="{0D108BD9-81ED-4DB2-BD59-A6C34878D82A}">
                    <a16:rowId xmlns:a16="http://schemas.microsoft.com/office/drawing/2014/main" val="675244972"/>
                  </a:ext>
                </a:extLst>
              </a:tr>
              <a:tr h="247531">
                <a:tc>
                  <a:txBody>
                    <a:bodyPr/>
                    <a:lstStyle/>
                    <a:p>
                      <a:pPr algn="l"/>
                      <a:r>
                        <a:rPr lang="es-ES" sz="1100" b="1" i="0" dirty="0" err="1">
                          <a:solidFill>
                            <a:schemeClr val="accent2"/>
                          </a:solidFill>
                          <a:latin typeface="Courier New" panose="02070309020205020404" pitchFamily="49" charset="0"/>
                          <a:cs typeface="Courier New" panose="02070309020205020404" pitchFamily="49" charset="0"/>
                        </a:rPr>
                        <a:t>lhu</a:t>
                      </a:r>
                      <a:r>
                        <a:rPr lang="es-ES" sz="1100" b="1" i="0" dirty="0">
                          <a:solidFill>
                            <a:schemeClr val="bg1">
                              <a:lumMod val="10000"/>
                            </a:schemeClr>
                          </a:solidFill>
                          <a:latin typeface="Courier New" panose="02070309020205020404" pitchFamily="49" charset="0"/>
                          <a:cs typeface="Courier New" panose="02070309020205020404" pitchFamily="49" charset="0"/>
                        </a:rPr>
                        <a:t> x2, 0(x1)</a:t>
                      </a:r>
                    </a:p>
                  </a:txBody>
                  <a:tcPr marL="74259" marR="74259" marT="37130" marB="37130"/>
                </a:tc>
                <a:tc>
                  <a:txBody>
                    <a:bodyPr/>
                    <a:lstStyle/>
                    <a:p>
                      <a:pPr algn="l"/>
                      <a:r>
                        <a:rPr lang="es-ES" sz="1100" b="0" dirty="0">
                          <a:solidFill>
                            <a:schemeClr val="bg1">
                              <a:lumMod val="10000"/>
                            </a:schemeClr>
                          </a:solidFill>
                        </a:rPr>
                        <a:t>x2 </a:t>
                      </a:r>
                      <a:r>
                        <a:rPr lang="es-ES" sz="1100" b="0" dirty="0">
                          <a:solidFill>
                            <a:schemeClr val="bg1">
                              <a:lumMod val="10000"/>
                            </a:schemeClr>
                          </a:solidFill>
                          <a:sym typeface="Wingdings" pitchFamily="2" charset="2"/>
                        </a:rPr>
                        <a:t> </a:t>
                      </a:r>
                      <a:r>
                        <a:rPr lang="es-ES" sz="1100" b="0" dirty="0" err="1">
                          <a:solidFill>
                            <a:schemeClr val="bg1">
                              <a:lumMod val="10000"/>
                            </a:schemeClr>
                          </a:solidFill>
                          <a:sym typeface="Wingdings" pitchFamily="2" charset="2"/>
                        </a:rPr>
                        <a:t>zExt</a:t>
                      </a:r>
                      <a:r>
                        <a:rPr lang="es-ES" sz="1100" b="0" dirty="0">
                          <a:solidFill>
                            <a:schemeClr val="bg1">
                              <a:lumMod val="10000"/>
                            </a:schemeClr>
                          </a:solidFill>
                          <a:sym typeface="Wingdings" pitchFamily="2" charset="2"/>
                        </a:rPr>
                        <a:t>(</a:t>
                      </a:r>
                      <a:r>
                        <a:rPr lang="es-ES" sz="1100" b="0" dirty="0" err="1">
                          <a:solidFill>
                            <a:schemeClr val="bg1">
                              <a:lumMod val="10000"/>
                            </a:schemeClr>
                          </a:solidFill>
                          <a:sym typeface="Wingdings" pitchFamily="2" charset="2"/>
                        </a:rPr>
                        <a:t>Mem</a:t>
                      </a:r>
                      <a:r>
                        <a:rPr lang="es-ES" sz="1100" b="0" dirty="0">
                          <a:solidFill>
                            <a:schemeClr val="bg1">
                              <a:lumMod val="10000"/>
                            </a:schemeClr>
                          </a:solidFill>
                          <a:sym typeface="Wingdings" pitchFamily="2" charset="2"/>
                        </a:rPr>
                        <a:t>[x1 + </a:t>
                      </a:r>
                      <a:r>
                        <a:rPr lang="es-ES" sz="1100" b="0" dirty="0" err="1">
                          <a:solidFill>
                            <a:schemeClr val="bg1">
                              <a:lumMod val="10000"/>
                            </a:schemeClr>
                          </a:solidFill>
                          <a:sym typeface="Wingdings" pitchFamily="2" charset="2"/>
                        </a:rPr>
                        <a:t>sExt</a:t>
                      </a:r>
                      <a:r>
                        <a:rPr lang="es-ES" sz="1100" b="0" dirty="0">
                          <a:solidFill>
                            <a:schemeClr val="bg1">
                              <a:lumMod val="10000"/>
                            </a:schemeClr>
                          </a:solidFill>
                          <a:sym typeface="Wingdings" pitchFamily="2" charset="2"/>
                        </a:rPr>
                        <a:t>(0)]</a:t>
                      </a:r>
                      <a:r>
                        <a:rPr lang="es-ES" sz="1100" b="0" baseline="-25000" dirty="0">
                          <a:solidFill>
                            <a:schemeClr val="bg1">
                              <a:lumMod val="10000"/>
                            </a:schemeClr>
                          </a:solidFill>
                          <a:sym typeface="Wingdings" pitchFamily="2" charset="2"/>
                        </a:rPr>
                        <a:t>15:0</a:t>
                      </a:r>
                      <a:r>
                        <a:rPr lang="es-ES" sz="1100" b="0" dirty="0">
                          <a:solidFill>
                            <a:schemeClr val="bg1">
                              <a:lumMod val="10000"/>
                            </a:schemeClr>
                          </a:solidFill>
                          <a:sym typeface="Wingdings" pitchFamily="2" charset="2"/>
                        </a:rPr>
                        <a:t>)</a:t>
                      </a:r>
                      <a:endParaRPr lang="es-ES" sz="1100" b="0" i="0" dirty="0">
                        <a:solidFill>
                          <a:schemeClr val="bg1">
                            <a:lumMod val="10000"/>
                          </a:schemeClr>
                        </a:solidFill>
                        <a:latin typeface="+mn-lt"/>
                        <a:cs typeface="Courier New" panose="02070309020205020404" pitchFamily="49" charset="0"/>
                      </a:endParaRPr>
                    </a:p>
                  </a:txBody>
                  <a:tcPr marL="74259" marR="74259" marT="37130" marB="3713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rPr>
                        <a:t>carga </a:t>
                      </a:r>
                      <a:r>
                        <a:rPr lang="es-ES" sz="1100" b="1" i="0" dirty="0">
                          <a:solidFill>
                            <a:schemeClr val="accent2"/>
                          </a:solidFill>
                          <a:latin typeface="Courier New" panose="02070309020205020404" pitchFamily="49" charset="0"/>
                          <a:cs typeface="Courier New" panose="02070309020205020404" pitchFamily="49" charset="0"/>
                        </a:rPr>
                        <a:t>00007a02</a:t>
                      </a:r>
                      <a:r>
                        <a:rPr lang="es-ES" sz="1100" b="0" dirty="0">
                          <a:solidFill>
                            <a:schemeClr val="accent2"/>
                          </a:solidFill>
                        </a:rPr>
                        <a:t> en x2 (7a02 =</a:t>
                      </a:r>
                      <a:r>
                        <a:rPr lang="es-ES" sz="1100" b="0" baseline="-25000" dirty="0">
                          <a:solidFill>
                            <a:schemeClr val="accent2"/>
                          </a:solidFill>
                        </a:rPr>
                        <a:t>2</a:t>
                      </a:r>
                      <a:r>
                        <a:rPr lang="es-ES" sz="1100" b="0" baseline="0" dirty="0">
                          <a:solidFill>
                            <a:schemeClr val="accent2"/>
                          </a:solidFill>
                        </a:rPr>
                        <a:t> +31234)</a:t>
                      </a:r>
                      <a:r>
                        <a:rPr lang="es-ES" sz="1100" b="0" dirty="0">
                          <a:solidFill>
                            <a:schemeClr val="accent2"/>
                          </a:solidFill>
                        </a:rPr>
                        <a:t> </a:t>
                      </a:r>
                      <a:endParaRPr lang="es-ES" sz="1100" b="0" dirty="0">
                        <a:solidFill>
                          <a:schemeClr val="accent2"/>
                        </a:solidFill>
                        <a:latin typeface="+mn-lt"/>
                      </a:endParaRPr>
                    </a:p>
                  </a:txBody>
                  <a:tcPr marL="74259" marR="74259" marT="37130" marB="37130"/>
                </a:tc>
                <a:extLst>
                  <a:ext uri="{0D108BD9-81ED-4DB2-BD59-A6C34878D82A}">
                    <a16:rowId xmlns:a16="http://schemas.microsoft.com/office/drawing/2014/main" val="3628958978"/>
                  </a:ext>
                </a:extLst>
              </a:tr>
              <a:tr h="247531">
                <a:tc>
                  <a:txBody>
                    <a:bodyPr/>
                    <a:lstStyle/>
                    <a:p>
                      <a:pPr algn="l"/>
                      <a:r>
                        <a:rPr lang="es-ES" sz="1100" b="1" i="0" dirty="0" err="1">
                          <a:solidFill>
                            <a:schemeClr val="accent2"/>
                          </a:solidFill>
                          <a:latin typeface="Courier New" panose="02070309020205020404" pitchFamily="49" charset="0"/>
                          <a:cs typeface="Courier New" panose="02070309020205020404" pitchFamily="49" charset="0"/>
                        </a:rPr>
                        <a:t>lhu</a:t>
                      </a:r>
                      <a:r>
                        <a:rPr lang="es-ES" sz="1100" b="1" i="0" dirty="0">
                          <a:solidFill>
                            <a:schemeClr val="bg1">
                              <a:lumMod val="10000"/>
                            </a:schemeClr>
                          </a:solidFill>
                          <a:latin typeface="Courier New" panose="02070309020205020404" pitchFamily="49" charset="0"/>
                          <a:cs typeface="Courier New" panose="02070309020205020404" pitchFamily="49" charset="0"/>
                        </a:rPr>
                        <a:t> x2, 2(x1)</a:t>
                      </a:r>
                    </a:p>
                  </a:txBody>
                  <a:tcPr marL="74259" marR="74259" marT="37130" marB="37130">
                    <a:lnB>
                      <a:noFill/>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rPr>
                        <a:t>x2 </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 </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sym typeface="Wingdings" pitchFamily="2" charset="2"/>
                        </a:rPr>
                        <a:t>zExt</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sym typeface="Wingdings" pitchFamily="2" charset="2"/>
                        </a:rPr>
                        <a:t>Mem</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[x1 + </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sym typeface="Wingdings" pitchFamily="2" charset="2"/>
                        </a:rPr>
                        <a:t>sExt</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(2)]</a:t>
                      </a:r>
                      <a:r>
                        <a:rPr kumimoji="0" lang="es-ES" sz="1100" b="0" i="0" u="none" strike="noStrike" kern="1200" cap="none" spc="0" normalizeH="0" baseline="-25000" noProof="0" dirty="0">
                          <a:ln>
                            <a:noFill/>
                          </a:ln>
                          <a:solidFill>
                            <a:srgbClr val="E6E6E6">
                              <a:lumMod val="10000"/>
                            </a:srgbClr>
                          </a:solidFill>
                          <a:effectLst/>
                          <a:uLnTx/>
                          <a:uFillTx/>
                          <a:latin typeface="Tw Cen MT" panose="020B0602020104020603"/>
                          <a:ea typeface="+mn-ea"/>
                          <a:cs typeface="+mn-cs"/>
                          <a:sym typeface="Wingdings" pitchFamily="2" charset="2"/>
                        </a:rPr>
                        <a:t>15:0</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a:t>
                      </a:r>
                      <a:endPar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Courier New" panose="02070309020205020404" pitchFamily="49" charset="0"/>
                      </a:endParaRPr>
                    </a:p>
                  </a:txBody>
                  <a:tcPr marL="74259" marR="74259" marT="37130" marB="37130">
                    <a:lnB>
                      <a:noFill/>
                    </a:lnB>
                    <a:solidFill>
                      <a:schemeClr val="accent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rPr>
                        <a:t>carga 0000</a:t>
                      </a:r>
                      <a:r>
                        <a:rPr lang="es-ES" sz="1100" b="1" i="0" dirty="0">
                          <a:solidFill>
                            <a:schemeClr val="accent2"/>
                          </a:solidFill>
                          <a:latin typeface="Courier New" panose="02070309020205020404" pitchFamily="49" charset="0"/>
                          <a:cs typeface="Courier New" panose="02070309020205020404" pitchFamily="49" charset="0"/>
                        </a:rPr>
                        <a:t>8b25</a:t>
                      </a:r>
                      <a:r>
                        <a:rPr lang="es-ES" sz="1100" b="0" dirty="0">
                          <a:solidFill>
                            <a:schemeClr val="accent2"/>
                          </a:solidFill>
                        </a:rPr>
                        <a:t> en x2 (8b25 =</a:t>
                      </a:r>
                      <a:r>
                        <a:rPr lang="es-ES" sz="1100" b="0" baseline="-25000" dirty="0">
                          <a:solidFill>
                            <a:schemeClr val="accent2"/>
                          </a:solidFill>
                        </a:rPr>
                        <a:t>2</a:t>
                      </a:r>
                      <a:r>
                        <a:rPr lang="es-ES" sz="1100" b="0" baseline="0" dirty="0">
                          <a:solidFill>
                            <a:schemeClr val="accent2"/>
                          </a:solidFill>
                        </a:rPr>
                        <a:t> +35621)</a:t>
                      </a:r>
                      <a:endParaRPr lang="es-ES" sz="1100" b="0" dirty="0">
                        <a:solidFill>
                          <a:schemeClr val="accent2"/>
                        </a:solidFill>
                        <a:latin typeface="+mn-lt"/>
                      </a:endParaRPr>
                    </a:p>
                  </a:txBody>
                  <a:tcPr marL="74259" marR="74259" marT="37130" marB="37130">
                    <a:lnB>
                      <a:noFill/>
                    </a:lnB>
                    <a:solidFill>
                      <a:schemeClr val="accent2">
                        <a:lumMod val="20000"/>
                        <a:lumOff val="80000"/>
                      </a:schemeClr>
                    </a:solidFill>
                  </a:tcPr>
                </a:tc>
                <a:extLst>
                  <a:ext uri="{0D108BD9-81ED-4DB2-BD59-A6C34878D82A}">
                    <a16:rowId xmlns:a16="http://schemas.microsoft.com/office/drawing/2014/main" val="1999614752"/>
                  </a:ext>
                </a:extLst>
              </a:tr>
              <a:tr h="247531">
                <a:tc>
                  <a:txBody>
                    <a:bodyPr/>
                    <a:lstStyle/>
                    <a:p>
                      <a:pPr algn="l"/>
                      <a:r>
                        <a:rPr lang="es-ES" sz="1100" b="1" i="0" dirty="0" err="1">
                          <a:solidFill>
                            <a:schemeClr val="accent2"/>
                          </a:solidFill>
                          <a:latin typeface="Courier New" panose="02070309020205020404" pitchFamily="49" charset="0"/>
                          <a:cs typeface="Courier New" panose="02070309020205020404" pitchFamily="49" charset="0"/>
                        </a:rPr>
                        <a:t>lh</a:t>
                      </a:r>
                      <a:r>
                        <a:rPr lang="es-ES" sz="1100" b="1" i="0" dirty="0">
                          <a:solidFill>
                            <a:schemeClr val="bg1">
                              <a:lumMod val="10000"/>
                            </a:schemeClr>
                          </a:solidFill>
                          <a:latin typeface="Courier New" panose="02070309020205020404" pitchFamily="49" charset="0"/>
                          <a:cs typeface="Courier New" panose="02070309020205020404" pitchFamily="49" charset="0"/>
                        </a:rPr>
                        <a:t>  x2, 0(x1)</a:t>
                      </a:r>
                    </a:p>
                  </a:txBody>
                  <a:tcPr marL="74259" marR="74259" marT="37130" marB="37130">
                    <a:lnL>
                      <a:noFill/>
                    </a:lnL>
                    <a:lnR>
                      <a:noFill/>
                    </a:lnR>
                    <a:lnT>
                      <a:noFill/>
                    </a:lnT>
                    <a:lnB w="12700" cap="flat" cmpd="sng" algn="ctr">
                      <a:noFill/>
                      <a:prstDash val="sysDash"/>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rPr>
                        <a:t>x2 </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 </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sym typeface="Wingdings" pitchFamily="2" charset="2"/>
                        </a:rPr>
                        <a:t>sExt</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sym typeface="Wingdings" pitchFamily="2" charset="2"/>
                        </a:rPr>
                        <a:t>Mem</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[x1 + </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sym typeface="Wingdings" pitchFamily="2" charset="2"/>
                        </a:rPr>
                        <a:t>sExt</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(0)]</a:t>
                      </a:r>
                      <a:r>
                        <a:rPr kumimoji="0" lang="es-ES" sz="1100" b="0" i="0" u="none" strike="noStrike" kern="1200" cap="none" spc="0" normalizeH="0" baseline="-25000" noProof="0" dirty="0">
                          <a:ln>
                            <a:noFill/>
                          </a:ln>
                          <a:solidFill>
                            <a:srgbClr val="E6E6E6">
                              <a:lumMod val="10000"/>
                            </a:srgbClr>
                          </a:solidFill>
                          <a:effectLst/>
                          <a:uLnTx/>
                          <a:uFillTx/>
                          <a:latin typeface="Tw Cen MT" panose="020B0602020104020603"/>
                          <a:ea typeface="+mn-ea"/>
                          <a:cs typeface="+mn-cs"/>
                          <a:sym typeface="Wingdings" pitchFamily="2" charset="2"/>
                        </a:rPr>
                        <a:t>15:0</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a:t>
                      </a:r>
                      <a:endPar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Courier New" panose="02070309020205020404" pitchFamily="49" charset="0"/>
                      </a:endParaRPr>
                    </a:p>
                  </a:txBody>
                  <a:tcPr marL="74259" marR="74259" marT="37130" marB="37130">
                    <a:lnL>
                      <a:noFill/>
                    </a:lnL>
                    <a:lnR>
                      <a:noFill/>
                    </a:lnR>
                    <a:lnT>
                      <a:noFill/>
                    </a:lnT>
                    <a:lnB w="12700" cap="flat" cmpd="sng" algn="ctr">
                      <a:noFill/>
                      <a:prstDash val="sysDash"/>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rPr>
                        <a:t>carga </a:t>
                      </a:r>
                      <a:r>
                        <a:rPr lang="es-ES" sz="1100" b="1" i="0" dirty="0">
                          <a:solidFill>
                            <a:schemeClr val="accent2"/>
                          </a:solidFill>
                          <a:latin typeface="Courier New" panose="02070309020205020404" pitchFamily="49" charset="0"/>
                          <a:cs typeface="Courier New" panose="02070309020205020404" pitchFamily="49" charset="0"/>
                        </a:rPr>
                        <a:t>00007a02</a:t>
                      </a:r>
                      <a:r>
                        <a:rPr lang="es-ES" sz="1100" b="0" dirty="0">
                          <a:solidFill>
                            <a:schemeClr val="accent2"/>
                          </a:solidFill>
                        </a:rPr>
                        <a:t> en x2 (7a02 =</a:t>
                      </a:r>
                      <a:r>
                        <a:rPr lang="es-ES" sz="1100" b="0" baseline="-25000" dirty="0">
                          <a:solidFill>
                            <a:schemeClr val="accent2"/>
                          </a:solidFill>
                        </a:rPr>
                        <a:t>C2</a:t>
                      </a:r>
                      <a:r>
                        <a:rPr lang="es-ES" sz="1100" b="0" baseline="0" dirty="0">
                          <a:solidFill>
                            <a:schemeClr val="accent2"/>
                          </a:solidFill>
                        </a:rPr>
                        <a:t> +31234)</a:t>
                      </a:r>
                      <a:r>
                        <a:rPr lang="es-ES" sz="1100" b="0" dirty="0">
                          <a:solidFill>
                            <a:schemeClr val="accent2"/>
                          </a:solidFill>
                        </a:rPr>
                        <a:t> </a:t>
                      </a:r>
                      <a:endParaRPr lang="es-ES" sz="1100" b="0" dirty="0">
                        <a:solidFill>
                          <a:schemeClr val="accent2"/>
                        </a:solidFill>
                        <a:latin typeface="+mn-lt"/>
                      </a:endParaRPr>
                    </a:p>
                  </a:txBody>
                  <a:tcPr marL="74259" marR="74259" marT="37130" marB="37130">
                    <a:lnL>
                      <a:noFill/>
                    </a:lnL>
                    <a:lnR>
                      <a:noFill/>
                    </a:lnR>
                    <a:lnT>
                      <a:noFill/>
                    </a:lnT>
                    <a:lnB w="12700" cap="flat" cmpd="sng" algn="ctr">
                      <a:noFill/>
                      <a:prstDash val="sysDash"/>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94913247"/>
                  </a:ext>
                </a:extLst>
              </a:tr>
              <a:tr h="247531">
                <a:tc>
                  <a:txBody>
                    <a:bodyPr/>
                    <a:lstStyle/>
                    <a:p>
                      <a:pPr algn="l"/>
                      <a:r>
                        <a:rPr lang="es-ES" sz="1100" b="1" i="0" dirty="0" err="1">
                          <a:solidFill>
                            <a:schemeClr val="accent2"/>
                          </a:solidFill>
                          <a:latin typeface="Courier New" panose="02070309020205020404" pitchFamily="49" charset="0"/>
                          <a:cs typeface="Courier New" panose="02070309020205020404" pitchFamily="49" charset="0"/>
                        </a:rPr>
                        <a:t>lh</a:t>
                      </a:r>
                      <a:r>
                        <a:rPr lang="es-ES" sz="1100" b="1" i="0" dirty="0">
                          <a:solidFill>
                            <a:schemeClr val="bg1">
                              <a:lumMod val="10000"/>
                            </a:schemeClr>
                          </a:solidFill>
                          <a:latin typeface="Courier New" panose="02070309020205020404" pitchFamily="49" charset="0"/>
                          <a:cs typeface="Courier New" panose="02070309020205020404" pitchFamily="49" charset="0"/>
                        </a:rPr>
                        <a:t>  x2, 2(x1)</a:t>
                      </a:r>
                    </a:p>
                  </a:txBody>
                  <a:tcPr marL="74259" marR="74259" marT="37130" marB="37130">
                    <a:lnL>
                      <a:noFill/>
                    </a:lnL>
                    <a:lnR>
                      <a:noFill/>
                    </a:lnR>
                    <a:lnT w="12700" cap="flat" cmpd="sng" algn="ctr">
                      <a:noFill/>
                      <a:prstDash val="sysDash"/>
                      <a:round/>
                      <a:headEnd type="none" w="med" len="med"/>
                      <a:tailEnd type="none" w="med" len="med"/>
                    </a:lnT>
                    <a:lnB w="12700" cap="flat" cmpd="sng" algn="ctr">
                      <a:noFill/>
                      <a:prstDash val="sysDash"/>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rPr>
                        <a:t>x2 </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 </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sym typeface="Wingdings" pitchFamily="2" charset="2"/>
                        </a:rPr>
                        <a:t>sExt</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sym typeface="Wingdings" pitchFamily="2" charset="2"/>
                        </a:rPr>
                        <a:t>Mem</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[x1 + </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sym typeface="Wingdings" pitchFamily="2" charset="2"/>
                        </a:rPr>
                        <a:t>sExt</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(2)]</a:t>
                      </a:r>
                      <a:r>
                        <a:rPr kumimoji="0" lang="es-ES" sz="1100" b="0" i="0" u="none" strike="noStrike" kern="1200" cap="none" spc="0" normalizeH="0" baseline="-25000" noProof="0" dirty="0">
                          <a:ln>
                            <a:noFill/>
                          </a:ln>
                          <a:solidFill>
                            <a:srgbClr val="E6E6E6">
                              <a:lumMod val="10000"/>
                            </a:srgbClr>
                          </a:solidFill>
                          <a:effectLst/>
                          <a:uLnTx/>
                          <a:uFillTx/>
                          <a:latin typeface="Tw Cen MT" panose="020B0602020104020603"/>
                          <a:ea typeface="+mn-ea"/>
                          <a:cs typeface="+mn-cs"/>
                          <a:sym typeface="Wingdings" pitchFamily="2" charset="2"/>
                        </a:rPr>
                        <a:t>15:0</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a:t>
                      </a:r>
                      <a:endPar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Courier New" panose="02070309020205020404" pitchFamily="49" charset="0"/>
                      </a:endParaRPr>
                    </a:p>
                  </a:txBody>
                  <a:tcPr marL="74259" marR="74259" marT="37130" marB="37130">
                    <a:lnL>
                      <a:noFill/>
                    </a:lnL>
                    <a:lnR>
                      <a:noFill/>
                    </a:lnR>
                    <a:lnT w="12700" cap="flat" cmpd="sng" algn="ctr">
                      <a:noFill/>
                      <a:prstDash val="sysDash"/>
                      <a:round/>
                      <a:headEnd type="none" w="med" len="med"/>
                      <a:tailEnd type="none" w="med" len="med"/>
                    </a:lnT>
                    <a:lnB w="12700" cap="flat" cmpd="sng" algn="ctr">
                      <a:noFill/>
                      <a:prstDash val="sysDash"/>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rPr>
                        <a:t>carga </a:t>
                      </a:r>
                      <a:r>
                        <a:rPr lang="es-ES" sz="1100" b="1" i="0" dirty="0">
                          <a:solidFill>
                            <a:schemeClr val="accent2"/>
                          </a:solidFill>
                          <a:latin typeface="Courier New" panose="02070309020205020404" pitchFamily="49" charset="0"/>
                          <a:cs typeface="Courier New" panose="02070309020205020404" pitchFamily="49" charset="0"/>
                        </a:rPr>
                        <a:t>ffff8b25</a:t>
                      </a:r>
                      <a:r>
                        <a:rPr lang="es-ES" sz="1100" b="0" dirty="0">
                          <a:solidFill>
                            <a:schemeClr val="accent2"/>
                          </a:solidFill>
                        </a:rPr>
                        <a:t> en x2 (8b25 =</a:t>
                      </a:r>
                      <a:r>
                        <a:rPr lang="es-ES" sz="1100" b="0" baseline="-25000" dirty="0">
                          <a:solidFill>
                            <a:schemeClr val="accent2"/>
                          </a:solidFill>
                        </a:rPr>
                        <a:t>C2</a:t>
                      </a:r>
                      <a:r>
                        <a:rPr lang="es-ES" sz="1100" b="0" baseline="0" dirty="0">
                          <a:solidFill>
                            <a:schemeClr val="accent2"/>
                          </a:solidFill>
                        </a:rPr>
                        <a:t> -29915)</a:t>
                      </a:r>
                      <a:endParaRPr lang="es-ES" sz="1100" b="0" dirty="0">
                        <a:solidFill>
                          <a:schemeClr val="accent2"/>
                        </a:solidFill>
                        <a:latin typeface="+mn-lt"/>
                      </a:endParaRPr>
                    </a:p>
                  </a:txBody>
                  <a:tcPr marL="74259" marR="74259" marT="37130" marB="37130">
                    <a:lnL>
                      <a:noFill/>
                    </a:lnL>
                    <a:lnR>
                      <a:noFill/>
                    </a:lnR>
                    <a:lnT w="12700" cap="flat" cmpd="sng" algn="ctr">
                      <a:noFill/>
                      <a:prstDash val="sysDash"/>
                      <a:round/>
                      <a:headEnd type="none" w="med" len="med"/>
                      <a:tailEnd type="none" w="med" len="med"/>
                    </a:lnT>
                    <a:lnB w="12700" cap="flat" cmpd="sng" algn="ctr">
                      <a:noFill/>
                      <a:prstDash val="sysDash"/>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424786884"/>
                  </a:ext>
                </a:extLst>
              </a:tr>
              <a:tr h="247531">
                <a:tc>
                  <a:txBody>
                    <a:bodyPr/>
                    <a:lstStyle/>
                    <a:p>
                      <a:pPr algn="l"/>
                      <a:r>
                        <a:rPr lang="es-ES" sz="1100" b="1" i="0" dirty="0" err="1">
                          <a:solidFill>
                            <a:schemeClr val="accent2"/>
                          </a:solidFill>
                          <a:latin typeface="Courier New" panose="02070309020205020404" pitchFamily="49" charset="0"/>
                          <a:cs typeface="Courier New" panose="02070309020205020404" pitchFamily="49" charset="0"/>
                        </a:rPr>
                        <a:t>lbu</a:t>
                      </a:r>
                      <a:r>
                        <a:rPr lang="es-ES" sz="1100" b="1" i="0" dirty="0">
                          <a:solidFill>
                            <a:schemeClr val="bg1">
                              <a:lumMod val="10000"/>
                            </a:schemeClr>
                          </a:solidFill>
                          <a:latin typeface="Courier New" panose="02070309020205020404" pitchFamily="49" charset="0"/>
                          <a:cs typeface="Courier New" panose="02070309020205020404" pitchFamily="49" charset="0"/>
                        </a:rPr>
                        <a:t> x2, 3(x1)</a:t>
                      </a:r>
                    </a:p>
                  </a:txBody>
                  <a:tcPr marL="74259" marR="74259" marT="37130" marB="37130">
                    <a:lnT w="12700" cap="flat" cmpd="sng" algn="ctr">
                      <a:noFill/>
                      <a:prstDash val="sysDash"/>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rPr>
                        <a:t>x2 </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 </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sym typeface="Wingdings" pitchFamily="2" charset="2"/>
                        </a:rPr>
                        <a:t>zExt</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sym typeface="Wingdings" pitchFamily="2" charset="2"/>
                        </a:rPr>
                        <a:t>Mem</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[x1 + </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sym typeface="Wingdings" pitchFamily="2" charset="2"/>
                        </a:rPr>
                        <a:t>sExt</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(3)]</a:t>
                      </a:r>
                      <a:r>
                        <a:rPr kumimoji="0" lang="es-ES" sz="1100" b="0" i="0" u="none" strike="noStrike" kern="1200" cap="none" spc="0" normalizeH="0" baseline="-25000" noProof="0" dirty="0">
                          <a:ln>
                            <a:noFill/>
                          </a:ln>
                          <a:solidFill>
                            <a:srgbClr val="E6E6E6">
                              <a:lumMod val="10000"/>
                            </a:srgbClr>
                          </a:solidFill>
                          <a:effectLst/>
                          <a:uLnTx/>
                          <a:uFillTx/>
                          <a:latin typeface="Tw Cen MT" panose="020B0602020104020603"/>
                          <a:ea typeface="+mn-ea"/>
                          <a:cs typeface="+mn-cs"/>
                          <a:sym typeface="Wingdings" pitchFamily="2" charset="2"/>
                        </a:rPr>
                        <a:t>7:0</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a:t>
                      </a:r>
                      <a:endPar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Courier New" panose="02070309020205020404" pitchFamily="49" charset="0"/>
                      </a:endParaRPr>
                    </a:p>
                  </a:txBody>
                  <a:tcPr marL="74259" marR="74259" marT="37130" marB="37130">
                    <a:lnT w="12700" cap="flat" cmpd="sng" algn="ctr">
                      <a:noFill/>
                      <a:prstDash val="sysDash"/>
                      <a:round/>
                      <a:headEnd type="none" w="med" len="med"/>
                      <a:tailEnd type="none" w="med" len="med"/>
                    </a:lnT>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rPr>
                        <a:t>carga </a:t>
                      </a:r>
                      <a:r>
                        <a:rPr lang="es-ES" sz="1100" b="1" i="0" dirty="0">
                          <a:solidFill>
                            <a:schemeClr val="accent2"/>
                          </a:solidFill>
                          <a:latin typeface="Courier New" panose="02070309020205020404" pitchFamily="49" charset="0"/>
                          <a:cs typeface="Courier New" panose="02070309020205020404" pitchFamily="49" charset="0"/>
                        </a:rPr>
                        <a:t>0000008b</a:t>
                      </a:r>
                      <a:r>
                        <a:rPr lang="es-ES" sz="1100" b="0" dirty="0">
                          <a:solidFill>
                            <a:schemeClr val="accent2"/>
                          </a:solidFill>
                        </a:rPr>
                        <a:t> en x2 (8b =</a:t>
                      </a:r>
                      <a:r>
                        <a:rPr lang="es-ES" sz="1100" b="0" baseline="-25000" dirty="0">
                          <a:solidFill>
                            <a:schemeClr val="accent2"/>
                          </a:solidFill>
                        </a:rPr>
                        <a:t>2</a:t>
                      </a:r>
                      <a:r>
                        <a:rPr lang="es-ES" sz="1100" b="0" baseline="0" dirty="0">
                          <a:solidFill>
                            <a:schemeClr val="accent2"/>
                          </a:solidFill>
                        </a:rPr>
                        <a:t> +139)</a:t>
                      </a:r>
                      <a:endParaRPr lang="es-ES" sz="1100" b="0" dirty="0">
                        <a:solidFill>
                          <a:schemeClr val="accent2"/>
                        </a:solidFill>
                        <a:latin typeface="+mn-lt"/>
                      </a:endParaRPr>
                    </a:p>
                  </a:txBody>
                  <a:tcPr marL="74259" marR="74259" marT="37130" marB="37130">
                    <a:lnT w="12700" cap="flat" cmpd="sng" algn="ctr">
                      <a:noFill/>
                      <a:prstDash val="sysDash"/>
                      <a:round/>
                      <a:headEnd type="none" w="med" len="med"/>
                      <a:tailEnd type="none" w="med" len="med"/>
                    </a:lnT>
                  </a:tcPr>
                </a:tc>
                <a:extLst>
                  <a:ext uri="{0D108BD9-81ED-4DB2-BD59-A6C34878D82A}">
                    <a16:rowId xmlns:a16="http://schemas.microsoft.com/office/drawing/2014/main" val="715752711"/>
                  </a:ext>
                </a:extLst>
              </a:tr>
              <a:tr h="247531">
                <a:tc>
                  <a:txBody>
                    <a:bodyPr/>
                    <a:lstStyle/>
                    <a:p>
                      <a:pPr algn="l"/>
                      <a:r>
                        <a:rPr lang="es-ES" sz="1100" b="1" i="0" dirty="0">
                          <a:solidFill>
                            <a:schemeClr val="accent2"/>
                          </a:solidFill>
                          <a:latin typeface="Courier New" panose="02070309020205020404" pitchFamily="49" charset="0"/>
                          <a:cs typeface="Courier New" panose="02070309020205020404" pitchFamily="49" charset="0"/>
                        </a:rPr>
                        <a:t>lb</a:t>
                      </a:r>
                      <a:r>
                        <a:rPr lang="es-ES" sz="1100" b="1" i="0" dirty="0">
                          <a:solidFill>
                            <a:schemeClr val="bg1">
                              <a:lumMod val="10000"/>
                            </a:schemeClr>
                          </a:solidFill>
                          <a:latin typeface="Courier New" panose="02070309020205020404" pitchFamily="49" charset="0"/>
                          <a:cs typeface="Courier New" panose="02070309020205020404" pitchFamily="49" charset="0"/>
                        </a:rPr>
                        <a:t>  x2, 3(x1)</a:t>
                      </a:r>
                    </a:p>
                  </a:txBody>
                  <a:tcPr marL="74259" marR="74259" marT="37130" marB="37130">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rPr>
                        <a:t>x2 </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 </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sym typeface="Wingdings" pitchFamily="2" charset="2"/>
                        </a:rPr>
                        <a:t>sExt</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sym typeface="Wingdings" pitchFamily="2" charset="2"/>
                        </a:rPr>
                        <a:t>Mem</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[x1 + </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sym typeface="Wingdings" pitchFamily="2" charset="2"/>
                        </a:rPr>
                        <a:t>sExt</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(3)]</a:t>
                      </a:r>
                      <a:r>
                        <a:rPr kumimoji="0" lang="es-ES" sz="1100" b="0" i="0" u="none" strike="noStrike" kern="1200" cap="none" spc="0" normalizeH="0" baseline="-25000" noProof="0" dirty="0">
                          <a:ln>
                            <a:noFill/>
                          </a:ln>
                          <a:solidFill>
                            <a:srgbClr val="E6E6E6">
                              <a:lumMod val="10000"/>
                            </a:srgbClr>
                          </a:solidFill>
                          <a:effectLst/>
                          <a:uLnTx/>
                          <a:uFillTx/>
                          <a:latin typeface="Tw Cen MT" panose="020B0602020104020603"/>
                          <a:ea typeface="+mn-ea"/>
                          <a:cs typeface="+mn-cs"/>
                          <a:sym typeface="Wingdings" pitchFamily="2" charset="2"/>
                        </a:rPr>
                        <a:t>7:0</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a:t>
                      </a:r>
                      <a:endPar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Courier New" panose="02070309020205020404" pitchFamily="49" charset="0"/>
                      </a:endParaRPr>
                    </a:p>
                  </a:txBody>
                  <a:tcPr marL="74259" marR="74259" marT="37130" marB="37130">
                    <a:solidFill>
                      <a:schemeClr val="accent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rPr>
                        <a:t>carga </a:t>
                      </a:r>
                      <a:r>
                        <a:rPr lang="es-ES" sz="1100" b="1" i="0" dirty="0">
                          <a:solidFill>
                            <a:schemeClr val="accent2"/>
                          </a:solidFill>
                          <a:latin typeface="Courier New" panose="02070309020205020404" pitchFamily="49" charset="0"/>
                          <a:cs typeface="Courier New" panose="02070309020205020404" pitchFamily="49" charset="0"/>
                        </a:rPr>
                        <a:t>ffffff8b</a:t>
                      </a:r>
                      <a:r>
                        <a:rPr lang="es-ES" sz="1100" b="0" dirty="0">
                          <a:solidFill>
                            <a:schemeClr val="accent2"/>
                          </a:solidFill>
                        </a:rPr>
                        <a:t> en x2 (8b =</a:t>
                      </a:r>
                      <a:r>
                        <a:rPr lang="es-ES" sz="1100" b="0" baseline="-25000" dirty="0">
                          <a:solidFill>
                            <a:schemeClr val="accent2"/>
                          </a:solidFill>
                        </a:rPr>
                        <a:t>C2</a:t>
                      </a:r>
                      <a:r>
                        <a:rPr lang="es-ES" sz="1100" b="0" baseline="0" dirty="0">
                          <a:solidFill>
                            <a:schemeClr val="accent2"/>
                          </a:solidFill>
                        </a:rPr>
                        <a:t> -177)</a:t>
                      </a:r>
                      <a:endParaRPr lang="es-ES" sz="1100" b="0" dirty="0">
                        <a:solidFill>
                          <a:schemeClr val="accent2"/>
                        </a:solidFill>
                        <a:latin typeface="+mn-lt"/>
                      </a:endParaRPr>
                    </a:p>
                  </a:txBody>
                  <a:tcPr marL="74259" marR="74259" marT="37130" marB="37130">
                    <a:solidFill>
                      <a:schemeClr val="accent2">
                        <a:lumMod val="20000"/>
                        <a:lumOff val="80000"/>
                      </a:schemeClr>
                    </a:solidFill>
                  </a:tcPr>
                </a:tc>
                <a:extLst>
                  <a:ext uri="{0D108BD9-81ED-4DB2-BD59-A6C34878D82A}">
                    <a16:rowId xmlns:a16="http://schemas.microsoft.com/office/drawing/2014/main" val="4218647877"/>
                  </a:ext>
                </a:extLst>
              </a:tr>
              <a:tr h="247531">
                <a:tc>
                  <a:txBody>
                    <a:bodyPr/>
                    <a:lstStyle/>
                    <a:p>
                      <a:pPr algn="l"/>
                      <a:r>
                        <a:rPr lang="es-ES" sz="1100" b="1" i="0" dirty="0" err="1">
                          <a:solidFill>
                            <a:schemeClr val="accent2"/>
                          </a:solidFill>
                          <a:latin typeface="Courier New" panose="02070309020205020404" pitchFamily="49" charset="0"/>
                          <a:cs typeface="Courier New" panose="02070309020205020404" pitchFamily="49" charset="0"/>
                        </a:rPr>
                        <a:t>lh</a:t>
                      </a:r>
                      <a:r>
                        <a:rPr lang="es-ES" sz="1100" b="1" i="0" dirty="0">
                          <a:solidFill>
                            <a:schemeClr val="bg1">
                              <a:lumMod val="10000"/>
                            </a:schemeClr>
                          </a:solidFill>
                          <a:latin typeface="Courier New" panose="02070309020205020404" pitchFamily="49" charset="0"/>
                          <a:cs typeface="Courier New" panose="02070309020205020404" pitchFamily="49" charset="0"/>
                        </a:rPr>
                        <a:t>  x2, 3(x1)</a:t>
                      </a:r>
                    </a:p>
                  </a:txBody>
                  <a:tcPr marL="74259" marR="74259" marT="37130" marB="37130">
                    <a:lnB w="12700" cap="flat" cmpd="sng" algn="ctr">
                      <a:solidFill>
                        <a:schemeClr val="accent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rPr>
                        <a:t>x2 </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 </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sym typeface="Wingdings" pitchFamily="2" charset="2"/>
                        </a:rPr>
                        <a:t>sExt</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sym typeface="Wingdings" pitchFamily="2" charset="2"/>
                        </a:rPr>
                        <a:t>Mem</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[x1 + </a:t>
                      </a:r>
                      <a:r>
                        <a:rPr kumimoji="0" lang="es-ES" sz="1100" b="0" i="0" u="none" strike="noStrike" kern="1200" cap="none" spc="0" normalizeH="0" baseline="0" noProof="0" dirty="0" err="1">
                          <a:ln>
                            <a:noFill/>
                          </a:ln>
                          <a:solidFill>
                            <a:srgbClr val="E6E6E6">
                              <a:lumMod val="10000"/>
                            </a:srgbClr>
                          </a:solidFill>
                          <a:effectLst/>
                          <a:uLnTx/>
                          <a:uFillTx/>
                          <a:latin typeface="Tw Cen MT" panose="020B0602020104020603"/>
                          <a:ea typeface="+mn-ea"/>
                          <a:cs typeface="+mn-cs"/>
                          <a:sym typeface="Wingdings" pitchFamily="2" charset="2"/>
                        </a:rPr>
                        <a:t>sExt</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(3)]</a:t>
                      </a:r>
                      <a:r>
                        <a:rPr kumimoji="0" lang="es-ES" sz="1100" b="0" i="0" u="none" strike="noStrike" kern="1200" cap="none" spc="0" normalizeH="0" baseline="-25000" noProof="0" dirty="0">
                          <a:ln>
                            <a:noFill/>
                          </a:ln>
                          <a:solidFill>
                            <a:srgbClr val="E6E6E6">
                              <a:lumMod val="10000"/>
                            </a:srgbClr>
                          </a:solidFill>
                          <a:effectLst/>
                          <a:uLnTx/>
                          <a:uFillTx/>
                          <a:latin typeface="Tw Cen MT" panose="020B0602020104020603"/>
                          <a:ea typeface="+mn-ea"/>
                          <a:cs typeface="+mn-cs"/>
                          <a:sym typeface="Wingdings" pitchFamily="2" charset="2"/>
                        </a:rPr>
                        <a:t>15:0</a:t>
                      </a:r>
                      <a:r>
                        <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mn-cs"/>
                          <a:sym typeface="Wingdings" pitchFamily="2" charset="2"/>
                        </a:rPr>
                        <a:t>)</a:t>
                      </a:r>
                      <a:endParaRPr kumimoji="0" lang="es-ES" sz="1100" b="0" i="0" u="none" strike="noStrike" kern="1200" cap="none" spc="0" normalizeH="0" baseline="0" noProof="0" dirty="0">
                        <a:ln>
                          <a:noFill/>
                        </a:ln>
                        <a:solidFill>
                          <a:srgbClr val="E6E6E6">
                            <a:lumMod val="10000"/>
                          </a:srgbClr>
                        </a:solidFill>
                        <a:effectLst/>
                        <a:uLnTx/>
                        <a:uFillTx/>
                        <a:latin typeface="Tw Cen MT" panose="020B0602020104020603"/>
                        <a:ea typeface="+mn-ea"/>
                        <a:cs typeface="Courier New" panose="02070309020205020404" pitchFamily="49" charset="0"/>
                      </a:endParaRPr>
                    </a:p>
                  </a:txBody>
                  <a:tcPr marL="74259" marR="74259" marT="37130" marB="37130">
                    <a:lnB w="12700" cap="flat" cmpd="sng" algn="ctr">
                      <a:solidFill>
                        <a:schemeClr val="accent2"/>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i="1" dirty="0">
                          <a:solidFill>
                            <a:srgbClr val="C00000"/>
                          </a:solidFill>
                        </a:rPr>
                        <a:t>Al ejecutarse provoca error de alineamiento</a:t>
                      </a:r>
                      <a:endParaRPr lang="es-ES" sz="1100" b="0" i="1" dirty="0">
                        <a:solidFill>
                          <a:srgbClr val="C00000"/>
                        </a:solidFill>
                        <a:latin typeface="+mn-lt"/>
                      </a:endParaRPr>
                    </a:p>
                  </a:txBody>
                  <a:tcPr marL="74259" marR="74259" marT="37130" marB="37130">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3903098217"/>
                  </a:ext>
                </a:extLst>
              </a:tr>
            </a:tbl>
          </a:graphicData>
        </a:graphic>
      </p:graphicFrame>
      <p:graphicFrame>
        <p:nvGraphicFramePr>
          <p:cNvPr id="6" name="Tabla 5">
            <a:extLst>
              <a:ext uri="{FF2B5EF4-FFF2-40B4-BE49-F238E27FC236}">
                <a16:creationId xmlns:a16="http://schemas.microsoft.com/office/drawing/2014/main" id="{2B4536CE-AB1C-D2DF-CE21-2139C528A3B7}"/>
              </a:ext>
            </a:extLst>
          </p:cNvPr>
          <p:cNvGraphicFramePr>
            <a:graphicFrameLocks noGrp="1"/>
          </p:cNvGraphicFramePr>
          <p:nvPr/>
        </p:nvGraphicFramePr>
        <p:xfrm>
          <a:off x="1999738" y="2983996"/>
          <a:ext cx="1853309" cy="914400"/>
        </p:xfrm>
        <a:graphic>
          <a:graphicData uri="http://schemas.openxmlformats.org/drawingml/2006/table">
            <a:tbl>
              <a:tblPr firstRow="1" bandRow="1">
                <a:tableStyleId>{5C22544A-7EE6-4342-B048-85BDC9FD1C3A}</a:tableStyleId>
              </a:tblPr>
              <a:tblGrid>
                <a:gridCol w="581171">
                  <a:extLst>
                    <a:ext uri="{9D8B030D-6E8A-4147-A177-3AD203B41FA5}">
                      <a16:colId xmlns:a16="http://schemas.microsoft.com/office/drawing/2014/main" val="557343780"/>
                    </a:ext>
                  </a:extLst>
                </a:gridCol>
                <a:gridCol w="1272138">
                  <a:extLst>
                    <a:ext uri="{9D8B030D-6E8A-4147-A177-3AD203B41FA5}">
                      <a16:colId xmlns:a16="http://schemas.microsoft.com/office/drawing/2014/main" val="2056034146"/>
                    </a:ext>
                  </a:extLst>
                </a:gridCol>
              </a:tblGrid>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x0</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8521907"/>
                  </a:ext>
                </a:extLst>
              </a:tr>
              <a:tr h="148519">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x1</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s-ES" sz="1000" b="1" i="0" dirty="0">
                          <a:solidFill>
                            <a:srgbClr val="C00000"/>
                          </a:solidFill>
                          <a:latin typeface="Courier New" panose="02070309020205020404" pitchFamily="49" charset="0"/>
                          <a:cs typeface="Courier New" panose="02070309020205020404" pitchFamily="49" charset="0"/>
                        </a:rPr>
                        <a:t>00001000</a:t>
                      </a: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895265554"/>
                  </a:ext>
                </a:extLst>
              </a:tr>
              <a:tr h="148519">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x2</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s-ES" sz="1000" b="1" i="0" dirty="0">
                          <a:solidFill>
                            <a:srgbClr val="C00000"/>
                          </a:solidFill>
                          <a:latin typeface="Courier New" panose="02070309020205020404" pitchFamily="49" charset="0"/>
                          <a:cs typeface="Courier New" panose="02070309020205020404" pitchFamily="49" charset="0"/>
                        </a:rPr>
                        <a:t>???</a:t>
                      </a: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738530634"/>
                  </a:ext>
                </a:extLst>
              </a:tr>
              <a:tr h="297037">
                <a:tc>
                  <a:txBody>
                    <a:bodyPr/>
                    <a:lstStyle/>
                    <a:p>
                      <a:pPr algn="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013613675"/>
                  </a:ext>
                </a:extLst>
              </a:tr>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x31</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585267453"/>
                  </a:ext>
                </a:extLst>
              </a:tr>
            </a:tbl>
          </a:graphicData>
        </a:graphic>
      </p:graphicFrame>
      <p:graphicFrame>
        <p:nvGraphicFramePr>
          <p:cNvPr id="7" name="Tabla 6">
            <a:extLst>
              <a:ext uri="{FF2B5EF4-FFF2-40B4-BE49-F238E27FC236}">
                <a16:creationId xmlns:a16="http://schemas.microsoft.com/office/drawing/2014/main" id="{4DCEA6A4-B604-2D3F-71CB-91729C73E87E}"/>
              </a:ext>
            </a:extLst>
          </p:cNvPr>
          <p:cNvGraphicFramePr>
            <a:graphicFrameLocks noGrp="1"/>
          </p:cNvGraphicFramePr>
          <p:nvPr/>
        </p:nvGraphicFramePr>
        <p:xfrm>
          <a:off x="4976347" y="2771046"/>
          <a:ext cx="2143695" cy="1371600"/>
        </p:xfrm>
        <a:graphic>
          <a:graphicData uri="http://schemas.openxmlformats.org/drawingml/2006/table">
            <a:tbl>
              <a:tblPr firstRow="1" bandRow="1">
                <a:tableStyleId>{5C22544A-7EE6-4342-B048-85BDC9FD1C3A}</a:tableStyleId>
              </a:tblPr>
              <a:tblGrid>
                <a:gridCol w="908767">
                  <a:extLst>
                    <a:ext uri="{9D8B030D-6E8A-4147-A177-3AD203B41FA5}">
                      <a16:colId xmlns:a16="http://schemas.microsoft.com/office/drawing/2014/main" val="557343780"/>
                    </a:ext>
                  </a:extLst>
                </a:gridCol>
                <a:gridCol w="308732">
                  <a:extLst>
                    <a:ext uri="{9D8B030D-6E8A-4147-A177-3AD203B41FA5}">
                      <a16:colId xmlns:a16="http://schemas.microsoft.com/office/drawing/2014/main" val="2056034146"/>
                    </a:ext>
                  </a:extLst>
                </a:gridCol>
                <a:gridCol w="308732">
                  <a:extLst>
                    <a:ext uri="{9D8B030D-6E8A-4147-A177-3AD203B41FA5}">
                      <a16:colId xmlns:a16="http://schemas.microsoft.com/office/drawing/2014/main" val="2044372381"/>
                    </a:ext>
                  </a:extLst>
                </a:gridCol>
                <a:gridCol w="308732">
                  <a:extLst>
                    <a:ext uri="{9D8B030D-6E8A-4147-A177-3AD203B41FA5}">
                      <a16:colId xmlns:a16="http://schemas.microsoft.com/office/drawing/2014/main" val="1848006359"/>
                    </a:ext>
                  </a:extLst>
                </a:gridCol>
                <a:gridCol w="308732">
                  <a:extLst>
                    <a:ext uri="{9D8B030D-6E8A-4147-A177-3AD203B41FA5}">
                      <a16:colId xmlns:a16="http://schemas.microsoft.com/office/drawing/2014/main" val="3189172322"/>
                    </a:ext>
                  </a:extLst>
                </a:gridCol>
              </a:tblGrid>
              <a:tr h="148519">
                <a:tc>
                  <a:txBody>
                    <a:bodyPr/>
                    <a:lstStyle/>
                    <a:p>
                      <a:pPr algn="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s-ES" sz="1000" b="1" i="0" dirty="0">
                          <a:solidFill>
                            <a:schemeClr val="bg1">
                              <a:lumMod val="10000"/>
                            </a:schemeClr>
                          </a:solidFill>
                          <a:latin typeface="Courier New" panose="02070309020205020404" pitchFamily="49" charset="0"/>
                          <a:cs typeface="Courier New" panose="02070309020205020404" pitchFamily="49" charset="0"/>
                        </a:rPr>
                        <a:t>+0</a:t>
                      </a:r>
                    </a:p>
                  </a:txBody>
                  <a:tcPr marL="74259" marR="74259"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s-ES" sz="1000" b="1" i="0" dirty="0">
                          <a:solidFill>
                            <a:schemeClr val="bg1">
                              <a:lumMod val="10000"/>
                            </a:schemeClr>
                          </a:solidFill>
                          <a:latin typeface="Courier New" panose="02070309020205020404" pitchFamily="49" charset="0"/>
                          <a:cs typeface="Courier New" panose="02070309020205020404" pitchFamily="49" charset="0"/>
                        </a:rPr>
                        <a:t>+1</a:t>
                      </a:r>
                    </a:p>
                  </a:txBody>
                  <a:tcPr marL="74259" marR="74259"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s-ES" sz="1000" b="1" i="0" dirty="0">
                          <a:solidFill>
                            <a:schemeClr val="bg1">
                              <a:lumMod val="10000"/>
                            </a:schemeClr>
                          </a:solidFill>
                          <a:latin typeface="Courier New" panose="02070309020205020404" pitchFamily="49" charset="0"/>
                          <a:cs typeface="Courier New" panose="02070309020205020404" pitchFamily="49" charset="0"/>
                        </a:rPr>
                        <a:t>+2</a:t>
                      </a:r>
                    </a:p>
                  </a:txBody>
                  <a:tcPr marL="74259" marR="74259"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s-ES" sz="1000" b="1" i="0" dirty="0">
                          <a:solidFill>
                            <a:schemeClr val="bg1">
                              <a:lumMod val="10000"/>
                            </a:schemeClr>
                          </a:solidFill>
                          <a:latin typeface="Courier New" panose="02070309020205020404" pitchFamily="49" charset="0"/>
                          <a:cs typeface="Courier New" panose="02070309020205020404" pitchFamily="49" charset="0"/>
                        </a:rPr>
                        <a:t>+3</a:t>
                      </a:r>
                    </a:p>
                  </a:txBody>
                  <a:tcPr marL="74259" marR="74259"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2279215"/>
                  </a:ext>
                </a:extLst>
              </a:tr>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00000000</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8521907"/>
                  </a:ext>
                </a:extLst>
              </a:tr>
              <a:tr h="148519">
                <a:tc>
                  <a:txBody>
                    <a:bodyPr/>
                    <a:lstStyle/>
                    <a:p>
                      <a:pPr algn="r"/>
                      <a:endParaRPr lang="es-ES" sz="1000" b="1" i="0" dirty="0">
                        <a:solidFill>
                          <a:schemeClr val="accent2"/>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accent2"/>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1000" b="1" i="0" dirty="0">
                        <a:solidFill>
                          <a:schemeClr val="accent2"/>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1000" b="1" i="0" dirty="0">
                        <a:solidFill>
                          <a:schemeClr val="accent2"/>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 sz="1000" b="1" i="0" dirty="0">
                        <a:solidFill>
                          <a:schemeClr val="accent2"/>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6008834"/>
                  </a:ext>
                </a:extLst>
              </a:tr>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00001000</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s-ES" sz="1000" b="1" i="0" dirty="0">
                          <a:solidFill>
                            <a:schemeClr val="bg1">
                              <a:lumMod val="10000"/>
                            </a:schemeClr>
                          </a:solidFill>
                          <a:latin typeface="Courier New" panose="02070309020205020404" pitchFamily="49" charset="0"/>
                          <a:cs typeface="Courier New" panose="02070309020205020404" pitchFamily="49" charset="0"/>
                        </a:rPr>
                        <a:t>02</a:t>
                      </a: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tc>
                  <a:txBody>
                    <a:bodyPr/>
                    <a:lstStyle/>
                    <a:p>
                      <a:pPr algn="ctr"/>
                      <a:r>
                        <a:rPr lang="es-ES" sz="1000" b="1" i="0" dirty="0">
                          <a:solidFill>
                            <a:schemeClr val="bg1">
                              <a:lumMod val="10000"/>
                            </a:schemeClr>
                          </a:solidFill>
                          <a:latin typeface="Courier New" panose="02070309020205020404" pitchFamily="49" charset="0"/>
                          <a:cs typeface="Courier New" panose="02070309020205020404" pitchFamily="49" charset="0"/>
                        </a:rPr>
                        <a:t>7a</a:t>
                      </a: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tc>
                  <a:txBody>
                    <a:bodyPr/>
                    <a:lstStyle/>
                    <a:p>
                      <a:pPr algn="ctr"/>
                      <a:r>
                        <a:rPr lang="es-ES" sz="1000" b="1" i="0" dirty="0">
                          <a:solidFill>
                            <a:schemeClr val="bg1">
                              <a:lumMod val="10000"/>
                            </a:schemeClr>
                          </a:solidFill>
                          <a:latin typeface="Courier New" panose="02070309020205020404" pitchFamily="49" charset="0"/>
                          <a:cs typeface="Courier New" panose="02070309020205020404" pitchFamily="49" charset="0"/>
                        </a:rPr>
                        <a:t>25</a:t>
                      </a: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tc>
                  <a:txBody>
                    <a:bodyPr/>
                    <a:lstStyle/>
                    <a:p>
                      <a:pPr algn="ctr"/>
                      <a:r>
                        <a:rPr lang="es-ES" sz="1000" b="1" i="0" dirty="0">
                          <a:solidFill>
                            <a:schemeClr val="bg1">
                              <a:lumMod val="10000"/>
                            </a:schemeClr>
                          </a:solidFill>
                          <a:latin typeface="Courier New" panose="02070309020205020404" pitchFamily="49" charset="0"/>
                          <a:cs typeface="Courier New" panose="02070309020205020404" pitchFamily="49" charset="0"/>
                        </a:rPr>
                        <a:t>8b</a:t>
                      </a: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895265554"/>
                  </a:ext>
                </a:extLst>
              </a:tr>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00001004</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738530634"/>
                  </a:ext>
                </a:extLst>
              </a:tr>
              <a:tr h="445556">
                <a:tc>
                  <a:txBody>
                    <a:bodyPr/>
                    <a:lstStyle/>
                    <a:p>
                      <a:pPr algn="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013613675"/>
                  </a:ext>
                </a:extLst>
              </a:tr>
              <a:tr h="148519">
                <a:tc>
                  <a:txBody>
                    <a:bodyPr/>
                    <a:lstStyle/>
                    <a:p>
                      <a:pPr algn="r"/>
                      <a:r>
                        <a:rPr lang="es-ES" sz="1000" b="1" i="0" dirty="0" err="1">
                          <a:solidFill>
                            <a:schemeClr val="bg1">
                              <a:lumMod val="10000"/>
                            </a:schemeClr>
                          </a:solidFill>
                          <a:latin typeface="Courier New" panose="02070309020205020404" pitchFamily="49" charset="0"/>
                          <a:cs typeface="Courier New" panose="02070309020205020404" pitchFamily="49" charset="0"/>
                        </a:rPr>
                        <a:t>fffffffc</a:t>
                      </a: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585267453"/>
                  </a:ext>
                </a:extLst>
              </a:tr>
            </a:tbl>
          </a:graphicData>
        </a:graphic>
      </p:graphicFrame>
      <p:sp>
        <p:nvSpPr>
          <p:cNvPr id="10" name="Marcador de contenido 2">
            <a:extLst>
              <a:ext uri="{FF2B5EF4-FFF2-40B4-BE49-F238E27FC236}">
                <a16:creationId xmlns:a16="http://schemas.microsoft.com/office/drawing/2014/main" id="{375B2FAF-73B7-9230-F808-BA3BDDE2614F}"/>
              </a:ext>
            </a:extLst>
          </p:cNvPr>
          <p:cNvSpPr>
            <a:spLocks noGrp="1"/>
          </p:cNvSpPr>
          <p:nvPr>
            <p:ph idx="1"/>
          </p:nvPr>
        </p:nvSpPr>
        <p:spPr>
          <a:xfrm>
            <a:off x="926952" y="2300868"/>
            <a:ext cx="8044755" cy="510164"/>
          </a:xfrm>
        </p:spPr>
        <p:txBody>
          <a:bodyPr>
            <a:normAutofit/>
          </a:bodyPr>
          <a:lstStyle/>
          <a:p>
            <a:r>
              <a:rPr lang="es-ES" dirty="0"/>
              <a:t>Los datos en memoria están </a:t>
            </a:r>
            <a:r>
              <a:rPr lang="es-ES" dirty="0">
                <a:solidFill>
                  <a:schemeClr val="accent2"/>
                </a:solidFill>
              </a:rPr>
              <a:t>alineados</a:t>
            </a:r>
            <a:r>
              <a:rPr lang="es-ES" dirty="0"/>
              <a:t> y con orden </a:t>
            </a:r>
            <a:r>
              <a:rPr lang="es-ES" dirty="0">
                <a:solidFill>
                  <a:schemeClr val="accent2"/>
                </a:solidFill>
              </a:rPr>
              <a:t>Little-</a:t>
            </a:r>
            <a:r>
              <a:rPr lang="es-ES" dirty="0" err="1">
                <a:solidFill>
                  <a:schemeClr val="accent2"/>
                </a:solidFill>
              </a:rPr>
              <a:t>Endian</a:t>
            </a:r>
            <a:endParaRPr lang="es-ES" dirty="0">
              <a:solidFill>
                <a:schemeClr val="accent2"/>
              </a:solidFill>
            </a:endParaRPr>
          </a:p>
        </p:txBody>
      </p:sp>
      <p:sp>
        <p:nvSpPr>
          <p:cNvPr id="11" name="CuadroTexto 10">
            <a:extLst>
              <a:ext uri="{FF2B5EF4-FFF2-40B4-BE49-F238E27FC236}">
                <a16:creationId xmlns:a16="http://schemas.microsoft.com/office/drawing/2014/main" id="{CD9B4660-EDB8-62BB-0769-A03BF4134178}"/>
              </a:ext>
            </a:extLst>
          </p:cNvPr>
          <p:cNvSpPr txBox="1"/>
          <p:nvPr/>
        </p:nvSpPr>
        <p:spPr>
          <a:xfrm>
            <a:off x="2865225" y="3844535"/>
            <a:ext cx="767903" cy="292259"/>
          </a:xfrm>
          <a:prstGeom prst="rect">
            <a:avLst/>
          </a:prstGeom>
          <a:noFill/>
        </p:spPr>
        <p:txBody>
          <a:bodyPr wrap="none" rtlCol="0">
            <a:spAutoFit/>
          </a:bodyPr>
          <a:lstStyle/>
          <a:p>
            <a:pPr algn="l" defTabSz="371292" fontAlgn="auto">
              <a:spcBef>
                <a:spcPts val="0"/>
              </a:spcBef>
              <a:spcAft>
                <a:spcPts val="0"/>
              </a:spcAft>
            </a:pPr>
            <a:r>
              <a:rPr lang="es-ES" sz="1299" dirty="0">
                <a:solidFill>
                  <a:srgbClr val="E6E6E6">
                    <a:lumMod val="10000"/>
                  </a:srgbClr>
                </a:solidFill>
                <a:latin typeface="Tw Cen MT" panose="020B0602020104020603"/>
              </a:rPr>
              <a:t>Registros</a:t>
            </a:r>
            <a:endParaRPr lang="es-ES" sz="1462" dirty="0">
              <a:solidFill>
                <a:srgbClr val="E6E6E6">
                  <a:lumMod val="10000"/>
                </a:srgbClr>
              </a:solidFill>
              <a:latin typeface="Tw Cen MT" panose="020B0602020104020603"/>
            </a:endParaRPr>
          </a:p>
        </p:txBody>
      </p:sp>
      <p:sp>
        <p:nvSpPr>
          <p:cNvPr id="12" name="CuadroTexto 11">
            <a:extLst>
              <a:ext uri="{FF2B5EF4-FFF2-40B4-BE49-F238E27FC236}">
                <a16:creationId xmlns:a16="http://schemas.microsoft.com/office/drawing/2014/main" id="{078C2109-02BD-2B64-EAA1-A65E1A646E7C}"/>
              </a:ext>
            </a:extLst>
          </p:cNvPr>
          <p:cNvSpPr txBox="1"/>
          <p:nvPr/>
        </p:nvSpPr>
        <p:spPr>
          <a:xfrm>
            <a:off x="6170955" y="4060295"/>
            <a:ext cx="774571" cy="292259"/>
          </a:xfrm>
          <a:prstGeom prst="rect">
            <a:avLst/>
          </a:prstGeom>
          <a:noFill/>
        </p:spPr>
        <p:txBody>
          <a:bodyPr wrap="none" rtlCol="0">
            <a:spAutoFit/>
          </a:bodyPr>
          <a:lstStyle/>
          <a:p>
            <a:pPr algn="l" defTabSz="371292" fontAlgn="auto">
              <a:spcBef>
                <a:spcPts val="0"/>
              </a:spcBef>
              <a:spcAft>
                <a:spcPts val="0"/>
              </a:spcAft>
            </a:pPr>
            <a:r>
              <a:rPr lang="es-ES" sz="1299" dirty="0">
                <a:solidFill>
                  <a:srgbClr val="E6E6E6">
                    <a:lumMod val="10000"/>
                  </a:srgbClr>
                </a:solidFill>
                <a:latin typeface="Tw Cen MT" panose="020B0602020104020603"/>
              </a:rPr>
              <a:t>Memoria</a:t>
            </a:r>
            <a:endParaRPr lang="es-ES" sz="1462" dirty="0">
              <a:solidFill>
                <a:srgbClr val="E6E6E6">
                  <a:lumMod val="10000"/>
                </a:srgbClr>
              </a:solidFill>
              <a:latin typeface="Tw Cen MT" panose="020B0602020104020603"/>
            </a:endParaRPr>
          </a:p>
        </p:txBody>
      </p:sp>
      <p:sp>
        <p:nvSpPr>
          <p:cNvPr id="3" name="Marcador de número de diapositiva 2">
            <a:extLst>
              <a:ext uri="{FF2B5EF4-FFF2-40B4-BE49-F238E27FC236}">
                <a16:creationId xmlns:a16="http://schemas.microsoft.com/office/drawing/2014/main" id="{D3A3997A-79C3-6A4E-4B69-21D920A52A36}"/>
              </a:ext>
            </a:extLst>
          </p:cNvPr>
          <p:cNvSpPr>
            <a:spLocks noGrp="1"/>
          </p:cNvSpPr>
          <p:nvPr>
            <p:ph type="sldNum" sz="quarter" idx="12"/>
          </p:nvPr>
        </p:nvSpPr>
        <p:spPr/>
        <p:txBody>
          <a:bodyPr/>
          <a:lstStyle/>
          <a:p>
            <a:pPr defTabSz="371292" fontAlgn="auto">
              <a:spcBef>
                <a:spcPts val="0"/>
              </a:spcBef>
              <a:spcAft>
                <a:spcPts val="0"/>
              </a:spcAft>
            </a:pPr>
            <a:fld id="{6D22F896-40B5-4ADD-8801-0D06FADFA095}" type="slidenum">
              <a:rPr lang="es-ES">
                <a:solidFill>
                  <a:srgbClr val="E6E6E6">
                    <a:lumMod val="10000"/>
                  </a:srgbClr>
                </a:solidFill>
                <a:latin typeface="Tw Cen MT" panose="020B0602020104020603"/>
              </a:rPr>
              <a:pPr defTabSz="371292" fontAlgn="auto">
                <a:spcBef>
                  <a:spcPts val="0"/>
                </a:spcBef>
                <a:spcAft>
                  <a:spcPts val="0"/>
                </a:spcAft>
              </a:pPr>
              <a:t>131</a:t>
            </a:fld>
            <a:endParaRPr lang="es-ES">
              <a:solidFill>
                <a:srgbClr val="E6E6E6">
                  <a:lumMod val="10000"/>
                </a:srgbClr>
              </a:solidFill>
              <a:latin typeface="Tw Cen MT" panose="020B0602020104020603"/>
            </a:endParaRPr>
          </a:p>
        </p:txBody>
      </p:sp>
    </p:spTree>
    <p:extLst>
      <p:ext uri="{BB962C8B-B14F-4D97-AF65-F5344CB8AC3E}">
        <p14:creationId xmlns:p14="http://schemas.microsoft.com/office/powerpoint/2010/main" val="186944804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B64ABE-6E04-6674-1ED5-46EA7B9C8D1B}"/>
              </a:ext>
            </a:extLst>
          </p:cNvPr>
          <p:cNvSpPr>
            <a:spLocks noGrp="1"/>
          </p:cNvSpPr>
          <p:nvPr>
            <p:ph type="title"/>
          </p:nvPr>
        </p:nvSpPr>
        <p:spPr>
          <a:xfrm>
            <a:off x="926952" y="1265739"/>
            <a:ext cx="8044754" cy="1200761"/>
          </a:xfrm>
        </p:spPr>
        <p:txBody>
          <a:bodyPr/>
          <a:lstStyle/>
          <a:p>
            <a:r>
              <a:rPr lang="es-ES" sz="3573" dirty="0">
                <a:latin typeface="Rockwell" panose="02060603020205020403" pitchFamily="18" charset="0"/>
              </a:rPr>
              <a:t>Repertorio de instrucciones:</a:t>
            </a:r>
            <a:br>
              <a:rPr lang="es-ES" sz="3573" dirty="0">
                <a:latin typeface="Rockwell" panose="02060603020205020403" pitchFamily="18" charset="0"/>
              </a:rPr>
            </a:br>
            <a:r>
              <a:rPr lang="es-ES" sz="2599" dirty="0">
                <a:solidFill>
                  <a:schemeClr val="accent2"/>
                </a:solidFill>
                <a:latin typeface="Rockwell" panose="02060603020205020403" pitchFamily="18" charset="0"/>
              </a:rPr>
              <a:t>de salto condicional (I)</a:t>
            </a:r>
          </a:p>
        </p:txBody>
      </p:sp>
      <p:sp>
        <p:nvSpPr>
          <p:cNvPr id="3" name="Marcador de contenido 2">
            <a:extLst>
              <a:ext uri="{FF2B5EF4-FFF2-40B4-BE49-F238E27FC236}">
                <a16:creationId xmlns:a16="http://schemas.microsoft.com/office/drawing/2014/main" id="{9437CEA7-0E7F-23D4-45B7-3BBAA1AB3672}"/>
              </a:ext>
            </a:extLst>
          </p:cNvPr>
          <p:cNvSpPr>
            <a:spLocks noGrp="1"/>
          </p:cNvSpPr>
          <p:nvPr>
            <p:ph idx="1"/>
          </p:nvPr>
        </p:nvSpPr>
        <p:spPr>
          <a:xfrm>
            <a:off x="926952" y="2300868"/>
            <a:ext cx="8044755" cy="2024589"/>
          </a:xfrm>
        </p:spPr>
        <p:txBody>
          <a:bodyPr>
            <a:normAutofit fontScale="92500" lnSpcReduction="20000"/>
          </a:bodyPr>
          <a:lstStyle/>
          <a:p>
            <a:r>
              <a:rPr lang="es-ES" dirty="0"/>
              <a:t>Permiten romper la secuencia normal de ejecución </a:t>
            </a:r>
            <a:r>
              <a:rPr lang="es-ES" dirty="0">
                <a:solidFill>
                  <a:schemeClr val="accent2"/>
                </a:solidFill>
              </a:rPr>
              <a:t>saltando a una dirección cercana </a:t>
            </a:r>
            <a:r>
              <a:rPr lang="es-ES" dirty="0"/>
              <a:t>cuando </a:t>
            </a:r>
            <a:r>
              <a:rPr lang="es-ES" dirty="0">
                <a:solidFill>
                  <a:schemeClr val="accent2"/>
                </a:solidFill>
              </a:rPr>
              <a:t>se cumple cierta condición</a:t>
            </a:r>
          </a:p>
          <a:p>
            <a:pPr lvl="1"/>
            <a:r>
              <a:rPr lang="es-ES" dirty="0"/>
              <a:t>Compara </a:t>
            </a:r>
            <a:r>
              <a:rPr lang="es-ES" dirty="0">
                <a:solidFill>
                  <a:schemeClr val="accent2"/>
                </a:solidFill>
              </a:rPr>
              <a:t>dos operandos fuente </a:t>
            </a:r>
            <a:r>
              <a:rPr lang="es-ES" dirty="0"/>
              <a:t>que se encuentran en </a:t>
            </a:r>
            <a:r>
              <a:rPr lang="es-ES" dirty="0">
                <a:solidFill>
                  <a:schemeClr val="accent2"/>
                </a:solidFill>
              </a:rPr>
              <a:t>registros</a:t>
            </a:r>
          </a:p>
          <a:p>
            <a:pPr lvl="1"/>
            <a:r>
              <a:rPr lang="es-ES" dirty="0"/>
              <a:t>Utiliza </a:t>
            </a:r>
            <a:r>
              <a:rPr lang="es-ES" dirty="0">
                <a:solidFill>
                  <a:schemeClr val="accent2"/>
                </a:solidFill>
              </a:rPr>
              <a:t>direccionamiento relativo al PC </a:t>
            </a:r>
            <a:r>
              <a:rPr lang="es-ES" dirty="0"/>
              <a:t>para indicar la dirección con que actualizar el PC en caso de ser cierta la condición</a:t>
            </a:r>
          </a:p>
          <a:p>
            <a:pPr lvl="2"/>
            <a:r>
              <a:rPr lang="es-ES" dirty="0"/>
              <a:t>Dicha dirección es la suma del </a:t>
            </a:r>
            <a:r>
              <a:rPr lang="es-ES" dirty="0">
                <a:solidFill>
                  <a:schemeClr val="accent2"/>
                </a:solidFill>
              </a:rPr>
              <a:t>contenido del PC </a:t>
            </a:r>
            <a:r>
              <a:rPr lang="es-ES" dirty="0"/>
              <a:t>y un desplazamiento corto</a:t>
            </a:r>
          </a:p>
          <a:p>
            <a:pPr lvl="2"/>
            <a:r>
              <a:rPr lang="es-ES" dirty="0"/>
              <a:t>El </a:t>
            </a:r>
            <a:r>
              <a:rPr lang="es-ES" dirty="0">
                <a:solidFill>
                  <a:schemeClr val="accent2"/>
                </a:solidFill>
              </a:rPr>
              <a:t>desplazamiento</a:t>
            </a:r>
            <a:r>
              <a:rPr lang="es-ES" dirty="0"/>
              <a:t> es una constante de 13 bits en C2 cuyo signo se extiende a 32 bits</a:t>
            </a:r>
          </a:p>
        </p:txBody>
      </p:sp>
      <p:sp>
        <p:nvSpPr>
          <p:cNvPr id="6" name="CuadroTexto 5">
            <a:extLst>
              <a:ext uri="{FF2B5EF4-FFF2-40B4-BE49-F238E27FC236}">
                <a16:creationId xmlns:a16="http://schemas.microsoft.com/office/drawing/2014/main" id="{C2D10CA1-4CB6-DB7D-7A96-C06409BF7AA3}"/>
              </a:ext>
            </a:extLst>
          </p:cNvPr>
          <p:cNvSpPr txBox="1"/>
          <p:nvPr/>
        </p:nvSpPr>
        <p:spPr>
          <a:xfrm>
            <a:off x="1881215" y="4518459"/>
            <a:ext cx="2361175" cy="317331"/>
          </a:xfrm>
          <a:prstGeom prst="rect">
            <a:avLst/>
          </a:prstGeom>
          <a:noFill/>
        </p:spPr>
        <p:txBody>
          <a:bodyPr wrap="square">
            <a:spAutoFit/>
          </a:bodyPr>
          <a:lstStyle/>
          <a:p>
            <a:pPr marL="371292" lvl="1" defTabSz="371292" fontAlgn="auto">
              <a:spcBef>
                <a:spcPts val="0"/>
              </a:spcBef>
              <a:spcAft>
                <a:spcPts val="0"/>
              </a:spcAft>
            </a:pPr>
            <a:r>
              <a:rPr lang="es-ES" sz="1462" b="1" dirty="0" err="1">
                <a:solidFill>
                  <a:srgbClr val="2683C6"/>
                </a:solidFill>
                <a:latin typeface="Courier New" panose="02070309020205020404" pitchFamily="49" charset="0"/>
                <a:cs typeface="Courier New" panose="02070309020205020404" pitchFamily="49" charset="0"/>
              </a:rPr>
              <a:t>beq</a:t>
            </a:r>
            <a:r>
              <a:rPr lang="es-ES" sz="1462" b="1" dirty="0">
                <a:solidFill>
                  <a:srgbClr val="E6E6E6">
                    <a:lumMod val="10000"/>
                  </a:srgbClr>
                </a:solidFill>
                <a:latin typeface="Courier New" panose="02070309020205020404" pitchFamily="49" charset="0"/>
                <a:cs typeface="Courier New" panose="02070309020205020404" pitchFamily="49" charset="0"/>
              </a:rPr>
              <a:t> x2, x8, -32</a:t>
            </a:r>
            <a:endParaRPr lang="es-ES" sz="1462" b="1" dirty="0">
              <a:solidFill>
                <a:srgbClr val="C00000"/>
              </a:solidFill>
              <a:latin typeface="Courier New" panose="02070309020205020404" pitchFamily="49" charset="0"/>
              <a:cs typeface="Courier New" panose="02070309020205020404" pitchFamily="49" charset="0"/>
            </a:endParaRPr>
          </a:p>
        </p:txBody>
      </p:sp>
      <p:graphicFrame>
        <p:nvGraphicFramePr>
          <p:cNvPr id="9" name="Tabla 8">
            <a:extLst>
              <a:ext uri="{FF2B5EF4-FFF2-40B4-BE49-F238E27FC236}">
                <a16:creationId xmlns:a16="http://schemas.microsoft.com/office/drawing/2014/main" id="{7BD0EAF5-5EEE-E0C4-C7D2-4C2FF1D47E72}"/>
              </a:ext>
            </a:extLst>
          </p:cNvPr>
          <p:cNvGraphicFramePr>
            <a:graphicFrameLocks noGrp="1"/>
          </p:cNvGraphicFramePr>
          <p:nvPr/>
        </p:nvGraphicFramePr>
        <p:xfrm>
          <a:off x="2452442" y="5237201"/>
          <a:ext cx="1853309" cy="1371600"/>
        </p:xfrm>
        <a:graphic>
          <a:graphicData uri="http://schemas.openxmlformats.org/drawingml/2006/table">
            <a:tbl>
              <a:tblPr firstRow="1" bandRow="1">
                <a:tableStyleId>{5C22544A-7EE6-4342-B048-85BDC9FD1C3A}</a:tableStyleId>
              </a:tblPr>
              <a:tblGrid>
                <a:gridCol w="581171">
                  <a:extLst>
                    <a:ext uri="{9D8B030D-6E8A-4147-A177-3AD203B41FA5}">
                      <a16:colId xmlns:a16="http://schemas.microsoft.com/office/drawing/2014/main" val="557343780"/>
                    </a:ext>
                  </a:extLst>
                </a:gridCol>
                <a:gridCol w="1272138">
                  <a:extLst>
                    <a:ext uri="{9D8B030D-6E8A-4147-A177-3AD203B41FA5}">
                      <a16:colId xmlns:a16="http://schemas.microsoft.com/office/drawing/2014/main" val="2056034146"/>
                    </a:ext>
                  </a:extLst>
                </a:gridCol>
              </a:tblGrid>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x0</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8521907"/>
                  </a:ext>
                </a:extLst>
              </a:tr>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x1</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rgbClr val="C00000"/>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895265554"/>
                  </a:ext>
                </a:extLst>
              </a:tr>
              <a:tr h="148519">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x2</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00" b="1" i="0" dirty="0">
                          <a:solidFill>
                            <a:srgbClr val="C00000"/>
                          </a:solidFill>
                          <a:latin typeface="Courier New" panose="02070309020205020404" pitchFamily="49" charset="0"/>
                          <a:cs typeface="Courier New" panose="02070309020205020404" pitchFamily="49" charset="0"/>
                        </a:rPr>
                        <a:t>0f700ce4</a:t>
                      </a: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738530634"/>
                  </a:ext>
                </a:extLst>
              </a:tr>
              <a:tr h="297037">
                <a:tc>
                  <a:txBody>
                    <a:bodyPr/>
                    <a:lstStyle/>
                    <a:p>
                      <a:pPr algn="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013613675"/>
                  </a:ext>
                </a:extLst>
              </a:tr>
              <a:tr h="148519">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x8</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00" b="1" i="0" dirty="0">
                          <a:solidFill>
                            <a:srgbClr val="C00000"/>
                          </a:solidFill>
                          <a:latin typeface="Courier New" panose="02070309020205020404" pitchFamily="49" charset="0"/>
                          <a:cs typeface="Courier New" panose="02070309020205020404" pitchFamily="49" charset="0"/>
                        </a:rPr>
                        <a:t>00200000</a:t>
                      </a: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367793406"/>
                  </a:ext>
                </a:extLst>
              </a:tr>
              <a:tr h="297037">
                <a:tc>
                  <a:txBody>
                    <a:bodyPr/>
                    <a:lstStyle/>
                    <a:p>
                      <a:pPr algn="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470693166"/>
                  </a:ext>
                </a:extLst>
              </a:tr>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x31</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585267453"/>
                  </a:ext>
                </a:extLst>
              </a:tr>
            </a:tbl>
          </a:graphicData>
        </a:graphic>
      </p:graphicFrame>
      <p:sp>
        <p:nvSpPr>
          <p:cNvPr id="10" name="CuadroTexto 9">
            <a:extLst>
              <a:ext uri="{FF2B5EF4-FFF2-40B4-BE49-F238E27FC236}">
                <a16:creationId xmlns:a16="http://schemas.microsoft.com/office/drawing/2014/main" id="{71B1451B-A9DC-D786-A619-128E2A15AAE8}"/>
              </a:ext>
            </a:extLst>
          </p:cNvPr>
          <p:cNvSpPr txBox="1"/>
          <p:nvPr/>
        </p:nvSpPr>
        <p:spPr>
          <a:xfrm>
            <a:off x="3302046" y="6536438"/>
            <a:ext cx="767903" cy="292259"/>
          </a:xfrm>
          <a:prstGeom prst="rect">
            <a:avLst/>
          </a:prstGeom>
          <a:noFill/>
        </p:spPr>
        <p:txBody>
          <a:bodyPr wrap="none" rtlCol="0">
            <a:spAutoFit/>
          </a:bodyPr>
          <a:lstStyle/>
          <a:p>
            <a:pPr algn="l" defTabSz="371292" fontAlgn="auto">
              <a:spcBef>
                <a:spcPts val="0"/>
              </a:spcBef>
              <a:spcAft>
                <a:spcPts val="0"/>
              </a:spcAft>
            </a:pPr>
            <a:r>
              <a:rPr lang="es-ES" sz="1299" dirty="0">
                <a:solidFill>
                  <a:srgbClr val="E6E6E6">
                    <a:lumMod val="10000"/>
                  </a:srgbClr>
                </a:solidFill>
                <a:latin typeface="Tw Cen MT" panose="020B0602020104020603"/>
              </a:rPr>
              <a:t>Registros</a:t>
            </a:r>
            <a:endParaRPr lang="es-ES" sz="1462" dirty="0">
              <a:solidFill>
                <a:srgbClr val="E6E6E6">
                  <a:lumMod val="10000"/>
                </a:srgbClr>
              </a:solidFill>
              <a:latin typeface="Tw Cen MT" panose="020B0602020104020603"/>
            </a:endParaRPr>
          </a:p>
        </p:txBody>
      </p:sp>
      <p:sp>
        <p:nvSpPr>
          <p:cNvPr id="14" name="Rectángulo redondeado 13">
            <a:extLst>
              <a:ext uri="{FF2B5EF4-FFF2-40B4-BE49-F238E27FC236}">
                <a16:creationId xmlns:a16="http://schemas.microsoft.com/office/drawing/2014/main" id="{6DCC55AB-0919-CB33-4B7D-E6CF98E58DE7}"/>
              </a:ext>
            </a:extLst>
          </p:cNvPr>
          <p:cNvSpPr/>
          <p:nvPr/>
        </p:nvSpPr>
        <p:spPr>
          <a:xfrm>
            <a:off x="2817481" y="4552577"/>
            <a:ext cx="753123" cy="231701"/>
          </a:xfrm>
          <a:prstGeom prst="roundRect">
            <a:avLst>
              <a:gd name="adj" fmla="val 50000"/>
            </a:avLst>
          </a:prstGeom>
          <a:solidFill>
            <a:schemeClr val="accent1">
              <a:alpha val="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15" name="CuadroTexto 14">
            <a:extLst>
              <a:ext uri="{FF2B5EF4-FFF2-40B4-BE49-F238E27FC236}">
                <a16:creationId xmlns:a16="http://schemas.microsoft.com/office/drawing/2014/main" id="{4332A3DB-05C9-0C2A-D0B9-B26C4F89F3CA}"/>
              </a:ext>
            </a:extLst>
          </p:cNvPr>
          <p:cNvSpPr txBox="1"/>
          <p:nvPr/>
        </p:nvSpPr>
        <p:spPr>
          <a:xfrm>
            <a:off x="1697492" y="4282217"/>
            <a:ext cx="1122423"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2 operandos fuente</a:t>
            </a:r>
          </a:p>
        </p:txBody>
      </p:sp>
      <p:sp>
        <p:nvSpPr>
          <p:cNvPr id="16" name="CuadroTexto 15">
            <a:extLst>
              <a:ext uri="{FF2B5EF4-FFF2-40B4-BE49-F238E27FC236}">
                <a16:creationId xmlns:a16="http://schemas.microsoft.com/office/drawing/2014/main" id="{9397762F-E8D9-4E11-E658-F1E480734938}"/>
              </a:ext>
            </a:extLst>
          </p:cNvPr>
          <p:cNvSpPr txBox="1"/>
          <p:nvPr/>
        </p:nvSpPr>
        <p:spPr>
          <a:xfrm>
            <a:off x="4257016" y="4194657"/>
            <a:ext cx="1409360"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desplazamiento constante</a:t>
            </a:r>
          </a:p>
        </p:txBody>
      </p:sp>
      <p:sp>
        <p:nvSpPr>
          <p:cNvPr id="44" name="Elipse 43">
            <a:extLst>
              <a:ext uri="{FF2B5EF4-FFF2-40B4-BE49-F238E27FC236}">
                <a16:creationId xmlns:a16="http://schemas.microsoft.com/office/drawing/2014/main" id="{52F408A9-CDA8-FB32-A5E6-3F94EB99C6DD}"/>
              </a:ext>
            </a:extLst>
          </p:cNvPr>
          <p:cNvSpPr/>
          <p:nvPr/>
        </p:nvSpPr>
        <p:spPr>
          <a:xfrm>
            <a:off x="4594974" y="5728591"/>
            <a:ext cx="238876" cy="218104"/>
          </a:xfrm>
          <a:prstGeom prst="ellipse">
            <a:avLst/>
          </a:prstGeom>
          <a:solidFill>
            <a:schemeClr val="accent1">
              <a:alpha val="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r>
              <a:rPr lang="es-ES" sz="1462" dirty="0">
                <a:solidFill>
                  <a:srgbClr val="2683C6"/>
                </a:solidFill>
                <a:latin typeface="Tw Cen MT" panose="020B0602020104020603"/>
              </a:rPr>
              <a:t>=</a:t>
            </a:r>
          </a:p>
        </p:txBody>
      </p:sp>
      <p:cxnSp>
        <p:nvCxnSpPr>
          <p:cNvPr id="48" name="Conector recto 47">
            <a:extLst>
              <a:ext uri="{FF2B5EF4-FFF2-40B4-BE49-F238E27FC236}">
                <a16:creationId xmlns:a16="http://schemas.microsoft.com/office/drawing/2014/main" id="{E5EEA55D-DEF5-B67F-86EB-16636C8A99E6}"/>
              </a:ext>
            </a:extLst>
          </p:cNvPr>
          <p:cNvCxnSpPr>
            <a:cxnSpLocks/>
          </p:cNvCxnSpPr>
          <p:nvPr/>
        </p:nvCxnSpPr>
        <p:spPr>
          <a:xfrm flipH="1">
            <a:off x="5857125" y="5971449"/>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CuadroTexto 50">
            <a:extLst>
              <a:ext uri="{FF2B5EF4-FFF2-40B4-BE49-F238E27FC236}">
                <a16:creationId xmlns:a16="http://schemas.microsoft.com/office/drawing/2014/main" id="{6AE87EA4-1C9F-6C53-4F44-3272DBC7D689}"/>
              </a:ext>
            </a:extLst>
          </p:cNvPr>
          <p:cNvSpPr txBox="1"/>
          <p:nvPr/>
        </p:nvSpPr>
        <p:spPr>
          <a:xfrm>
            <a:off x="5838078" y="5965867"/>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sp>
        <p:nvSpPr>
          <p:cNvPr id="53" name="CuadroTexto 52">
            <a:extLst>
              <a:ext uri="{FF2B5EF4-FFF2-40B4-BE49-F238E27FC236}">
                <a16:creationId xmlns:a16="http://schemas.microsoft.com/office/drawing/2014/main" id="{66639076-8BDC-DF09-D413-292291DC7B4C}"/>
              </a:ext>
            </a:extLst>
          </p:cNvPr>
          <p:cNvSpPr txBox="1"/>
          <p:nvPr/>
        </p:nvSpPr>
        <p:spPr>
          <a:xfrm>
            <a:off x="4608415" y="4643400"/>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sp>
        <p:nvSpPr>
          <p:cNvPr id="55" name="CuadroTexto 54">
            <a:extLst>
              <a:ext uri="{FF2B5EF4-FFF2-40B4-BE49-F238E27FC236}">
                <a16:creationId xmlns:a16="http://schemas.microsoft.com/office/drawing/2014/main" id="{239E9B3A-250A-6602-71ED-D47C10CE7856}"/>
              </a:ext>
            </a:extLst>
          </p:cNvPr>
          <p:cNvSpPr txBox="1"/>
          <p:nvPr/>
        </p:nvSpPr>
        <p:spPr>
          <a:xfrm>
            <a:off x="4149783" y="4641042"/>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13</a:t>
            </a:r>
            <a:endParaRPr lang="es-ES" sz="1462" dirty="0">
              <a:solidFill>
                <a:srgbClr val="2683C6"/>
              </a:solidFill>
              <a:latin typeface="Tw Cen MT" panose="020B0602020104020603"/>
            </a:endParaRPr>
          </a:p>
        </p:txBody>
      </p:sp>
      <p:sp>
        <p:nvSpPr>
          <p:cNvPr id="5" name="Rectángulo redondeado 4">
            <a:extLst>
              <a:ext uri="{FF2B5EF4-FFF2-40B4-BE49-F238E27FC236}">
                <a16:creationId xmlns:a16="http://schemas.microsoft.com/office/drawing/2014/main" id="{6A946732-08C5-5F53-E935-DE95CAD2BDAC}"/>
              </a:ext>
            </a:extLst>
          </p:cNvPr>
          <p:cNvSpPr/>
          <p:nvPr/>
        </p:nvSpPr>
        <p:spPr>
          <a:xfrm>
            <a:off x="3728906" y="4550752"/>
            <a:ext cx="420877" cy="231701"/>
          </a:xfrm>
          <a:prstGeom prst="roundRect">
            <a:avLst>
              <a:gd name="adj" fmla="val 50000"/>
            </a:avLst>
          </a:prstGeom>
          <a:solidFill>
            <a:schemeClr val="accent1">
              <a:alpha val="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dirty="0">
              <a:solidFill>
                <a:srgbClr val="ECECEC"/>
              </a:solidFill>
              <a:latin typeface="Tw Cen MT" panose="020B0602020104020603"/>
            </a:endParaRPr>
          </a:p>
        </p:txBody>
      </p:sp>
      <p:sp>
        <p:nvSpPr>
          <p:cNvPr id="12" name="Forma libre 11">
            <a:extLst>
              <a:ext uri="{FF2B5EF4-FFF2-40B4-BE49-F238E27FC236}">
                <a16:creationId xmlns:a16="http://schemas.microsoft.com/office/drawing/2014/main" id="{E5764C47-9D12-DF6B-0F80-615287BC02E6}"/>
              </a:ext>
            </a:extLst>
          </p:cNvPr>
          <p:cNvSpPr/>
          <p:nvPr/>
        </p:nvSpPr>
        <p:spPr>
          <a:xfrm>
            <a:off x="2724660" y="4385252"/>
            <a:ext cx="469580" cy="167597"/>
          </a:xfrm>
          <a:custGeom>
            <a:avLst/>
            <a:gdLst>
              <a:gd name="connsiteX0" fmla="*/ 0 w 578223"/>
              <a:gd name="connsiteY0" fmla="*/ 18114 h 206373"/>
              <a:gd name="connsiteX1" fmla="*/ 403411 w 578223"/>
              <a:gd name="connsiteY1" fmla="*/ 18114 h 206373"/>
              <a:gd name="connsiteX2" fmla="*/ 578223 w 578223"/>
              <a:gd name="connsiteY2" fmla="*/ 206373 h 206373"/>
            </a:gdLst>
            <a:ahLst/>
            <a:cxnLst>
              <a:cxn ang="0">
                <a:pos x="connsiteX0" y="connsiteY0"/>
              </a:cxn>
              <a:cxn ang="0">
                <a:pos x="connsiteX1" y="connsiteY1"/>
              </a:cxn>
              <a:cxn ang="0">
                <a:pos x="connsiteX2" y="connsiteY2"/>
              </a:cxn>
            </a:cxnLst>
            <a:rect l="l" t="t" r="r" b="b"/>
            <a:pathLst>
              <a:path w="578223" h="206373">
                <a:moveTo>
                  <a:pt x="0" y="18114"/>
                </a:moveTo>
                <a:cubicBezTo>
                  <a:pt x="153520" y="2426"/>
                  <a:pt x="307041" y="-13262"/>
                  <a:pt x="403411" y="18114"/>
                </a:cubicBezTo>
                <a:cubicBezTo>
                  <a:pt x="499781" y="49490"/>
                  <a:pt x="539002" y="127931"/>
                  <a:pt x="578223" y="206373"/>
                </a:cubicBezTo>
              </a:path>
            </a:pathLst>
          </a:custGeom>
          <a:noFill/>
          <a:ln>
            <a:solidFill>
              <a:schemeClr val="accent5"/>
            </a:solidFill>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13" name="Forma libre 12">
            <a:extLst>
              <a:ext uri="{FF2B5EF4-FFF2-40B4-BE49-F238E27FC236}">
                <a16:creationId xmlns:a16="http://schemas.microsoft.com/office/drawing/2014/main" id="{9535DAE0-3910-3A56-AE63-208ED59AF1C7}"/>
              </a:ext>
            </a:extLst>
          </p:cNvPr>
          <p:cNvSpPr/>
          <p:nvPr/>
        </p:nvSpPr>
        <p:spPr>
          <a:xfrm>
            <a:off x="3958671" y="4312598"/>
            <a:ext cx="349456" cy="229331"/>
          </a:xfrm>
          <a:custGeom>
            <a:avLst/>
            <a:gdLst>
              <a:gd name="connsiteX0" fmla="*/ 430306 w 430306"/>
              <a:gd name="connsiteY0" fmla="*/ 0 h 282389"/>
              <a:gd name="connsiteX1" fmla="*/ 87406 w 430306"/>
              <a:gd name="connsiteY1" fmla="*/ 47065 h 282389"/>
              <a:gd name="connsiteX2" fmla="*/ 0 w 430306"/>
              <a:gd name="connsiteY2" fmla="*/ 282389 h 282389"/>
            </a:gdLst>
            <a:ahLst/>
            <a:cxnLst>
              <a:cxn ang="0">
                <a:pos x="connsiteX0" y="connsiteY0"/>
              </a:cxn>
              <a:cxn ang="0">
                <a:pos x="connsiteX1" y="connsiteY1"/>
              </a:cxn>
              <a:cxn ang="0">
                <a:pos x="connsiteX2" y="connsiteY2"/>
              </a:cxn>
            </a:cxnLst>
            <a:rect l="l" t="t" r="r" b="b"/>
            <a:pathLst>
              <a:path w="430306" h="282389">
                <a:moveTo>
                  <a:pt x="430306" y="0"/>
                </a:moveTo>
                <a:cubicBezTo>
                  <a:pt x="294715" y="0"/>
                  <a:pt x="159124" y="0"/>
                  <a:pt x="87406" y="47065"/>
                </a:cubicBezTo>
                <a:cubicBezTo>
                  <a:pt x="15688" y="94130"/>
                  <a:pt x="7844" y="188259"/>
                  <a:pt x="0" y="282389"/>
                </a:cubicBezTo>
              </a:path>
            </a:pathLst>
          </a:custGeom>
          <a:noFill/>
          <a:ln>
            <a:solidFill>
              <a:schemeClr val="accent5"/>
            </a:solidFill>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cxnSp>
        <p:nvCxnSpPr>
          <p:cNvPr id="19" name="Conector recto de flecha 18">
            <a:extLst>
              <a:ext uri="{FF2B5EF4-FFF2-40B4-BE49-F238E27FC236}">
                <a16:creationId xmlns:a16="http://schemas.microsoft.com/office/drawing/2014/main" id="{8C0F2CB8-8451-02E4-686D-A0ACA4948061}"/>
              </a:ext>
            </a:extLst>
          </p:cNvPr>
          <p:cNvCxnSpPr>
            <a:cxnSpLocks/>
            <a:stCxn id="5" idx="3"/>
            <a:endCxn id="21" idx="2"/>
          </p:cNvCxnSpPr>
          <p:nvPr/>
        </p:nvCxnSpPr>
        <p:spPr>
          <a:xfrm>
            <a:off x="4149784" y="4666602"/>
            <a:ext cx="1520138" cy="6799"/>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6" name="Forma libre 55">
            <a:extLst>
              <a:ext uri="{FF2B5EF4-FFF2-40B4-BE49-F238E27FC236}">
                <a16:creationId xmlns:a16="http://schemas.microsoft.com/office/drawing/2014/main" id="{E05D6F0B-BD7F-E41D-30ED-FF2311D6A1AA}"/>
              </a:ext>
            </a:extLst>
          </p:cNvPr>
          <p:cNvSpPr/>
          <p:nvPr/>
        </p:nvSpPr>
        <p:spPr>
          <a:xfrm rot="16200000">
            <a:off x="4262155" y="4616371"/>
            <a:ext cx="414979" cy="180188"/>
          </a:xfrm>
          <a:custGeom>
            <a:avLst/>
            <a:gdLst>
              <a:gd name="connsiteX0" fmla="*/ 295836 w 510989"/>
              <a:gd name="connsiteY0" fmla="*/ 0 h 221877"/>
              <a:gd name="connsiteX1" fmla="*/ 510989 w 510989"/>
              <a:gd name="connsiteY1" fmla="*/ 0 h 221877"/>
              <a:gd name="connsiteX2" fmla="*/ 510989 w 510989"/>
              <a:gd name="connsiteY2" fmla="*/ 221877 h 221877"/>
              <a:gd name="connsiteX3" fmla="*/ 0 w 510989"/>
              <a:gd name="connsiteY3" fmla="*/ 221877 h 221877"/>
              <a:gd name="connsiteX4" fmla="*/ 221877 w 510989"/>
              <a:gd name="connsiteY4" fmla="*/ 0 h 221877"/>
              <a:gd name="connsiteX5" fmla="*/ 295836 w 510989"/>
              <a:gd name="connsiteY5" fmla="*/ 0 h 221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0989" h="221877">
                <a:moveTo>
                  <a:pt x="295836" y="0"/>
                </a:moveTo>
                <a:lnTo>
                  <a:pt x="510989" y="0"/>
                </a:lnTo>
                <a:lnTo>
                  <a:pt x="510989" y="221877"/>
                </a:lnTo>
                <a:lnTo>
                  <a:pt x="0" y="221877"/>
                </a:lnTo>
                <a:lnTo>
                  <a:pt x="221877" y="0"/>
                </a:lnTo>
                <a:lnTo>
                  <a:pt x="295836" y="0"/>
                </a:lnTo>
                <a:close/>
              </a:path>
            </a:pathLst>
          </a:cu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defTabSz="371292" fontAlgn="auto">
              <a:spcBef>
                <a:spcPts val="0"/>
              </a:spcBef>
              <a:spcAft>
                <a:spcPts val="0"/>
              </a:spcAft>
            </a:pPr>
            <a:r>
              <a:rPr lang="es-ES" sz="975" i="1" dirty="0" err="1">
                <a:solidFill>
                  <a:srgbClr val="2683C6"/>
                </a:solidFill>
                <a:latin typeface="Tw Cen MT" panose="020B0602020104020603"/>
              </a:rPr>
              <a:t>sExt</a:t>
            </a:r>
            <a:endParaRPr lang="es-ES" sz="975" i="1" dirty="0">
              <a:solidFill>
                <a:srgbClr val="2683C6"/>
              </a:solidFill>
              <a:latin typeface="Tw Cen MT" panose="020B0602020104020603"/>
            </a:endParaRPr>
          </a:p>
        </p:txBody>
      </p:sp>
      <p:cxnSp>
        <p:nvCxnSpPr>
          <p:cNvPr id="18" name="Conector recto 17">
            <a:extLst>
              <a:ext uri="{FF2B5EF4-FFF2-40B4-BE49-F238E27FC236}">
                <a16:creationId xmlns:a16="http://schemas.microsoft.com/office/drawing/2014/main" id="{A82834C9-BC66-6710-667B-475DF3E3CA11}"/>
              </a:ext>
            </a:extLst>
          </p:cNvPr>
          <p:cNvCxnSpPr>
            <a:cxnSpLocks/>
          </p:cNvCxnSpPr>
          <p:nvPr/>
        </p:nvCxnSpPr>
        <p:spPr>
          <a:xfrm flipH="1">
            <a:off x="4191319" y="4622610"/>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DF3CB730-FE4C-DED9-A22E-40B2296C25AD}"/>
              </a:ext>
            </a:extLst>
          </p:cNvPr>
          <p:cNvCxnSpPr>
            <a:cxnSpLocks/>
          </p:cNvCxnSpPr>
          <p:nvPr/>
        </p:nvCxnSpPr>
        <p:spPr>
          <a:xfrm flipH="1">
            <a:off x="4658678" y="4622610"/>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1" name="Elipse 20">
            <a:extLst>
              <a:ext uri="{FF2B5EF4-FFF2-40B4-BE49-F238E27FC236}">
                <a16:creationId xmlns:a16="http://schemas.microsoft.com/office/drawing/2014/main" id="{98C6FB02-910D-E14D-C718-202CBB6BC970}"/>
              </a:ext>
            </a:extLst>
          </p:cNvPr>
          <p:cNvSpPr/>
          <p:nvPr/>
        </p:nvSpPr>
        <p:spPr>
          <a:xfrm>
            <a:off x="5669922" y="4564349"/>
            <a:ext cx="238876" cy="218104"/>
          </a:xfrm>
          <a:prstGeom prst="ellipse">
            <a:avLst/>
          </a:prstGeom>
          <a:solidFill>
            <a:schemeClr val="accent1">
              <a:alpha val="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r>
              <a:rPr lang="es-ES" sz="1462" dirty="0">
                <a:solidFill>
                  <a:srgbClr val="2683C6"/>
                </a:solidFill>
                <a:latin typeface="Tw Cen MT" panose="020B0602020104020603"/>
              </a:rPr>
              <a:t>+</a:t>
            </a:r>
          </a:p>
        </p:txBody>
      </p:sp>
      <p:sp>
        <p:nvSpPr>
          <p:cNvPr id="26" name="Forma libre 25">
            <a:extLst>
              <a:ext uri="{FF2B5EF4-FFF2-40B4-BE49-F238E27FC236}">
                <a16:creationId xmlns:a16="http://schemas.microsoft.com/office/drawing/2014/main" id="{9EF7067C-CC01-C3B0-E95B-22ADB53A9087}"/>
              </a:ext>
            </a:extLst>
          </p:cNvPr>
          <p:cNvSpPr/>
          <p:nvPr/>
        </p:nvSpPr>
        <p:spPr>
          <a:xfrm>
            <a:off x="4306007" y="5607888"/>
            <a:ext cx="407395" cy="128922"/>
          </a:xfrm>
          <a:custGeom>
            <a:avLst/>
            <a:gdLst>
              <a:gd name="connsiteX0" fmla="*/ 0 w 501650"/>
              <a:gd name="connsiteY0" fmla="*/ 0 h 158750"/>
              <a:gd name="connsiteX1" fmla="*/ 501650 w 501650"/>
              <a:gd name="connsiteY1" fmla="*/ 0 h 158750"/>
              <a:gd name="connsiteX2" fmla="*/ 501650 w 501650"/>
              <a:gd name="connsiteY2" fmla="*/ 158750 h 158750"/>
            </a:gdLst>
            <a:ahLst/>
            <a:cxnLst>
              <a:cxn ang="0">
                <a:pos x="connsiteX0" y="connsiteY0"/>
              </a:cxn>
              <a:cxn ang="0">
                <a:pos x="connsiteX1" y="connsiteY1"/>
              </a:cxn>
              <a:cxn ang="0">
                <a:pos x="connsiteX2" y="connsiteY2"/>
              </a:cxn>
            </a:cxnLst>
            <a:rect l="l" t="t" r="r" b="b"/>
            <a:pathLst>
              <a:path w="501650" h="158750">
                <a:moveTo>
                  <a:pt x="0" y="0"/>
                </a:moveTo>
                <a:lnTo>
                  <a:pt x="501650" y="0"/>
                </a:lnTo>
                <a:lnTo>
                  <a:pt x="501650" y="158750"/>
                </a:lnTo>
              </a:path>
            </a:pathLst>
          </a:custGeom>
          <a:noFill/>
          <a:ln>
            <a:solidFill>
              <a:schemeClr val="accent2"/>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33" name="Forma libre 32">
            <a:extLst>
              <a:ext uri="{FF2B5EF4-FFF2-40B4-BE49-F238E27FC236}">
                <a16:creationId xmlns:a16="http://schemas.microsoft.com/office/drawing/2014/main" id="{16E3A0E7-340F-3DCD-BCAF-ADD15B998E27}"/>
              </a:ext>
            </a:extLst>
          </p:cNvPr>
          <p:cNvSpPr/>
          <p:nvPr/>
        </p:nvSpPr>
        <p:spPr>
          <a:xfrm flipV="1">
            <a:off x="4311164" y="5943086"/>
            <a:ext cx="407395" cy="128922"/>
          </a:xfrm>
          <a:custGeom>
            <a:avLst/>
            <a:gdLst>
              <a:gd name="connsiteX0" fmla="*/ 0 w 501650"/>
              <a:gd name="connsiteY0" fmla="*/ 0 h 158750"/>
              <a:gd name="connsiteX1" fmla="*/ 501650 w 501650"/>
              <a:gd name="connsiteY1" fmla="*/ 0 h 158750"/>
              <a:gd name="connsiteX2" fmla="*/ 501650 w 501650"/>
              <a:gd name="connsiteY2" fmla="*/ 158750 h 158750"/>
            </a:gdLst>
            <a:ahLst/>
            <a:cxnLst>
              <a:cxn ang="0">
                <a:pos x="connsiteX0" y="connsiteY0"/>
              </a:cxn>
              <a:cxn ang="0">
                <a:pos x="connsiteX1" y="connsiteY1"/>
              </a:cxn>
              <a:cxn ang="0">
                <a:pos x="connsiteX2" y="connsiteY2"/>
              </a:cxn>
            </a:cxnLst>
            <a:rect l="l" t="t" r="r" b="b"/>
            <a:pathLst>
              <a:path w="501650" h="158750">
                <a:moveTo>
                  <a:pt x="0" y="0"/>
                </a:moveTo>
                <a:lnTo>
                  <a:pt x="501650" y="0"/>
                </a:lnTo>
                <a:lnTo>
                  <a:pt x="501650" y="158750"/>
                </a:lnTo>
              </a:path>
            </a:pathLst>
          </a:custGeom>
          <a:noFill/>
          <a:ln>
            <a:solidFill>
              <a:schemeClr val="accent2"/>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graphicFrame>
        <p:nvGraphicFramePr>
          <p:cNvPr id="34" name="Tabla 33">
            <a:extLst>
              <a:ext uri="{FF2B5EF4-FFF2-40B4-BE49-F238E27FC236}">
                <a16:creationId xmlns:a16="http://schemas.microsoft.com/office/drawing/2014/main" id="{ECB921E5-46A6-D116-1CDF-C0955ED0F6FB}"/>
              </a:ext>
            </a:extLst>
          </p:cNvPr>
          <p:cNvGraphicFramePr>
            <a:graphicFrameLocks noGrp="1"/>
          </p:cNvGraphicFramePr>
          <p:nvPr/>
        </p:nvGraphicFramePr>
        <p:xfrm>
          <a:off x="4691743" y="6198446"/>
          <a:ext cx="1853309" cy="152400"/>
        </p:xfrm>
        <a:graphic>
          <a:graphicData uri="http://schemas.openxmlformats.org/drawingml/2006/table">
            <a:tbl>
              <a:tblPr firstRow="1" bandRow="1">
                <a:tableStyleId>{5C22544A-7EE6-4342-B048-85BDC9FD1C3A}</a:tableStyleId>
              </a:tblPr>
              <a:tblGrid>
                <a:gridCol w="581171">
                  <a:extLst>
                    <a:ext uri="{9D8B030D-6E8A-4147-A177-3AD203B41FA5}">
                      <a16:colId xmlns:a16="http://schemas.microsoft.com/office/drawing/2014/main" val="557343780"/>
                    </a:ext>
                  </a:extLst>
                </a:gridCol>
                <a:gridCol w="1272138">
                  <a:extLst>
                    <a:ext uri="{9D8B030D-6E8A-4147-A177-3AD203B41FA5}">
                      <a16:colId xmlns:a16="http://schemas.microsoft.com/office/drawing/2014/main" val="2056034146"/>
                    </a:ext>
                  </a:extLst>
                </a:gridCol>
              </a:tblGrid>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PC</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585267453"/>
                  </a:ext>
                </a:extLst>
              </a:tr>
            </a:tbl>
          </a:graphicData>
        </a:graphic>
      </p:graphicFrame>
      <p:grpSp>
        <p:nvGrpSpPr>
          <p:cNvPr id="40" name="Grupo 39">
            <a:extLst>
              <a:ext uri="{FF2B5EF4-FFF2-40B4-BE49-F238E27FC236}">
                <a16:creationId xmlns:a16="http://schemas.microsoft.com/office/drawing/2014/main" id="{76A08A65-223F-9EBF-922E-FDE5054E565E}"/>
              </a:ext>
            </a:extLst>
          </p:cNvPr>
          <p:cNvGrpSpPr/>
          <p:nvPr/>
        </p:nvGrpSpPr>
        <p:grpSpPr>
          <a:xfrm>
            <a:off x="5693956" y="5728591"/>
            <a:ext cx="407395" cy="218104"/>
            <a:chOff x="6642100" y="5426075"/>
            <a:chExt cx="501650" cy="268565"/>
          </a:xfrm>
        </p:grpSpPr>
        <p:sp>
          <p:nvSpPr>
            <p:cNvPr id="35" name="Rectángulo 34">
              <a:extLst>
                <a:ext uri="{FF2B5EF4-FFF2-40B4-BE49-F238E27FC236}">
                  <a16:creationId xmlns:a16="http://schemas.microsoft.com/office/drawing/2014/main" id="{80410CD3-A767-F501-8DBC-630C9AF4C9D3}"/>
                </a:ext>
              </a:extLst>
            </p:cNvPr>
            <p:cNvSpPr/>
            <p:nvPr/>
          </p:nvSpPr>
          <p:spPr>
            <a:xfrm>
              <a:off x="6642100" y="5426075"/>
              <a:ext cx="501650" cy="268565"/>
            </a:xfrm>
            <a:prstGeom prst="rect">
              <a:avLst/>
            </a:prstGeom>
            <a:solidFill>
              <a:schemeClr val="accent1">
                <a:alpha val="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cxnSp>
          <p:nvCxnSpPr>
            <p:cNvPr id="37" name="Conector recto 36">
              <a:extLst>
                <a:ext uri="{FF2B5EF4-FFF2-40B4-BE49-F238E27FC236}">
                  <a16:creationId xmlns:a16="http://schemas.microsoft.com/office/drawing/2014/main" id="{9445F68D-98DE-823E-252C-306BC1B5347A}"/>
                </a:ext>
              </a:extLst>
            </p:cNvPr>
            <p:cNvCxnSpPr>
              <a:endCxn id="35" idx="2"/>
            </p:cNvCxnSpPr>
            <p:nvPr/>
          </p:nvCxnSpPr>
          <p:spPr>
            <a:xfrm>
              <a:off x="6642100" y="5426075"/>
              <a:ext cx="250825" cy="268565"/>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9" name="Conector recto 38">
              <a:extLst>
                <a:ext uri="{FF2B5EF4-FFF2-40B4-BE49-F238E27FC236}">
                  <a16:creationId xmlns:a16="http://schemas.microsoft.com/office/drawing/2014/main" id="{5E93E499-1B8E-FB17-2204-60F8084A942B}"/>
                </a:ext>
              </a:extLst>
            </p:cNvPr>
            <p:cNvCxnSpPr>
              <a:stCxn id="35" idx="2"/>
            </p:cNvCxnSpPr>
            <p:nvPr/>
          </p:nvCxnSpPr>
          <p:spPr>
            <a:xfrm flipV="1">
              <a:off x="6892925" y="5426075"/>
              <a:ext cx="250825" cy="268565"/>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grpSp>
      <p:cxnSp>
        <p:nvCxnSpPr>
          <p:cNvPr id="41" name="Conector recto de flecha 40">
            <a:extLst>
              <a:ext uri="{FF2B5EF4-FFF2-40B4-BE49-F238E27FC236}">
                <a16:creationId xmlns:a16="http://schemas.microsoft.com/office/drawing/2014/main" id="{837A05B2-3742-1EFF-2A7D-0274756401AB}"/>
              </a:ext>
            </a:extLst>
          </p:cNvPr>
          <p:cNvCxnSpPr>
            <a:cxnSpLocks/>
            <a:stCxn id="44" idx="6"/>
            <a:endCxn id="35" idx="1"/>
          </p:cNvCxnSpPr>
          <p:nvPr/>
        </p:nvCxnSpPr>
        <p:spPr>
          <a:xfrm>
            <a:off x="4833850" y="5837643"/>
            <a:ext cx="860107" cy="0"/>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ector recto de flecha 44">
            <a:extLst>
              <a:ext uri="{FF2B5EF4-FFF2-40B4-BE49-F238E27FC236}">
                <a16:creationId xmlns:a16="http://schemas.microsoft.com/office/drawing/2014/main" id="{E8885E5C-A5A8-294E-A0B2-324CC3C89FAB}"/>
              </a:ext>
            </a:extLst>
          </p:cNvPr>
          <p:cNvCxnSpPr>
            <a:cxnSpLocks/>
          </p:cNvCxnSpPr>
          <p:nvPr/>
        </p:nvCxnSpPr>
        <p:spPr>
          <a:xfrm>
            <a:off x="5898747" y="5949864"/>
            <a:ext cx="2" cy="235724"/>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ector recto de flecha 46">
            <a:extLst>
              <a:ext uri="{FF2B5EF4-FFF2-40B4-BE49-F238E27FC236}">
                <a16:creationId xmlns:a16="http://schemas.microsoft.com/office/drawing/2014/main" id="{910E6767-FED0-730C-50CA-F13280FF1CB1}"/>
              </a:ext>
            </a:extLst>
          </p:cNvPr>
          <p:cNvCxnSpPr>
            <a:cxnSpLocks/>
            <a:stCxn id="21" idx="4"/>
          </p:cNvCxnSpPr>
          <p:nvPr/>
        </p:nvCxnSpPr>
        <p:spPr>
          <a:xfrm>
            <a:off x="5789360" y="4782453"/>
            <a:ext cx="0" cy="954358"/>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onector recto 58">
            <a:extLst>
              <a:ext uri="{FF2B5EF4-FFF2-40B4-BE49-F238E27FC236}">
                <a16:creationId xmlns:a16="http://schemas.microsoft.com/office/drawing/2014/main" id="{3B000333-D04C-CB39-3070-194EADB90057}"/>
              </a:ext>
            </a:extLst>
          </p:cNvPr>
          <p:cNvCxnSpPr>
            <a:cxnSpLocks/>
          </p:cNvCxnSpPr>
          <p:nvPr/>
        </p:nvCxnSpPr>
        <p:spPr>
          <a:xfrm flipH="1">
            <a:off x="5746891" y="5212193"/>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0" name="CuadroTexto 59">
            <a:extLst>
              <a:ext uri="{FF2B5EF4-FFF2-40B4-BE49-F238E27FC236}">
                <a16:creationId xmlns:a16="http://schemas.microsoft.com/office/drawing/2014/main" id="{F861D38C-714D-F635-EB06-E832B6CA18CE}"/>
              </a:ext>
            </a:extLst>
          </p:cNvPr>
          <p:cNvSpPr txBox="1"/>
          <p:nvPr/>
        </p:nvSpPr>
        <p:spPr>
          <a:xfrm>
            <a:off x="5727844" y="5206610"/>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cxnSp>
        <p:nvCxnSpPr>
          <p:cNvPr id="61" name="Conector recto 60">
            <a:extLst>
              <a:ext uri="{FF2B5EF4-FFF2-40B4-BE49-F238E27FC236}">
                <a16:creationId xmlns:a16="http://schemas.microsoft.com/office/drawing/2014/main" id="{8F839026-119B-59DE-3E93-FA6B3B6106FC}"/>
              </a:ext>
            </a:extLst>
          </p:cNvPr>
          <p:cNvCxnSpPr>
            <a:cxnSpLocks/>
          </p:cNvCxnSpPr>
          <p:nvPr/>
        </p:nvCxnSpPr>
        <p:spPr>
          <a:xfrm flipH="1">
            <a:off x="4397246" y="5552854"/>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2" name="CuadroTexto 61">
            <a:extLst>
              <a:ext uri="{FF2B5EF4-FFF2-40B4-BE49-F238E27FC236}">
                <a16:creationId xmlns:a16="http://schemas.microsoft.com/office/drawing/2014/main" id="{A1CB4EDD-5ACB-40CF-2484-E961E905682B}"/>
              </a:ext>
            </a:extLst>
          </p:cNvPr>
          <p:cNvSpPr txBox="1"/>
          <p:nvPr/>
        </p:nvSpPr>
        <p:spPr>
          <a:xfrm>
            <a:off x="4362728" y="5567899"/>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cxnSp>
        <p:nvCxnSpPr>
          <p:cNvPr id="63" name="Conector recto 62">
            <a:extLst>
              <a:ext uri="{FF2B5EF4-FFF2-40B4-BE49-F238E27FC236}">
                <a16:creationId xmlns:a16="http://schemas.microsoft.com/office/drawing/2014/main" id="{80AE9CAC-CE03-E136-CC63-054E1AF7DD75}"/>
              </a:ext>
            </a:extLst>
          </p:cNvPr>
          <p:cNvCxnSpPr>
            <a:cxnSpLocks/>
          </p:cNvCxnSpPr>
          <p:nvPr/>
        </p:nvCxnSpPr>
        <p:spPr>
          <a:xfrm flipH="1">
            <a:off x="4397246" y="6016974"/>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4" name="CuadroTexto 63">
            <a:extLst>
              <a:ext uri="{FF2B5EF4-FFF2-40B4-BE49-F238E27FC236}">
                <a16:creationId xmlns:a16="http://schemas.microsoft.com/office/drawing/2014/main" id="{CB1341CD-8C34-DABF-C84D-E9CB5E4EB59D}"/>
              </a:ext>
            </a:extLst>
          </p:cNvPr>
          <p:cNvSpPr txBox="1"/>
          <p:nvPr/>
        </p:nvSpPr>
        <p:spPr>
          <a:xfrm>
            <a:off x="4362728" y="6032020"/>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sp>
        <p:nvSpPr>
          <p:cNvPr id="65" name="Forma libre 64">
            <a:extLst>
              <a:ext uri="{FF2B5EF4-FFF2-40B4-BE49-F238E27FC236}">
                <a16:creationId xmlns:a16="http://schemas.microsoft.com/office/drawing/2014/main" id="{12A94F1A-6607-8AA3-A43D-B3F73B6E1A92}"/>
              </a:ext>
            </a:extLst>
          </p:cNvPr>
          <p:cNvSpPr/>
          <p:nvPr/>
        </p:nvSpPr>
        <p:spPr>
          <a:xfrm>
            <a:off x="5894331" y="4674490"/>
            <a:ext cx="938555" cy="1877110"/>
          </a:xfrm>
          <a:custGeom>
            <a:avLst/>
            <a:gdLst>
              <a:gd name="connsiteX0" fmla="*/ 0 w 1155700"/>
              <a:gd name="connsiteY0" fmla="*/ 2057400 h 2311400"/>
              <a:gd name="connsiteX1" fmla="*/ 0 w 1155700"/>
              <a:gd name="connsiteY1" fmla="*/ 2311400 h 2311400"/>
              <a:gd name="connsiteX2" fmla="*/ 88900 w 1155700"/>
              <a:gd name="connsiteY2" fmla="*/ 2311400 h 2311400"/>
              <a:gd name="connsiteX3" fmla="*/ 1155700 w 1155700"/>
              <a:gd name="connsiteY3" fmla="*/ 2311400 h 2311400"/>
              <a:gd name="connsiteX4" fmla="*/ 1155700 w 1155700"/>
              <a:gd name="connsiteY4" fmla="*/ 2222500 h 2311400"/>
              <a:gd name="connsiteX5" fmla="*/ 1155700 w 1155700"/>
              <a:gd name="connsiteY5" fmla="*/ 0 h 2311400"/>
              <a:gd name="connsiteX6" fmla="*/ 127000 w 1155700"/>
              <a:gd name="connsiteY6" fmla="*/ 0 h 2311400"/>
              <a:gd name="connsiteX7" fmla="*/ 12700 w 1155700"/>
              <a:gd name="connsiteY7" fmla="*/ 0 h 23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55700" h="2311400">
                <a:moveTo>
                  <a:pt x="0" y="2057400"/>
                </a:moveTo>
                <a:lnTo>
                  <a:pt x="0" y="2311400"/>
                </a:lnTo>
                <a:lnTo>
                  <a:pt x="88900" y="2311400"/>
                </a:lnTo>
                <a:lnTo>
                  <a:pt x="1155700" y="2311400"/>
                </a:lnTo>
                <a:lnTo>
                  <a:pt x="1155700" y="2222500"/>
                </a:lnTo>
                <a:lnTo>
                  <a:pt x="1155700" y="0"/>
                </a:lnTo>
                <a:lnTo>
                  <a:pt x="127000" y="0"/>
                </a:lnTo>
                <a:lnTo>
                  <a:pt x="12700" y="0"/>
                </a:lnTo>
              </a:path>
            </a:pathLst>
          </a:custGeom>
          <a:noFill/>
          <a:ln>
            <a:solidFill>
              <a:schemeClr val="accent2"/>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66" name="CuadroTexto 65">
            <a:extLst>
              <a:ext uri="{FF2B5EF4-FFF2-40B4-BE49-F238E27FC236}">
                <a16:creationId xmlns:a16="http://schemas.microsoft.com/office/drawing/2014/main" id="{BBD50D4A-3F97-E1E7-E503-A1B320A6D1C8}"/>
              </a:ext>
            </a:extLst>
          </p:cNvPr>
          <p:cNvSpPr txBox="1"/>
          <p:nvPr/>
        </p:nvSpPr>
        <p:spPr>
          <a:xfrm>
            <a:off x="6475211" y="4643400"/>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cxnSp>
        <p:nvCxnSpPr>
          <p:cNvPr id="67" name="Conector recto 66">
            <a:extLst>
              <a:ext uri="{FF2B5EF4-FFF2-40B4-BE49-F238E27FC236}">
                <a16:creationId xmlns:a16="http://schemas.microsoft.com/office/drawing/2014/main" id="{442962EE-3E1A-EBA2-6BC9-D6AA93D8969F}"/>
              </a:ext>
            </a:extLst>
          </p:cNvPr>
          <p:cNvCxnSpPr>
            <a:cxnSpLocks/>
          </p:cNvCxnSpPr>
          <p:nvPr/>
        </p:nvCxnSpPr>
        <p:spPr>
          <a:xfrm flipH="1">
            <a:off x="6525474" y="4622610"/>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8" name="Elipse 67">
            <a:extLst>
              <a:ext uri="{FF2B5EF4-FFF2-40B4-BE49-F238E27FC236}">
                <a16:creationId xmlns:a16="http://schemas.microsoft.com/office/drawing/2014/main" id="{A2A9B4F0-B23C-E153-0427-EC3022437432}"/>
              </a:ext>
            </a:extLst>
          </p:cNvPr>
          <p:cNvSpPr/>
          <p:nvPr/>
        </p:nvSpPr>
        <p:spPr>
          <a:xfrm>
            <a:off x="6198425" y="5204844"/>
            <a:ext cx="238876" cy="218104"/>
          </a:xfrm>
          <a:prstGeom prst="ellipse">
            <a:avLst/>
          </a:prstGeom>
          <a:solidFill>
            <a:schemeClr val="accent1">
              <a:alpha val="0"/>
            </a:schemeClr>
          </a:solidFill>
          <a:ln>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defTabSz="371292" fontAlgn="auto">
              <a:spcBef>
                <a:spcPts val="0"/>
              </a:spcBef>
              <a:spcAft>
                <a:spcPts val="0"/>
              </a:spcAft>
            </a:pPr>
            <a:r>
              <a:rPr lang="es-ES" sz="975" dirty="0">
                <a:solidFill>
                  <a:srgbClr val="2683C6"/>
                </a:solidFill>
                <a:latin typeface="Tw Cen MT" panose="020B0602020104020603"/>
              </a:rPr>
              <a:t>+4</a:t>
            </a:r>
            <a:endParaRPr lang="es-ES" sz="1462" dirty="0">
              <a:solidFill>
                <a:srgbClr val="2683C6"/>
              </a:solidFill>
              <a:latin typeface="Tw Cen MT" panose="020B0602020104020603"/>
            </a:endParaRPr>
          </a:p>
        </p:txBody>
      </p:sp>
      <p:cxnSp>
        <p:nvCxnSpPr>
          <p:cNvPr id="70" name="Conector recto de flecha 69">
            <a:extLst>
              <a:ext uri="{FF2B5EF4-FFF2-40B4-BE49-F238E27FC236}">
                <a16:creationId xmlns:a16="http://schemas.microsoft.com/office/drawing/2014/main" id="{ACC466CA-ED70-125F-114D-7CC8256694DA}"/>
              </a:ext>
            </a:extLst>
          </p:cNvPr>
          <p:cNvCxnSpPr>
            <a:cxnSpLocks/>
            <a:endCxn id="68" idx="6"/>
          </p:cNvCxnSpPr>
          <p:nvPr/>
        </p:nvCxnSpPr>
        <p:spPr>
          <a:xfrm flipH="1">
            <a:off x="6437301" y="5313896"/>
            <a:ext cx="395585" cy="0"/>
          </a:xfrm>
          <a:prstGeom prst="straightConnector1">
            <a:avLst/>
          </a:prstGeom>
          <a:ln w="15875">
            <a:solidFill>
              <a:schemeClr val="accent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3" name="Forma libre 72">
            <a:extLst>
              <a:ext uri="{FF2B5EF4-FFF2-40B4-BE49-F238E27FC236}">
                <a16:creationId xmlns:a16="http://schemas.microsoft.com/office/drawing/2014/main" id="{E8F1F3E4-8562-6868-346A-560582E6C218}"/>
              </a:ext>
            </a:extLst>
          </p:cNvPr>
          <p:cNvSpPr/>
          <p:nvPr/>
        </p:nvSpPr>
        <p:spPr>
          <a:xfrm>
            <a:off x="6012939" y="5313945"/>
            <a:ext cx="180491" cy="417708"/>
          </a:xfrm>
          <a:custGeom>
            <a:avLst/>
            <a:gdLst>
              <a:gd name="connsiteX0" fmla="*/ 222250 w 222250"/>
              <a:gd name="connsiteY0" fmla="*/ 0 h 514350"/>
              <a:gd name="connsiteX1" fmla="*/ 0 w 222250"/>
              <a:gd name="connsiteY1" fmla="*/ 0 h 514350"/>
              <a:gd name="connsiteX2" fmla="*/ 0 w 222250"/>
              <a:gd name="connsiteY2" fmla="*/ 514350 h 514350"/>
            </a:gdLst>
            <a:ahLst/>
            <a:cxnLst>
              <a:cxn ang="0">
                <a:pos x="connsiteX0" y="connsiteY0"/>
              </a:cxn>
              <a:cxn ang="0">
                <a:pos x="connsiteX1" y="connsiteY1"/>
              </a:cxn>
              <a:cxn ang="0">
                <a:pos x="connsiteX2" y="connsiteY2"/>
              </a:cxn>
            </a:cxnLst>
            <a:rect l="l" t="t" r="r" b="b"/>
            <a:pathLst>
              <a:path w="222250" h="514350">
                <a:moveTo>
                  <a:pt x="222250" y="0"/>
                </a:moveTo>
                <a:lnTo>
                  <a:pt x="0" y="0"/>
                </a:lnTo>
                <a:lnTo>
                  <a:pt x="0" y="514350"/>
                </a:lnTo>
              </a:path>
            </a:pathLst>
          </a:custGeom>
          <a:noFill/>
          <a:ln w="15875">
            <a:solidFill>
              <a:schemeClr val="accent2"/>
            </a:solidFill>
            <a:prstDash val="sysDash"/>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4" name="Marcador de número de diapositiva 3">
            <a:extLst>
              <a:ext uri="{FF2B5EF4-FFF2-40B4-BE49-F238E27FC236}">
                <a16:creationId xmlns:a16="http://schemas.microsoft.com/office/drawing/2014/main" id="{662368D9-A289-434E-BBE1-F2932C730E28}"/>
              </a:ext>
            </a:extLst>
          </p:cNvPr>
          <p:cNvSpPr>
            <a:spLocks noGrp="1"/>
          </p:cNvSpPr>
          <p:nvPr>
            <p:ph type="sldNum" sz="quarter" idx="12"/>
          </p:nvPr>
        </p:nvSpPr>
        <p:spPr/>
        <p:txBody>
          <a:bodyPr/>
          <a:lstStyle/>
          <a:p>
            <a:pPr defTabSz="371292" fontAlgn="auto">
              <a:spcBef>
                <a:spcPts val="0"/>
              </a:spcBef>
              <a:spcAft>
                <a:spcPts val="0"/>
              </a:spcAft>
            </a:pPr>
            <a:fld id="{6D22F896-40B5-4ADD-8801-0D06FADFA095}" type="slidenum">
              <a:rPr lang="es-ES">
                <a:solidFill>
                  <a:srgbClr val="E6E6E6">
                    <a:lumMod val="10000"/>
                  </a:srgbClr>
                </a:solidFill>
                <a:latin typeface="Tw Cen MT" panose="020B0602020104020603"/>
              </a:rPr>
              <a:pPr defTabSz="371292" fontAlgn="auto">
                <a:spcBef>
                  <a:spcPts val="0"/>
                </a:spcBef>
                <a:spcAft>
                  <a:spcPts val="0"/>
                </a:spcAft>
              </a:pPr>
              <a:t>132</a:t>
            </a:fld>
            <a:endParaRPr lang="es-ES">
              <a:solidFill>
                <a:srgbClr val="E6E6E6">
                  <a:lumMod val="10000"/>
                </a:srgbClr>
              </a:solidFill>
              <a:latin typeface="Tw Cen MT" panose="020B0602020104020603"/>
            </a:endParaRPr>
          </a:p>
        </p:txBody>
      </p:sp>
    </p:spTree>
    <p:extLst>
      <p:ext uri="{BB962C8B-B14F-4D97-AF65-F5344CB8AC3E}">
        <p14:creationId xmlns:p14="http://schemas.microsoft.com/office/powerpoint/2010/main" val="405500252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B64ABE-6E04-6674-1ED5-46EA7B9C8D1B}"/>
              </a:ext>
            </a:extLst>
          </p:cNvPr>
          <p:cNvSpPr>
            <a:spLocks noGrp="1"/>
          </p:cNvSpPr>
          <p:nvPr>
            <p:ph type="title"/>
          </p:nvPr>
        </p:nvSpPr>
        <p:spPr>
          <a:xfrm>
            <a:off x="926952" y="1260279"/>
            <a:ext cx="8044754" cy="1200761"/>
          </a:xfrm>
        </p:spPr>
        <p:txBody>
          <a:bodyPr/>
          <a:lstStyle/>
          <a:p>
            <a:r>
              <a:rPr lang="es-ES" sz="3573" dirty="0">
                <a:latin typeface="Rockwell" panose="02060603020205020403" pitchFamily="18" charset="0"/>
              </a:rPr>
              <a:t>Repertorio de instrucciones:</a:t>
            </a:r>
            <a:br>
              <a:rPr lang="es-ES" sz="3573" dirty="0">
                <a:latin typeface="Rockwell" panose="02060603020205020403" pitchFamily="18" charset="0"/>
              </a:rPr>
            </a:br>
            <a:r>
              <a:rPr lang="es-ES" sz="2599" dirty="0">
                <a:solidFill>
                  <a:schemeClr val="accent2"/>
                </a:solidFill>
                <a:latin typeface="Rockwell" panose="02060603020205020403" pitchFamily="18" charset="0"/>
              </a:rPr>
              <a:t>de salto condicional (II)</a:t>
            </a:r>
          </a:p>
        </p:txBody>
      </p:sp>
      <p:sp>
        <p:nvSpPr>
          <p:cNvPr id="3" name="Marcador de contenido 2">
            <a:extLst>
              <a:ext uri="{FF2B5EF4-FFF2-40B4-BE49-F238E27FC236}">
                <a16:creationId xmlns:a16="http://schemas.microsoft.com/office/drawing/2014/main" id="{9437CEA7-0E7F-23D4-45B7-3BBAA1AB3672}"/>
              </a:ext>
            </a:extLst>
          </p:cNvPr>
          <p:cNvSpPr>
            <a:spLocks noGrp="1"/>
          </p:cNvSpPr>
          <p:nvPr>
            <p:ph idx="1"/>
          </p:nvPr>
        </p:nvSpPr>
        <p:spPr>
          <a:xfrm>
            <a:off x="926952" y="2825057"/>
            <a:ext cx="8044755" cy="3835438"/>
          </a:xfrm>
        </p:spPr>
        <p:txBody>
          <a:bodyPr>
            <a:normAutofit fontScale="92500" lnSpcReduction="10000"/>
          </a:bodyPr>
          <a:lstStyle/>
          <a:p>
            <a:endParaRPr lang="es-ES" sz="1624" dirty="0"/>
          </a:p>
          <a:p>
            <a:endParaRPr lang="es-ES" sz="1624" dirty="0"/>
          </a:p>
          <a:p>
            <a:endParaRPr lang="es-ES" sz="1624" dirty="0"/>
          </a:p>
          <a:p>
            <a:endParaRPr lang="es-ES" sz="1624" dirty="0"/>
          </a:p>
          <a:p>
            <a:endParaRPr lang="es-ES" sz="1624" dirty="0"/>
          </a:p>
          <a:p>
            <a:endParaRPr lang="es-ES" sz="1624" dirty="0"/>
          </a:p>
          <a:p>
            <a:endParaRPr lang="es-ES" sz="1624" dirty="0"/>
          </a:p>
          <a:p>
            <a:r>
              <a:rPr lang="es-ES" sz="1624" dirty="0"/>
              <a:t>Las instrucciones de salto condicional se usan para implementar en ensamblador </a:t>
            </a:r>
            <a:r>
              <a:rPr lang="es-ES" sz="1624" dirty="0">
                <a:solidFill>
                  <a:schemeClr val="accent2"/>
                </a:solidFill>
              </a:rPr>
              <a:t>estructuras de control</a:t>
            </a:r>
            <a:r>
              <a:rPr lang="es-ES" sz="1624" dirty="0"/>
              <a:t> tipo </a:t>
            </a:r>
            <a:r>
              <a:rPr lang="es-ES" sz="1624" i="1" dirty="0" err="1">
                <a:solidFill>
                  <a:srgbClr val="C00000"/>
                </a:solidFill>
              </a:rPr>
              <a:t>if</a:t>
            </a:r>
            <a:r>
              <a:rPr lang="es-ES" sz="1624" dirty="0"/>
              <a:t>,</a:t>
            </a:r>
            <a:r>
              <a:rPr lang="es-ES" sz="1624" i="1" dirty="0"/>
              <a:t> </a:t>
            </a:r>
            <a:r>
              <a:rPr lang="es-ES" sz="1624" i="1" dirty="0" err="1">
                <a:solidFill>
                  <a:srgbClr val="C00000"/>
                </a:solidFill>
              </a:rPr>
              <a:t>while</a:t>
            </a:r>
            <a:r>
              <a:rPr lang="es-ES" sz="1624" dirty="0"/>
              <a:t>,</a:t>
            </a:r>
            <a:r>
              <a:rPr lang="es-ES" sz="1624" i="1" dirty="0"/>
              <a:t> </a:t>
            </a:r>
            <a:r>
              <a:rPr lang="es-ES" sz="1624" i="1" dirty="0" err="1">
                <a:solidFill>
                  <a:srgbClr val="C00000"/>
                </a:solidFill>
              </a:rPr>
              <a:t>for</a:t>
            </a:r>
            <a:r>
              <a:rPr lang="es-ES" sz="1624" dirty="0"/>
              <a:t>, …</a:t>
            </a:r>
          </a:p>
          <a:p>
            <a:r>
              <a:rPr lang="es-ES" sz="1624" dirty="0"/>
              <a:t>Existen instrucciones diferentes para interpretar los operandos fuente que se comparan como </a:t>
            </a:r>
            <a:r>
              <a:rPr lang="es-ES" sz="1624" dirty="0">
                <a:solidFill>
                  <a:schemeClr val="accent2"/>
                </a:solidFill>
              </a:rPr>
              <a:t>datos con y sin signo</a:t>
            </a:r>
          </a:p>
        </p:txBody>
      </p:sp>
      <p:graphicFrame>
        <p:nvGraphicFramePr>
          <p:cNvPr id="22" name="Marcador de contenido 5">
            <a:extLst>
              <a:ext uri="{FF2B5EF4-FFF2-40B4-BE49-F238E27FC236}">
                <a16:creationId xmlns:a16="http://schemas.microsoft.com/office/drawing/2014/main" id="{F662A3E1-341C-2CDA-2CDE-A8C4B4B7B04F}"/>
              </a:ext>
            </a:extLst>
          </p:cNvPr>
          <p:cNvGraphicFramePr>
            <a:graphicFrameLocks/>
          </p:cNvGraphicFramePr>
          <p:nvPr/>
        </p:nvGraphicFramePr>
        <p:xfrm>
          <a:off x="926953" y="2465751"/>
          <a:ext cx="8044755" cy="2825981"/>
        </p:xfrm>
        <a:graphic>
          <a:graphicData uri="http://schemas.openxmlformats.org/drawingml/2006/table">
            <a:tbl>
              <a:tblPr firstRow="1" bandRow="1">
                <a:tableStyleId>{2D5ABB26-0587-4C30-8999-92F81FD0307C}</a:tableStyleId>
              </a:tblPr>
              <a:tblGrid>
                <a:gridCol w="1935124">
                  <a:extLst>
                    <a:ext uri="{9D8B030D-6E8A-4147-A177-3AD203B41FA5}">
                      <a16:colId xmlns:a16="http://schemas.microsoft.com/office/drawing/2014/main" val="936975246"/>
                    </a:ext>
                  </a:extLst>
                </a:gridCol>
                <a:gridCol w="2341230">
                  <a:extLst>
                    <a:ext uri="{9D8B030D-6E8A-4147-A177-3AD203B41FA5}">
                      <a16:colId xmlns:a16="http://schemas.microsoft.com/office/drawing/2014/main" val="1489359660"/>
                    </a:ext>
                  </a:extLst>
                </a:gridCol>
                <a:gridCol w="3768401">
                  <a:extLst>
                    <a:ext uri="{9D8B030D-6E8A-4147-A177-3AD203B41FA5}">
                      <a16:colId xmlns:a16="http://schemas.microsoft.com/office/drawing/2014/main" val="3571882013"/>
                    </a:ext>
                  </a:extLst>
                </a:gridCol>
              </a:tblGrid>
              <a:tr h="301163">
                <a:tc>
                  <a:txBody>
                    <a:bodyPr/>
                    <a:lstStyle/>
                    <a:p>
                      <a:pPr algn="l"/>
                      <a:r>
                        <a:rPr lang="es-ES" sz="1300" b="1" dirty="0">
                          <a:solidFill>
                            <a:schemeClr val="bg1">
                              <a:lumMod val="10000"/>
                            </a:schemeClr>
                          </a:solidFill>
                        </a:rPr>
                        <a:t>Instrucción</a:t>
                      </a:r>
                      <a:endParaRPr lang="es-ES" sz="13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l"/>
                      <a:r>
                        <a:rPr lang="es-ES" sz="1300" b="1" dirty="0">
                          <a:solidFill>
                            <a:schemeClr val="bg1">
                              <a:lumMod val="10000"/>
                            </a:schemeClr>
                          </a:solidFill>
                        </a:rPr>
                        <a:t>Operación</a:t>
                      </a:r>
                      <a:endParaRPr lang="es-ES" sz="13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l"/>
                      <a:r>
                        <a:rPr lang="es-ES" sz="1300" b="1" dirty="0">
                          <a:solidFill>
                            <a:schemeClr val="bg1">
                              <a:lumMod val="10000"/>
                            </a:schemeClr>
                          </a:solidFill>
                        </a:rPr>
                        <a:t>Descripción</a:t>
                      </a:r>
                    </a:p>
                  </a:txBody>
                  <a:tcPr marL="74259" marR="74259" marT="37130" marB="37130">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653347337"/>
                  </a:ext>
                </a:extLst>
              </a:tr>
              <a:tr h="420803">
                <a:tc>
                  <a:txBody>
                    <a:bodyPr/>
                    <a:lstStyle/>
                    <a:p>
                      <a:pPr algn="l"/>
                      <a:r>
                        <a:rPr lang="es-ES" sz="1100" b="1" i="0" dirty="0" err="1">
                          <a:solidFill>
                            <a:schemeClr val="accent2"/>
                          </a:solidFill>
                          <a:latin typeface="Courier New" panose="02070309020205020404" pitchFamily="49" charset="0"/>
                          <a:cs typeface="Courier New" panose="02070309020205020404" pitchFamily="49" charset="0"/>
                        </a:rPr>
                        <a:t>beq</a:t>
                      </a:r>
                      <a:r>
                        <a:rPr lang="es-ES" sz="1100" b="1" i="0" dirty="0">
                          <a:solidFill>
                            <a:schemeClr val="bg1">
                              <a:lumMod val="10000"/>
                            </a:schemeClr>
                          </a:solidFill>
                          <a:latin typeface="Courier New" panose="02070309020205020404" pitchFamily="49" charset="0"/>
                          <a:cs typeface="Courier New" panose="02070309020205020404" pitchFamily="49" charset="0"/>
                        </a:rPr>
                        <a:t> rs1, rs2, imm</a:t>
                      </a:r>
                      <a:r>
                        <a:rPr lang="es-ES" sz="1100" b="1" i="0" baseline="-25000" dirty="0">
                          <a:solidFill>
                            <a:schemeClr val="bg1">
                              <a:lumMod val="10000"/>
                            </a:schemeClr>
                          </a:solidFill>
                          <a:latin typeface="Courier New" panose="02070309020205020404" pitchFamily="49" charset="0"/>
                          <a:cs typeface="Courier New" panose="02070309020205020404" pitchFamily="49" charset="0"/>
                        </a:rPr>
                        <a:t>13b</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T w="12700" cap="flat" cmpd="sng" algn="ctr">
                      <a:solidFill>
                        <a:schemeClr val="accent2"/>
                      </a:solidFill>
                      <a:prstDash val="solid"/>
                      <a:round/>
                      <a:headEnd type="none" w="med" len="med"/>
                      <a:tailEnd type="none" w="med" len="med"/>
                    </a:lnT>
                    <a:solidFill>
                      <a:schemeClr val="accent2">
                        <a:lumMod val="20000"/>
                        <a:lumOff val="80000"/>
                      </a:schemeClr>
                    </a:solidFill>
                  </a:tcPr>
                </a:tc>
                <a:tc>
                  <a:txBody>
                    <a:bodyPr/>
                    <a:lstStyle/>
                    <a:p>
                      <a:pPr algn="l"/>
                      <a:r>
                        <a:rPr lang="es-ES" sz="1100" b="0" i="1" dirty="0" err="1">
                          <a:solidFill>
                            <a:schemeClr val="bg1">
                              <a:lumMod val="10000"/>
                            </a:schemeClr>
                          </a:solidFill>
                        </a:rPr>
                        <a:t>if</a:t>
                      </a:r>
                      <a:r>
                        <a:rPr lang="es-ES" sz="1100" b="0" dirty="0">
                          <a:solidFill>
                            <a:schemeClr val="bg1">
                              <a:lumMod val="10000"/>
                            </a:schemeClr>
                          </a:solidFill>
                        </a:rPr>
                        <a:t> (</a:t>
                      </a:r>
                      <a:r>
                        <a:rPr lang="es-ES" sz="1100" b="0" dirty="0">
                          <a:solidFill>
                            <a:schemeClr val="bg1">
                              <a:lumMod val="10000"/>
                            </a:schemeClr>
                          </a:solidFill>
                          <a:sym typeface="Wingdings" pitchFamily="2" charset="2"/>
                        </a:rPr>
                        <a:t>rs1 = rs2) </a:t>
                      </a:r>
                    </a:p>
                    <a:p>
                      <a:pPr algn="l"/>
                      <a:r>
                        <a:rPr lang="es-ES" sz="1100" b="0" i="1" dirty="0" err="1">
                          <a:solidFill>
                            <a:schemeClr val="bg1">
                              <a:lumMod val="10000"/>
                            </a:schemeClr>
                          </a:solidFill>
                          <a:latin typeface="+mn-lt"/>
                          <a:cs typeface="Courier New" panose="02070309020205020404" pitchFamily="49" charset="0"/>
                          <a:sym typeface="Wingdings" pitchFamily="2" charset="2"/>
                        </a:rPr>
                        <a:t>then</a:t>
                      </a:r>
                      <a:r>
                        <a:rPr lang="es-ES" sz="1100" b="0" i="0" dirty="0">
                          <a:solidFill>
                            <a:schemeClr val="bg1">
                              <a:lumMod val="10000"/>
                            </a:schemeClr>
                          </a:solidFill>
                          <a:latin typeface="+mn-lt"/>
                          <a:cs typeface="Courier New" panose="02070309020205020404" pitchFamily="49" charset="0"/>
                          <a:sym typeface="Wingdings" pitchFamily="2" charset="2"/>
                        </a:rPr>
                        <a:t> (PC  PC + </a:t>
                      </a:r>
                      <a:r>
                        <a:rPr lang="es-ES" sz="1100" b="0" i="0" dirty="0" err="1">
                          <a:solidFill>
                            <a:schemeClr val="bg1">
                              <a:lumMod val="10000"/>
                            </a:schemeClr>
                          </a:solidFill>
                          <a:latin typeface="+mn-lt"/>
                          <a:cs typeface="Courier New" panose="02070309020205020404" pitchFamily="49" charset="0"/>
                          <a:sym typeface="Wingdings" pitchFamily="2" charset="2"/>
                        </a:rPr>
                        <a:t>sExt</a:t>
                      </a:r>
                      <a:r>
                        <a:rPr lang="es-ES" sz="1100" b="0" i="0" dirty="0">
                          <a:solidFill>
                            <a:schemeClr val="bg1">
                              <a:lumMod val="10000"/>
                            </a:schemeClr>
                          </a:solidFill>
                          <a:latin typeface="+mn-lt"/>
                          <a:cs typeface="Courier New" panose="02070309020205020404" pitchFamily="49" charset="0"/>
                          <a:sym typeface="Wingdings" pitchFamily="2" charset="2"/>
                        </a:rPr>
                        <a:t>(imm</a:t>
                      </a:r>
                      <a:r>
                        <a:rPr lang="es-ES" sz="1100" b="0" i="0" baseline="-25000" dirty="0">
                          <a:solidFill>
                            <a:schemeClr val="bg1">
                              <a:lumMod val="10000"/>
                            </a:schemeClr>
                          </a:solidFill>
                          <a:latin typeface="+mn-lt"/>
                          <a:cs typeface="Courier New" panose="02070309020205020404" pitchFamily="49" charset="0"/>
                          <a:sym typeface="Wingdings" pitchFamily="2" charset="2"/>
                        </a:rPr>
                        <a:t>12:1</a:t>
                      </a:r>
                      <a:r>
                        <a:rPr lang="es-ES" sz="1100" b="0" i="0" dirty="0">
                          <a:solidFill>
                            <a:schemeClr val="bg1">
                              <a:lumMod val="10000"/>
                            </a:schemeClr>
                          </a:solidFill>
                          <a:latin typeface="+mn-lt"/>
                          <a:cs typeface="Courier New" panose="02070309020205020404" pitchFamily="49" charset="0"/>
                          <a:sym typeface="Wingdings" pitchFamily="2" charset="2"/>
                        </a:rPr>
                        <a:t> &lt;&lt; 1)</a:t>
                      </a:r>
                      <a:endParaRPr lang="es-ES" sz="1100" b="0" i="0" dirty="0">
                        <a:solidFill>
                          <a:schemeClr val="bg1">
                            <a:lumMod val="10000"/>
                          </a:schemeClr>
                        </a:solidFill>
                        <a:latin typeface="+mn-lt"/>
                        <a:cs typeface="Courier New" panose="02070309020205020404" pitchFamily="49" charset="0"/>
                      </a:endParaRPr>
                    </a:p>
                  </a:txBody>
                  <a:tcPr marL="74259" marR="74259" marT="37130" marB="37130">
                    <a:lnT w="12700" cap="flat" cmpd="sng" algn="ctr">
                      <a:solidFill>
                        <a:schemeClr val="accent2"/>
                      </a:solidFill>
                      <a:prstDash val="solid"/>
                      <a:round/>
                      <a:headEnd type="none" w="med" len="med"/>
                      <a:tailEnd type="none" w="med" len="med"/>
                    </a:lnT>
                    <a:solidFill>
                      <a:schemeClr val="accent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err="1">
                          <a:solidFill>
                            <a:srgbClr val="C00000"/>
                          </a:solidFill>
                        </a:rPr>
                        <a:t>b</a:t>
                      </a:r>
                      <a:r>
                        <a:rPr lang="es-ES" sz="1100" b="0" dirty="0" err="1">
                          <a:solidFill>
                            <a:schemeClr val="bg1">
                              <a:lumMod val="10000"/>
                            </a:schemeClr>
                          </a:solidFill>
                        </a:rPr>
                        <a:t>ranch</a:t>
                      </a:r>
                      <a:r>
                        <a:rPr lang="es-ES" sz="1100" b="0" dirty="0">
                          <a:solidFill>
                            <a:schemeClr val="bg1">
                              <a:lumMod val="10000"/>
                            </a:schemeClr>
                          </a:solidFill>
                        </a:rPr>
                        <a:t> </a:t>
                      </a:r>
                      <a:r>
                        <a:rPr lang="es-ES" sz="1100" b="0" dirty="0" err="1">
                          <a:solidFill>
                            <a:schemeClr val="bg1">
                              <a:lumMod val="10000"/>
                            </a:schemeClr>
                          </a:solidFill>
                        </a:rPr>
                        <a:t>if</a:t>
                      </a:r>
                      <a:r>
                        <a:rPr lang="es-ES" sz="1100" b="0" dirty="0">
                          <a:solidFill>
                            <a:schemeClr val="bg1">
                              <a:lumMod val="10000"/>
                            </a:schemeClr>
                          </a:solidFill>
                        </a:rPr>
                        <a:t> </a:t>
                      </a:r>
                      <a:r>
                        <a:rPr lang="es-ES" sz="1100" b="0" dirty="0" err="1">
                          <a:solidFill>
                            <a:srgbClr val="C00000"/>
                          </a:solidFill>
                        </a:rPr>
                        <a:t>eq</a:t>
                      </a:r>
                      <a:r>
                        <a:rPr lang="es-ES" sz="1100" b="0" dirty="0" err="1">
                          <a:solidFill>
                            <a:schemeClr val="bg1">
                              <a:lumMod val="10000"/>
                            </a:schemeClr>
                          </a:solidFill>
                        </a:rPr>
                        <a:t>ual</a:t>
                      </a:r>
                      <a:r>
                        <a:rPr lang="es-ES" sz="1100" b="0" dirty="0">
                          <a:solidFill>
                            <a:schemeClr val="bg1">
                              <a:lumMod val="10000"/>
                            </a:schemeClr>
                          </a:solidFill>
                        </a:rPr>
                        <a:t> </a:t>
                      </a:r>
                    </a:p>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rPr>
                        <a:t>salta si “igual que”</a:t>
                      </a:r>
                      <a:endParaRPr lang="es-ES" sz="1100" b="0" dirty="0">
                        <a:solidFill>
                          <a:schemeClr val="accent2"/>
                        </a:solidFill>
                        <a:latin typeface="+mn-lt"/>
                      </a:endParaRPr>
                    </a:p>
                  </a:txBody>
                  <a:tcPr marL="74259" marR="74259" marT="37130" marB="37130">
                    <a:lnT w="12700" cap="flat" cmpd="sng" algn="ctr">
                      <a:solidFill>
                        <a:schemeClr val="accent2"/>
                      </a:solidFill>
                      <a:prstDash val="solid"/>
                      <a:round/>
                      <a:headEnd type="none" w="med" len="med"/>
                      <a:tailEnd type="none" w="med" len="med"/>
                    </a:lnT>
                    <a:solidFill>
                      <a:schemeClr val="accent2">
                        <a:lumMod val="20000"/>
                        <a:lumOff val="80000"/>
                      </a:schemeClr>
                    </a:solidFill>
                  </a:tcPr>
                </a:tc>
                <a:extLst>
                  <a:ext uri="{0D108BD9-81ED-4DB2-BD59-A6C34878D82A}">
                    <a16:rowId xmlns:a16="http://schemas.microsoft.com/office/drawing/2014/main" val="675244972"/>
                  </a:ext>
                </a:extLst>
              </a:tr>
              <a:tr h="420803">
                <a:tc>
                  <a:txBody>
                    <a:bodyPr/>
                    <a:lstStyle/>
                    <a:p>
                      <a:pPr algn="l"/>
                      <a:r>
                        <a:rPr lang="es-ES" sz="1100" b="1" i="0" dirty="0" err="1">
                          <a:solidFill>
                            <a:schemeClr val="accent2"/>
                          </a:solidFill>
                          <a:latin typeface="Courier New" panose="02070309020205020404" pitchFamily="49" charset="0"/>
                          <a:cs typeface="Courier New" panose="02070309020205020404" pitchFamily="49" charset="0"/>
                        </a:rPr>
                        <a:t>bne</a:t>
                      </a:r>
                      <a:r>
                        <a:rPr lang="es-ES" sz="1100" b="1" i="0" dirty="0">
                          <a:solidFill>
                            <a:schemeClr val="bg1">
                              <a:lumMod val="10000"/>
                            </a:schemeClr>
                          </a:solidFill>
                          <a:latin typeface="Courier New" panose="02070309020205020404" pitchFamily="49" charset="0"/>
                          <a:cs typeface="Courier New" panose="02070309020205020404" pitchFamily="49" charset="0"/>
                        </a:rPr>
                        <a:t> rs1, rs2, imm</a:t>
                      </a:r>
                      <a:r>
                        <a:rPr lang="es-ES" sz="1100" b="1" i="0" baseline="-25000" dirty="0">
                          <a:solidFill>
                            <a:schemeClr val="bg1">
                              <a:lumMod val="10000"/>
                            </a:schemeClr>
                          </a:solidFill>
                          <a:latin typeface="Courier New" panose="02070309020205020404" pitchFamily="49" charset="0"/>
                          <a:cs typeface="Courier New" panose="02070309020205020404" pitchFamily="49" charset="0"/>
                        </a:rPr>
                        <a:t>13b</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tc>
                <a:tc>
                  <a:txBody>
                    <a:bodyPr/>
                    <a:lstStyle/>
                    <a:p>
                      <a:pPr algn="l"/>
                      <a:r>
                        <a:rPr lang="es-ES" sz="1100" b="0" i="1" dirty="0" err="1">
                          <a:solidFill>
                            <a:schemeClr val="bg1">
                              <a:lumMod val="10000"/>
                            </a:schemeClr>
                          </a:solidFill>
                        </a:rPr>
                        <a:t>if</a:t>
                      </a:r>
                      <a:r>
                        <a:rPr lang="es-ES" sz="1100" b="0" dirty="0">
                          <a:solidFill>
                            <a:schemeClr val="bg1">
                              <a:lumMod val="10000"/>
                            </a:schemeClr>
                          </a:solidFill>
                        </a:rPr>
                        <a:t> (</a:t>
                      </a:r>
                      <a:r>
                        <a:rPr lang="es-ES" sz="1100" b="0" dirty="0">
                          <a:solidFill>
                            <a:schemeClr val="bg1">
                              <a:lumMod val="10000"/>
                            </a:schemeClr>
                          </a:solidFill>
                          <a:sym typeface="Wingdings" pitchFamily="2" charset="2"/>
                        </a:rPr>
                        <a:t>rs1 ≠ rs2) </a:t>
                      </a:r>
                    </a:p>
                    <a:p>
                      <a:pPr algn="l"/>
                      <a:r>
                        <a:rPr lang="es-ES" sz="1100" b="0" i="1" dirty="0" err="1">
                          <a:solidFill>
                            <a:schemeClr val="bg1">
                              <a:lumMod val="10000"/>
                            </a:schemeClr>
                          </a:solidFill>
                          <a:latin typeface="+mn-lt"/>
                          <a:cs typeface="Courier New" panose="02070309020205020404" pitchFamily="49" charset="0"/>
                          <a:sym typeface="Wingdings" pitchFamily="2" charset="2"/>
                        </a:rPr>
                        <a:t>then</a:t>
                      </a:r>
                      <a:r>
                        <a:rPr lang="es-ES" sz="1100" b="0" i="0" dirty="0">
                          <a:solidFill>
                            <a:schemeClr val="bg1">
                              <a:lumMod val="10000"/>
                            </a:schemeClr>
                          </a:solidFill>
                          <a:latin typeface="+mn-lt"/>
                          <a:cs typeface="Courier New" panose="02070309020205020404" pitchFamily="49" charset="0"/>
                          <a:sym typeface="Wingdings" pitchFamily="2" charset="2"/>
                        </a:rPr>
                        <a:t> (PC  PC + </a:t>
                      </a:r>
                      <a:r>
                        <a:rPr lang="es-ES" sz="1100" b="0" i="0" dirty="0" err="1">
                          <a:solidFill>
                            <a:schemeClr val="bg1">
                              <a:lumMod val="10000"/>
                            </a:schemeClr>
                          </a:solidFill>
                          <a:latin typeface="+mn-lt"/>
                          <a:cs typeface="Courier New" panose="02070309020205020404" pitchFamily="49" charset="0"/>
                          <a:sym typeface="Wingdings" pitchFamily="2" charset="2"/>
                        </a:rPr>
                        <a:t>sExt</a:t>
                      </a:r>
                      <a:r>
                        <a:rPr lang="es-ES" sz="1100" b="0" i="0" dirty="0">
                          <a:solidFill>
                            <a:schemeClr val="bg1">
                              <a:lumMod val="10000"/>
                            </a:schemeClr>
                          </a:solidFill>
                          <a:latin typeface="+mn-lt"/>
                          <a:cs typeface="Courier New" panose="02070309020205020404" pitchFamily="49" charset="0"/>
                          <a:sym typeface="Wingdings" pitchFamily="2" charset="2"/>
                        </a:rPr>
                        <a:t>(imm</a:t>
                      </a:r>
                      <a:r>
                        <a:rPr lang="es-ES" sz="1100" b="0" i="0" baseline="-25000" dirty="0">
                          <a:solidFill>
                            <a:schemeClr val="bg1">
                              <a:lumMod val="10000"/>
                            </a:schemeClr>
                          </a:solidFill>
                          <a:latin typeface="+mn-lt"/>
                          <a:cs typeface="Courier New" panose="02070309020205020404" pitchFamily="49" charset="0"/>
                          <a:sym typeface="Wingdings" pitchFamily="2" charset="2"/>
                        </a:rPr>
                        <a:t>12:1</a:t>
                      </a:r>
                      <a:r>
                        <a:rPr lang="es-ES" sz="1100" b="0" i="0" dirty="0">
                          <a:solidFill>
                            <a:schemeClr val="bg1">
                              <a:lumMod val="10000"/>
                            </a:schemeClr>
                          </a:solidFill>
                          <a:latin typeface="+mn-lt"/>
                          <a:cs typeface="Courier New" panose="02070309020205020404" pitchFamily="49" charset="0"/>
                          <a:sym typeface="Wingdings" pitchFamily="2" charset="2"/>
                        </a:rPr>
                        <a:t> &lt;&lt; 1)</a:t>
                      </a:r>
                      <a:endParaRPr lang="es-ES" sz="1100" b="0" i="0" dirty="0">
                        <a:solidFill>
                          <a:schemeClr val="bg1">
                            <a:lumMod val="10000"/>
                          </a:schemeClr>
                        </a:solidFill>
                        <a:latin typeface="+mn-lt"/>
                        <a:cs typeface="Courier New" panose="02070309020205020404" pitchFamily="49" charset="0"/>
                      </a:endParaRPr>
                    </a:p>
                  </a:txBody>
                  <a:tcPr marL="74259" marR="74259" marT="37130" marB="3713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err="1">
                          <a:solidFill>
                            <a:srgbClr val="C00000"/>
                          </a:solidFill>
                        </a:rPr>
                        <a:t>b</a:t>
                      </a:r>
                      <a:r>
                        <a:rPr lang="es-ES" sz="1100" b="0" dirty="0" err="1">
                          <a:solidFill>
                            <a:schemeClr val="bg1">
                              <a:lumMod val="10000"/>
                            </a:schemeClr>
                          </a:solidFill>
                        </a:rPr>
                        <a:t>ranch</a:t>
                      </a:r>
                      <a:r>
                        <a:rPr lang="es-ES" sz="1100" b="0" dirty="0">
                          <a:solidFill>
                            <a:schemeClr val="bg1">
                              <a:lumMod val="10000"/>
                            </a:schemeClr>
                          </a:solidFill>
                        </a:rPr>
                        <a:t> </a:t>
                      </a:r>
                      <a:r>
                        <a:rPr lang="es-ES" sz="1100" b="0" dirty="0" err="1">
                          <a:solidFill>
                            <a:schemeClr val="bg1">
                              <a:lumMod val="10000"/>
                            </a:schemeClr>
                          </a:solidFill>
                        </a:rPr>
                        <a:t>if</a:t>
                      </a:r>
                      <a:r>
                        <a:rPr lang="es-ES" sz="1100" b="0" dirty="0">
                          <a:solidFill>
                            <a:schemeClr val="bg1">
                              <a:lumMod val="10000"/>
                            </a:schemeClr>
                          </a:solidFill>
                        </a:rPr>
                        <a:t> </a:t>
                      </a:r>
                      <a:r>
                        <a:rPr lang="es-ES" sz="1100" b="0" dirty="0" err="1">
                          <a:solidFill>
                            <a:srgbClr val="C00000"/>
                          </a:solidFill>
                        </a:rPr>
                        <a:t>n</a:t>
                      </a:r>
                      <a:r>
                        <a:rPr lang="es-ES" sz="1100" b="0" dirty="0" err="1">
                          <a:solidFill>
                            <a:schemeClr val="bg1">
                              <a:lumMod val="10000"/>
                            </a:schemeClr>
                          </a:solidFill>
                        </a:rPr>
                        <a:t>ot</a:t>
                      </a:r>
                      <a:r>
                        <a:rPr lang="es-ES" sz="1100" b="0" dirty="0">
                          <a:solidFill>
                            <a:schemeClr val="bg1">
                              <a:lumMod val="10000"/>
                            </a:schemeClr>
                          </a:solidFill>
                        </a:rPr>
                        <a:t> </a:t>
                      </a:r>
                      <a:r>
                        <a:rPr lang="es-ES" sz="1100" b="0" dirty="0" err="1">
                          <a:solidFill>
                            <a:srgbClr val="C00000"/>
                          </a:solidFill>
                        </a:rPr>
                        <a:t>e</a:t>
                      </a:r>
                      <a:r>
                        <a:rPr lang="es-ES" sz="1100" b="0" dirty="0" err="1">
                          <a:solidFill>
                            <a:schemeClr val="bg1">
                              <a:lumMod val="10000"/>
                            </a:schemeClr>
                          </a:solidFill>
                        </a:rPr>
                        <a:t>qual</a:t>
                      </a:r>
                      <a:r>
                        <a:rPr lang="es-ES" sz="1100" b="0" dirty="0">
                          <a:solidFill>
                            <a:schemeClr val="bg1">
                              <a:lumMod val="10000"/>
                            </a:schemeClr>
                          </a:solidFill>
                        </a:rPr>
                        <a:t> </a:t>
                      </a:r>
                    </a:p>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rPr>
                        <a:t>salta si “</a:t>
                      </a:r>
                      <a:r>
                        <a:rPr lang="es-ES" sz="1100" b="0" dirty="0" err="1">
                          <a:solidFill>
                            <a:schemeClr val="accent2"/>
                          </a:solidFill>
                        </a:rPr>
                        <a:t>disntinto</a:t>
                      </a:r>
                      <a:r>
                        <a:rPr lang="es-ES" sz="1100" b="0" dirty="0">
                          <a:solidFill>
                            <a:schemeClr val="accent2"/>
                          </a:solidFill>
                        </a:rPr>
                        <a:t> que”</a:t>
                      </a:r>
                      <a:endParaRPr lang="es-ES" sz="1100" b="0" dirty="0">
                        <a:solidFill>
                          <a:schemeClr val="accent2"/>
                        </a:solidFill>
                        <a:latin typeface="+mn-lt"/>
                      </a:endParaRPr>
                    </a:p>
                  </a:txBody>
                  <a:tcPr marL="74259" marR="74259" marT="37130" marB="37130"/>
                </a:tc>
                <a:extLst>
                  <a:ext uri="{0D108BD9-81ED-4DB2-BD59-A6C34878D82A}">
                    <a16:rowId xmlns:a16="http://schemas.microsoft.com/office/drawing/2014/main" val="3628958978"/>
                  </a:ext>
                </a:extLst>
              </a:tr>
              <a:tr h="420803">
                <a:tc>
                  <a:txBody>
                    <a:bodyPr/>
                    <a:lstStyle/>
                    <a:p>
                      <a:pPr algn="l"/>
                      <a:r>
                        <a:rPr lang="es-ES" sz="1100" b="1" i="0" dirty="0" err="1">
                          <a:solidFill>
                            <a:schemeClr val="accent2"/>
                          </a:solidFill>
                          <a:latin typeface="Courier New" panose="02070309020205020404" pitchFamily="49" charset="0"/>
                          <a:cs typeface="Courier New" panose="02070309020205020404" pitchFamily="49" charset="0"/>
                        </a:rPr>
                        <a:t>blt</a:t>
                      </a:r>
                      <a:r>
                        <a:rPr lang="es-ES" sz="1100" b="1" i="0" dirty="0">
                          <a:solidFill>
                            <a:schemeClr val="bg1">
                              <a:lumMod val="10000"/>
                            </a:schemeClr>
                          </a:solidFill>
                          <a:latin typeface="Courier New" panose="02070309020205020404" pitchFamily="49" charset="0"/>
                          <a:cs typeface="Courier New" panose="02070309020205020404" pitchFamily="49" charset="0"/>
                        </a:rPr>
                        <a:t> rs1, rs2, imm</a:t>
                      </a:r>
                      <a:r>
                        <a:rPr lang="es-ES" sz="1100" b="1" i="0" baseline="-25000" dirty="0">
                          <a:solidFill>
                            <a:schemeClr val="bg1">
                              <a:lumMod val="10000"/>
                            </a:schemeClr>
                          </a:solidFill>
                          <a:latin typeface="Courier New" panose="02070309020205020404" pitchFamily="49" charset="0"/>
                          <a:cs typeface="Courier New" panose="02070309020205020404" pitchFamily="49" charset="0"/>
                        </a:rPr>
                        <a:t>13b</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B>
                      <a:noFill/>
                    </a:lnB>
                    <a:solidFill>
                      <a:schemeClr val="accent2">
                        <a:lumMod val="20000"/>
                        <a:lumOff val="80000"/>
                      </a:schemeClr>
                    </a:solidFill>
                  </a:tcPr>
                </a:tc>
                <a:tc>
                  <a:txBody>
                    <a:bodyPr/>
                    <a:lstStyle/>
                    <a:p>
                      <a:pPr algn="l"/>
                      <a:r>
                        <a:rPr lang="es-ES" sz="1100" b="0" i="1" dirty="0" err="1">
                          <a:solidFill>
                            <a:schemeClr val="bg1">
                              <a:lumMod val="10000"/>
                            </a:schemeClr>
                          </a:solidFill>
                        </a:rPr>
                        <a:t>if</a:t>
                      </a:r>
                      <a:r>
                        <a:rPr lang="es-ES" sz="1100" b="0" dirty="0">
                          <a:solidFill>
                            <a:schemeClr val="bg1">
                              <a:lumMod val="10000"/>
                            </a:schemeClr>
                          </a:solidFill>
                        </a:rPr>
                        <a:t> (</a:t>
                      </a:r>
                      <a:r>
                        <a:rPr lang="es-ES" sz="1100" b="0" dirty="0">
                          <a:solidFill>
                            <a:schemeClr val="bg1">
                              <a:lumMod val="10000"/>
                            </a:schemeClr>
                          </a:solidFill>
                          <a:sym typeface="Wingdings" pitchFamily="2" charset="2"/>
                        </a:rPr>
                        <a:t>rs1 &lt;</a:t>
                      </a:r>
                      <a:r>
                        <a:rPr lang="es-ES" sz="1100" b="0" baseline="-25000" dirty="0">
                          <a:solidFill>
                            <a:schemeClr val="bg1">
                              <a:lumMod val="10000"/>
                            </a:schemeClr>
                          </a:solidFill>
                          <a:sym typeface="Wingdings" pitchFamily="2" charset="2"/>
                        </a:rPr>
                        <a:t>S</a:t>
                      </a:r>
                      <a:r>
                        <a:rPr lang="es-ES" sz="1100" b="0" dirty="0">
                          <a:solidFill>
                            <a:schemeClr val="bg1">
                              <a:lumMod val="10000"/>
                            </a:schemeClr>
                          </a:solidFill>
                          <a:sym typeface="Wingdings" pitchFamily="2" charset="2"/>
                        </a:rPr>
                        <a:t> rs2) </a:t>
                      </a:r>
                    </a:p>
                    <a:p>
                      <a:pPr algn="l"/>
                      <a:r>
                        <a:rPr lang="es-ES" sz="1100" b="0" i="1" dirty="0" err="1">
                          <a:solidFill>
                            <a:schemeClr val="bg1">
                              <a:lumMod val="10000"/>
                            </a:schemeClr>
                          </a:solidFill>
                          <a:latin typeface="+mn-lt"/>
                          <a:cs typeface="Courier New" panose="02070309020205020404" pitchFamily="49" charset="0"/>
                          <a:sym typeface="Wingdings" pitchFamily="2" charset="2"/>
                        </a:rPr>
                        <a:t>then</a:t>
                      </a:r>
                      <a:r>
                        <a:rPr lang="es-ES" sz="1100" b="0" i="0" dirty="0">
                          <a:solidFill>
                            <a:schemeClr val="bg1">
                              <a:lumMod val="10000"/>
                            </a:schemeClr>
                          </a:solidFill>
                          <a:latin typeface="+mn-lt"/>
                          <a:cs typeface="Courier New" panose="02070309020205020404" pitchFamily="49" charset="0"/>
                          <a:sym typeface="Wingdings" pitchFamily="2" charset="2"/>
                        </a:rPr>
                        <a:t> (PC  PC + </a:t>
                      </a:r>
                      <a:r>
                        <a:rPr lang="es-ES" sz="1100" b="0" i="0" dirty="0" err="1">
                          <a:solidFill>
                            <a:schemeClr val="bg1">
                              <a:lumMod val="10000"/>
                            </a:schemeClr>
                          </a:solidFill>
                          <a:latin typeface="+mn-lt"/>
                          <a:cs typeface="Courier New" panose="02070309020205020404" pitchFamily="49" charset="0"/>
                          <a:sym typeface="Wingdings" pitchFamily="2" charset="2"/>
                        </a:rPr>
                        <a:t>sExt</a:t>
                      </a:r>
                      <a:r>
                        <a:rPr lang="es-ES" sz="1100" b="0" i="0" dirty="0">
                          <a:solidFill>
                            <a:schemeClr val="bg1">
                              <a:lumMod val="10000"/>
                            </a:schemeClr>
                          </a:solidFill>
                          <a:latin typeface="+mn-lt"/>
                          <a:cs typeface="Courier New" panose="02070309020205020404" pitchFamily="49" charset="0"/>
                          <a:sym typeface="Wingdings" pitchFamily="2" charset="2"/>
                        </a:rPr>
                        <a:t>(imm</a:t>
                      </a:r>
                      <a:r>
                        <a:rPr lang="es-ES" sz="1100" b="0" i="0" baseline="-25000" dirty="0">
                          <a:solidFill>
                            <a:schemeClr val="bg1">
                              <a:lumMod val="10000"/>
                            </a:schemeClr>
                          </a:solidFill>
                          <a:latin typeface="+mn-lt"/>
                          <a:cs typeface="Courier New" panose="02070309020205020404" pitchFamily="49" charset="0"/>
                          <a:sym typeface="Wingdings" pitchFamily="2" charset="2"/>
                        </a:rPr>
                        <a:t>12:1</a:t>
                      </a:r>
                      <a:r>
                        <a:rPr lang="es-ES" sz="1100" b="0" i="0" dirty="0">
                          <a:solidFill>
                            <a:schemeClr val="bg1">
                              <a:lumMod val="10000"/>
                            </a:schemeClr>
                          </a:solidFill>
                          <a:latin typeface="+mn-lt"/>
                          <a:cs typeface="Courier New" panose="02070309020205020404" pitchFamily="49" charset="0"/>
                          <a:sym typeface="Wingdings" pitchFamily="2" charset="2"/>
                        </a:rPr>
                        <a:t> &lt;&lt; 1)</a:t>
                      </a:r>
                      <a:endParaRPr lang="es-ES" sz="1100" b="0" i="0" dirty="0">
                        <a:solidFill>
                          <a:schemeClr val="bg1">
                            <a:lumMod val="10000"/>
                          </a:schemeClr>
                        </a:solidFill>
                        <a:latin typeface="+mn-lt"/>
                        <a:cs typeface="Courier New" panose="02070309020205020404" pitchFamily="49" charset="0"/>
                      </a:endParaRPr>
                    </a:p>
                  </a:txBody>
                  <a:tcPr marL="74259" marR="74259" marT="37130" marB="37130">
                    <a:lnB>
                      <a:noFill/>
                    </a:lnB>
                    <a:solidFill>
                      <a:schemeClr val="accent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err="1">
                          <a:solidFill>
                            <a:srgbClr val="C00000"/>
                          </a:solidFill>
                        </a:rPr>
                        <a:t>b</a:t>
                      </a:r>
                      <a:r>
                        <a:rPr lang="es-ES" sz="1100" b="0" dirty="0" err="1">
                          <a:solidFill>
                            <a:schemeClr val="bg1">
                              <a:lumMod val="10000"/>
                            </a:schemeClr>
                          </a:solidFill>
                        </a:rPr>
                        <a:t>ranch</a:t>
                      </a:r>
                      <a:r>
                        <a:rPr lang="es-ES" sz="1100" b="0" dirty="0">
                          <a:solidFill>
                            <a:schemeClr val="bg1">
                              <a:lumMod val="10000"/>
                            </a:schemeClr>
                          </a:solidFill>
                        </a:rPr>
                        <a:t> </a:t>
                      </a:r>
                      <a:r>
                        <a:rPr lang="es-ES" sz="1100" b="0" dirty="0" err="1">
                          <a:solidFill>
                            <a:schemeClr val="bg1">
                              <a:lumMod val="10000"/>
                            </a:schemeClr>
                          </a:solidFill>
                        </a:rPr>
                        <a:t>if</a:t>
                      </a:r>
                      <a:r>
                        <a:rPr lang="es-ES" sz="1100" b="0" dirty="0">
                          <a:solidFill>
                            <a:schemeClr val="bg1">
                              <a:lumMod val="10000"/>
                            </a:schemeClr>
                          </a:solidFill>
                        </a:rPr>
                        <a:t> </a:t>
                      </a:r>
                      <a:r>
                        <a:rPr lang="es-ES" sz="1100" b="0" dirty="0" err="1">
                          <a:solidFill>
                            <a:srgbClr val="C00000"/>
                          </a:solidFill>
                        </a:rPr>
                        <a:t>l</a:t>
                      </a:r>
                      <a:r>
                        <a:rPr lang="es-ES" sz="1100" b="0" dirty="0" err="1">
                          <a:solidFill>
                            <a:schemeClr val="bg1">
                              <a:lumMod val="10000"/>
                            </a:schemeClr>
                          </a:solidFill>
                        </a:rPr>
                        <a:t>ess</a:t>
                      </a:r>
                      <a:r>
                        <a:rPr lang="es-ES" sz="1100" b="0" dirty="0">
                          <a:solidFill>
                            <a:schemeClr val="bg1">
                              <a:lumMod val="10000"/>
                            </a:schemeClr>
                          </a:solidFill>
                        </a:rPr>
                        <a:t> </a:t>
                      </a:r>
                      <a:r>
                        <a:rPr lang="es-ES" sz="1100" b="0" dirty="0" err="1">
                          <a:solidFill>
                            <a:srgbClr val="C00000"/>
                          </a:solidFill>
                        </a:rPr>
                        <a:t>t</a:t>
                      </a:r>
                      <a:r>
                        <a:rPr lang="es-ES" sz="1100" b="0" dirty="0" err="1">
                          <a:solidFill>
                            <a:schemeClr val="bg1">
                              <a:lumMod val="10000"/>
                            </a:schemeClr>
                          </a:solidFill>
                        </a:rPr>
                        <a:t>han</a:t>
                      </a:r>
                      <a:r>
                        <a:rPr lang="es-ES" sz="1100" b="0" dirty="0">
                          <a:solidFill>
                            <a:schemeClr val="bg1">
                              <a:lumMod val="10000"/>
                            </a:schemeClr>
                          </a:solidFill>
                        </a:rPr>
                        <a:t> </a:t>
                      </a:r>
                    </a:p>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rPr>
                        <a:t>salta si “menor que” con signo</a:t>
                      </a:r>
                      <a:endParaRPr lang="es-ES" sz="1100" b="0" dirty="0">
                        <a:solidFill>
                          <a:schemeClr val="accent2"/>
                        </a:solidFill>
                        <a:latin typeface="+mn-lt"/>
                      </a:endParaRPr>
                    </a:p>
                  </a:txBody>
                  <a:tcPr marL="74259" marR="74259" marT="37130" marB="37130">
                    <a:lnB>
                      <a:noFill/>
                    </a:lnB>
                    <a:solidFill>
                      <a:schemeClr val="accent2">
                        <a:lumMod val="20000"/>
                        <a:lumOff val="80000"/>
                      </a:schemeClr>
                    </a:solidFill>
                  </a:tcPr>
                </a:tc>
                <a:extLst>
                  <a:ext uri="{0D108BD9-81ED-4DB2-BD59-A6C34878D82A}">
                    <a16:rowId xmlns:a16="http://schemas.microsoft.com/office/drawing/2014/main" val="1999614752"/>
                  </a:ext>
                </a:extLst>
              </a:tr>
              <a:tr h="420803">
                <a:tc>
                  <a:txBody>
                    <a:bodyPr/>
                    <a:lstStyle/>
                    <a:p>
                      <a:pPr algn="l"/>
                      <a:r>
                        <a:rPr lang="es-ES" sz="1100" b="1" i="0" dirty="0" err="1">
                          <a:solidFill>
                            <a:schemeClr val="accent2"/>
                          </a:solidFill>
                          <a:latin typeface="Courier New" panose="02070309020205020404" pitchFamily="49" charset="0"/>
                          <a:cs typeface="Courier New" panose="02070309020205020404" pitchFamily="49" charset="0"/>
                        </a:rPr>
                        <a:t>bge</a:t>
                      </a:r>
                      <a:r>
                        <a:rPr lang="es-ES" sz="1100" b="1" i="0" dirty="0">
                          <a:solidFill>
                            <a:schemeClr val="bg1">
                              <a:lumMod val="10000"/>
                            </a:schemeClr>
                          </a:solidFill>
                          <a:latin typeface="Courier New" panose="02070309020205020404" pitchFamily="49" charset="0"/>
                          <a:cs typeface="Courier New" panose="02070309020205020404" pitchFamily="49" charset="0"/>
                        </a:rPr>
                        <a:t> rs1, rs2, imm</a:t>
                      </a:r>
                      <a:r>
                        <a:rPr lang="es-ES" sz="1100" b="1" i="0" baseline="-25000" dirty="0">
                          <a:solidFill>
                            <a:schemeClr val="bg1">
                              <a:lumMod val="10000"/>
                            </a:schemeClr>
                          </a:solidFill>
                          <a:latin typeface="Courier New" panose="02070309020205020404" pitchFamily="49" charset="0"/>
                          <a:cs typeface="Courier New" panose="02070309020205020404" pitchFamily="49" charset="0"/>
                        </a:rPr>
                        <a:t>13b</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L>
                      <a:noFill/>
                    </a:lnL>
                    <a:lnR>
                      <a:noFill/>
                    </a:lnR>
                    <a:lnT>
                      <a:noFill/>
                    </a:lnT>
                    <a:lnB w="12700" cap="flat" cmpd="sng" algn="ctr">
                      <a:noFill/>
                      <a:prstDash val="sysDash"/>
                      <a:round/>
                      <a:headEnd type="none" w="med" len="med"/>
                      <a:tailEnd type="none" w="med" len="med"/>
                    </a:lnB>
                    <a:lnTlToBr w="12700" cmpd="sng">
                      <a:noFill/>
                      <a:prstDash val="solid"/>
                    </a:lnTlToBr>
                    <a:lnBlToTr w="12700" cmpd="sng">
                      <a:noFill/>
                      <a:prstDash val="solid"/>
                    </a:lnBlToTr>
                  </a:tcPr>
                </a:tc>
                <a:tc>
                  <a:txBody>
                    <a:bodyPr/>
                    <a:lstStyle/>
                    <a:p>
                      <a:pPr algn="l"/>
                      <a:r>
                        <a:rPr lang="es-ES" sz="1100" b="0" i="1" dirty="0" err="1">
                          <a:solidFill>
                            <a:schemeClr val="bg1">
                              <a:lumMod val="10000"/>
                            </a:schemeClr>
                          </a:solidFill>
                        </a:rPr>
                        <a:t>if</a:t>
                      </a:r>
                      <a:r>
                        <a:rPr lang="es-ES" sz="1100" b="0" dirty="0">
                          <a:solidFill>
                            <a:schemeClr val="bg1">
                              <a:lumMod val="10000"/>
                            </a:schemeClr>
                          </a:solidFill>
                        </a:rPr>
                        <a:t> (</a:t>
                      </a:r>
                      <a:r>
                        <a:rPr lang="es-ES" sz="1100" b="0" dirty="0">
                          <a:solidFill>
                            <a:schemeClr val="bg1">
                              <a:lumMod val="10000"/>
                            </a:schemeClr>
                          </a:solidFill>
                          <a:sym typeface="Wingdings" pitchFamily="2" charset="2"/>
                        </a:rPr>
                        <a:t>rs1 ≥</a:t>
                      </a:r>
                      <a:r>
                        <a:rPr lang="es-ES" sz="1100" b="0" baseline="-25000" dirty="0">
                          <a:solidFill>
                            <a:schemeClr val="bg1">
                              <a:lumMod val="10000"/>
                            </a:schemeClr>
                          </a:solidFill>
                          <a:sym typeface="Wingdings" pitchFamily="2" charset="2"/>
                        </a:rPr>
                        <a:t>S</a:t>
                      </a:r>
                      <a:r>
                        <a:rPr lang="es-ES" sz="1100" b="0" dirty="0">
                          <a:solidFill>
                            <a:schemeClr val="bg1">
                              <a:lumMod val="10000"/>
                            </a:schemeClr>
                          </a:solidFill>
                          <a:sym typeface="Wingdings" pitchFamily="2" charset="2"/>
                        </a:rPr>
                        <a:t> rs2) </a:t>
                      </a:r>
                    </a:p>
                    <a:p>
                      <a:pPr algn="l"/>
                      <a:r>
                        <a:rPr lang="es-ES" sz="1100" b="0" i="1" dirty="0" err="1">
                          <a:solidFill>
                            <a:schemeClr val="bg1">
                              <a:lumMod val="10000"/>
                            </a:schemeClr>
                          </a:solidFill>
                          <a:latin typeface="+mn-lt"/>
                          <a:cs typeface="Courier New" panose="02070309020205020404" pitchFamily="49" charset="0"/>
                          <a:sym typeface="Wingdings" pitchFamily="2" charset="2"/>
                        </a:rPr>
                        <a:t>then</a:t>
                      </a:r>
                      <a:r>
                        <a:rPr lang="es-ES" sz="1100" b="0" i="0" dirty="0">
                          <a:solidFill>
                            <a:schemeClr val="bg1">
                              <a:lumMod val="10000"/>
                            </a:schemeClr>
                          </a:solidFill>
                          <a:latin typeface="+mn-lt"/>
                          <a:cs typeface="Courier New" panose="02070309020205020404" pitchFamily="49" charset="0"/>
                          <a:sym typeface="Wingdings" pitchFamily="2" charset="2"/>
                        </a:rPr>
                        <a:t> (PC  PC + </a:t>
                      </a:r>
                      <a:r>
                        <a:rPr lang="es-ES" sz="1100" b="0" i="0" dirty="0" err="1">
                          <a:solidFill>
                            <a:schemeClr val="bg1">
                              <a:lumMod val="10000"/>
                            </a:schemeClr>
                          </a:solidFill>
                          <a:latin typeface="+mn-lt"/>
                          <a:cs typeface="Courier New" panose="02070309020205020404" pitchFamily="49" charset="0"/>
                          <a:sym typeface="Wingdings" pitchFamily="2" charset="2"/>
                        </a:rPr>
                        <a:t>sExt</a:t>
                      </a:r>
                      <a:r>
                        <a:rPr lang="es-ES" sz="1100" b="0" i="0" dirty="0">
                          <a:solidFill>
                            <a:schemeClr val="bg1">
                              <a:lumMod val="10000"/>
                            </a:schemeClr>
                          </a:solidFill>
                          <a:latin typeface="+mn-lt"/>
                          <a:cs typeface="Courier New" panose="02070309020205020404" pitchFamily="49" charset="0"/>
                          <a:sym typeface="Wingdings" pitchFamily="2" charset="2"/>
                        </a:rPr>
                        <a:t>(imm</a:t>
                      </a:r>
                      <a:r>
                        <a:rPr lang="es-ES" sz="1100" b="0" i="0" baseline="-25000" dirty="0">
                          <a:solidFill>
                            <a:schemeClr val="bg1">
                              <a:lumMod val="10000"/>
                            </a:schemeClr>
                          </a:solidFill>
                          <a:latin typeface="+mn-lt"/>
                          <a:cs typeface="Courier New" panose="02070309020205020404" pitchFamily="49" charset="0"/>
                          <a:sym typeface="Wingdings" pitchFamily="2" charset="2"/>
                        </a:rPr>
                        <a:t>12:1</a:t>
                      </a:r>
                      <a:r>
                        <a:rPr lang="es-ES" sz="1100" b="0" i="0" dirty="0">
                          <a:solidFill>
                            <a:schemeClr val="bg1">
                              <a:lumMod val="10000"/>
                            </a:schemeClr>
                          </a:solidFill>
                          <a:latin typeface="+mn-lt"/>
                          <a:cs typeface="Courier New" panose="02070309020205020404" pitchFamily="49" charset="0"/>
                          <a:sym typeface="Wingdings" pitchFamily="2" charset="2"/>
                        </a:rPr>
                        <a:t> &lt;&lt; 1)</a:t>
                      </a:r>
                      <a:endParaRPr lang="es-ES" sz="1100" b="0" i="0" dirty="0">
                        <a:solidFill>
                          <a:schemeClr val="bg1">
                            <a:lumMod val="10000"/>
                          </a:schemeClr>
                        </a:solidFill>
                        <a:latin typeface="+mn-lt"/>
                        <a:cs typeface="Courier New" panose="02070309020205020404" pitchFamily="49" charset="0"/>
                      </a:endParaRPr>
                    </a:p>
                  </a:txBody>
                  <a:tcPr marL="74259" marR="74259" marT="37130" marB="37130">
                    <a:lnL>
                      <a:noFill/>
                    </a:lnL>
                    <a:lnR>
                      <a:noFill/>
                    </a:lnR>
                    <a:lnT>
                      <a:noFill/>
                    </a:lnT>
                    <a:lnB w="12700" cap="flat" cmpd="sng" algn="ctr">
                      <a:noFill/>
                      <a:prstDash val="sysDash"/>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err="1">
                          <a:solidFill>
                            <a:srgbClr val="C00000"/>
                          </a:solidFill>
                        </a:rPr>
                        <a:t>b</a:t>
                      </a:r>
                      <a:r>
                        <a:rPr lang="es-ES" sz="1100" b="0" dirty="0" err="1">
                          <a:solidFill>
                            <a:schemeClr val="bg1">
                              <a:lumMod val="10000"/>
                            </a:schemeClr>
                          </a:solidFill>
                        </a:rPr>
                        <a:t>ranch</a:t>
                      </a:r>
                      <a:r>
                        <a:rPr lang="es-ES" sz="1100" b="0" dirty="0">
                          <a:solidFill>
                            <a:schemeClr val="bg1">
                              <a:lumMod val="10000"/>
                            </a:schemeClr>
                          </a:solidFill>
                        </a:rPr>
                        <a:t> </a:t>
                      </a:r>
                      <a:r>
                        <a:rPr lang="es-ES" sz="1100" b="0" dirty="0" err="1">
                          <a:solidFill>
                            <a:schemeClr val="bg1">
                              <a:lumMod val="10000"/>
                            </a:schemeClr>
                          </a:solidFill>
                        </a:rPr>
                        <a:t>if</a:t>
                      </a:r>
                      <a:r>
                        <a:rPr lang="es-ES" sz="1100" b="0" dirty="0">
                          <a:solidFill>
                            <a:schemeClr val="bg1">
                              <a:lumMod val="10000"/>
                            </a:schemeClr>
                          </a:solidFill>
                        </a:rPr>
                        <a:t> </a:t>
                      </a:r>
                      <a:r>
                        <a:rPr lang="es-ES" sz="1100" b="0" dirty="0" err="1">
                          <a:solidFill>
                            <a:srgbClr val="C00000"/>
                          </a:solidFill>
                        </a:rPr>
                        <a:t>g</a:t>
                      </a:r>
                      <a:r>
                        <a:rPr lang="es-ES" sz="1100" b="0" dirty="0" err="1">
                          <a:solidFill>
                            <a:schemeClr val="bg1">
                              <a:lumMod val="10000"/>
                            </a:schemeClr>
                          </a:solidFill>
                        </a:rPr>
                        <a:t>reater</a:t>
                      </a:r>
                      <a:r>
                        <a:rPr lang="es-ES" sz="1100" b="0" dirty="0">
                          <a:solidFill>
                            <a:schemeClr val="bg1">
                              <a:lumMod val="10000"/>
                            </a:schemeClr>
                          </a:solidFill>
                        </a:rPr>
                        <a:t> </a:t>
                      </a:r>
                      <a:r>
                        <a:rPr lang="es-ES" sz="1100" b="0" dirty="0" err="1">
                          <a:solidFill>
                            <a:schemeClr val="bg1">
                              <a:lumMod val="10000"/>
                            </a:schemeClr>
                          </a:solidFill>
                        </a:rPr>
                        <a:t>than</a:t>
                      </a:r>
                      <a:r>
                        <a:rPr lang="es-ES" sz="1100" b="0" dirty="0">
                          <a:solidFill>
                            <a:schemeClr val="bg1">
                              <a:lumMod val="10000"/>
                            </a:schemeClr>
                          </a:solidFill>
                        </a:rPr>
                        <a:t> </a:t>
                      </a:r>
                      <a:r>
                        <a:rPr lang="es-ES" sz="1100" b="0" dirty="0" err="1">
                          <a:solidFill>
                            <a:schemeClr val="bg1">
                              <a:lumMod val="10000"/>
                            </a:schemeClr>
                          </a:solidFill>
                        </a:rPr>
                        <a:t>or</a:t>
                      </a:r>
                      <a:r>
                        <a:rPr lang="es-ES" sz="1100" b="0" dirty="0">
                          <a:solidFill>
                            <a:schemeClr val="bg1">
                              <a:lumMod val="10000"/>
                            </a:schemeClr>
                          </a:solidFill>
                        </a:rPr>
                        <a:t> </a:t>
                      </a:r>
                      <a:r>
                        <a:rPr lang="es-ES" sz="1100" b="0" dirty="0" err="1">
                          <a:solidFill>
                            <a:srgbClr val="C00000"/>
                          </a:solidFill>
                        </a:rPr>
                        <a:t>e</a:t>
                      </a:r>
                      <a:r>
                        <a:rPr lang="es-ES" sz="1100" b="0" dirty="0" err="1">
                          <a:solidFill>
                            <a:schemeClr val="bg1">
                              <a:lumMod val="10000"/>
                            </a:schemeClr>
                          </a:solidFill>
                        </a:rPr>
                        <a:t>qual</a:t>
                      </a:r>
                      <a:r>
                        <a:rPr lang="es-ES" sz="1100" b="0" dirty="0">
                          <a:solidFill>
                            <a:schemeClr val="bg1">
                              <a:lumMod val="10000"/>
                            </a:schemeClr>
                          </a:solidFill>
                        </a:rPr>
                        <a:t> </a:t>
                      </a:r>
                    </a:p>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rPr>
                        <a:t>salta si “mayor o igual que” con signo</a:t>
                      </a:r>
                      <a:endParaRPr lang="es-ES" sz="1100" b="0" dirty="0">
                        <a:solidFill>
                          <a:schemeClr val="accent2"/>
                        </a:solidFill>
                        <a:latin typeface="+mn-lt"/>
                      </a:endParaRPr>
                    </a:p>
                  </a:txBody>
                  <a:tcPr marL="74259" marR="74259" marT="37130" marB="37130">
                    <a:lnL>
                      <a:noFill/>
                    </a:lnL>
                    <a:lnR>
                      <a:noFill/>
                    </a:lnR>
                    <a:lnT>
                      <a:noFill/>
                    </a:lnT>
                    <a:lnB w="12700" cap="flat" cmpd="sng" algn="ctr">
                      <a:noFill/>
                      <a:prstDash val="sysDash"/>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94913247"/>
                  </a:ext>
                </a:extLst>
              </a:tr>
              <a:tr h="420803">
                <a:tc>
                  <a:txBody>
                    <a:bodyPr/>
                    <a:lstStyle/>
                    <a:p>
                      <a:pPr algn="l"/>
                      <a:r>
                        <a:rPr lang="es-ES" sz="1100" b="1" i="0" dirty="0" err="1">
                          <a:solidFill>
                            <a:schemeClr val="accent2"/>
                          </a:solidFill>
                          <a:latin typeface="Courier New" panose="02070309020205020404" pitchFamily="49" charset="0"/>
                          <a:cs typeface="Courier New" panose="02070309020205020404" pitchFamily="49" charset="0"/>
                        </a:rPr>
                        <a:t>bltu</a:t>
                      </a:r>
                      <a:r>
                        <a:rPr lang="es-ES" sz="1100" b="1" i="0" dirty="0">
                          <a:solidFill>
                            <a:schemeClr val="bg1">
                              <a:lumMod val="10000"/>
                            </a:schemeClr>
                          </a:solidFill>
                          <a:latin typeface="Courier New" panose="02070309020205020404" pitchFamily="49" charset="0"/>
                          <a:cs typeface="Courier New" panose="02070309020205020404" pitchFamily="49" charset="0"/>
                        </a:rPr>
                        <a:t> rs1, rs2, imm</a:t>
                      </a:r>
                      <a:r>
                        <a:rPr lang="es-ES" sz="1100" b="1" i="0" baseline="-25000" dirty="0">
                          <a:solidFill>
                            <a:schemeClr val="bg1">
                              <a:lumMod val="10000"/>
                            </a:schemeClr>
                          </a:solidFill>
                          <a:latin typeface="Courier New" panose="02070309020205020404" pitchFamily="49" charset="0"/>
                          <a:cs typeface="Courier New" panose="02070309020205020404" pitchFamily="49" charset="0"/>
                        </a:rPr>
                        <a:t>13b</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T w="12700" cap="flat" cmpd="sng" algn="ctr">
                      <a:noFill/>
                      <a:prstDash val="sysDash"/>
                      <a:round/>
                      <a:headEnd type="none" w="med" len="med"/>
                      <a:tailEnd type="none" w="med" len="med"/>
                    </a:lnT>
                    <a:solidFill>
                      <a:schemeClr val="accent2">
                        <a:lumMod val="20000"/>
                        <a:lumOff val="80000"/>
                      </a:schemeClr>
                    </a:solidFill>
                  </a:tcPr>
                </a:tc>
                <a:tc>
                  <a:txBody>
                    <a:bodyPr/>
                    <a:lstStyle/>
                    <a:p>
                      <a:pPr algn="l"/>
                      <a:r>
                        <a:rPr lang="es-ES" sz="1100" b="0" i="1" dirty="0" err="1">
                          <a:solidFill>
                            <a:schemeClr val="bg1">
                              <a:lumMod val="10000"/>
                            </a:schemeClr>
                          </a:solidFill>
                        </a:rPr>
                        <a:t>if</a:t>
                      </a:r>
                      <a:r>
                        <a:rPr lang="es-ES" sz="1100" b="0" dirty="0">
                          <a:solidFill>
                            <a:schemeClr val="bg1">
                              <a:lumMod val="10000"/>
                            </a:schemeClr>
                          </a:solidFill>
                        </a:rPr>
                        <a:t> (</a:t>
                      </a:r>
                      <a:r>
                        <a:rPr lang="es-ES" sz="1100" b="0" dirty="0">
                          <a:solidFill>
                            <a:schemeClr val="bg1">
                              <a:lumMod val="10000"/>
                            </a:schemeClr>
                          </a:solidFill>
                          <a:sym typeface="Wingdings" pitchFamily="2" charset="2"/>
                        </a:rPr>
                        <a:t>rs1 &lt;</a:t>
                      </a:r>
                      <a:r>
                        <a:rPr lang="es-ES" sz="1100" b="0" baseline="-25000" dirty="0">
                          <a:solidFill>
                            <a:schemeClr val="bg1">
                              <a:lumMod val="10000"/>
                            </a:schemeClr>
                          </a:solidFill>
                          <a:sym typeface="Wingdings" pitchFamily="2" charset="2"/>
                        </a:rPr>
                        <a:t>U</a:t>
                      </a:r>
                      <a:r>
                        <a:rPr lang="es-ES" sz="1100" b="0" dirty="0">
                          <a:solidFill>
                            <a:schemeClr val="bg1">
                              <a:lumMod val="10000"/>
                            </a:schemeClr>
                          </a:solidFill>
                          <a:sym typeface="Wingdings" pitchFamily="2" charset="2"/>
                        </a:rPr>
                        <a:t> rs2) </a:t>
                      </a:r>
                    </a:p>
                    <a:p>
                      <a:pPr algn="l"/>
                      <a:r>
                        <a:rPr lang="es-ES" sz="1100" b="0" i="1" dirty="0" err="1">
                          <a:solidFill>
                            <a:schemeClr val="bg1">
                              <a:lumMod val="10000"/>
                            </a:schemeClr>
                          </a:solidFill>
                          <a:latin typeface="+mn-lt"/>
                          <a:cs typeface="Courier New" panose="02070309020205020404" pitchFamily="49" charset="0"/>
                          <a:sym typeface="Wingdings" pitchFamily="2" charset="2"/>
                        </a:rPr>
                        <a:t>then</a:t>
                      </a:r>
                      <a:r>
                        <a:rPr lang="es-ES" sz="1100" b="0" i="0" dirty="0">
                          <a:solidFill>
                            <a:schemeClr val="bg1">
                              <a:lumMod val="10000"/>
                            </a:schemeClr>
                          </a:solidFill>
                          <a:latin typeface="+mn-lt"/>
                          <a:cs typeface="Courier New" panose="02070309020205020404" pitchFamily="49" charset="0"/>
                          <a:sym typeface="Wingdings" pitchFamily="2" charset="2"/>
                        </a:rPr>
                        <a:t> (PC  PC + </a:t>
                      </a:r>
                      <a:r>
                        <a:rPr lang="es-ES" sz="1100" b="0" i="0" dirty="0" err="1">
                          <a:solidFill>
                            <a:schemeClr val="bg1">
                              <a:lumMod val="10000"/>
                            </a:schemeClr>
                          </a:solidFill>
                          <a:latin typeface="+mn-lt"/>
                          <a:cs typeface="Courier New" panose="02070309020205020404" pitchFamily="49" charset="0"/>
                          <a:sym typeface="Wingdings" pitchFamily="2" charset="2"/>
                        </a:rPr>
                        <a:t>sExt</a:t>
                      </a:r>
                      <a:r>
                        <a:rPr lang="es-ES" sz="1100" b="0" i="0" dirty="0">
                          <a:solidFill>
                            <a:schemeClr val="bg1">
                              <a:lumMod val="10000"/>
                            </a:schemeClr>
                          </a:solidFill>
                          <a:latin typeface="+mn-lt"/>
                          <a:cs typeface="Courier New" panose="02070309020205020404" pitchFamily="49" charset="0"/>
                          <a:sym typeface="Wingdings" pitchFamily="2" charset="2"/>
                        </a:rPr>
                        <a:t>(imm</a:t>
                      </a:r>
                      <a:r>
                        <a:rPr lang="es-ES" sz="1100" b="0" i="0" baseline="-25000" dirty="0">
                          <a:solidFill>
                            <a:schemeClr val="bg1">
                              <a:lumMod val="10000"/>
                            </a:schemeClr>
                          </a:solidFill>
                          <a:latin typeface="+mn-lt"/>
                          <a:cs typeface="Courier New" panose="02070309020205020404" pitchFamily="49" charset="0"/>
                          <a:sym typeface="Wingdings" pitchFamily="2" charset="2"/>
                        </a:rPr>
                        <a:t>12:1</a:t>
                      </a:r>
                      <a:r>
                        <a:rPr lang="es-ES" sz="1100" b="0" i="0" dirty="0">
                          <a:solidFill>
                            <a:schemeClr val="bg1">
                              <a:lumMod val="10000"/>
                            </a:schemeClr>
                          </a:solidFill>
                          <a:latin typeface="+mn-lt"/>
                          <a:cs typeface="Courier New" panose="02070309020205020404" pitchFamily="49" charset="0"/>
                          <a:sym typeface="Wingdings" pitchFamily="2" charset="2"/>
                        </a:rPr>
                        <a:t> &lt;&lt; 1)</a:t>
                      </a:r>
                      <a:endParaRPr lang="es-ES" sz="1100" b="0" i="0" dirty="0">
                        <a:solidFill>
                          <a:schemeClr val="bg1">
                            <a:lumMod val="10000"/>
                          </a:schemeClr>
                        </a:solidFill>
                        <a:latin typeface="+mn-lt"/>
                        <a:cs typeface="Courier New" panose="02070309020205020404" pitchFamily="49" charset="0"/>
                      </a:endParaRPr>
                    </a:p>
                  </a:txBody>
                  <a:tcPr marL="74259" marR="74259" marT="37130" marB="37130">
                    <a:lnT w="12700" cap="flat" cmpd="sng" algn="ctr">
                      <a:noFill/>
                      <a:prstDash val="sysDash"/>
                      <a:round/>
                      <a:headEnd type="none" w="med" len="med"/>
                      <a:tailEnd type="none" w="med" len="med"/>
                    </a:lnT>
                    <a:solidFill>
                      <a:schemeClr val="accent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err="1">
                          <a:solidFill>
                            <a:srgbClr val="C00000"/>
                          </a:solidFill>
                        </a:rPr>
                        <a:t>b</a:t>
                      </a:r>
                      <a:r>
                        <a:rPr lang="es-ES" sz="1100" b="0" dirty="0" err="1">
                          <a:solidFill>
                            <a:schemeClr val="bg1">
                              <a:lumMod val="10000"/>
                            </a:schemeClr>
                          </a:solidFill>
                        </a:rPr>
                        <a:t>ranch</a:t>
                      </a:r>
                      <a:r>
                        <a:rPr lang="es-ES" sz="1100" b="0" dirty="0">
                          <a:solidFill>
                            <a:schemeClr val="bg1">
                              <a:lumMod val="10000"/>
                            </a:schemeClr>
                          </a:solidFill>
                        </a:rPr>
                        <a:t> </a:t>
                      </a:r>
                      <a:r>
                        <a:rPr lang="es-ES" sz="1100" b="0" dirty="0" err="1">
                          <a:solidFill>
                            <a:schemeClr val="bg1">
                              <a:lumMod val="10000"/>
                            </a:schemeClr>
                          </a:solidFill>
                        </a:rPr>
                        <a:t>if</a:t>
                      </a:r>
                      <a:r>
                        <a:rPr lang="es-ES" sz="1100" b="0" dirty="0">
                          <a:solidFill>
                            <a:schemeClr val="bg1">
                              <a:lumMod val="10000"/>
                            </a:schemeClr>
                          </a:solidFill>
                        </a:rPr>
                        <a:t> </a:t>
                      </a:r>
                      <a:r>
                        <a:rPr lang="es-ES" sz="1100" b="0" dirty="0" err="1">
                          <a:solidFill>
                            <a:srgbClr val="C00000"/>
                          </a:solidFill>
                        </a:rPr>
                        <a:t>l</a:t>
                      </a:r>
                      <a:r>
                        <a:rPr lang="es-ES" sz="1100" b="0" dirty="0" err="1">
                          <a:solidFill>
                            <a:schemeClr val="bg1">
                              <a:lumMod val="10000"/>
                            </a:schemeClr>
                          </a:solidFill>
                        </a:rPr>
                        <a:t>ess</a:t>
                      </a:r>
                      <a:r>
                        <a:rPr lang="es-ES" sz="1100" b="0" dirty="0">
                          <a:solidFill>
                            <a:schemeClr val="bg1">
                              <a:lumMod val="10000"/>
                            </a:schemeClr>
                          </a:solidFill>
                        </a:rPr>
                        <a:t> </a:t>
                      </a:r>
                      <a:r>
                        <a:rPr lang="es-ES" sz="1100" b="0" dirty="0" err="1">
                          <a:solidFill>
                            <a:srgbClr val="C00000"/>
                          </a:solidFill>
                        </a:rPr>
                        <a:t>t</a:t>
                      </a:r>
                      <a:r>
                        <a:rPr lang="es-ES" sz="1100" b="0" dirty="0" err="1">
                          <a:solidFill>
                            <a:schemeClr val="bg1">
                              <a:lumMod val="10000"/>
                            </a:schemeClr>
                          </a:solidFill>
                        </a:rPr>
                        <a:t>han</a:t>
                      </a:r>
                      <a:r>
                        <a:rPr lang="es-ES" sz="1100" b="0" dirty="0">
                          <a:solidFill>
                            <a:schemeClr val="bg1">
                              <a:lumMod val="10000"/>
                            </a:schemeClr>
                          </a:solidFill>
                        </a:rPr>
                        <a:t> </a:t>
                      </a:r>
                      <a:r>
                        <a:rPr lang="es-ES" sz="1100" b="0" dirty="0" err="1">
                          <a:solidFill>
                            <a:srgbClr val="C00000"/>
                          </a:solidFill>
                        </a:rPr>
                        <a:t>u</a:t>
                      </a:r>
                      <a:r>
                        <a:rPr lang="es-ES" sz="1100" b="0" dirty="0" err="1">
                          <a:solidFill>
                            <a:schemeClr val="bg1">
                              <a:lumMod val="10000"/>
                            </a:schemeClr>
                          </a:solidFill>
                        </a:rPr>
                        <a:t>nsigned</a:t>
                      </a:r>
                      <a:endParaRPr lang="es-ES" sz="1100" b="0" dirty="0">
                        <a:solidFill>
                          <a:schemeClr val="bg1">
                            <a:lumMod val="10000"/>
                          </a:schemeClr>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rPr>
                        <a:t>salta si “menor que” sin signo</a:t>
                      </a:r>
                      <a:endParaRPr lang="es-ES" sz="1100" b="0" dirty="0">
                        <a:solidFill>
                          <a:schemeClr val="accent2"/>
                        </a:solidFill>
                        <a:latin typeface="+mn-lt"/>
                      </a:endParaRPr>
                    </a:p>
                  </a:txBody>
                  <a:tcPr marL="74259" marR="74259" marT="37130" marB="37130">
                    <a:lnT w="12700" cap="flat" cmpd="sng" algn="ctr">
                      <a:noFill/>
                      <a:prstDash val="sysDash"/>
                      <a:round/>
                      <a:headEnd type="none" w="med" len="med"/>
                      <a:tailEnd type="none" w="med" len="med"/>
                    </a:lnT>
                    <a:solidFill>
                      <a:schemeClr val="accent2">
                        <a:lumMod val="20000"/>
                        <a:lumOff val="80000"/>
                      </a:schemeClr>
                    </a:solidFill>
                  </a:tcPr>
                </a:tc>
                <a:extLst>
                  <a:ext uri="{0D108BD9-81ED-4DB2-BD59-A6C34878D82A}">
                    <a16:rowId xmlns:a16="http://schemas.microsoft.com/office/drawing/2014/main" val="3424786884"/>
                  </a:ext>
                </a:extLst>
              </a:tr>
              <a:tr h="420803">
                <a:tc>
                  <a:txBody>
                    <a:bodyPr/>
                    <a:lstStyle/>
                    <a:p>
                      <a:pPr algn="l"/>
                      <a:r>
                        <a:rPr lang="es-ES" sz="1100" b="1" i="0" dirty="0" err="1">
                          <a:solidFill>
                            <a:schemeClr val="accent2"/>
                          </a:solidFill>
                          <a:latin typeface="Courier New" panose="02070309020205020404" pitchFamily="49" charset="0"/>
                          <a:cs typeface="Courier New" panose="02070309020205020404" pitchFamily="49" charset="0"/>
                        </a:rPr>
                        <a:t>bgeu</a:t>
                      </a:r>
                      <a:r>
                        <a:rPr lang="es-ES" sz="1100" b="1" i="0" dirty="0">
                          <a:solidFill>
                            <a:schemeClr val="bg1">
                              <a:lumMod val="10000"/>
                            </a:schemeClr>
                          </a:solidFill>
                          <a:latin typeface="Courier New" panose="02070309020205020404" pitchFamily="49" charset="0"/>
                          <a:cs typeface="Courier New" panose="02070309020205020404" pitchFamily="49" charset="0"/>
                        </a:rPr>
                        <a:t> rs1, rs2, imm</a:t>
                      </a:r>
                      <a:r>
                        <a:rPr lang="es-ES" sz="1100" b="1" i="0" baseline="-25000" dirty="0">
                          <a:solidFill>
                            <a:schemeClr val="bg1">
                              <a:lumMod val="10000"/>
                            </a:schemeClr>
                          </a:solidFill>
                          <a:latin typeface="Courier New" panose="02070309020205020404" pitchFamily="49" charset="0"/>
                          <a:cs typeface="Courier New" panose="02070309020205020404" pitchFamily="49" charset="0"/>
                        </a:rPr>
                        <a:t>13b</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B w="12700" cap="flat" cmpd="sng" algn="ctr">
                      <a:solidFill>
                        <a:schemeClr val="accent2"/>
                      </a:solidFill>
                      <a:prstDash val="solid"/>
                      <a:round/>
                      <a:headEnd type="none" w="med" len="med"/>
                      <a:tailEnd type="none" w="med" len="med"/>
                    </a:lnB>
                  </a:tcPr>
                </a:tc>
                <a:tc>
                  <a:txBody>
                    <a:bodyPr/>
                    <a:lstStyle/>
                    <a:p>
                      <a:pPr algn="l"/>
                      <a:r>
                        <a:rPr lang="es-ES" sz="1100" b="0" i="1" dirty="0" err="1">
                          <a:solidFill>
                            <a:schemeClr val="bg1">
                              <a:lumMod val="10000"/>
                            </a:schemeClr>
                          </a:solidFill>
                        </a:rPr>
                        <a:t>if</a:t>
                      </a:r>
                      <a:r>
                        <a:rPr lang="es-ES" sz="1100" b="0" dirty="0">
                          <a:solidFill>
                            <a:schemeClr val="bg1">
                              <a:lumMod val="10000"/>
                            </a:schemeClr>
                          </a:solidFill>
                        </a:rPr>
                        <a:t> (</a:t>
                      </a:r>
                      <a:r>
                        <a:rPr lang="es-ES" sz="1100" b="0" dirty="0">
                          <a:solidFill>
                            <a:schemeClr val="bg1">
                              <a:lumMod val="10000"/>
                            </a:schemeClr>
                          </a:solidFill>
                          <a:sym typeface="Wingdings" pitchFamily="2" charset="2"/>
                        </a:rPr>
                        <a:t>rs1 ≥</a:t>
                      </a:r>
                      <a:r>
                        <a:rPr lang="es-ES" sz="1100" b="0" baseline="-25000" dirty="0">
                          <a:solidFill>
                            <a:schemeClr val="bg1">
                              <a:lumMod val="10000"/>
                            </a:schemeClr>
                          </a:solidFill>
                          <a:sym typeface="Wingdings" pitchFamily="2" charset="2"/>
                        </a:rPr>
                        <a:t>U</a:t>
                      </a:r>
                      <a:r>
                        <a:rPr lang="es-ES" sz="1100" b="0" dirty="0">
                          <a:solidFill>
                            <a:schemeClr val="bg1">
                              <a:lumMod val="10000"/>
                            </a:schemeClr>
                          </a:solidFill>
                          <a:sym typeface="Wingdings" pitchFamily="2" charset="2"/>
                        </a:rPr>
                        <a:t> rs2) </a:t>
                      </a:r>
                    </a:p>
                    <a:p>
                      <a:pPr algn="l"/>
                      <a:r>
                        <a:rPr lang="es-ES" sz="1100" b="0" i="1" dirty="0" err="1">
                          <a:solidFill>
                            <a:schemeClr val="bg1">
                              <a:lumMod val="10000"/>
                            </a:schemeClr>
                          </a:solidFill>
                          <a:latin typeface="+mn-lt"/>
                          <a:cs typeface="Courier New" panose="02070309020205020404" pitchFamily="49" charset="0"/>
                          <a:sym typeface="Wingdings" pitchFamily="2" charset="2"/>
                        </a:rPr>
                        <a:t>then</a:t>
                      </a:r>
                      <a:r>
                        <a:rPr lang="es-ES" sz="1100" b="0" i="0" dirty="0">
                          <a:solidFill>
                            <a:schemeClr val="bg1">
                              <a:lumMod val="10000"/>
                            </a:schemeClr>
                          </a:solidFill>
                          <a:latin typeface="+mn-lt"/>
                          <a:cs typeface="Courier New" panose="02070309020205020404" pitchFamily="49" charset="0"/>
                          <a:sym typeface="Wingdings" pitchFamily="2" charset="2"/>
                        </a:rPr>
                        <a:t> (PC  PC + </a:t>
                      </a:r>
                      <a:r>
                        <a:rPr lang="es-ES" sz="1100" b="0" i="0" dirty="0" err="1">
                          <a:solidFill>
                            <a:schemeClr val="bg1">
                              <a:lumMod val="10000"/>
                            </a:schemeClr>
                          </a:solidFill>
                          <a:latin typeface="+mn-lt"/>
                          <a:cs typeface="Courier New" panose="02070309020205020404" pitchFamily="49" charset="0"/>
                          <a:sym typeface="Wingdings" pitchFamily="2" charset="2"/>
                        </a:rPr>
                        <a:t>sExt</a:t>
                      </a:r>
                      <a:r>
                        <a:rPr lang="es-ES" sz="1100" b="0" i="0" dirty="0">
                          <a:solidFill>
                            <a:schemeClr val="bg1">
                              <a:lumMod val="10000"/>
                            </a:schemeClr>
                          </a:solidFill>
                          <a:latin typeface="+mn-lt"/>
                          <a:cs typeface="Courier New" panose="02070309020205020404" pitchFamily="49" charset="0"/>
                          <a:sym typeface="Wingdings" pitchFamily="2" charset="2"/>
                        </a:rPr>
                        <a:t>(imm</a:t>
                      </a:r>
                      <a:r>
                        <a:rPr lang="es-ES" sz="1100" b="0" i="0" baseline="-25000" dirty="0">
                          <a:solidFill>
                            <a:schemeClr val="bg1">
                              <a:lumMod val="10000"/>
                            </a:schemeClr>
                          </a:solidFill>
                          <a:latin typeface="+mn-lt"/>
                          <a:cs typeface="Courier New" panose="02070309020205020404" pitchFamily="49" charset="0"/>
                          <a:sym typeface="Wingdings" pitchFamily="2" charset="2"/>
                        </a:rPr>
                        <a:t>12:1</a:t>
                      </a:r>
                      <a:r>
                        <a:rPr lang="es-ES" sz="1100" b="0" i="0" dirty="0">
                          <a:solidFill>
                            <a:schemeClr val="bg1">
                              <a:lumMod val="10000"/>
                            </a:schemeClr>
                          </a:solidFill>
                          <a:latin typeface="+mn-lt"/>
                          <a:cs typeface="Courier New" panose="02070309020205020404" pitchFamily="49" charset="0"/>
                          <a:sym typeface="Wingdings" pitchFamily="2" charset="2"/>
                        </a:rPr>
                        <a:t> &lt;&lt; 1)</a:t>
                      </a:r>
                      <a:endParaRPr lang="es-ES" sz="1100" b="0" i="0" dirty="0">
                        <a:solidFill>
                          <a:schemeClr val="bg1">
                            <a:lumMod val="10000"/>
                          </a:schemeClr>
                        </a:solidFill>
                        <a:latin typeface="+mn-lt"/>
                        <a:cs typeface="Courier New" panose="02070309020205020404" pitchFamily="49" charset="0"/>
                      </a:endParaRPr>
                    </a:p>
                  </a:txBody>
                  <a:tcPr marL="74259" marR="74259" marT="37130" marB="37130">
                    <a:lnB w="12700" cap="flat" cmpd="sng" algn="ctr">
                      <a:solidFill>
                        <a:schemeClr val="accent2"/>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err="1">
                          <a:solidFill>
                            <a:srgbClr val="C00000"/>
                          </a:solidFill>
                        </a:rPr>
                        <a:t>b</a:t>
                      </a:r>
                      <a:r>
                        <a:rPr lang="es-ES" sz="1100" b="0" dirty="0" err="1">
                          <a:solidFill>
                            <a:schemeClr val="bg1">
                              <a:lumMod val="10000"/>
                            </a:schemeClr>
                          </a:solidFill>
                        </a:rPr>
                        <a:t>ranch</a:t>
                      </a:r>
                      <a:r>
                        <a:rPr lang="es-ES" sz="1100" b="0" dirty="0">
                          <a:solidFill>
                            <a:schemeClr val="bg1">
                              <a:lumMod val="10000"/>
                            </a:schemeClr>
                          </a:solidFill>
                        </a:rPr>
                        <a:t> </a:t>
                      </a:r>
                      <a:r>
                        <a:rPr lang="es-ES" sz="1100" b="0" dirty="0" err="1">
                          <a:solidFill>
                            <a:schemeClr val="bg1">
                              <a:lumMod val="10000"/>
                            </a:schemeClr>
                          </a:solidFill>
                        </a:rPr>
                        <a:t>if</a:t>
                      </a:r>
                      <a:r>
                        <a:rPr lang="es-ES" sz="1100" b="0" dirty="0">
                          <a:solidFill>
                            <a:schemeClr val="bg1">
                              <a:lumMod val="10000"/>
                            </a:schemeClr>
                          </a:solidFill>
                        </a:rPr>
                        <a:t> </a:t>
                      </a:r>
                      <a:r>
                        <a:rPr lang="es-ES" sz="1100" b="0" dirty="0" err="1">
                          <a:solidFill>
                            <a:srgbClr val="C00000"/>
                          </a:solidFill>
                        </a:rPr>
                        <a:t>g</a:t>
                      </a:r>
                      <a:r>
                        <a:rPr lang="es-ES" sz="1100" b="0" dirty="0" err="1">
                          <a:solidFill>
                            <a:schemeClr val="bg1">
                              <a:lumMod val="10000"/>
                            </a:schemeClr>
                          </a:solidFill>
                        </a:rPr>
                        <a:t>reater</a:t>
                      </a:r>
                      <a:r>
                        <a:rPr lang="es-ES" sz="1100" b="0" dirty="0">
                          <a:solidFill>
                            <a:schemeClr val="bg1">
                              <a:lumMod val="10000"/>
                            </a:schemeClr>
                          </a:solidFill>
                        </a:rPr>
                        <a:t> </a:t>
                      </a:r>
                      <a:r>
                        <a:rPr lang="es-ES" sz="1100" b="0" dirty="0" err="1">
                          <a:solidFill>
                            <a:schemeClr val="bg1">
                              <a:lumMod val="10000"/>
                            </a:schemeClr>
                          </a:solidFill>
                        </a:rPr>
                        <a:t>than</a:t>
                      </a:r>
                      <a:r>
                        <a:rPr lang="es-ES" sz="1100" b="0" dirty="0">
                          <a:solidFill>
                            <a:schemeClr val="bg1">
                              <a:lumMod val="10000"/>
                            </a:schemeClr>
                          </a:solidFill>
                        </a:rPr>
                        <a:t> </a:t>
                      </a:r>
                      <a:r>
                        <a:rPr lang="es-ES" sz="1100" b="0" dirty="0" err="1">
                          <a:solidFill>
                            <a:schemeClr val="bg1">
                              <a:lumMod val="10000"/>
                            </a:schemeClr>
                          </a:solidFill>
                        </a:rPr>
                        <a:t>or</a:t>
                      </a:r>
                      <a:r>
                        <a:rPr lang="es-ES" sz="1100" b="0" dirty="0">
                          <a:solidFill>
                            <a:schemeClr val="bg1">
                              <a:lumMod val="10000"/>
                            </a:schemeClr>
                          </a:solidFill>
                        </a:rPr>
                        <a:t> </a:t>
                      </a:r>
                      <a:r>
                        <a:rPr lang="es-ES" sz="1100" b="0" dirty="0" err="1">
                          <a:solidFill>
                            <a:srgbClr val="C00000"/>
                          </a:solidFill>
                        </a:rPr>
                        <a:t>e</a:t>
                      </a:r>
                      <a:r>
                        <a:rPr lang="es-ES" sz="1100" b="0" dirty="0" err="1">
                          <a:solidFill>
                            <a:schemeClr val="bg1">
                              <a:lumMod val="10000"/>
                            </a:schemeClr>
                          </a:solidFill>
                        </a:rPr>
                        <a:t>qual</a:t>
                      </a:r>
                      <a:r>
                        <a:rPr lang="es-ES" sz="1100" b="0" dirty="0">
                          <a:solidFill>
                            <a:schemeClr val="bg1">
                              <a:lumMod val="10000"/>
                            </a:schemeClr>
                          </a:solidFill>
                        </a:rPr>
                        <a:t> </a:t>
                      </a:r>
                      <a:r>
                        <a:rPr lang="es-ES" sz="1100" b="0" dirty="0" err="1">
                          <a:solidFill>
                            <a:srgbClr val="C00000"/>
                          </a:solidFill>
                        </a:rPr>
                        <a:t>u</a:t>
                      </a:r>
                      <a:r>
                        <a:rPr lang="es-ES" sz="1100" b="0" dirty="0" err="1">
                          <a:solidFill>
                            <a:schemeClr val="bg1">
                              <a:lumMod val="10000"/>
                            </a:schemeClr>
                          </a:solidFill>
                        </a:rPr>
                        <a:t>nsigned</a:t>
                      </a:r>
                      <a:endParaRPr lang="es-ES" sz="1100" b="0" dirty="0">
                        <a:solidFill>
                          <a:schemeClr val="bg1">
                            <a:lumMod val="10000"/>
                          </a:schemeClr>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rPr>
                        <a:t>salta si “mayor o igual que” sin signo</a:t>
                      </a:r>
                      <a:endParaRPr lang="es-ES" sz="1100" b="0" dirty="0">
                        <a:solidFill>
                          <a:schemeClr val="accent2"/>
                        </a:solidFill>
                        <a:latin typeface="+mn-lt"/>
                      </a:endParaRPr>
                    </a:p>
                  </a:txBody>
                  <a:tcPr marL="74259" marR="74259" marT="37130" marB="37130">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715752711"/>
                  </a:ext>
                </a:extLst>
              </a:tr>
            </a:tbl>
          </a:graphicData>
        </a:graphic>
      </p:graphicFrame>
      <p:sp>
        <p:nvSpPr>
          <p:cNvPr id="4" name="Marcador de número de diapositiva 3">
            <a:extLst>
              <a:ext uri="{FF2B5EF4-FFF2-40B4-BE49-F238E27FC236}">
                <a16:creationId xmlns:a16="http://schemas.microsoft.com/office/drawing/2014/main" id="{311BEE90-E0DA-4DFF-BC82-988075F90B41}"/>
              </a:ext>
            </a:extLst>
          </p:cNvPr>
          <p:cNvSpPr>
            <a:spLocks noGrp="1"/>
          </p:cNvSpPr>
          <p:nvPr>
            <p:ph type="sldNum" sz="quarter" idx="12"/>
          </p:nvPr>
        </p:nvSpPr>
        <p:spPr/>
        <p:txBody>
          <a:bodyPr/>
          <a:lstStyle/>
          <a:p>
            <a:pPr defTabSz="371292" fontAlgn="auto">
              <a:spcBef>
                <a:spcPts val="0"/>
              </a:spcBef>
              <a:spcAft>
                <a:spcPts val="0"/>
              </a:spcAft>
            </a:pPr>
            <a:fld id="{6D22F896-40B5-4ADD-8801-0D06FADFA095}" type="slidenum">
              <a:rPr lang="es-ES">
                <a:solidFill>
                  <a:srgbClr val="E6E6E6">
                    <a:lumMod val="10000"/>
                  </a:srgbClr>
                </a:solidFill>
                <a:latin typeface="Tw Cen MT" panose="020B0602020104020603"/>
              </a:rPr>
              <a:pPr defTabSz="371292" fontAlgn="auto">
                <a:spcBef>
                  <a:spcPts val="0"/>
                </a:spcBef>
                <a:spcAft>
                  <a:spcPts val="0"/>
                </a:spcAft>
              </a:pPr>
              <a:t>133</a:t>
            </a:fld>
            <a:endParaRPr lang="es-ES">
              <a:solidFill>
                <a:srgbClr val="E6E6E6">
                  <a:lumMod val="10000"/>
                </a:srgbClr>
              </a:solidFill>
              <a:latin typeface="Tw Cen MT" panose="020B0602020104020603"/>
            </a:endParaRPr>
          </a:p>
        </p:txBody>
      </p:sp>
    </p:spTree>
    <p:extLst>
      <p:ext uri="{BB962C8B-B14F-4D97-AF65-F5344CB8AC3E}">
        <p14:creationId xmlns:p14="http://schemas.microsoft.com/office/powerpoint/2010/main" val="249756338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B64ABE-6E04-6674-1ED5-46EA7B9C8D1B}"/>
              </a:ext>
            </a:extLst>
          </p:cNvPr>
          <p:cNvSpPr>
            <a:spLocks noGrp="1"/>
          </p:cNvSpPr>
          <p:nvPr>
            <p:ph type="title"/>
          </p:nvPr>
        </p:nvSpPr>
        <p:spPr>
          <a:xfrm>
            <a:off x="926952" y="1265739"/>
            <a:ext cx="8044754" cy="1200761"/>
          </a:xfrm>
        </p:spPr>
        <p:txBody>
          <a:bodyPr/>
          <a:lstStyle/>
          <a:p>
            <a:r>
              <a:rPr lang="es-ES" sz="3573" dirty="0">
                <a:latin typeface="Rockwell" panose="02060603020205020403" pitchFamily="18" charset="0"/>
              </a:rPr>
              <a:t>Repertorio de instrucciones:</a:t>
            </a:r>
            <a:br>
              <a:rPr lang="es-ES" sz="3573" dirty="0">
                <a:latin typeface="Rockwell" panose="02060603020205020403" pitchFamily="18" charset="0"/>
              </a:rPr>
            </a:br>
            <a:r>
              <a:rPr lang="es-ES" sz="2599" dirty="0">
                <a:solidFill>
                  <a:schemeClr val="accent2"/>
                </a:solidFill>
                <a:latin typeface="Rockwell" panose="02060603020205020403" pitchFamily="18" charset="0"/>
              </a:rPr>
              <a:t>de salto a función: jal</a:t>
            </a:r>
          </a:p>
        </p:txBody>
      </p:sp>
      <p:sp>
        <p:nvSpPr>
          <p:cNvPr id="3" name="Marcador de contenido 2">
            <a:extLst>
              <a:ext uri="{FF2B5EF4-FFF2-40B4-BE49-F238E27FC236}">
                <a16:creationId xmlns:a16="http://schemas.microsoft.com/office/drawing/2014/main" id="{9437CEA7-0E7F-23D4-45B7-3BBAA1AB3672}"/>
              </a:ext>
            </a:extLst>
          </p:cNvPr>
          <p:cNvSpPr>
            <a:spLocks noGrp="1"/>
          </p:cNvSpPr>
          <p:nvPr>
            <p:ph idx="1"/>
          </p:nvPr>
        </p:nvSpPr>
        <p:spPr>
          <a:xfrm>
            <a:off x="926952" y="2300868"/>
            <a:ext cx="8044755" cy="2024589"/>
          </a:xfrm>
        </p:spPr>
        <p:txBody>
          <a:bodyPr>
            <a:normAutofit lnSpcReduction="10000"/>
          </a:bodyPr>
          <a:lstStyle/>
          <a:p>
            <a:r>
              <a:rPr lang="es-ES" dirty="0"/>
              <a:t>Permiten romper la secuencia normal de ejecución </a:t>
            </a:r>
            <a:r>
              <a:rPr lang="es-ES" dirty="0">
                <a:solidFill>
                  <a:schemeClr val="accent2"/>
                </a:solidFill>
              </a:rPr>
              <a:t>saltando a una dirección</a:t>
            </a:r>
            <a:r>
              <a:rPr lang="es-ES" dirty="0"/>
              <a:t>, pero </a:t>
            </a:r>
            <a:r>
              <a:rPr lang="es-ES" dirty="0">
                <a:solidFill>
                  <a:schemeClr val="accent2"/>
                </a:solidFill>
              </a:rPr>
              <a:t>guardando la dirección de retorno</a:t>
            </a:r>
          </a:p>
          <a:p>
            <a:pPr lvl="1"/>
            <a:r>
              <a:rPr lang="es-ES" dirty="0"/>
              <a:t>Utiliza </a:t>
            </a:r>
            <a:r>
              <a:rPr lang="es-ES" dirty="0">
                <a:solidFill>
                  <a:schemeClr val="accent2"/>
                </a:solidFill>
              </a:rPr>
              <a:t>direccionamiento relativo al PC </a:t>
            </a:r>
            <a:r>
              <a:rPr lang="es-ES" dirty="0"/>
              <a:t>para indicar la dirección con que actualizar el PC</a:t>
            </a:r>
          </a:p>
          <a:p>
            <a:pPr lvl="2"/>
            <a:r>
              <a:rPr lang="es-ES" dirty="0"/>
              <a:t>Dicha dirección es la suma del </a:t>
            </a:r>
            <a:r>
              <a:rPr lang="es-ES" dirty="0">
                <a:solidFill>
                  <a:schemeClr val="accent2"/>
                </a:solidFill>
              </a:rPr>
              <a:t>contenido del PC </a:t>
            </a:r>
            <a:r>
              <a:rPr lang="es-ES" dirty="0"/>
              <a:t>y un desplazamiento largo</a:t>
            </a:r>
          </a:p>
          <a:p>
            <a:pPr lvl="2"/>
            <a:r>
              <a:rPr lang="es-ES" dirty="0"/>
              <a:t>El </a:t>
            </a:r>
            <a:r>
              <a:rPr lang="es-ES" dirty="0">
                <a:solidFill>
                  <a:schemeClr val="accent2"/>
                </a:solidFill>
              </a:rPr>
              <a:t>desplazamiento</a:t>
            </a:r>
            <a:r>
              <a:rPr lang="es-ES" dirty="0"/>
              <a:t> es una constante de 21 bits en C2 cuyo signo se extiende a 32 bits</a:t>
            </a:r>
          </a:p>
          <a:p>
            <a:pPr lvl="1"/>
            <a:r>
              <a:rPr lang="es-ES" dirty="0"/>
              <a:t>La </a:t>
            </a:r>
            <a:r>
              <a:rPr lang="es-ES" dirty="0">
                <a:solidFill>
                  <a:schemeClr val="accent2"/>
                </a:solidFill>
              </a:rPr>
              <a:t>dirección de la siguiente instrucción </a:t>
            </a:r>
            <a:r>
              <a:rPr lang="es-ES" dirty="0"/>
              <a:t>(retorno) se almacena en un </a:t>
            </a:r>
            <a:r>
              <a:rPr lang="es-ES" dirty="0">
                <a:solidFill>
                  <a:schemeClr val="accent2"/>
                </a:solidFill>
              </a:rPr>
              <a:t>registro</a:t>
            </a:r>
          </a:p>
        </p:txBody>
      </p:sp>
      <p:sp>
        <p:nvSpPr>
          <p:cNvPr id="6" name="CuadroTexto 5">
            <a:extLst>
              <a:ext uri="{FF2B5EF4-FFF2-40B4-BE49-F238E27FC236}">
                <a16:creationId xmlns:a16="http://schemas.microsoft.com/office/drawing/2014/main" id="{C2D10CA1-4CB6-DB7D-7A96-C06409BF7AA3}"/>
              </a:ext>
            </a:extLst>
          </p:cNvPr>
          <p:cNvSpPr txBox="1"/>
          <p:nvPr/>
        </p:nvSpPr>
        <p:spPr>
          <a:xfrm>
            <a:off x="2104471" y="4518459"/>
            <a:ext cx="2361175" cy="317331"/>
          </a:xfrm>
          <a:prstGeom prst="rect">
            <a:avLst/>
          </a:prstGeom>
          <a:noFill/>
        </p:spPr>
        <p:txBody>
          <a:bodyPr wrap="square">
            <a:spAutoFit/>
          </a:bodyPr>
          <a:lstStyle/>
          <a:p>
            <a:pPr marL="371292" lvl="1" defTabSz="371292" fontAlgn="auto">
              <a:spcBef>
                <a:spcPts val="0"/>
              </a:spcBef>
              <a:spcAft>
                <a:spcPts val="0"/>
              </a:spcAft>
            </a:pPr>
            <a:r>
              <a:rPr lang="es-ES" sz="1462" b="1" dirty="0">
                <a:solidFill>
                  <a:srgbClr val="2683C6"/>
                </a:solidFill>
                <a:latin typeface="Courier New" panose="02070309020205020404" pitchFamily="49" charset="0"/>
                <a:cs typeface="Courier New" panose="02070309020205020404" pitchFamily="49" charset="0"/>
              </a:rPr>
              <a:t>jal</a:t>
            </a:r>
            <a:r>
              <a:rPr lang="es-ES" sz="1462" b="1" dirty="0">
                <a:solidFill>
                  <a:srgbClr val="E6E6E6">
                    <a:lumMod val="10000"/>
                  </a:srgbClr>
                </a:solidFill>
                <a:latin typeface="Courier New" panose="02070309020205020404" pitchFamily="49" charset="0"/>
                <a:cs typeface="Courier New" panose="02070309020205020404" pitchFamily="49" charset="0"/>
              </a:rPr>
              <a:t> x8, -32</a:t>
            </a:r>
            <a:endParaRPr lang="es-ES" sz="1462" b="1" dirty="0">
              <a:solidFill>
                <a:srgbClr val="C00000"/>
              </a:solidFill>
              <a:latin typeface="Courier New" panose="02070309020205020404" pitchFamily="49" charset="0"/>
              <a:cs typeface="Courier New" panose="02070309020205020404" pitchFamily="49" charset="0"/>
            </a:endParaRPr>
          </a:p>
        </p:txBody>
      </p:sp>
      <p:graphicFrame>
        <p:nvGraphicFramePr>
          <p:cNvPr id="9" name="Tabla 8">
            <a:extLst>
              <a:ext uri="{FF2B5EF4-FFF2-40B4-BE49-F238E27FC236}">
                <a16:creationId xmlns:a16="http://schemas.microsoft.com/office/drawing/2014/main" id="{7BD0EAF5-5EEE-E0C4-C7D2-4C2FF1D47E72}"/>
              </a:ext>
            </a:extLst>
          </p:cNvPr>
          <p:cNvGraphicFramePr>
            <a:graphicFrameLocks noGrp="1"/>
          </p:cNvGraphicFramePr>
          <p:nvPr/>
        </p:nvGraphicFramePr>
        <p:xfrm>
          <a:off x="2452442" y="5237201"/>
          <a:ext cx="1853309" cy="1371600"/>
        </p:xfrm>
        <a:graphic>
          <a:graphicData uri="http://schemas.openxmlformats.org/drawingml/2006/table">
            <a:tbl>
              <a:tblPr firstRow="1" bandRow="1">
                <a:tableStyleId>{5C22544A-7EE6-4342-B048-85BDC9FD1C3A}</a:tableStyleId>
              </a:tblPr>
              <a:tblGrid>
                <a:gridCol w="581171">
                  <a:extLst>
                    <a:ext uri="{9D8B030D-6E8A-4147-A177-3AD203B41FA5}">
                      <a16:colId xmlns:a16="http://schemas.microsoft.com/office/drawing/2014/main" val="557343780"/>
                    </a:ext>
                  </a:extLst>
                </a:gridCol>
                <a:gridCol w="1272138">
                  <a:extLst>
                    <a:ext uri="{9D8B030D-6E8A-4147-A177-3AD203B41FA5}">
                      <a16:colId xmlns:a16="http://schemas.microsoft.com/office/drawing/2014/main" val="2056034146"/>
                    </a:ext>
                  </a:extLst>
                </a:gridCol>
              </a:tblGrid>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x0</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8521907"/>
                  </a:ext>
                </a:extLst>
              </a:tr>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x1</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rgbClr val="C00000"/>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895265554"/>
                  </a:ext>
                </a:extLst>
              </a:tr>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x2</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ES" sz="1000" b="1" i="0" dirty="0">
                        <a:solidFill>
                          <a:srgbClr val="C00000"/>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738530634"/>
                  </a:ext>
                </a:extLst>
              </a:tr>
              <a:tr h="297037">
                <a:tc>
                  <a:txBody>
                    <a:bodyPr/>
                    <a:lstStyle/>
                    <a:p>
                      <a:pPr algn="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013613675"/>
                  </a:ext>
                </a:extLst>
              </a:tr>
              <a:tr h="148519">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x8</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00" b="1" i="0" dirty="0">
                          <a:solidFill>
                            <a:srgbClr val="C00000"/>
                          </a:solidFill>
                          <a:latin typeface="Courier New" panose="02070309020205020404" pitchFamily="49" charset="0"/>
                          <a:cs typeface="Courier New" panose="02070309020205020404" pitchFamily="49" charset="0"/>
                        </a:rPr>
                        <a:t>XXXXXXXX</a:t>
                      </a: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367793406"/>
                  </a:ext>
                </a:extLst>
              </a:tr>
              <a:tr h="297037">
                <a:tc>
                  <a:txBody>
                    <a:bodyPr/>
                    <a:lstStyle/>
                    <a:p>
                      <a:pPr algn="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470693166"/>
                  </a:ext>
                </a:extLst>
              </a:tr>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x31</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585267453"/>
                  </a:ext>
                </a:extLst>
              </a:tr>
            </a:tbl>
          </a:graphicData>
        </a:graphic>
      </p:graphicFrame>
      <p:sp>
        <p:nvSpPr>
          <p:cNvPr id="10" name="CuadroTexto 9">
            <a:extLst>
              <a:ext uri="{FF2B5EF4-FFF2-40B4-BE49-F238E27FC236}">
                <a16:creationId xmlns:a16="http://schemas.microsoft.com/office/drawing/2014/main" id="{71B1451B-A9DC-D786-A619-128E2A15AAE8}"/>
              </a:ext>
            </a:extLst>
          </p:cNvPr>
          <p:cNvSpPr txBox="1"/>
          <p:nvPr/>
        </p:nvSpPr>
        <p:spPr>
          <a:xfrm>
            <a:off x="3302046" y="6536438"/>
            <a:ext cx="767903" cy="292259"/>
          </a:xfrm>
          <a:prstGeom prst="rect">
            <a:avLst/>
          </a:prstGeom>
          <a:noFill/>
        </p:spPr>
        <p:txBody>
          <a:bodyPr wrap="none" rtlCol="0">
            <a:spAutoFit/>
          </a:bodyPr>
          <a:lstStyle/>
          <a:p>
            <a:pPr algn="l" defTabSz="371292" fontAlgn="auto">
              <a:spcBef>
                <a:spcPts val="0"/>
              </a:spcBef>
              <a:spcAft>
                <a:spcPts val="0"/>
              </a:spcAft>
            </a:pPr>
            <a:r>
              <a:rPr lang="es-ES" sz="1299" dirty="0">
                <a:solidFill>
                  <a:srgbClr val="E6E6E6">
                    <a:lumMod val="10000"/>
                  </a:srgbClr>
                </a:solidFill>
                <a:latin typeface="Tw Cen MT" panose="020B0602020104020603"/>
              </a:rPr>
              <a:t>Registros</a:t>
            </a:r>
            <a:endParaRPr lang="es-ES" sz="1462" dirty="0">
              <a:solidFill>
                <a:srgbClr val="E6E6E6">
                  <a:lumMod val="10000"/>
                </a:srgbClr>
              </a:solidFill>
              <a:latin typeface="Tw Cen MT" panose="020B0602020104020603"/>
            </a:endParaRPr>
          </a:p>
        </p:txBody>
      </p:sp>
      <p:sp>
        <p:nvSpPr>
          <p:cNvPr id="14" name="Rectángulo redondeado 13">
            <a:extLst>
              <a:ext uri="{FF2B5EF4-FFF2-40B4-BE49-F238E27FC236}">
                <a16:creationId xmlns:a16="http://schemas.microsoft.com/office/drawing/2014/main" id="{6DCC55AB-0919-CB33-4B7D-E6CF98E58DE7}"/>
              </a:ext>
            </a:extLst>
          </p:cNvPr>
          <p:cNvSpPr/>
          <p:nvPr/>
        </p:nvSpPr>
        <p:spPr>
          <a:xfrm>
            <a:off x="3227605" y="4552577"/>
            <a:ext cx="331535" cy="231701"/>
          </a:xfrm>
          <a:prstGeom prst="roundRect">
            <a:avLst>
              <a:gd name="adj" fmla="val 50000"/>
            </a:avLst>
          </a:prstGeom>
          <a:solidFill>
            <a:schemeClr val="accent1">
              <a:alpha val="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15" name="CuadroTexto 14">
            <a:extLst>
              <a:ext uri="{FF2B5EF4-FFF2-40B4-BE49-F238E27FC236}">
                <a16:creationId xmlns:a16="http://schemas.microsoft.com/office/drawing/2014/main" id="{4332A3DB-05C9-0C2A-D0B9-B26C4F89F3CA}"/>
              </a:ext>
            </a:extLst>
          </p:cNvPr>
          <p:cNvSpPr txBox="1"/>
          <p:nvPr/>
        </p:nvSpPr>
        <p:spPr>
          <a:xfrm>
            <a:off x="1862512" y="4282217"/>
            <a:ext cx="1124026"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1 operando destino</a:t>
            </a:r>
          </a:p>
        </p:txBody>
      </p:sp>
      <p:sp>
        <p:nvSpPr>
          <p:cNvPr id="16" name="CuadroTexto 15">
            <a:extLst>
              <a:ext uri="{FF2B5EF4-FFF2-40B4-BE49-F238E27FC236}">
                <a16:creationId xmlns:a16="http://schemas.microsoft.com/office/drawing/2014/main" id="{9397762F-E8D9-4E11-E658-F1E480734938}"/>
              </a:ext>
            </a:extLst>
          </p:cNvPr>
          <p:cNvSpPr txBox="1"/>
          <p:nvPr/>
        </p:nvSpPr>
        <p:spPr>
          <a:xfrm>
            <a:off x="4257016" y="4194657"/>
            <a:ext cx="1409360"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desplazamiento constante</a:t>
            </a:r>
          </a:p>
        </p:txBody>
      </p:sp>
      <p:sp>
        <p:nvSpPr>
          <p:cNvPr id="53" name="CuadroTexto 52">
            <a:extLst>
              <a:ext uri="{FF2B5EF4-FFF2-40B4-BE49-F238E27FC236}">
                <a16:creationId xmlns:a16="http://schemas.microsoft.com/office/drawing/2014/main" id="{66639076-8BDC-DF09-D413-292291DC7B4C}"/>
              </a:ext>
            </a:extLst>
          </p:cNvPr>
          <p:cNvSpPr txBox="1"/>
          <p:nvPr/>
        </p:nvSpPr>
        <p:spPr>
          <a:xfrm>
            <a:off x="4608415" y="4643400"/>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sp>
        <p:nvSpPr>
          <p:cNvPr id="55" name="CuadroTexto 54">
            <a:extLst>
              <a:ext uri="{FF2B5EF4-FFF2-40B4-BE49-F238E27FC236}">
                <a16:creationId xmlns:a16="http://schemas.microsoft.com/office/drawing/2014/main" id="{239E9B3A-250A-6602-71ED-D47C10CE7856}"/>
              </a:ext>
            </a:extLst>
          </p:cNvPr>
          <p:cNvSpPr txBox="1"/>
          <p:nvPr/>
        </p:nvSpPr>
        <p:spPr>
          <a:xfrm>
            <a:off x="4149783" y="4641042"/>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21</a:t>
            </a:r>
            <a:endParaRPr lang="es-ES" sz="1462" dirty="0">
              <a:solidFill>
                <a:srgbClr val="2683C6"/>
              </a:solidFill>
              <a:latin typeface="Tw Cen MT" panose="020B0602020104020603"/>
            </a:endParaRPr>
          </a:p>
        </p:txBody>
      </p:sp>
      <p:sp>
        <p:nvSpPr>
          <p:cNvPr id="5" name="Rectángulo redondeado 4">
            <a:extLst>
              <a:ext uri="{FF2B5EF4-FFF2-40B4-BE49-F238E27FC236}">
                <a16:creationId xmlns:a16="http://schemas.microsoft.com/office/drawing/2014/main" id="{6A946732-08C5-5F53-E935-DE95CAD2BDAC}"/>
              </a:ext>
            </a:extLst>
          </p:cNvPr>
          <p:cNvSpPr/>
          <p:nvPr/>
        </p:nvSpPr>
        <p:spPr>
          <a:xfrm>
            <a:off x="3728906" y="4550752"/>
            <a:ext cx="420877" cy="231701"/>
          </a:xfrm>
          <a:prstGeom prst="roundRect">
            <a:avLst>
              <a:gd name="adj" fmla="val 50000"/>
            </a:avLst>
          </a:prstGeom>
          <a:solidFill>
            <a:schemeClr val="accent1">
              <a:alpha val="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dirty="0">
              <a:solidFill>
                <a:srgbClr val="ECECEC"/>
              </a:solidFill>
              <a:latin typeface="Tw Cen MT" panose="020B0602020104020603"/>
            </a:endParaRPr>
          </a:p>
        </p:txBody>
      </p:sp>
      <p:sp>
        <p:nvSpPr>
          <p:cNvPr id="12" name="Forma libre 11">
            <a:extLst>
              <a:ext uri="{FF2B5EF4-FFF2-40B4-BE49-F238E27FC236}">
                <a16:creationId xmlns:a16="http://schemas.microsoft.com/office/drawing/2014/main" id="{E5764C47-9D12-DF6B-0F80-615287BC02E6}"/>
              </a:ext>
            </a:extLst>
          </p:cNvPr>
          <p:cNvSpPr/>
          <p:nvPr/>
        </p:nvSpPr>
        <p:spPr>
          <a:xfrm>
            <a:off x="2889681" y="4385252"/>
            <a:ext cx="469580" cy="167597"/>
          </a:xfrm>
          <a:custGeom>
            <a:avLst/>
            <a:gdLst>
              <a:gd name="connsiteX0" fmla="*/ 0 w 578223"/>
              <a:gd name="connsiteY0" fmla="*/ 18114 h 206373"/>
              <a:gd name="connsiteX1" fmla="*/ 403411 w 578223"/>
              <a:gd name="connsiteY1" fmla="*/ 18114 h 206373"/>
              <a:gd name="connsiteX2" fmla="*/ 578223 w 578223"/>
              <a:gd name="connsiteY2" fmla="*/ 206373 h 206373"/>
            </a:gdLst>
            <a:ahLst/>
            <a:cxnLst>
              <a:cxn ang="0">
                <a:pos x="connsiteX0" y="connsiteY0"/>
              </a:cxn>
              <a:cxn ang="0">
                <a:pos x="connsiteX1" y="connsiteY1"/>
              </a:cxn>
              <a:cxn ang="0">
                <a:pos x="connsiteX2" y="connsiteY2"/>
              </a:cxn>
            </a:cxnLst>
            <a:rect l="l" t="t" r="r" b="b"/>
            <a:pathLst>
              <a:path w="578223" h="206373">
                <a:moveTo>
                  <a:pt x="0" y="18114"/>
                </a:moveTo>
                <a:cubicBezTo>
                  <a:pt x="153520" y="2426"/>
                  <a:pt x="307041" y="-13262"/>
                  <a:pt x="403411" y="18114"/>
                </a:cubicBezTo>
                <a:cubicBezTo>
                  <a:pt x="499781" y="49490"/>
                  <a:pt x="539002" y="127931"/>
                  <a:pt x="578223" y="206373"/>
                </a:cubicBezTo>
              </a:path>
            </a:pathLst>
          </a:custGeom>
          <a:noFill/>
          <a:ln>
            <a:solidFill>
              <a:schemeClr val="accent5"/>
            </a:solidFill>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13" name="Forma libre 12">
            <a:extLst>
              <a:ext uri="{FF2B5EF4-FFF2-40B4-BE49-F238E27FC236}">
                <a16:creationId xmlns:a16="http://schemas.microsoft.com/office/drawing/2014/main" id="{9535DAE0-3910-3A56-AE63-208ED59AF1C7}"/>
              </a:ext>
            </a:extLst>
          </p:cNvPr>
          <p:cNvSpPr/>
          <p:nvPr/>
        </p:nvSpPr>
        <p:spPr>
          <a:xfrm>
            <a:off x="3958671" y="4312598"/>
            <a:ext cx="349456" cy="229331"/>
          </a:xfrm>
          <a:custGeom>
            <a:avLst/>
            <a:gdLst>
              <a:gd name="connsiteX0" fmla="*/ 430306 w 430306"/>
              <a:gd name="connsiteY0" fmla="*/ 0 h 282389"/>
              <a:gd name="connsiteX1" fmla="*/ 87406 w 430306"/>
              <a:gd name="connsiteY1" fmla="*/ 47065 h 282389"/>
              <a:gd name="connsiteX2" fmla="*/ 0 w 430306"/>
              <a:gd name="connsiteY2" fmla="*/ 282389 h 282389"/>
            </a:gdLst>
            <a:ahLst/>
            <a:cxnLst>
              <a:cxn ang="0">
                <a:pos x="connsiteX0" y="connsiteY0"/>
              </a:cxn>
              <a:cxn ang="0">
                <a:pos x="connsiteX1" y="connsiteY1"/>
              </a:cxn>
              <a:cxn ang="0">
                <a:pos x="connsiteX2" y="connsiteY2"/>
              </a:cxn>
            </a:cxnLst>
            <a:rect l="l" t="t" r="r" b="b"/>
            <a:pathLst>
              <a:path w="430306" h="282389">
                <a:moveTo>
                  <a:pt x="430306" y="0"/>
                </a:moveTo>
                <a:cubicBezTo>
                  <a:pt x="294715" y="0"/>
                  <a:pt x="159124" y="0"/>
                  <a:pt x="87406" y="47065"/>
                </a:cubicBezTo>
                <a:cubicBezTo>
                  <a:pt x="15688" y="94130"/>
                  <a:pt x="7844" y="188259"/>
                  <a:pt x="0" y="282389"/>
                </a:cubicBezTo>
              </a:path>
            </a:pathLst>
          </a:custGeom>
          <a:noFill/>
          <a:ln>
            <a:solidFill>
              <a:schemeClr val="accent5"/>
            </a:solidFill>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cxnSp>
        <p:nvCxnSpPr>
          <p:cNvPr id="19" name="Conector recto de flecha 18">
            <a:extLst>
              <a:ext uri="{FF2B5EF4-FFF2-40B4-BE49-F238E27FC236}">
                <a16:creationId xmlns:a16="http://schemas.microsoft.com/office/drawing/2014/main" id="{8C0F2CB8-8451-02E4-686D-A0ACA4948061}"/>
              </a:ext>
            </a:extLst>
          </p:cNvPr>
          <p:cNvCxnSpPr>
            <a:cxnSpLocks/>
            <a:stCxn id="5" idx="3"/>
            <a:endCxn id="21" idx="2"/>
          </p:cNvCxnSpPr>
          <p:nvPr/>
        </p:nvCxnSpPr>
        <p:spPr>
          <a:xfrm>
            <a:off x="4149784" y="4666602"/>
            <a:ext cx="1520138" cy="6799"/>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6" name="Forma libre 55">
            <a:extLst>
              <a:ext uri="{FF2B5EF4-FFF2-40B4-BE49-F238E27FC236}">
                <a16:creationId xmlns:a16="http://schemas.microsoft.com/office/drawing/2014/main" id="{E05D6F0B-BD7F-E41D-30ED-FF2311D6A1AA}"/>
              </a:ext>
            </a:extLst>
          </p:cNvPr>
          <p:cNvSpPr/>
          <p:nvPr/>
        </p:nvSpPr>
        <p:spPr>
          <a:xfrm rot="16200000">
            <a:off x="4262155" y="4616371"/>
            <a:ext cx="414979" cy="180188"/>
          </a:xfrm>
          <a:custGeom>
            <a:avLst/>
            <a:gdLst>
              <a:gd name="connsiteX0" fmla="*/ 295836 w 510989"/>
              <a:gd name="connsiteY0" fmla="*/ 0 h 221877"/>
              <a:gd name="connsiteX1" fmla="*/ 510989 w 510989"/>
              <a:gd name="connsiteY1" fmla="*/ 0 h 221877"/>
              <a:gd name="connsiteX2" fmla="*/ 510989 w 510989"/>
              <a:gd name="connsiteY2" fmla="*/ 221877 h 221877"/>
              <a:gd name="connsiteX3" fmla="*/ 0 w 510989"/>
              <a:gd name="connsiteY3" fmla="*/ 221877 h 221877"/>
              <a:gd name="connsiteX4" fmla="*/ 221877 w 510989"/>
              <a:gd name="connsiteY4" fmla="*/ 0 h 221877"/>
              <a:gd name="connsiteX5" fmla="*/ 295836 w 510989"/>
              <a:gd name="connsiteY5" fmla="*/ 0 h 221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0989" h="221877">
                <a:moveTo>
                  <a:pt x="295836" y="0"/>
                </a:moveTo>
                <a:lnTo>
                  <a:pt x="510989" y="0"/>
                </a:lnTo>
                <a:lnTo>
                  <a:pt x="510989" y="221877"/>
                </a:lnTo>
                <a:lnTo>
                  <a:pt x="0" y="221877"/>
                </a:lnTo>
                <a:lnTo>
                  <a:pt x="221877" y="0"/>
                </a:lnTo>
                <a:lnTo>
                  <a:pt x="295836" y="0"/>
                </a:lnTo>
                <a:close/>
              </a:path>
            </a:pathLst>
          </a:cu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defTabSz="371292" fontAlgn="auto">
              <a:spcBef>
                <a:spcPts val="0"/>
              </a:spcBef>
              <a:spcAft>
                <a:spcPts val="0"/>
              </a:spcAft>
            </a:pPr>
            <a:r>
              <a:rPr lang="es-ES" sz="975" i="1" dirty="0" err="1">
                <a:solidFill>
                  <a:srgbClr val="2683C6"/>
                </a:solidFill>
                <a:latin typeface="Tw Cen MT" panose="020B0602020104020603"/>
              </a:rPr>
              <a:t>sExt</a:t>
            </a:r>
            <a:endParaRPr lang="es-ES" sz="975" i="1" dirty="0">
              <a:solidFill>
                <a:srgbClr val="2683C6"/>
              </a:solidFill>
              <a:latin typeface="Tw Cen MT" panose="020B0602020104020603"/>
            </a:endParaRPr>
          </a:p>
        </p:txBody>
      </p:sp>
      <p:cxnSp>
        <p:nvCxnSpPr>
          <p:cNvPr id="18" name="Conector recto 17">
            <a:extLst>
              <a:ext uri="{FF2B5EF4-FFF2-40B4-BE49-F238E27FC236}">
                <a16:creationId xmlns:a16="http://schemas.microsoft.com/office/drawing/2014/main" id="{A82834C9-BC66-6710-667B-475DF3E3CA11}"/>
              </a:ext>
            </a:extLst>
          </p:cNvPr>
          <p:cNvCxnSpPr>
            <a:cxnSpLocks/>
          </p:cNvCxnSpPr>
          <p:nvPr/>
        </p:nvCxnSpPr>
        <p:spPr>
          <a:xfrm flipH="1">
            <a:off x="4191319" y="4622610"/>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DF3CB730-FE4C-DED9-A22E-40B2296C25AD}"/>
              </a:ext>
            </a:extLst>
          </p:cNvPr>
          <p:cNvCxnSpPr>
            <a:cxnSpLocks/>
          </p:cNvCxnSpPr>
          <p:nvPr/>
        </p:nvCxnSpPr>
        <p:spPr>
          <a:xfrm flipH="1">
            <a:off x="4658678" y="4622610"/>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1" name="Elipse 20">
            <a:extLst>
              <a:ext uri="{FF2B5EF4-FFF2-40B4-BE49-F238E27FC236}">
                <a16:creationId xmlns:a16="http://schemas.microsoft.com/office/drawing/2014/main" id="{98C6FB02-910D-E14D-C718-202CBB6BC970}"/>
              </a:ext>
            </a:extLst>
          </p:cNvPr>
          <p:cNvSpPr/>
          <p:nvPr/>
        </p:nvSpPr>
        <p:spPr>
          <a:xfrm>
            <a:off x="5669922" y="4564349"/>
            <a:ext cx="238876" cy="218104"/>
          </a:xfrm>
          <a:prstGeom prst="ellipse">
            <a:avLst/>
          </a:prstGeom>
          <a:solidFill>
            <a:schemeClr val="accent1">
              <a:alpha val="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r>
              <a:rPr lang="es-ES" sz="1462" dirty="0">
                <a:solidFill>
                  <a:srgbClr val="2683C6"/>
                </a:solidFill>
                <a:latin typeface="Tw Cen MT" panose="020B0602020104020603"/>
              </a:rPr>
              <a:t>+</a:t>
            </a:r>
          </a:p>
        </p:txBody>
      </p:sp>
      <p:graphicFrame>
        <p:nvGraphicFramePr>
          <p:cNvPr id="34" name="Tabla 33">
            <a:extLst>
              <a:ext uri="{FF2B5EF4-FFF2-40B4-BE49-F238E27FC236}">
                <a16:creationId xmlns:a16="http://schemas.microsoft.com/office/drawing/2014/main" id="{ECB921E5-46A6-D116-1CDF-C0955ED0F6FB}"/>
              </a:ext>
            </a:extLst>
          </p:cNvPr>
          <p:cNvGraphicFramePr>
            <a:graphicFrameLocks noGrp="1"/>
          </p:cNvGraphicFramePr>
          <p:nvPr/>
        </p:nvGraphicFramePr>
        <p:xfrm>
          <a:off x="4559739" y="5435709"/>
          <a:ext cx="1853309" cy="152400"/>
        </p:xfrm>
        <a:graphic>
          <a:graphicData uri="http://schemas.openxmlformats.org/drawingml/2006/table">
            <a:tbl>
              <a:tblPr firstRow="1" bandRow="1">
                <a:tableStyleId>{5C22544A-7EE6-4342-B048-85BDC9FD1C3A}</a:tableStyleId>
              </a:tblPr>
              <a:tblGrid>
                <a:gridCol w="581171">
                  <a:extLst>
                    <a:ext uri="{9D8B030D-6E8A-4147-A177-3AD203B41FA5}">
                      <a16:colId xmlns:a16="http://schemas.microsoft.com/office/drawing/2014/main" val="557343780"/>
                    </a:ext>
                  </a:extLst>
                </a:gridCol>
                <a:gridCol w="1272138">
                  <a:extLst>
                    <a:ext uri="{9D8B030D-6E8A-4147-A177-3AD203B41FA5}">
                      <a16:colId xmlns:a16="http://schemas.microsoft.com/office/drawing/2014/main" val="2056034146"/>
                    </a:ext>
                  </a:extLst>
                </a:gridCol>
              </a:tblGrid>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PC</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585267453"/>
                  </a:ext>
                </a:extLst>
              </a:tr>
            </a:tbl>
          </a:graphicData>
        </a:graphic>
      </p:graphicFrame>
      <p:cxnSp>
        <p:nvCxnSpPr>
          <p:cNvPr id="47" name="Conector recto de flecha 46">
            <a:extLst>
              <a:ext uri="{FF2B5EF4-FFF2-40B4-BE49-F238E27FC236}">
                <a16:creationId xmlns:a16="http://schemas.microsoft.com/office/drawing/2014/main" id="{910E6767-FED0-730C-50CA-F13280FF1CB1}"/>
              </a:ext>
            </a:extLst>
          </p:cNvPr>
          <p:cNvCxnSpPr>
            <a:cxnSpLocks/>
            <a:stCxn id="21" idx="4"/>
          </p:cNvCxnSpPr>
          <p:nvPr/>
        </p:nvCxnSpPr>
        <p:spPr>
          <a:xfrm>
            <a:off x="5789360" y="4782453"/>
            <a:ext cx="0" cy="647674"/>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onector recto 58">
            <a:extLst>
              <a:ext uri="{FF2B5EF4-FFF2-40B4-BE49-F238E27FC236}">
                <a16:creationId xmlns:a16="http://schemas.microsoft.com/office/drawing/2014/main" id="{3B000333-D04C-CB39-3070-194EADB90057}"/>
              </a:ext>
            </a:extLst>
          </p:cNvPr>
          <p:cNvCxnSpPr>
            <a:cxnSpLocks/>
          </p:cNvCxnSpPr>
          <p:nvPr/>
        </p:nvCxnSpPr>
        <p:spPr>
          <a:xfrm flipH="1">
            <a:off x="5746891" y="5212193"/>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0" name="CuadroTexto 59">
            <a:extLst>
              <a:ext uri="{FF2B5EF4-FFF2-40B4-BE49-F238E27FC236}">
                <a16:creationId xmlns:a16="http://schemas.microsoft.com/office/drawing/2014/main" id="{F861D38C-714D-F635-EB06-E832B6CA18CE}"/>
              </a:ext>
            </a:extLst>
          </p:cNvPr>
          <p:cNvSpPr txBox="1"/>
          <p:nvPr/>
        </p:nvSpPr>
        <p:spPr>
          <a:xfrm>
            <a:off x="5727844" y="5206610"/>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sp>
        <p:nvSpPr>
          <p:cNvPr id="65" name="Forma libre 64">
            <a:extLst>
              <a:ext uri="{FF2B5EF4-FFF2-40B4-BE49-F238E27FC236}">
                <a16:creationId xmlns:a16="http://schemas.microsoft.com/office/drawing/2014/main" id="{12A94F1A-6607-8AA3-A43D-B3F73B6E1A92}"/>
              </a:ext>
            </a:extLst>
          </p:cNvPr>
          <p:cNvSpPr/>
          <p:nvPr/>
        </p:nvSpPr>
        <p:spPr>
          <a:xfrm>
            <a:off x="5789360" y="4674490"/>
            <a:ext cx="1043526" cy="1371427"/>
          </a:xfrm>
          <a:custGeom>
            <a:avLst/>
            <a:gdLst>
              <a:gd name="connsiteX0" fmla="*/ 0 w 1155700"/>
              <a:gd name="connsiteY0" fmla="*/ 2057400 h 2311400"/>
              <a:gd name="connsiteX1" fmla="*/ 0 w 1155700"/>
              <a:gd name="connsiteY1" fmla="*/ 2311400 h 2311400"/>
              <a:gd name="connsiteX2" fmla="*/ 88900 w 1155700"/>
              <a:gd name="connsiteY2" fmla="*/ 2311400 h 2311400"/>
              <a:gd name="connsiteX3" fmla="*/ 1155700 w 1155700"/>
              <a:gd name="connsiteY3" fmla="*/ 2311400 h 2311400"/>
              <a:gd name="connsiteX4" fmla="*/ 1155700 w 1155700"/>
              <a:gd name="connsiteY4" fmla="*/ 2222500 h 2311400"/>
              <a:gd name="connsiteX5" fmla="*/ 1155700 w 1155700"/>
              <a:gd name="connsiteY5" fmla="*/ 0 h 2311400"/>
              <a:gd name="connsiteX6" fmla="*/ 127000 w 1155700"/>
              <a:gd name="connsiteY6" fmla="*/ 0 h 2311400"/>
              <a:gd name="connsiteX7" fmla="*/ 12700 w 1155700"/>
              <a:gd name="connsiteY7" fmla="*/ 0 h 2311400"/>
              <a:gd name="connsiteX0" fmla="*/ 0 w 1155700"/>
              <a:gd name="connsiteY0" fmla="*/ 2057400 h 2311400"/>
              <a:gd name="connsiteX1" fmla="*/ 0 w 1155700"/>
              <a:gd name="connsiteY1" fmla="*/ 2311400 h 2311400"/>
              <a:gd name="connsiteX2" fmla="*/ 88900 w 1155700"/>
              <a:gd name="connsiteY2" fmla="*/ 2311400 h 2311400"/>
              <a:gd name="connsiteX3" fmla="*/ 1155700 w 1155700"/>
              <a:gd name="connsiteY3" fmla="*/ 2311400 h 2311400"/>
              <a:gd name="connsiteX4" fmla="*/ 1155700 w 1155700"/>
              <a:gd name="connsiteY4" fmla="*/ 2222500 h 2311400"/>
              <a:gd name="connsiteX5" fmla="*/ 1155700 w 1155700"/>
              <a:gd name="connsiteY5" fmla="*/ 0 h 2311400"/>
              <a:gd name="connsiteX6" fmla="*/ 12700 w 1155700"/>
              <a:gd name="connsiteY6" fmla="*/ 0 h 2311400"/>
              <a:gd name="connsiteX0" fmla="*/ 0 w 1155700"/>
              <a:gd name="connsiteY0" fmla="*/ 2057400 h 2311400"/>
              <a:gd name="connsiteX1" fmla="*/ 0 w 1155700"/>
              <a:gd name="connsiteY1" fmla="*/ 2311400 h 2311400"/>
              <a:gd name="connsiteX2" fmla="*/ 88900 w 1155700"/>
              <a:gd name="connsiteY2" fmla="*/ 2311400 h 2311400"/>
              <a:gd name="connsiteX3" fmla="*/ 1155700 w 1155700"/>
              <a:gd name="connsiteY3" fmla="*/ 2311400 h 2311400"/>
              <a:gd name="connsiteX4" fmla="*/ 1155700 w 1155700"/>
              <a:gd name="connsiteY4" fmla="*/ 2222500 h 2311400"/>
              <a:gd name="connsiteX5" fmla="*/ 1155700 w 1155700"/>
              <a:gd name="connsiteY5" fmla="*/ 0 h 2311400"/>
              <a:gd name="connsiteX6" fmla="*/ 152458 w 1155700"/>
              <a:gd name="connsiteY6" fmla="*/ 0 h 2311400"/>
              <a:gd name="connsiteX0" fmla="*/ 0 w 1155700"/>
              <a:gd name="connsiteY0" fmla="*/ 1535223 h 2311400"/>
              <a:gd name="connsiteX1" fmla="*/ 0 w 1155700"/>
              <a:gd name="connsiteY1" fmla="*/ 2311400 h 2311400"/>
              <a:gd name="connsiteX2" fmla="*/ 88900 w 1155700"/>
              <a:gd name="connsiteY2" fmla="*/ 2311400 h 2311400"/>
              <a:gd name="connsiteX3" fmla="*/ 1155700 w 1155700"/>
              <a:gd name="connsiteY3" fmla="*/ 2311400 h 2311400"/>
              <a:gd name="connsiteX4" fmla="*/ 1155700 w 1155700"/>
              <a:gd name="connsiteY4" fmla="*/ 2222500 h 2311400"/>
              <a:gd name="connsiteX5" fmla="*/ 1155700 w 1155700"/>
              <a:gd name="connsiteY5" fmla="*/ 0 h 2311400"/>
              <a:gd name="connsiteX6" fmla="*/ 152458 w 1155700"/>
              <a:gd name="connsiteY6" fmla="*/ 0 h 23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5700" h="2311400">
                <a:moveTo>
                  <a:pt x="0" y="1535223"/>
                </a:moveTo>
                <a:lnTo>
                  <a:pt x="0" y="2311400"/>
                </a:lnTo>
                <a:lnTo>
                  <a:pt x="88900" y="2311400"/>
                </a:lnTo>
                <a:lnTo>
                  <a:pt x="1155700" y="2311400"/>
                </a:lnTo>
                <a:lnTo>
                  <a:pt x="1155700" y="2222500"/>
                </a:lnTo>
                <a:lnTo>
                  <a:pt x="1155700" y="0"/>
                </a:lnTo>
                <a:lnTo>
                  <a:pt x="152458" y="0"/>
                </a:lnTo>
              </a:path>
            </a:pathLst>
          </a:custGeom>
          <a:noFill/>
          <a:ln>
            <a:solidFill>
              <a:schemeClr val="accent2"/>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66" name="CuadroTexto 65">
            <a:extLst>
              <a:ext uri="{FF2B5EF4-FFF2-40B4-BE49-F238E27FC236}">
                <a16:creationId xmlns:a16="http://schemas.microsoft.com/office/drawing/2014/main" id="{BBD50D4A-3F97-E1E7-E503-A1B320A6D1C8}"/>
              </a:ext>
            </a:extLst>
          </p:cNvPr>
          <p:cNvSpPr txBox="1"/>
          <p:nvPr/>
        </p:nvSpPr>
        <p:spPr>
          <a:xfrm>
            <a:off x="5727378" y="5667088"/>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cxnSp>
        <p:nvCxnSpPr>
          <p:cNvPr id="67" name="Conector recto 66">
            <a:extLst>
              <a:ext uri="{FF2B5EF4-FFF2-40B4-BE49-F238E27FC236}">
                <a16:creationId xmlns:a16="http://schemas.microsoft.com/office/drawing/2014/main" id="{442962EE-3E1A-EBA2-6BC9-D6AA93D8969F}"/>
              </a:ext>
            </a:extLst>
          </p:cNvPr>
          <p:cNvCxnSpPr>
            <a:cxnSpLocks/>
          </p:cNvCxnSpPr>
          <p:nvPr/>
        </p:nvCxnSpPr>
        <p:spPr>
          <a:xfrm flipH="1">
            <a:off x="5753050" y="5670888"/>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Conector recto de flecha 7">
            <a:extLst>
              <a:ext uri="{FF2B5EF4-FFF2-40B4-BE49-F238E27FC236}">
                <a16:creationId xmlns:a16="http://schemas.microsoft.com/office/drawing/2014/main" id="{0A2D9C7C-5B2D-5BC4-841B-FA10FD573FC7}"/>
              </a:ext>
            </a:extLst>
          </p:cNvPr>
          <p:cNvCxnSpPr>
            <a:cxnSpLocks/>
            <a:stCxn id="65" idx="1"/>
            <a:endCxn id="68" idx="6"/>
          </p:cNvCxnSpPr>
          <p:nvPr/>
        </p:nvCxnSpPr>
        <p:spPr>
          <a:xfrm flipH="1">
            <a:off x="5135329" y="6045918"/>
            <a:ext cx="654031" cy="2635"/>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68" name="Elipse 67">
            <a:extLst>
              <a:ext uri="{FF2B5EF4-FFF2-40B4-BE49-F238E27FC236}">
                <a16:creationId xmlns:a16="http://schemas.microsoft.com/office/drawing/2014/main" id="{A2A9B4F0-B23C-E153-0427-EC3022437432}"/>
              </a:ext>
            </a:extLst>
          </p:cNvPr>
          <p:cNvSpPr/>
          <p:nvPr/>
        </p:nvSpPr>
        <p:spPr>
          <a:xfrm>
            <a:off x="4896453" y="5939501"/>
            <a:ext cx="238876" cy="218104"/>
          </a:xfrm>
          <a:prstGeom prst="ellipse">
            <a:avLst/>
          </a:prstGeom>
          <a:solidFill>
            <a:schemeClr val="bg1"/>
          </a:solidFill>
          <a:ln>
            <a:solidFill>
              <a:schemeClr val="accent2"/>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defTabSz="371292" fontAlgn="auto">
              <a:spcBef>
                <a:spcPts val="0"/>
              </a:spcBef>
              <a:spcAft>
                <a:spcPts val="0"/>
              </a:spcAft>
            </a:pPr>
            <a:r>
              <a:rPr lang="es-ES" sz="975" dirty="0">
                <a:solidFill>
                  <a:srgbClr val="2683C6"/>
                </a:solidFill>
                <a:latin typeface="Tw Cen MT" panose="020B0602020104020603"/>
              </a:rPr>
              <a:t>+4</a:t>
            </a:r>
            <a:endParaRPr lang="es-ES" sz="1462" dirty="0">
              <a:solidFill>
                <a:srgbClr val="2683C6"/>
              </a:solidFill>
              <a:latin typeface="Tw Cen MT" panose="020B0602020104020603"/>
            </a:endParaRPr>
          </a:p>
        </p:txBody>
      </p:sp>
      <p:cxnSp>
        <p:nvCxnSpPr>
          <p:cNvPr id="17" name="Conector recto de flecha 16">
            <a:extLst>
              <a:ext uri="{FF2B5EF4-FFF2-40B4-BE49-F238E27FC236}">
                <a16:creationId xmlns:a16="http://schemas.microsoft.com/office/drawing/2014/main" id="{8AEEDF85-EADF-C4C8-2DD8-4E786195E21E}"/>
              </a:ext>
            </a:extLst>
          </p:cNvPr>
          <p:cNvCxnSpPr>
            <a:cxnSpLocks/>
          </p:cNvCxnSpPr>
          <p:nvPr/>
        </p:nvCxnSpPr>
        <p:spPr>
          <a:xfrm flipH="1">
            <a:off x="4305751" y="6053614"/>
            <a:ext cx="581003" cy="0"/>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3" name="CuadroTexto 22">
            <a:extLst>
              <a:ext uri="{FF2B5EF4-FFF2-40B4-BE49-F238E27FC236}">
                <a16:creationId xmlns:a16="http://schemas.microsoft.com/office/drawing/2014/main" id="{BC8D22AC-E181-F783-8220-7D6A610BB09E}"/>
              </a:ext>
            </a:extLst>
          </p:cNvPr>
          <p:cNvSpPr txBox="1"/>
          <p:nvPr/>
        </p:nvSpPr>
        <p:spPr>
          <a:xfrm>
            <a:off x="4494026" y="6025660"/>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cxnSp>
        <p:nvCxnSpPr>
          <p:cNvPr id="24" name="Conector recto 23">
            <a:extLst>
              <a:ext uri="{FF2B5EF4-FFF2-40B4-BE49-F238E27FC236}">
                <a16:creationId xmlns:a16="http://schemas.microsoft.com/office/drawing/2014/main" id="{91A83DC6-6553-A169-53D2-D5FBEDE98B6F}"/>
              </a:ext>
            </a:extLst>
          </p:cNvPr>
          <p:cNvCxnSpPr>
            <a:cxnSpLocks/>
          </p:cNvCxnSpPr>
          <p:nvPr/>
        </p:nvCxnSpPr>
        <p:spPr>
          <a:xfrm flipH="1">
            <a:off x="4544289" y="6004870"/>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Marcador de número de diapositiva 3">
            <a:extLst>
              <a:ext uri="{FF2B5EF4-FFF2-40B4-BE49-F238E27FC236}">
                <a16:creationId xmlns:a16="http://schemas.microsoft.com/office/drawing/2014/main" id="{68EF4ABC-66C8-67DC-0307-5F048D65B7EA}"/>
              </a:ext>
            </a:extLst>
          </p:cNvPr>
          <p:cNvSpPr>
            <a:spLocks noGrp="1"/>
          </p:cNvSpPr>
          <p:nvPr>
            <p:ph type="sldNum" sz="quarter" idx="12"/>
          </p:nvPr>
        </p:nvSpPr>
        <p:spPr/>
        <p:txBody>
          <a:bodyPr/>
          <a:lstStyle/>
          <a:p>
            <a:pPr defTabSz="371292" fontAlgn="auto">
              <a:spcBef>
                <a:spcPts val="0"/>
              </a:spcBef>
              <a:spcAft>
                <a:spcPts val="0"/>
              </a:spcAft>
            </a:pPr>
            <a:fld id="{6D22F896-40B5-4ADD-8801-0D06FADFA095}" type="slidenum">
              <a:rPr lang="es-ES">
                <a:solidFill>
                  <a:srgbClr val="E6E6E6">
                    <a:lumMod val="10000"/>
                  </a:srgbClr>
                </a:solidFill>
                <a:latin typeface="Tw Cen MT" panose="020B0602020104020603"/>
              </a:rPr>
              <a:pPr defTabSz="371292" fontAlgn="auto">
                <a:spcBef>
                  <a:spcPts val="0"/>
                </a:spcBef>
                <a:spcAft>
                  <a:spcPts val="0"/>
                </a:spcAft>
              </a:pPr>
              <a:t>134</a:t>
            </a:fld>
            <a:endParaRPr lang="es-ES">
              <a:solidFill>
                <a:srgbClr val="E6E6E6">
                  <a:lumMod val="10000"/>
                </a:srgbClr>
              </a:solidFill>
              <a:latin typeface="Tw Cen MT" panose="020B0602020104020603"/>
            </a:endParaRPr>
          </a:p>
        </p:txBody>
      </p:sp>
    </p:spTree>
    <p:extLst>
      <p:ext uri="{BB962C8B-B14F-4D97-AF65-F5344CB8AC3E}">
        <p14:creationId xmlns:p14="http://schemas.microsoft.com/office/powerpoint/2010/main" val="245255620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B64ABE-6E04-6674-1ED5-46EA7B9C8D1B}"/>
              </a:ext>
            </a:extLst>
          </p:cNvPr>
          <p:cNvSpPr>
            <a:spLocks noGrp="1"/>
          </p:cNvSpPr>
          <p:nvPr>
            <p:ph type="title"/>
          </p:nvPr>
        </p:nvSpPr>
        <p:spPr>
          <a:xfrm>
            <a:off x="926952" y="1265739"/>
            <a:ext cx="8044754" cy="1200761"/>
          </a:xfrm>
        </p:spPr>
        <p:txBody>
          <a:bodyPr/>
          <a:lstStyle/>
          <a:p>
            <a:r>
              <a:rPr lang="es-ES" sz="3573" dirty="0">
                <a:latin typeface="Rockwell" panose="02060603020205020403" pitchFamily="18" charset="0"/>
              </a:rPr>
              <a:t>Repertorio de instrucciones:</a:t>
            </a:r>
            <a:br>
              <a:rPr lang="es-ES" sz="3573" dirty="0">
                <a:latin typeface="Rockwell" panose="02060603020205020403" pitchFamily="18" charset="0"/>
              </a:rPr>
            </a:br>
            <a:r>
              <a:rPr lang="es-ES" sz="2599" dirty="0">
                <a:solidFill>
                  <a:schemeClr val="accent2"/>
                </a:solidFill>
                <a:latin typeface="Rockwell" panose="02060603020205020403" pitchFamily="18" charset="0"/>
              </a:rPr>
              <a:t>de salto a función: </a:t>
            </a:r>
            <a:r>
              <a:rPr lang="es-ES" sz="2599" dirty="0" err="1">
                <a:solidFill>
                  <a:schemeClr val="accent2"/>
                </a:solidFill>
                <a:latin typeface="Rockwell" panose="02060603020205020403" pitchFamily="18" charset="0"/>
              </a:rPr>
              <a:t>jalr</a:t>
            </a:r>
            <a:endParaRPr lang="es-ES" sz="2599" dirty="0">
              <a:solidFill>
                <a:schemeClr val="accent2"/>
              </a:solidFill>
              <a:latin typeface="Rockwell" panose="02060603020205020403" pitchFamily="18" charset="0"/>
            </a:endParaRPr>
          </a:p>
        </p:txBody>
      </p:sp>
      <p:sp>
        <p:nvSpPr>
          <p:cNvPr id="3" name="Marcador de contenido 2">
            <a:extLst>
              <a:ext uri="{FF2B5EF4-FFF2-40B4-BE49-F238E27FC236}">
                <a16:creationId xmlns:a16="http://schemas.microsoft.com/office/drawing/2014/main" id="{9437CEA7-0E7F-23D4-45B7-3BBAA1AB3672}"/>
              </a:ext>
            </a:extLst>
          </p:cNvPr>
          <p:cNvSpPr>
            <a:spLocks noGrp="1"/>
          </p:cNvSpPr>
          <p:nvPr>
            <p:ph idx="1"/>
          </p:nvPr>
        </p:nvSpPr>
        <p:spPr>
          <a:xfrm>
            <a:off x="926952" y="2300868"/>
            <a:ext cx="8044755" cy="2024589"/>
          </a:xfrm>
        </p:spPr>
        <p:txBody>
          <a:bodyPr>
            <a:normAutofit fontScale="92500"/>
          </a:bodyPr>
          <a:lstStyle/>
          <a:p>
            <a:r>
              <a:rPr lang="es-ES" dirty="0"/>
              <a:t>Permiten romper la secuencia normal de ejecución </a:t>
            </a:r>
            <a:r>
              <a:rPr lang="es-ES" dirty="0">
                <a:solidFill>
                  <a:schemeClr val="accent2"/>
                </a:solidFill>
              </a:rPr>
              <a:t>saltando a una dirección</a:t>
            </a:r>
            <a:r>
              <a:rPr lang="es-ES" dirty="0"/>
              <a:t>, pero </a:t>
            </a:r>
            <a:r>
              <a:rPr lang="es-ES" dirty="0">
                <a:solidFill>
                  <a:schemeClr val="accent2"/>
                </a:solidFill>
              </a:rPr>
              <a:t>guardando la dirección de retorno</a:t>
            </a:r>
          </a:p>
          <a:p>
            <a:pPr lvl="1"/>
            <a:r>
              <a:rPr lang="es-ES" dirty="0"/>
              <a:t>Utiliza </a:t>
            </a:r>
            <a:r>
              <a:rPr lang="es-ES" dirty="0">
                <a:solidFill>
                  <a:schemeClr val="accent2"/>
                </a:solidFill>
              </a:rPr>
              <a:t>direccionamiento relativo a base </a:t>
            </a:r>
            <a:r>
              <a:rPr lang="es-ES" dirty="0"/>
              <a:t>para indicar la dirección con que actualizar el PC</a:t>
            </a:r>
          </a:p>
          <a:p>
            <a:pPr lvl="2"/>
            <a:r>
              <a:rPr lang="es-ES" dirty="0"/>
              <a:t>Dicha dirección es la suma del </a:t>
            </a:r>
            <a:r>
              <a:rPr lang="es-ES" dirty="0">
                <a:solidFill>
                  <a:schemeClr val="accent2"/>
                </a:solidFill>
              </a:rPr>
              <a:t>contenido del registro </a:t>
            </a:r>
            <a:r>
              <a:rPr lang="es-ES" dirty="0"/>
              <a:t>y un desplazamiento corto</a:t>
            </a:r>
          </a:p>
          <a:p>
            <a:pPr lvl="2"/>
            <a:r>
              <a:rPr lang="es-ES" dirty="0"/>
              <a:t>El </a:t>
            </a:r>
            <a:r>
              <a:rPr lang="es-ES" dirty="0">
                <a:solidFill>
                  <a:schemeClr val="accent2"/>
                </a:solidFill>
              </a:rPr>
              <a:t>desplazamiento</a:t>
            </a:r>
            <a:r>
              <a:rPr lang="es-ES" dirty="0"/>
              <a:t> es una constante de 12 bits en C2 cuyo signo se extiende a 32 bits</a:t>
            </a:r>
          </a:p>
          <a:p>
            <a:pPr lvl="1"/>
            <a:r>
              <a:rPr lang="es-ES" dirty="0"/>
              <a:t>La </a:t>
            </a:r>
            <a:r>
              <a:rPr lang="es-ES" dirty="0">
                <a:solidFill>
                  <a:schemeClr val="accent2"/>
                </a:solidFill>
              </a:rPr>
              <a:t>dirección de la siguiente instrucción </a:t>
            </a:r>
            <a:r>
              <a:rPr lang="es-ES" dirty="0"/>
              <a:t>(retorno) se almacena en un </a:t>
            </a:r>
            <a:r>
              <a:rPr lang="es-ES" dirty="0">
                <a:solidFill>
                  <a:schemeClr val="accent2"/>
                </a:solidFill>
              </a:rPr>
              <a:t>registro</a:t>
            </a:r>
          </a:p>
        </p:txBody>
      </p:sp>
      <p:sp>
        <p:nvSpPr>
          <p:cNvPr id="6" name="CuadroTexto 5">
            <a:extLst>
              <a:ext uri="{FF2B5EF4-FFF2-40B4-BE49-F238E27FC236}">
                <a16:creationId xmlns:a16="http://schemas.microsoft.com/office/drawing/2014/main" id="{C2D10CA1-4CB6-DB7D-7A96-C06409BF7AA3}"/>
              </a:ext>
            </a:extLst>
          </p:cNvPr>
          <p:cNvSpPr txBox="1"/>
          <p:nvPr/>
        </p:nvSpPr>
        <p:spPr>
          <a:xfrm>
            <a:off x="1833985" y="4518459"/>
            <a:ext cx="2361175" cy="317331"/>
          </a:xfrm>
          <a:prstGeom prst="rect">
            <a:avLst/>
          </a:prstGeom>
          <a:noFill/>
        </p:spPr>
        <p:txBody>
          <a:bodyPr wrap="square">
            <a:spAutoFit/>
          </a:bodyPr>
          <a:lstStyle/>
          <a:p>
            <a:pPr marL="371292" lvl="1" defTabSz="371292" fontAlgn="auto">
              <a:spcBef>
                <a:spcPts val="0"/>
              </a:spcBef>
              <a:spcAft>
                <a:spcPts val="0"/>
              </a:spcAft>
            </a:pPr>
            <a:r>
              <a:rPr lang="es-ES" sz="1462" b="1" dirty="0" err="1">
                <a:solidFill>
                  <a:srgbClr val="2683C6"/>
                </a:solidFill>
                <a:latin typeface="Courier New" panose="02070309020205020404" pitchFamily="49" charset="0"/>
                <a:cs typeface="Courier New" panose="02070309020205020404" pitchFamily="49" charset="0"/>
              </a:rPr>
              <a:t>jalr</a:t>
            </a:r>
            <a:r>
              <a:rPr lang="es-ES" sz="1462" b="1" dirty="0">
                <a:solidFill>
                  <a:srgbClr val="E6E6E6">
                    <a:lumMod val="10000"/>
                  </a:srgbClr>
                </a:solidFill>
                <a:latin typeface="Courier New" panose="02070309020205020404" pitchFamily="49" charset="0"/>
                <a:cs typeface="Courier New" panose="02070309020205020404" pitchFamily="49" charset="0"/>
              </a:rPr>
              <a:t> x8, x2, -32</a:t>
            </a:r>
            <a:endParaRPr lang="es-ES" sz="1462" b="1" dirty="0">
              <a:solidFill>
                <a:srgbClr val="C00000"/>
              </a:solidFill>
              <a:latin typeface="Courier New" panose="02070309020205020404" pitchFamily="49" charset="0"/>
              <a:cs typeface="Courier New" panose="02070309020205020404" pitchFamily="49" charset="0"/>
            </a:endParaRPr>
          </a:p>
        </p:txBody>
      </p:sp>
      <p:graphicFrame>
        <p:nvGraphicFramePr>
          <p:cNvPr id="9" name="Tabla 8">
            <a:extLst>
              <a:ext uri="{FF2B5EF4-FFF2-40B4-BE49-F238E27FC236}">
                <a16:creationId xmlns:a16="http://schemas.microsoft.com/office/drawing/2014/main" id="{7BD0EAF5-5EEE-E0C4-C7D2-4C2FF1D47E72}"/>
              </a:ext>
            </a:extLst>
          </p:cNvPr>
          <p:cNvGraphicFramePr>
            <a:graphicFrameLocks noGrp="1"/>
          </p:cNvGraphicFramePr>
          <p:nvPr/>
        </p:nvGraphicFramePr>
        <p:xfrm>
          <a:off x="2452442" y="5237201"/>
          <a:ext cx="1853309" cy="1371600"/>
        </p:xfrm>
        <a:graphic>
          <a:graphicData uri="http://schemas.openxmlformats.org/drawingml/2006/table">
            <a:tbl>
              <a:tblPr firstRow="1" bandRow="1">
                <a:tableStyleId>{5C22544A-7EE6-4342-B048-85BDC9FD1C3A}</a:tableStyleId>
              </a:tblPr>
              <a:tblGrid>
                <a:gridCol w="581171">
                  <a:extLst>
                    <a:ext uri="{9D8B030D-6E8A-4147-A177-3AD203B41FA5}">
                      <a16:colId xmlns:a16="http://schemas.microsoft.com/office/drawing/2014/main" val="557343780"/>
                    </a:ext>
                  </a:extLst>
                </a:gridCol>
                <a:gridCol w="1272138">
                  <a:extLst>
                    <a:ext uri="{9D8B030D-6E8A-4147-A177-3AD203B41FA5}">
                      <a16:colId xmlns:a16="http://schemas.microsoft.com/office/drawing/2014/main" val="2056034146"/>
                    </a:ext>
                  </a:extLst>
                </a:gridCol>
              </a:tblGrid>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x0</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8521907"/>
                  </a:ext>
                </a:extLst>
              </a:tr>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x1</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rgbClr val="C00000"/>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895265554"/>
                  </a:ext>
                </a:extLst>
              </a:tr>
              <a:tr h="148519">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x2</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00" b="1" i="0" dirty="0">
                          <a:solidFill>
                            <a:srgbClr val="C00000"/>
                          </a:solidFill>
                          <a:latin typeface="Courier New" panose="02070309020205020404" pitchFamily="49" charset="0"/>
                          <a:cs typeface="Courier New" panose="02070309020205020404" pitchFamily="49" charset="0"/>
                        </a:rPr>
                        <a:t>0f700000</a:t>
                      </a: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738530634"/>
                  </a:ext>
                </a:extLst>
              </a:tr>
              <a:tr h="297037">
                <a:tc>
                  <a:txBody>
                    <a:bodyPr/>
                    <a:lstStyle/>
                    <a:p>
                      <a:pPr algn="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013613675"/>
                  </a:ext>
                </a:extLst>
              </a:tr>
              <a:tr h="148519">
                <a:tc>
                  <a:txBody>
                    <a:bodyPr/>
                    <a:lstStyle/>
                    <a:p>
                      <a:pPr algn="r"/>
                      <a:r>
                        <a:rPr lang="es-ES" sz="1000" b="1" i="0" dirty="0">
                          <a:solidFill>
                            <a:schemeClr val="accent5"/>
                          </a:solidFill>
                          <a:latin typeface="Courier New" panose="02070309020205020404" pitchFamily="49" charset="0"/>
                          <a:cs typeface="Courier New" panose="02070309020205020404" pitchFamily="49" charset="0"/>
                        </a:rPr>
                        <a:t>x8</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00" b="1" i="0" dirty="0">
                          <a:solidFill>
                            <a:srgbClr val="C00000"/>
                          </a:solidFill>
                          <a:latin typeface="Courier New" panose="02070309020205020404" pitchFamily="49" charset="0"/>
                          <a:cs typeface="Courier New" panose="02070309020205020404" pitchFamily="49" charset="0"/>
                        </a:rPr>
                        <a:t>XXXXXXXX</a:t>
                      </a: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1367793406"/>
                  </a:ext>
                </a:extLst>
              </a:tr>
              <a:tr h="297037">
                <a:tc>
                  <a:txBody>
                    <a:bodyPr/>
                    <a:lstStyle/>
                    <a:p>
                      <a:pPr algn="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noFill/>
                      <a:prstDash val="solid"/>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6350" cap="flat" cmpd="sng" algn="ctr">
                      <a:solidFill>
                        <a:schemeClr val="bg1">
                          <a:lumMod val="10000"/>
                        </a:schemeClr>
                      </a:solidFill>
                      <a:prstDash val="dash"/>
                      <a:round/>
                      <a:headEnd type="none" w="med" len="med"/>
                      <a:tailEnd type="none" w="med" len="med"/>
                    </a:lnL>
                    <a:lnR w="6350" cap="flat" cmpd="sng" algn="ctr">
                      <a:solidFill>
                        <a:schemeClr val="bg1">
                          <a:lumMod val="10000"/>
                        </a:schemeClr>
                      </a:solidFill>
                      <a:prstDash val="dash"/>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2470693166"/>
                  </a:ext>
                </a:extLst>
              </a:tr>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x31</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585267453"/>
                  </a:ext>
                </a:extLst>
              </a:tr>
            </a:tbl>
          </a:graphicData>
        </a:graphic>
      </p:graphicFrame>
      <p:sp>
        <p:nvSpPr>
          <p:cNvPr id="10" name="CuadroTexto 9">
            <a:extLst>
              <a:ext uri="{FF2B5EF4-FFF2-40B4-BE49-F238E27FC236}">
                <a16:creationId xmlns:a16="http://schemas.microsoft.com/office/drawing/2014/main" id="{71B1451B-A9DC-D786-A619-128E2A15AAE8}"/>
              </a:ext>
            </a:extLst>
          </p:cNvPr>
          <p:cNvSpPr txBox="1"/>
          <p:nvPr/>
        </p:nvSpPr>
        <p:spPr>
          <a:xfrm>
            <a:off x="3302046" y="6536438"/>
            <a:ext cx="767903" cy="292259"/>
          </a:xfrm>
          <a:prstGeom prst="rect">
            <a:avLst/>
          </a:prstGeom>
          <a:noFill/>
        </p:spPr>
        <p:txBody>
          <a:bodyPr wrap="none" rtlCol="0">
            <a:spAutoFit/>
          </a:bodyPr>
          <a:lstStyle/>
          <a:p>
            <a:pPr algn="l" defTabSz="371292" fontAlgn="auto">
              <a:spcBef>
                <a:spcPts val="0"/>
              </a:spcBef>
              <a:spcAft>
                <a:spcPts val="0"/>
              </a:spcAft>
            </a:pPr>
            <a:r>
              <a:rPr lang="es-ES" sz="1299" dirty="0">
                <a:solidFill>
                  <a:srgbClr val="E6E6E6">
                    <a:lumMod val="10000"/>
                  </a:srgbClr>
                </a:solidFill>
                <a:latin typeface="Tw Cen MT" panose="020B0602020104020603"/>
              </a:rPr>
              <a:t>Registros</a:t>
            </a:r>
            <a:endParaRPr lang="es-ES" sz="1462" dirty="0">
              <a:solidFill>
                <a:srgbClr val="E6E6E6">
                  <a:lumMod val="10000"/>
                </a:srgbClr>
              </a:solidFill>
              <a:latin typeface="Tw Cen MT" panose="020B0602020104020603"/>
            </a:endParaRPr>
          </a:p>
        </p:txBody>
      </p:sp>
      <p:sp>
        <p:nvSpPr>
          <p:cNvPr id="14" name="Rectángulo redondeado 13">
            <a:extLst>
              <a:ext uri="{FF2B5EF4-FFF2-40B4-BE49-F238E27FC236}">
                <a16:creationId xmlns:a16="http://schemas.microsoft.com/office/drawing/2014/main" id="{6DCC55AB-0919-CB33-4B7D-E6CF98E58DE7}"/>
              </a:ext>
            </a:extLst>
          </p:cNvPr>
          <p:cNvSpPr/>
          <p:nvPr/>
        </p:nvSpPr>
        <p:spPr>
          <a:xfrm>
            <a:off x="3227605" y="4552577"/>
            <a:ext cx="331535" cy="231701"/>
          </a:xfrm>
          <a:prstGeom prst="roundRect">
            <a:avLst>
              <a:gd name="adj" fmla="val 50000"/>
            </a:avLst>
          </a:prstGeom>
          <a:solidFill>
            <a:schemeClr val="accent1">
              <a:alpha val="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15" name="CuadroTexto 14">
            <a:extLst>
              <a:ext uri="{FF2B5EF4-FFF2-40B4-BE49-F238E27FC236}">
                <a16:creationId xmlns:a16="http://schemas.microsoft.com/office/drawing/2014/main" id="{4332A3DB-05C9-0C2A-D0B9-B26C4F89F3CA}"/>
              </a:ext>
            </a:extLst>
          </p:cNvPr>
          <p:cNvSpPr txBox="1"/>
          <p:nvPr/>
        </p:nvSpPr>
        <p:spPr>
          <a:xfrm>
            <a:off x="1449411" y="4282217"/>
            <a:ext cx="1124026"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1 operando destino</a:t>
            </a:r>
          </a:p>
        </p:txBody>
      </p:sp>
      <p:sp>
        <p:nvSpPr>
          <p:cNvPr id="16" name="CuadroTexto 15">
            <a:extLst>
              <a:ext uri="{FF2B5EF4-FFF2-40B4-BE49-F238E27FC236}">
                <a16:creationId xmlns:a16="http://schemas.microsoft.com/office/drawing/2014/main" id="{9397762F-E8D9-4E11-E658-F1E480734938}"/>
              </a:ext>
            </a:extLst>
          </p:cNvPr>
          <p:cNvSpPr txBox="1"/>
          <p:nvPr/>
        </p:nvSpPr>
        <p:spPr>
          <a:xfrm>
            <a:off x="4257016" y="4194657"/>
            <a:ext cx="1409360"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desplazamiento constante</a:t>
            </a:r>
          </a:p>
        </p:txBody>
      </p:sp>
      <p:sp>
        <p:nvSpPr>
          <p:cNvPr id="53" name="CuadroTexto 52">
            <a:extLst>
              <a:ext uri="{FF2B5EF4-FFF2-40B4-BE49-F238E27FC236}">
                <a16:creationId xmlns:a16="http://schemas.microsoft.com/office/drawing/2014/main" id="{66639076-8BDC-DF09-D413-292291DC7B4C}"/>
              </a:ext>
            </a:extLst>
          </p:cNvPr>
          <p:cNvSpPr txBox="1"/>
          <p:nvPr/>
        </p:nvSpPr>
        <p:spPr>
          <a:xfrm>
            <a:off x="4559882" y="4643400"/>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sp>
        <p:nvSpPr>
          <p:cNvPr id="55" name="CuadroTexto 54">
            <a:extLst>
              <a:ext uri="{FF2B5EF4-FFF2-40B4-BE49-F238E27FC236}">
                <a16:creationId xmlns:a16="http://schemas.microsoft.com/office/drawing/2014/main" id="{239E9B3A-250A-6602-71ED-D47C10CE7856}"/>
              </a:ext>
            </a:extLst>
          </p:cNvPr>
          <p:cNvSpPr txBox="1"/>
          <p:nvPr/>
        </p:nvSpPr>
        <p:spPr>
          <a:xfrm>
            <a:off x="4149783" y="4641042"/>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12</a:t>
            </a:r>
            <a:endParaRPr lang="es-ES" sz="1462" dirty="0">
              <a:solidFill>
                <a:srgbClr val="2683C6"/>
              </a:solidFill>
              <a:latin typeface="Tw Cen MT" panose="020B0602020104020603"/>
            </a:endParaRPr>
          </a:p>
        </p:txBody>
      </p:sp>
      <p:sp>
        <p:nvSpPr>
          <p:cNvPr id="5" name="Rectángulo redondeado 4">
            <a:extLst>
              <a:ext uri="{FF2B5EF4-FFF2-40B4-BE49-F238E27FC236}">
                <a16:creationId xmlns:a16="http://schemas.microsoft.com/office/drawing/2014/main" id="{6A946732-08C5-5F53-E935-DE95CAD2BDAC}"/>
              </a:ext>
            </a:extLst>
          </p:cNvPr>
          <p:cNvSpPr/>
          <p:nvPr/>
        </p:nvSpPr>
        <p:spPr>
          <a:xfrm>
            <a:off x="3728906" y="4550752"/>
            <a:ext cx="420877" cy="231701"/>
          </a:xfrm>
          <a:prstGeom prst="roundRect">
            <a:avLst>
              <a:gd name="adj" fmla="val 50000"/>
            </a:avLst>
          </a:prstGeom>
          <a:solidFill>
            <a:schemeClr val="accent1">
              <a:alpha val="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dirty="0">
              <a:solidFill>
                <a:srgbClr val="ECECEC"/>
              </a:solidFill>
              <a:latin typeface="Tw Cen MT" panose="020B0602020104020603"/>
            </a:endParaRPr>
          </a:p>
        </p:txBody>
      </p:sp>
      <p:sp>
        <p:nvSpPr>
          <p:cNvPr id="12" name="Forma libre 11">
            <a:extLst>
              <a:ext uri="{FF2B5EF4-FFF2-40B4-BE49-F238E27FC236}">
                <a16:creationId xmlns:a16="http://schemas.microsoft.com/office/drawing/2014/main" id="{E5764C47-9D12-DF6B-0F80-615287BC02E6}"/>
              </a:ext>
            </a:extLst>
          </p:cNvPr>
          <p:cNvSpPr/>
          <p:nvPr/>
        </p:nvSpPr>
        <p:spPr>
          <a:xfrm>
            <a:off x="2476580" y="4385252"/>
            <a:ext cx="469580" cy="167597"/>
          </a:xfrm>
          <a:custGeom>
            <a:avLst/>
            <a:gdLst>
              <a:gd name="connsiteX0" fmla="*/ 0 w 578223"/>
              <a:gd name="connsiteY0" fmla="*/ 18114 h 206373"/>
              <a:gd name="connsiteX1" fmla="*/ 403411 w 578223"/>
              <a:gd name="connsiteY1" fmla="*/ 18114 h 206373"/>
              <a:gd name="connsiteX2" fmla="*/ 578223 w 578223"/>
              <a:gd name="connsiteY2" fmla="*/ 206373 h 206373"/>
            </a:gdLst>
            <a:ahLst/>
            <a:cxnLst>
              <a:cxn ang="0">
                <a:pos x="connsiteX0" y="connsiteY0"/>
              </a:cxn>
              <a:cxn ang="0">
                <a:pos x="connsiteX1" y="connsiteY1"/>
              </a:cxn>
              <a:cxn ang="0">
                <a:pos x="connsiteX2" y="connsiteY2"/>
              </a:cxn>
            </a:cxnLst>
            <a:rect l="l" t="t" r="r" b="b"/>
            <a:pathLst>
              <a:path w="578223" h="206373">
                <a:moveTo>
                  <a:pt x="0" y="18114"/>
                </a:moveTo>
                <a:cubicBezTo>
                  <a:pt x="153520" y="2426"/>
                  <a:pt x="307041" y="-13262"/>
                  <a:pt x="403411" y="18114"/>
                </a:cubicBezTo>
                <a:cubicBezTo>
                  <a:pt x="499781" y="49490"/>
                  <a:pt x="539002" y="127931"/>
                  <a:pt x="578223" y="206373"/>
                </a:cubicBezTo>
              </a:path>
            </a:pathLst>
          </a:custGeom>
          <a:noFill/>
          <a:ln>
            <a:solidFill>
              <a:schemeClr val="accent5"/>
            </a:solidFill>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13" name="Forma libre 12">
            <a:extLst>
              <a:ext uri="{FF2B5EF4-FFF2-40B4-BE49-F238E27FC236}">
                <a16:creationId xmlns:a16="http://schemas.microsoft.com/office/drawing/2014/main" id="{9535DAE0-3910-3A56-AE63-208ED59AF1C7}"/>
              </a:ext>
            </a:extLst>
          </p:cNvPr>
          <p:cNvSpPr/>
          <p:nvPr/>
        </p:nvSpPr>
        <p:spPr>
          <a:xfrm>
            <a:off x="3958671" y="4312598"/>
            <a:ext cx="349456" cy="229331"/>
          </a:xfrm>
          <a:custGeom>
            <a:avLst/>
            <a:gdLst>
              <a:gd name="connsiteX0" fmla="*/ 430306 w 430306"/>
              <a:gd name="connsiteY0" fmla="*/ 0 h 282389"/>
              <a:gd name="connsiteX1" fmla="*/ 87406 w 430306"/>
              <a:gd name="connsiteY1" fmla="*/ 47065 h 282389"/>
              <a:gd name="connsiteX2" fmla="*/ 0 w 430306"/>
              <a:gd name="connsiteY2" fmla="*/ 282389 h 282389"/>
            </a:gdLst>
            <a:ahLst/>
            <a:cxnLst>
              <a:cxn ang="0">
                <a:pos x="connsiteX0" y="connsiteY0"/>
              </a:cxn>
              <a:cxn ang="0">
                <a:pos x="connsiteX1" y="connsiteY1"/>
              </a:cxn>
              <a:cxn ang="0">
                <a:pos x="connsiteX2" y="connsiteY2"/>
              </a:cxn>
            </a:cxnLst>
            <a:rect l="l" t="t" r="r" b="b"/>
            <a:pathLst>
              <a:path w="430306" h="282389">
                <a:moveTo>
                  <a:pt x="430306" y="0"/>
                </a:moveTo>
                <a:cubicBezTo>
                  <a:pt x="294715" y="0"/>
                  <a:pt x="159124" y="0"/>
                  <a:pt x="87406" y="47065"/>
                </a:cubicBezTo>
                <a:cubicBezTo>
                  <a:pt x="15688" y="94130"/>
                  <a:pt x="7844" y="188259"/>
                  <a:pt x="0" y="282389"/>
                </a:cubicBezTo>
              </a:path>
            </a:pathLst>
          </a:custGeom>
          <a:noFill/>
          <a:ln>
            <a:solidFill>
              <a:schemeClr val="accent5"/>
            </a:solidFill>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cxnSp>
        <p:nvCxnSpPr>
          <p:cNvPr id="19" name="Conector recto de flecha 18">
            <a:extLst>
              <a:ext uri="{FF2B5EF4-FFF2-40B4-BE49-F238E27FC236}">
                <a16:creationId xmlns:a16="http://schemas.microsoft.com/office/drawing/2014/main" id="{8C0F2CB8-8451-02E4-686D-A0ACA4948061}"/>
              </a:ext>
            </a:extLst>
          </p:cNvPr>
          <p:cNvCxnSpPr>
            <a:cxnSpLocks/>
            <a:stCxn id="5" idx="3"/>
          </p:cNvCxnSpPr>
          <p:nvPr/>
        </p:nvCxnSpPr>
        <p:spPr>
          <a:xfrm>
            <a:off x="4149783" y="4666602"/>
            <a:ext cx="360955" cy="0"/>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6" name="Forma libre 55">
            <a:extLst>
              <a:ext uri="{FF2B5EF4-FFF2-40B4-BE49-F238E27FC236}">
                <a16:creationId xmlns:a16="http://schemas.microsoft.com/office/drawing/2014/main" id="{E05D6F0B-BD7F-E41D-30ED-FF2311D6A1AA}"/>
              </a:ext>
            </a:extLst>
          </p:cNvPr>
          <p:cNvSpPr/>
          <p:nvPr/>
        </p:nvSpPr>
        <p:spPr>
          <a:xfrm rot="16200000">
            <a:off x="4262155" y="4616371"/>
            <a:ext cx="414979" cy="180188"/>
          </a:xfrm>
          <a:custGeom>
            <a:avLst/>
            <a:gdLst>
              <a:gd name="connsiteX0" fmla="*/ 295836 w 510989"/>
              <a:gd name="connsiteY0" fmla="*/ 0 h 221877"/>
              <a:gd name="connsiteX1" fmla="*/ 510989 w 510989"/>
              <a:gd name="connsiteY1" fmla="*/ 0 h 221877"/>
              <a:gd name="connsiteX2" fmla="*/ 510989 w 510989"/>
              <a:gd name="connsiteY2" fmla="*/ 221877 h 221877"/>
              <a:gd name="connsiteX3" fmla="*/ 0 w 510989"/>
              <a:gd name="connsiteY3" fmla="*/ 221877 h 221877"/>
              <a:gd name="connsiteX4" fmla="*/ 221877 w 510989"/>
              <a:gd name="connsiteY4" fmla="*/ 0 h 221877"/>
              <a:gd name="connsiteX5" fmla="*/ 295836 w 510989"/>
              <a:gd name="connsiteY5" fmla="*/ 0 h 221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0989" h="221877">
                <a:moveTo>
                  <a:pt x="295836" y="0"/>
                </a:moveTo>
                <a:lnTo>
                  <a:pt x="510989" y="0"/>
                </a:lnTo>
                <a:lnTo>
                  <a:pt x="510989" y="221877"/>
                </a:lnTo>
                <a:lnTo>
                  <a:pt x="0" y="221877"/>
                </a:lnTo>
                <a:lnTo>
                  <a:pt x="221877" y="0"/>
                </a:lnTo>
                <a:lnTo>
                  <a:pt x="295836" y="0"/>
                </a:lnTo>
                <a:close/>
              </a:path>
            </a:pathLst>
          </a:cu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defTabSz="371292" fontAlgn="auto">
              <a:spcBef>
                <a:spcPts val="0"/>
              </a:spcBef>
              <a:spcAft>
                <a:spcPts val="0"/>
              </a:spcAft>
            </a:pPr>
            <a:r>
              <a:rPr lang="es-ES" sz="975" i="1" dirty="0" err="1">
                <a:solidFill>
                  <a:srgbClr val="2683C6"/>
                </a:solidFill>
                <a:latin typeface="Tw Cen MT" panose="020B0602020104020603"/>
              </a:rPr>
              <a:t>sExt</a:t>
            </a:r>
            <a:endParaRPr lang="es-ES" sz="975" i="1" dirty="0">
              <a:solidFill>
                <a:srgbClr val="2683C6"/>
              </a:solidFill>
              <a:latin typeface="Tw Cen MT" panose="020B0602020104020603"/>
            </a:endParaRPr>
          </a:p>
        </p:txBody>
      </p:sp>
      <p:cxnSp>
        <p:nvCxnSpPr>
          <p:cNvPr id="18" name="Conector recto 17">
            <a:extLst>
              <a:ext uri="{FF2B5EF4-FFF2-40B4-BE49-F238E27FC236}">
                <a16:creationId xmlns:a16="http://schemas.microsoft.com/office/drawing/2014/main" id="{A82834C9-BC66-6710-667B-475DF3E3CA11}"/>
              </a:ext>
            </a:extLst>
          </p:cNvPr>
          <p:cNvCxnSpPr>
            <a:cxnSpLocks/>
          </p:cNvCxnSpPr>
          <p:nvPr/>
        </p:nvCxnSpPr>
        <p:spPr>
          <a:xfrm flipH="1">
            <a:off x="4191319" y="4622610"/>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DF3CB730-FE4C-DED9-A22E-40B2296C25AD}"/>
              </a:ext>
            </a:extLst>
          </p:cNvPr>
          <p:cNvCxnSpPr>
            <a:cxnSpLocks/>
          </p:cNvCxnSpPr>
          <p:nvPr/>
        </p:nvCxnSpPr>
        <p:spPr>
          <a:xfrm flipH="1">
            <a:off x="4610145" y="4622610"/>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34" name="Tabla 33">
            <a:extLst>
              <a:ext uri="{FF2B5EF4-FFF2-40B4-BE49-F238E27FC236}">
                <a16:creationId xmlns:a16="http://schemas.microsoft.com/office/drawing/2014/main" id="{ECB921E5-46A6-D116-1CDF-C0955ED0F6FB}"/>
              </a:ext>
            </a:extLst>
          </p:cNvPr>
          <p:cNvGraphicFramePr>
            <a:graphicFrameLocks noGrp="1"/>
          </p:cNvGraphicFramePr>
          <p:nvPr/>
        </p:nvGraphicFramePr>
        <p:xfrm>
          <a:off x="4775217" y="5746920"/>
          <a:ext cx="1853309" cy="152400"/>
        </p:xfrm>
        <a:graphic>
          <a:graphicData uri="http://schemas.openxmlformats.org/drawingml/2006/table">
            <a:tbl>
              <a:tblPr firstRow="1" bandRow="1">
                <a:tableStyleId>{5C22544A-7EE6-4342-B048-85BDC9FD1C3A}</a:tableStyleId>
              </a:tblPr>
              <a:tblGrid>
                <a:gridCol w="581171">
                  <a:extLst>
                    <a:ext uri="{9D8B030D-6E8A-4147-A177-3AD203B41FA5}">
                      <a16:colId xmlns:a16="http://schemas.microsoft.com/office/drawing/2014/main" val="557343780"/>
                    </a:ext>
                  </a:extLst>
                </a:gridCol>
                <a:gridCol w="1272138">
                  <a:extLst>
                    <a:ext uri="{9D8B030D-6E8A-4147-A177-3AD203B41FA5}">
                      <a16:colId xmlns:a16="http://schemas.microsoft.com/office/drawing/2014/main" val="2056034146"/>
                    </a:ext>
                  </a:extLst>
                </a:gridCol>
              </a:tblGrid>
              <a:tr h="148519">
                <a:tc>
                  <a:txBody>
                    <a:bodyPr/>
                    <a:lstStyle/>
                    <a:p>
                      <a:pPr algn="r"/>
                      <a:r>
                        <a:rPr lang="es-ES" sz="1000" b="1" i="0" dirty="0">
                          <a:solidFill>
                            <a:schemeClr val="bg1">
                              <a:lumMod val="10000"/>
                            </a:schemeClr>
                          </a:solidFill>
                          <a:latin typeface="Courier New" panose="02070309020205020404" pitchFamily="49" charset="0"/>
                          <a:cs typeface="Courier New" panose="02070309020205020404" pitchFamily="49" charset="0"/>
                        </a:rPr>
                        <a:t>PC</a:t>
                      </a:r>
                    </a:p>
                  </a:txBody>
                  <a:tcPr marL="74259" marR="74259" marT="0" marB="0">
                    <a:lnL w="12700" cap="flat" cmpd="sng" algn="ctr">
                      <a:no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es-ES" sz="10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0" marB="0">
                    <a:lnL w="12700" cap="flat" cmpd="sng" algn="ctr">
                      <a:solidFill>
                        <a:schemeClr val="bg1">
                          <a:lumMod val="10000"/>
                        </a:schemeClr>
                      </a:solidFill>
                      <a:prstDash val="solid"/>
                      <a:round/>
                      <a:headEnd type="none" w="med" len="med"/>
                      <a:tailEnd type="none" w="med" len="med"/>
                    </a:lnL>
                    <a:lnR w="12700" cap="flat" cmpd="sng" algn="ctr">
                      <a:solidFill>
                        <a:schemeClr val="bg1">
                          <a:lumMod val="10000"/>
                        </a:schemeClr>
                      </a:solidFill>
                      <a:prstDash val="solid"/>
                      <a:round/>
                      <a:headEnd type="none" w="med" len="med"/>
                      <a:tailEnd type="none" w="med" len="med"/>
                    </a:lnR>
                    <a:lnT w="12700" cap="flat" cmpd="sng" algn="ctr">
                      <a:solidFill>
                        <a:schemeClr val="bg1">
                          <a:lumMod val="10000"/>
                        </a:schemeClr>
                      </a:solidFill>
                      <a:prstDash val="solid"/>
                      <a:round/>
                      <a:headEnd type="none" w="med" len="med"/>
                      <a:tailEnd type="none" w="med" len="med"/>
                    </a:lnT>
                    <a:lnB w="12700" cap="flat" cmpd="sng" algn="ctr">
                      <a:solidFill>
                        <a:schemeClr val="bg1">
                          <a:lumMod val="10000"/>
                        </a:schemeClr>
                      </a:solidFill>
                      <a:prstDash val="solid"/>
                      <a:round/>
                      <a:headEnd type="none" w="med" len="med"/>
                      <a:tailEnd type="none" w="med" len="med"/>
                    </a:lnB>
                    <a:noFill/>
                  </a:tcPr>
                </a:tc>
                <a:extLst>
                  <a:ext uri="{0D108BD9-81ED-4DB2-BD59-A6C34878D82A}">
                    <a16:rowId xmlns:a16="http://schemas.microsoft.com/office/drawing/2014/main" val="3585267453"/>
                  </a:ext>
                </a:extLst>
              </a:tr>
            </a:tbl>
          </a:graphicData>
        </a:graphic>
      </p:graphicFrame>
      <p:cxnSp>
        <p:nvCxnSpPr>
          <p:cNvPr id="17" name="Conector recto de flecha 16">
            <a:extLst>
              <a:ext uri="{FF2B5EF4-FFF2-40B4-BE49-F238E27FC236}">
                <a16:creationId xmlns:a16="http://schemas.microsoft.com/office/drawing/2014/main" id="{8AEEDF85-EADF-C4C8-2DD8-4E786195E21E}"/>
              </a:ext>
            </a:extLst>
          </p:cNvPr>
          <p:cNvCxnSpPr>
            <a:cxnSpLocks/>
            <a:stCxn id="68" idx="2"/>
          </p:cNvCxnSpPr>
          <p:nvPr/>
        </p:nvCxnSpPr>
        <p:spPr>
          <a:xfrm flipH="1">
            <a:off x="4308127" y="6048553"/>
            <a:ext cx="350505" cy="0"/>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 name="Rectángulo redondeado 3">
            <a:extLst>
              <a:ext uri="{FF2B5EF4-FFF2-40B4-BE49-F238E27FC236}">
                <a16:creationId xmlns:a16="http://schemas.microsoft.com/office/drawing/2014/main" id="{8F52062D-A985-2FCA-D555-6E0D4C16CED9}"/>
              </a:ext>
            </a:extLst>
          </p:cNvPr>
          <p:cNvSpPr/>
          <p:nvPr/>
        </p:nvSpPr>
        <p:spPr>
          <a:xfrm>
            <a:off x="2795649" y="4553394"/>
            <a:ext cx="331535" cy="231701"/>
          </a:xfrm>
          <a:prstGeom prst="roundRect">
            <a:avLst>
              <a:gd name="adj" fmla="val 50000"/>
            </a:avLst>
          </a:prstGeom>
          <a:solidFill>
            <a:schemeClr val="accent1">
              <a:alpha val="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7" name="CuadroTexto 6">
            <a:extLst>
              <a:ext uri="{FF2B5EF4-FFF2-40B4-BE49-F238E27FC236}">
                <a16:creationId xmlns:a16="http://schemas.microsoft.com/office/drawing/2014/main" id="{AE195D47-4833-C008-A21C-0DE6020F3520}"/>
              </a:ext>
            </a:extLst>
          </p:cNvPr>
          <p:cNvSpPr txBox="1"/>
          <p:nvPr/>
        </p:nvSpPr>
        <p:spPr>
          <a:xfrm>
            <a:off x="2894004" y="4174552"/>
            <a:ext cx="813043" cy="242374"/>
          </a:xfrm>
          <a:prstGeom prst="rect">
            <a:avLst/>
          </a:prstGeom>
          <a:noFill/>
        </p:spPr>
        <p:txBody>
          <a:bodyPr wrap="none" rtlCol="0">
            <a:spAutoFit/>
          </a:bodyPr>
          <a:lstStyle/>
          <a:p>
            <a:pPr algn="l" defTabSz="371292" fontAlgn="auto">
              <a:spcBef>
                <a:spcPts val="0"/>
              </a:spcBef>
              <a:spcAft>
                <a:spcPts val="0"/>
              </a:spcAft>
            </a:pPr>
            <a:r>
              <a:rPr lang="es-ES" sz="975" i="1" dirty="0">
                <a:solidFill>
                  <a:srgbClr val="E6E6E6">
                    <a:lumMod val="10000"/>
                  </a:srgbClr>
                </a:solidFill>
                <a:latin typeface="Tw Cen MT" panose="020B0602020104020603"/>
              </a:rPr>
              <a:t>registro base</a:t>
            </a:r>
          </a:p>
        </p:txBody>
      </p:sp>
      <p:sp>
        <p:nvSpPr>
          <p:cNvPr id="11" name="Forma libre 10">
            <a:extLst>
              <a:ext uri="{FF2B5EF4-FFF2-40B4-BE49-F238E27FC236}">
                <a16:creationId xmlns:a16="http://schemas.microsoft.com/office/drawing/2014/main" id="{E8172AAD-F605-4620-5228-E5111118C0DD}"/>
              </a:ext>
            </a:extLst>
          </p:cNvPr>
          <p:cNvSpPr/>
          <p:nvPr/>
        </p:nvSpPr>
        <p:spPr>
          <a:xfrm>
            <a:off x="3412977" y="4349265"/>
            <a:ext cx="47180" cy="201631"/>
          </a:xfrm>
          <a:custGeom>
            <a:avLst/>
            <a:gdLst>
              <a:gd name="connsiteX0" fmla="*/ 0 w 58096"/>
              <a:gd name="connsiteY0" fmla="*/ 0 h 248281"/>
              <a:gd name="connsiteX1" fmla="*/ 54500 w 58096"/>
              <a:gd name="connsiteY1" fmla="*/ 139280 h 248281"/>
              <a:gd name="connsiteX2" fmla="*/ 48445 w 58096"/>
              <a:gd name="connsiteY2" fmla="*/ 248281 h 248281"/>
            </a:gdLst>
            <a:ahLst/>
            <a:cxnLst>
              <a:cxn ang="0">
                <a:pos x="connsiteX0" y="connsiteY0"/>
              </a:cxn>
              <a:cxn ang="0">
                <a:pos x="connsiteX1" y="connsiteY1"/>
              </a:cxn>
              <a:cxn ang="0">
                <a:pos x="connsiteX2" y="connsiteY2"/>
              </a:cxn>
            </a:cxnLst>
            <a:rect l="l" t="t" r="r" b="b"/>
            <a:pathLst>
              <a:path w="58096" h="248281">
                <a:moveTo>
                  <a:pt x="0" y="0"/>
                </a:moveTo>
                <a:cubicBezTo>
                  <a:pt x="23213" y="48950"/>
                  <a:pt x="46426" y="97900"/>
                  <a:pt x="54500" y="139280"/>
                </a:cubicBezTo>
                <a:cubicBezTo>
                  <a:pt x="62574" y="180660"/>
                  <a:pt x="55509" y="214470"/>
                  <a:pt x="48445" y="248281"/>
                </a:cubicBezTo>
              </a:path>
            </a:pathLst>
          </a:custGeom>
          <a:noFill/>
          <a:ln>
            <a:solidFill>
              <a:schemeClr val="accent5"/>
            </a:solidFill>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22" name="Elipse 21">
            <a:extLst>
              <a:ext uri="{FF2B5EF4-FFF2-40B4-BE49-F238E27FC236}">
                <a16:creationId xmlns:a16="http://schemas.microsoft.com/office/drawing/2014/main" id="{01246FEA-EBDF-B721-9885-FA99581965CA}"/>
              </a:ext>
            </a:extLst>
          </p:cNvPr>
          <p:cNvSpPr/>
          <p:nvPr/>
        </p:nvSpPr>
        <p:spPr>
          <a:xfrm>
            <a:off x="4659171" y="5489559"/>
            <a:ext cx="238876" cy="218104"/>
          </a:xfrm>
          <a:prstGeom prst="ellipse">
            <a:avLst/>
          </a:prstGeom>
          <a:solidFill>
            <a:schemeClr val="accent1">
              <a:alpha val="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r>
              <a:rPr lang="es-ES" sz="1462" dirty="0">
                <a:solidFill>
                  <a:srgbClr val="2683C6"/>
                </a:solidFill>
                <a:latin typeface="Tw Cen MT" panose="020B0602020104020603"/>
              </a:rPr>
              <a:t>+</a:t>
            </a:r>
          </a:p>
        </p:txBody>
      </p:sp>
      <p:cxnSp>
        <p:nvCxnSpPr>
          <p:cNvPr id="25" name="Conector recto 24">
            <a:extLst>
              <a:ext uri="{FF2B5EF4-FFF2-40B4-BE49-F238E27FC236}">
                <a16:creationId xmlns:a16="http://schemas.microsoft.com/office/drawing/2014/main" id="{993E8FDA-FB24-8097-5E15-6CFF8BD9F410}"/>
              </a:ext>
            </a:extLst>
          </p:cNvPr>
          <p:cNvCxnSpPr>
            <a:cxnSpLocks/>
          </p:cNvCxnSpPr>
          <p:nvPr/>
        </p:nvCxnSpPr>
        <p:spPr>
          <a:xfrm flipH="1">
            <a:off x="4434294" y="5552890"/>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30DA6476-FC44-8CEA-9D58-5FAA5A2A95B5}"/>
              </a:ext>
            </a:extLst>
          </p:cNvPr>
          <p:cNvCxnSpPr>
            <a:cxnSpLocks/>
          </p:cNvCxnSpPr>
          <p:nvPr/>
        </p:nvCxnSpPr>
        <p:spPr>
          <a:xfrm flipH="1">
            <a:off x="4448856" y="5998815"/>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8" name="CuadroTexto 27">
            <a:extLst>
              <a:ext uri="{FF2B5EF4-FFF2-40B4-BE49-F238E27FC236}">
                <a16:creationId xmlns:a16="http://schemas.microsoft.com/office/drawing/2014/main" id="{14881A6E-B94D-75B6-45F1-A609C96ADDFC}"/>
              </a:ext>
            </a:extLst>
          </p:cNvPr>
          <p:cNvSpPr txBox="1"/>
          <p:nvPr/>
        </p:nvSpPr>
        <p:spPr>
          <a:xfrm>
            <a:off x="4404933" y="5557622"/>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sp>
        <p:nvSpPr>
          <p:cNvPr id="29" name="CuadroTexto 28">
            <a:extLst>
              <a:ext uri="{FF2B5EF4-FFF2-40B4-BE49-F238E27FC236}">
                <a16:creationId xmlns:a16="http://schemas.microsoft.com/office/drawing/2014/main" id="{0D3091CF-A587-D1C9-B7F9-F5F5274BE5E9}"/>
              </a:ext>
            </a:extLst>
          </p:cNvPr>
          <p:cNvSpPr txBox="1"/>
          <p:nvPr/>
        </p:nvSpPr>
        <p:spPr>
          <a:xfrm>
            <a:off x="4407331" y="6013865"/>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cxnSp>
        <p:nvCxnSpPr>
          <p:cNvPr id="36" name="Conector recto de flecha 35">
            <a:extLst>
              <a:ext uri="{FF2B5EF4-FFF2-40B4-BE49-F238E27FC236}">
                <a16:creationId xmlns:a16="http://schemas.microsoft.com/office/drawing/2014/main" id="{20D81845-16D0-6F48-EE38-E06A2261B3F1}"/>
              </a:ext>
            </a:extLst>
          </p:cNvPr>
          <p:cNvCxnSpPr>
            <a:cxnSpLocks/>
            <a:endCxn id="22" idx="2"/>
          </p:cNvCxnSpPr>
          <p:nvPr/>
        </p:nvCxnSpPr>
        <p:spPr>
          <a:xfrm flipV="1">
            <a:off x="4302696" y="5598612"/>
            <a:ext cx="356475" cy="5527"/>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ector recto 36">
            <a:extLst>
              <a:ext uri="{FF2B5EF4-FFF2-40B4-BE49-F238E27FC236}">
                <a16:creationId xmlns:a16="http://schemas.microsoft.com/office/drawing/2014/main" id="{F81F3968-B1E2-4D37-F40D-734406028DE4}"/>
              </a:ext>
            </a:extLst>
          </p:cNvPr>
          <p:cNvCxnSpPr>
            <a:cxnSpLocks/>
          </p:cNvCxnSpPr>
          <p:nvPr/>
        </p:nvCxnSpPr>
        <p:spPr>
          <a:xfrm flipH="1">
            <a:off x="5033105" y="5551066"/>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CuadroTexto 37">
            <a:extLst>
              <a:ext uri="{FF2B5EF4-FFF2-40B4-BE49-F238E27FC236}">
                <a16:creationId xmlns:a16="http://schemas.microsoft.com/office/drawing/2014/main" id="{3841BD42-CEC6-248C-04F3-F7014D116E6B}"/>
              </a:ext>
            </a:extLst>
          </p:cNvPr>
          <p:cNvSpPr txBox="1"/>
          <p:nvPr/>
        </p:nvSpPr>
        <p:spPr>
          <a:xfrm>
            <a:off x="5003744" y="5555798"/>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sp>
        <p:nvSpPr>
          <p:cNvPr id="41" name="Forma libre 40">
            <a:extLst>
              <a:ext uri="{FF2B5EF4-FFF2-40B4-BE49-F238E27FC236}">
                <a16:creationId xmlns:a16="http://schemas.microsoft.com/office/drawing/2014/main" id="{020AE7B0-D7DE-5B4B-1DC6-7173782AEF0D}"/>
              </a:ext>
            </a:extLst>
          </p:cNvPr>
          <p:cNvSpPr/>
          <p:nvPr/>
        </p:nvSpPr>
        <p:spPr>
          <a:xfrm>
            <a:off x="4563749" y="4668923"/>
            <a:ext cx="211467" cy="821278"/>
          </a:xfrm>
          <a:custGeom>
            <a:avLst/>
            <a:gdLst>
              <a:gd name="connsiteX0" fmla="*/ 0 w 260392"/>
              <a:gd name="connsiteY0" fmla="*/ 0 h 1011290"/>
              <a:gd name="connsiteX1" fmla="*/ 260392 w 260392"/>
              <a:gd name="connsiteY1" fmla="*/ 0 h 1011290"/>
              <a:gd name="connsiteX2" fmla="*/ 260392 w 260392"/>
              <a:gd name="connsiteY2" fmla="*/ 72668 h 1011290"/>
              <a:gd name="connsiteX3" fmla="*/ 260392 w 260392"/>
              <a:gd name="connsiteY3" fmla="*/ 1011290 h 1011290"/>
            </a:gdLst>
            <a:ahLst/>
            <a:cxnLst>
              <a:cxn ang="0">
                <a:pos x="connsiteX0" y="connsiteY0"/>
              </a:cxn>
              <a:cxn ang="0">
                <a:pos x="connsiteX1" y="connsiteY1"/>
              </a:cxn>
              <a:cxn ang="0">
                <a:pos x="connsiteX2" y="connsiteY2"/>
              </a:cxn>
              <a:cxn ang="0">
                <a:pos x="connsiteX3" y="connsiteY3"/>
              </a:cxn>
            </a:cxnLst>
            <a:rect l="l" t="t" r="r" b="b"/>
            <a:pathLst>
              <a:path w="260392" h="1011290">
                <a:moveTo>
                  <a:pt x="0" y="0"/>
                </a:moveTo>
                <a:lnTo>
                  <a:pt x="260392" y="0"/>
                </a:lnTo>
                <a:lnTo>
                  <a:pt x="260392" y="72668"/>
                </a:lnTo>
                <a:lnTo>
                  <a:pt x="260392" y="1011290"/>
                </a:lnTo>
              </a:path>
            </a:pathLst>
          </a:custGeom>
          <a:noFill/>
          <a:ln>
            <a:solidFill>
              <a:schemeClr val="accent2"/>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45" name="Forma libre 44">
            <a:extLst>
              <a:ext uri="{FF2B5EF4-FFF2-40B4-BE49-F238E27FC236}">
                <a16:creationId xmlns:a16="http://schemas.microsoft.com/office/drawing/2014/main" id="{37905147-0107-5868-BF55-1F24F9BC6055}"/>
              </a:ext>
            </a:extLst>
          </p:cNvPr>
          <p:cNvSpPr/>
          <p:nvPr/>
        </p:nvSpPr>
        <p:spPr>
          <a:xfrm>
            <a:off x="4897231" y="5600002"/>
            <a:ext cx="1087194" cy="150460"/>
          </a:xfrm>
          <a:custGeom>
            <a:avLst/>
            <a:gdLst>
              <a:gd name="connsiteX0" fmla="*/ 0 w 1338729"/>
              <a:gd name="connsiteY0" fmla="*/ 0 h 185271"/>
              <a:gd name="connsiteX1" fmla="*/ 1338729 w 1338729"/>
              <a:gd name="connsiteY1" fmla="*/ 0 h 185271"/>
              <a:gd name="connsiteX2" fmla="*/ 1338729 w 1338729"/>
              <a:gd name="connsiteY2" fmla="*/ 185271 h 185271"/>
              <a:gd name="connsiteX3" fmla="*/ 1338729 w 1338729"/>
              <a:gd name="connsiteY3" fmla="*/ 185271 h 185271"/>
            </a:gdLst>
            <a:ahLst/>
            <a:cxnLst>
              <a:cxn ang="0">
                <a:pos x="connsiteX0" y="connsiteY0"/>
              </a:cxn>
              <a:cxn ang="0">
                <a:pos x="connsiteX1" y="connsiteY1"/>
              </a:cxn>
              <a:cxn ang="0">
                <a:pos x="connsiteX2" y="connsiteY2"/>
              </a:cxn>
              <a:cxn ang="0">
                <a:pos x="connsiteX3" y="connsiteY3"/>
              </a:cxn>
            </a:cxnLst>
            <a:rect l="l" t="t" r="r" b="b"/>
            <a:pathLst>
              <a:path w="1338729" h="185271">
                <a:moveTo>
                  <a:pt x="0" y="0"/>
                </a:moveTo>
                <a:lnTo>
                  <a:pt x="1338729" y="0"/>
                </a:lnTo>
                <a:lnTo>
                  <a:pt x="1338729" y="185271"/>
                </a:lnTo>
                <a:lnTo>
                  <a:pt x="1338729" y="185271"/>
                </a:lnTo>
              </a:path>
            </a:pathLst>
          </a:custGeom>
          <a:noFill/>
          <a:ln>
            <a:solidFill>
              <a:schemeClr val="accent2"/>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46" name="Forma libre 45">
            <a:extLst>
              <a:ext uri="{FF2B5EF4-FFF2-40B4-BE49-F238E27FC236}">
                <a16:creationId xmlns:a16="http://schemas.microsoft.com/office/drawing/2014/main" id="{D9CE1A16-4B22-1EF3-B846-BA0A078E0E69}"/>
              </a:ext>
            </a:extLst>
          </p:cNvPr>
          <p:cNvSpPr/>
          <p:nvPr/>
        </p:nvSpPr>
        <p:spPr>
          <a:xfrm flipV="1">
            <a:off x="4899659" y="5898494"/>
            <a:ext cx="1087194" cy="150460"/>
          </a:xfrm>
          <a:custGeom>
            <a:avLst/>
            <a:gdLst>
              <a:gd name="connsiteX0" fmla="*/ 0 w 1338729"/>
              <a:gd name="connsiteY0" fmla="*/ 0 h 185271"/>
              <a:gd name="connsiteX1" fmla="*/ 1338729 w 1338729"/>
              <a:gd name="connsiteY1" fmla="*/ 0 h 185271"/>
              <a:gd name="connsiteX2" fmla="*/ 1338729 w 1338729"/>
              <a:gd name="connsiteY2" fmla="*/ 185271 h 185271"/>
              <a:gd name="connsiteX3" fmla="*/ 1338729 w 1338729"/>
              <a:gd name="connsiteY3" fmla="*/ 185271 h 185271"/>
            </a:gdLst>
            <a:ahLst/>
            <a:cxnLst>
              <a:cxn ang="0">
                <a:pos x="connsiteX0" y="connsiteY0"/>
              </a:cxn>
              <a:cxn ang="0">
                <a:pos x="connsiteX1" y="connsiteY1"/>
              </a:cxn>
              <a:cxn ang="0">
                <a:pos x="connsiteX2" y="connsiteY2"/>
              </a:cxn>
              <a:cxn ang="0">
                <a:pos x="connsiteX3" y="connsiteY3"/>
              </a:cxn>
            </a:cxnLst>
            <a:rect l="l" t="t" r="r" b="b"/>
            <a:pathLst>
              <a:path w="1338729" h="185271">
                <a:moveTo>
                  <a:pt x="0" y="0"/>
                </a:moveTo>
                <a:lnTo>
                  <a:pt x="1338729" y="0"/>
                </a:lnTo>
                <a:lnTo>
                  <a:pt x="1338729" y="185271"/>
                </a:lnTo>
                <a:lnTo>
                  <a:pt x="1338729" y="185271"/>
                </a:lnTo>
              </a:path>
            </a:pathLst>
          </a:custGeom>
          <a:noFill/>
          <a:ln>
            <a:solidFill>
              <a:schemeClr val="accent2"/>
            </a:solidFill>
            <a:headEnd type="triangle"/>
            <a:tailEnd type="non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371292" fontAlgn="auto">
              <a:spcBef>
                <a:spcPts val="0"/>
              </a:spcBef>
              <a:spcAft>
                <a:spcPts val="0"/>
              </a:spcAft>
            </a:pPr>
            <a:endParaRPr lang="es-ES" sz="1462">
              <a:solidFill>
                <a:srgbClr val="ECECEC"/>
              </a:solidFill>
              <a:latin typeface="Tw Cen MT" panose="020B0602020104020603"/>
            </a:endParaRPr>
          </a:p>
        </p:txBody>
      </p:sp>
      <p:sp>
        <p:nvSpPr>
          <p:cNvPr id="68" name="Elipse 67">
            <a:extLst>
              <a:ext uri="{FF2B5EF4-FFF2-40B4-BE49-F238E27FC236}">
                <a16:creationId xmlns:a16="http://schemas.microsoft.com/office/drawing/2014/main" id="{A2A9B4F0-B23C-E153-0427-EC3022437432}"/>
              </a:ext>
            </a:extLst>
          </p:cNvPr>
          <p:cNvSpPr/>
          <p:nvPr/>
        </p:nvSpPr>
        <p:spPr>
          <a:xfrm>
            <a:off x="4658632" y="5939501"/>
            <a:ext cx="238876" cy="218104"/>
          </a:xfrm>
          <a:prstGeom prst="ellipse">
            <a:avLst/>
          </a:prstGeom>
          <a:solidFill>
            <a:schemeClr val="bg1"/>
          </a:solidFill>
          <a:ln>
            <a:solidFill>
              <a:schemeClr val="accent2"/>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defTabSz="371292" fontAlgn="auto">
              <a:spcBef>
                <a:spcPts val="0"/>
              </a:spcBef>
              <a:spcAft>
                <a:spcPts val="0"/>
              </a:spcAft>
            </a:pPr>
            <a:r>
              <a:rPr lang="es-ES" sz="975" dirty="0">
                <a:solidFill>
                  <a:srgbClr val="2683C6"/>
                </a:solidFill>
                <a:latin typeface="Tw Cen MT" panose="020B0602020104020603"/>
              </a:rPr>
              <a:t>+4</a:t>
            </a:r>
            <a:endParaRPr lang="es-ES" sz="1462" dirty="0">
              <a:solidFill>
                <a:srgbClr val="2683C6"/>
              </a:solidFill>
              <a:latin typeface="Tw Cen MT" panose="020B0602020104020603"/>
            </a:endParaRPr>
          </a:p>
        </p:txBody>
      </p:sp>
      <p:cxnSp>
        <p:nvCxnSpPr>
          <p:cNvPr id="49" name="Conector recto 48">
            <a:extLst>
              <a:ext uri="{FF2B5EF4-FFF2-40B4-BE49-F238E27FC236}">
                <a16:creationId xmlns:a16="http://schemas.microsoft.com/office/drawing/2014/main" id="{6B8A9DA2-367A-5D03-2BCA-A2EDC9821AC3}"/>
              </a:ext>
            </a:extLst>
          </p:cNvPr>
          <p:cNvCxnSpPr>
            <a:cxnSpLocks/>
          </p:cNvCxnSpPr>
          <p:nvPr/>
        </p:nvCxnSpPr>
        <p:spPr>
          <a:xfrm flipH="1">
            <a:off x="5035535" y="6000018"/>
            <a:ext cx="76444" cy="105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0" name="CuadroTexto 49">
            <a:extLst>
              <a:ext uri="{FF2B5EF4-FFF2-40B4-BE49-F238E27FC236}">
                <a16:creationId xmlns:a16="http://schemas.microsoft.com/office/drawing/2014/main" id="{07788C02-97B9-F926-7DF3-6937398BE9D5}"/>
              </a:ext>
            </a:extLst>
          </p:cNvPr>
          <p:cNvSpPr txBox="1"/>
          <p:nvPr/>
        </p:nvSpPr>
        <p:spPr>
          <a:xfrm>
            <a:off x="5006174" y="6004750"/>
            <a:ext cx="277640" cy="192360"/>
          </a:xfrm>
          <a:prstGeom prst="rect">
            <a:avLst/>
          </a:prstGeom>
          <a:noFill/>
        </p:spPr>
        <p:txBody>
          <a:bodyPr wrap="none" rtlCol="0">
            <a:spAutoFit/>
          </a:bodyPr>
          <a:lstStyle/>
          <a:p>
            <a:pPr algn="l" defTabSz="371292" fontAlgn="auto">
              <a:spcBef>
                <a:spcPts val="0"/>
              </a:spcBef>
              <a:spcAft>
                <a:spcPts val="0"/>
              </a:spcAft>
            </a:pPr>
            <a:r>
              <a:rPr lang="es-ES" sz="650" dirty="0">
                <a:solidFill>
                  <a:srgbClr val="2683C6"/>
                </a:solidFill>
                <a:latin typeface="Tw Cen MT" panose="020B0602020104020603"/>
              </a:rPr>
              <a:t>32</a:t>
            </a:r>
            <a:endParaRPr lang="es-ES" sz="1462" dirty="0">
              <a:solidFill>
                <a:srgbClr val="2683C6"/>
              </a:solidFill>
              <a:latin typeface="Tw Cen MT" panose="020B0602020104020603"/>
            </a:endParaRPr>
          </a:p>
        </p:txBody>
      </p:sp>
      <p:sp>
        <p:nvSpPr>
          <p:cNvPr id="8" name="Marcador de número de diapositiva 7">
            <a:extLst>
              <a:ext uri="{FF2B5EF4-FFF2-40B4-BE49-F238E27FC236}">
                <a16:creationId xmlns:a16="http://schemas.microsoft.com/office/drawing/2014/main" id="{8369393F-3357-B358-99D8-5E9411C5C78E}"/>
              </a:ext>
            </a:extLst>
          </p:cNvPr>
          <p:cNvSpPr>
            <a:spLocks noGrp="1"/>
          </p:cNvSpPr>
          <p:nvPr>
            <p:ph type="sldNum" sz="quarter" idx="12"/>
          </p:nvPr>
        </p:nvSpPr>
        <p:spPr/>
        <p:txBody>
          <a:bodyPr/>
          <a:lstStyle/>
          <a:p>
            <a:pPr defTabSz="371292" fontAlgn="auto">
              <a:spcBef>
                <a:spcPts val="0"/>
              </a:spcBef>
              <a:spcAft>
                <a:spcPts val="0"/>
              </a:spcAft>
            </a:pPr>
            <a:fld id="{6D22F896-40B5-4ADD-8801-0D06FADFA095}" type="slidenum">
              <a:rPr lang="es-ES">
                <a:solidFill>
                  <a:srgbClr val="E6E6E6">
                    <a:lumMod val="10000"/>
                  </a:srgbClr>
                </a:solidFill>
                <a:latin typeface="Tw Cen MT" panose="020B0602020104020603"/>
              </a:rPr>
              <a:pPr defTabSz="371292" fontAlgn="auto">
                <a:spcBef>
                  <a:spcPts val="0"/>
                </a:spcBef>
                <a:spcAft>
                  <a:spcPts val="0"/>
                </a:spcAft>
              </a:pPr>
              <a:t>135</a:t>
            </a:fld>
            <a:endParaRPr lang="es-ES">
              <a:solidFill>
                <a:srgbClr val="E6E6E6">
                  <a:lumMod val="10000"/>
                </a:srgbClr>
              </a:solidFill>
              <a:latin typeface="Tw Cen MT" panose="020B0602020104020603"/>
            </a:endParaRPr>
          </a:p>
        </p:txBody>
      </p:sp>
    </p:spTree>
    <p:extLst>
      <p:ext uri="{BB962C8B-B14F-4D97-AF65-F5344CB8AC3E}">
        <p14:creationId xmlns:p14="http://schemas.microsoft.com/office/powerpoint/2010/main" val="337504377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B64ABE-6E04-6674-1ED5-46EA7B9C8D1B}"/>
              </a:ext>
            </a:extLst>
          </p:cNvPr>
          <p:cNvSpPr>
            <a:spLocks noGrp="1"/>
          </p:cNvSpPr>
          <p:nvPr>
            <p:ph type="title"/>
          </p:nvPr>
        </p:nvSpPr>
        <p:spPr>
          <a:xfrm>
            <a:off x="926952" y="1260279"/>
            <a:ext cx="8044754" cy="1200761"/>
          </a:xfrm>
        </p:spPr>
        <p:txBody>
          <a:bodyPr/>
          <a:lstStyle/>
          <a:p>
            <a:r>
              <a:rPr lang="es-ES" sz="3573" dirty="0">
                <a:latin typeface="Rockwell" panose="02060603020205020403" pitchFamily="18" charset="0"/>
              </a:rPr>
              <a:t>Repertorio de instrucciones:</a:t>
            </a:r>
            <a:br>
              <a:rPr lang="es-ES" sz="3573" dirty="0">
                <a:latin typeface="Rockwell" panose="02060603020205020403" pitchFamily="18" charset="0"/>
              </a:rPr>
            </a:br>
            <a:r>
              <a:rPr lang="es-ES" sz="2599" dirty="0">
                <a:solidFill>
                  <a:schemeClr val="accent2"/>
                </a:solidFill>
                <a:latin typeface="Rockwell" panose="02060603020205020403" pitchFamily="18" charset="0"/>
              </a:rPr>
              <a:t>de salto a función (II)</a:t>
            </a:r>
          </a:p>
        </p:txBody>
      </p:sp>
      <p:sp>
        <p:nvSpPr>
          <p:cNvPr id="3" name="Marcador de contenido 2">
            <a:extLst>
              <a:ext uri="{FF2B5EF4-FFF2-40B4-BE49-F238E27FC236}">
                <a16:creationId xmlns:a16="http://schemas.microsoft.com/office/drawing/2014/main" id="{9437CEA7-0E7F-23D4-45B7-3BBAA1AB3672}"/>
              </a:ext>
            </a:extLst>
          </p:cNvPr>
          <p:cNvSpPr>
            <a:spLocks noGrp="1"/>
          </p:cNvSpPr>
          <p:nvPr>
            <p:ph idx="1"/>
          </p:nvPr>
        </p:nvSpPr>
        <p:spPr>
          <a:xfrm>
            <a:off x="926952" y="2825057"/>
            <a:ext cx="8044755" cy="3835438"/>
          </a:xfrm>
        </p:spPr>
        <p:txBody>
          <a:bodyPr>
            <a:normAutofit/>
          </a:bodyPr>
          <a:lstStyle/>
          <a:p>
            <a:endParaRPr lang="es-ES" sz="1624" dirty="0"/>
          </a:p>
          <a:p>
            <a:endParaRPr lang="es-ES" sz="1624" dirty="0"/>
          </a:p>
          <a:p>
            <a:endParaRPr lang="es-ES" sz="1624" dirty="0"/>
          </a:p>
          <a:p>
            <a:r>
              <a:rPr lang="es-ES" sz="1624" dirty="0"/>
              <a:t>En el repertorio del RISC-V </a:t>
            </a:r>
            <a:r>
              <a:rPr lang="es-ES" sz="1624" dirty="0">
                <a:solidFill>
                  <a:schemeClr val="accent2"/>
                </a:solidFill>
              </a:rPr>
              <a:t>no existen </a:t>
            </a:r>
            <a:r>
              <a:rPr lang="es-ES" sz="1624" dirty="0"/>
              <a:t>instrucciones de </a:t>
            </a:r>
            <a:r>
              <a:rPr lang="es-ES" sz="1624" dirty="0">
                <a:solidFill>
                  <a:schemeClr val="accent2"/>
                </a:solidFill>
              </a:rPr>
              <a:t>retorno desde función</a:t>
            </a:r>
            <a:r>
              <a:rPr lang="es-ES" sz="1624" dirty="0"/>
              <a:t>, ni de </a:t>
            </a:r>
            <a:r>
              <a:rPr lang="es-ES" sz="1624" dirty="0">
                <a:solidFill>
                  <a:schemeClr val="accent2"/>
                </a:solidFill>
              </a:rPr>
              <a:t>salto incondicional</a:t>
            </a:r>
            <a:r>
              <a:rPr lang="es-ES" sz="1624" dirty="0"/>
              <a:t> a una instrucción, pero pueden usarse éstas para hacerlo:</a:t>
            </a:r>
            <a:endParaRPr lang="es-ES" sz="1299" dirty="0">
              <a:solidFill>
                <a:schemeClr val="accent2"/>
              </a:solidFill>
            </a:endParaRPr>
          </a:p>
          <a:p>
            <a:pPr lvl="1"/>
            <a:r>
              <a:rPr lang="es-ES" sz="1299" dirty="0"/>
              <a:t>Suponiendo que la instrucción de retorno está almacenada en el registro </a:t>
            </a:r>
            <a:r>
              <a:rPr lang="es-ES" sz="1299" b="1" dirty="0" err="1">
                <a:latin typeface="Courier New" panose="02070309020205020404" pitchFamily="49" charset="0"/>
                <a:cs typeface="Courier New" panose="02070309020205020404" pitchFamily="49" charset="0"/>
              </a:rPr>
              <a:t>xn</a:t>
            </a:r>
            <a:r>
              <a:rPr lang="es-ES" sz="1299" dirty="0"/>
              <a:t>, el retorno se hace con: </a:t>
            </a:r>
          </a:p>
          <a:p>
            <a:pPr marL="371292" lvl="1" indent="0" algn="ctr">
              <a:buNone/>
            </a:pPr>
            <a:r>
              <a:rPr lang="es-ES" sz="1299" b="1" dirty="0" err="1">
                <a:solidFill>
                  <a:schemeClr val="accent2"/>
                </a:solidFill>
                <a:latin typeface="Courier New" panose="02070309020205020404" pitchFamily="49" charset="0"/>
                <a:cs typeface="Courier New" panose="02070309020205020404" pitchFamily="49" charset="0"/>
              </a:rPr>
              <a:t>jalr</a:t>
            </a:r>
            <a:r>
              <a:rPr lang="es-ES" sz="1299" b="1" dirty="0">
                <a:latin typeface="Courier New" panose="02070309020205020404" pitchFamily="49" charset="0"/>
                <a:cs typeface="Courier New" panose="02070309020205020404" pitchFamily="49" charset="0"/>
              </a:rPr>
              <a:t> x0, </a:t>
            </a:r>
            <a:r>
              <a:rPr lang="es-ES" sz="1299" b="1" dirty="0" err="1">
                <a:latin typeface="Courier New" panose="02070309020205020404" pitchFamily="49" charset="0"/>
                <a:cs typeface="Courier New" panose="02070309020205020404" pitchFamily="49" charset="0"/>
              </a:rPr>
              <a:t>xn</a:t>
            </a:r>
            <a:r>
              <a:rPr lang="es-ES" sz="1299" b="1" dirty="0">
                <a:latin typeface="Courier New" panose="02070309020205020404" pitchFamily="49" charset="0"/>
                <a:cs typeface="Courier New" panose="02070309020205020404" pitchFamily="49" charset="0"/>
              </a:rPr>
              <a:t>, 0</a:t>
            </a:r>
          </a:p>
          <a:p>
            <a:pPr lvl="1"/>
            <a:r>
              <a:rPr lang="es-ES" sz="1299" dirty="0"/>
              <a:t>El salto incondicional (relativo a PC) a la dirección que ocupa cierta instrucción se hace con: </a:t>
            </a:r>
          </a:p>
          <a:p>
            <a:pPr marL="371292" lvl="1" indent="0" algn="ctr">
              <a:buNone/>
            </a:pPr>
            <a:r>
              <a:rPr lang="es-ES" sz="1299" b="1" dirty="0">
                <a:solidFill>
                  <a:schemeClr val="accent2"/>
                </a:solidFill>
                <a:latin typeface="Courier New" panose="02070309020205020404" pitchFamily="49" charset="0"/>
                <a:cs typeface="Courier New" panose="02070309020205020404" pitchFamily="49" charset="0"/>
              </a:rPr>
              <a:t>jal</a:t>
            </a:r>
            <a:r>
              <a:rPr lang="es-ES" sz="1299" b="1" dirty="0">
                <a:latin typeface="Courier New" panose="02070309020205020404" pitchFamily="49" charset="0"/>
                <a:cs typeface="Courier New" panose="02070309020205020404" pitchFamily="49" charset="0"/>
              </a:rPr>
              <a:t> x0, imm</a:t>
            </a:r>
            <a:r>
              <a:rPr lang="es-ES" sz="1299" b="1" baseline="-25000" dirty="0">
                <a:latin typeface="Courier New" panose="02070309020205020404" pitchFamily="49" charset="0"/>
                <a:cs typeface="Courier New" panose="02070309020205020404" pitchFamily="49" charset="0"/>
              </a:rPr>
              <a:t>21b</a:t>
            </a:r>
          </a:p>
          <a:p>
            <a:pPr lvl="1"/>
            <a:endParaRPr lang="es-ES" sz="1299" b="1" dirty="0">
              <a:latin typeface="Courier New" panose="02070309020205020404" pitchFamily="49" charset="0"/>
              <a:cs typeface="Courier New" panose="02070309020205020404" pitchFamily="49" charset="0"/>
            </a:endParaRPr>
          </a:p>
        </p:txBody>
      </p:sp>
      <p:graphicFrame>
        <p:nvGraphicFramePr>
          <p:cNvPr id="22" name="Marcador de contenido 5">
            <a:extLst>
              <a:ext uri="{FF2B5EF4-FFF2-40B4-BE49-F238E27FC236}">
                <a16:creationId xmlns:a16="http://schemas.microsoft.com/office/drawing/2014/main" id="{F662A3E1-341C-2CDA-2CDE-A8C4B4B7B04F}"/>
              </a:ext>
            </a:extLst>
          </p:cNvPr>
          <p:cNvGraphicFramePr>
            <a:graphicFrameLocks/>
          </p:cNvGraphicFramePr>
          <p:nvPr/>
        </p:nvGraphicFramePr>
        <p:xfrm>
          <a:off x="951542" y="2691973"/>
          <a:ext cx="8044755" cy="1142769"/>
        </p:xfrm>
        <a:graphic>
          <a:graphicData uri="http://schemas.openxmlformats.org/drawingml/2006/table">
            <a:tbl>
              <a:tblPr firstRow="1" bandRow="1">
                <a:tableStyleId>{2D5ABB26-0587-4C30-8999-92F81FD0307C}</a:tableStyleId>
              </a:tblPr>
              <a:tblGrid>
                <a:gridCol w="1935124">
                  <a:extLst>
                    <a:ext uri="{9D8B030D-6E8A-4147-A177-3AD203B41FA5}">
                      <a16:colId xmlns:a16="http://schemas.microsoft.com/office/drawing/2014/main" val="936975246"/>
                    </a:ext>
                  </a:extLst>
                </a:gridCol>
                <a:gridCol w="2695075">
                  <a:extLst>
                    <a:ext uri="{9D8B030D-6E8A-4147-A177-3AD203B41FA5}">
                      <a16:colId xmlns:a16="http://schemas.microsoft.com/office/drawing/2014/main" val="1489359660"/>
                    </a:ext>
                  </a:extLst>
                </a:gridCol>
                <a:gridCol w="3414556">
                  <a:extLst>
                    <a:ext uri="{9D8B030D-6E8A-4147-A177-3AD203B41FA5}">
                      <a16:colId xmlns:a16="http://schemas.microsoft.com/office/drawing/2014/main" val="3571882013"/>
                    </a:ext>
                  </a:extLst>
                </a:gridCol>
              </a:tblGrid>
              <a:tr h="301163">
                <a:tc>
                  <a:txBody>
                    <a:bodyPr/>
                    <a:lstStyle/>
                    <a:p>
                      <a:pPr algn="l"/>
                      <a:r>
                        <a:rPr lang="es-ES" sz="1300" b="1" dirty="0">
                          <a:solidFill>
                            <a:schemeClr val="bg1">
                              <a:lumMod val="10000"/>
                            </a:schemeClr>
                          </a:solidFill>
                        </a:rPr>
                        <a:t>Instrucción</a:t>
                      </a:r>
                      <a:endParaRPr lang="es-ES" sz="13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l"/>
                      <a:r>
                        <a:rPr lang="es-ES" sz="1300" b="1" dirty="0">
                          <a:solidFill>
                            <a:schemeClr val="bg1">
                              <a:lumMod val="10000"/>
                            </a:schemeClr>
                          </a:solidFill>
                        </a:rPr>
                        <a:t>Operación</a:t>
                      </a:r>
                      <a:endParaRPr lang="es-ES" sz="13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l"/>
                      <a:r>
                        <a:rPr lang="es-ES" sz="1300" b="1" dirty="0">
                          <a:solidFill>
                            <a:schemeClr val="bg1">
                              <a:lumMod val="10000"/>
                            </a:schemeClr>
                          </a:solidFill>
                        </a:rPr>
                        <a:t>Descripción</a:t>
                      </a:r>
                    </a:p>
                  </a:txBody>
                  <a:tcPr marL="74259" marR="74259" marT="37130" marB="37130">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653347337"/>
                  </a:ext>
                </a:extLst>
              </a:tr>
              <a:tr h="420803">
                <a:tc>
                  <a:txBody>
                    <a:bodyPr/>
                    <a:lstStyle/>
                    <a:p>
                      <a:pPr algn="l"/>
                      <a:r>
                        <a:rPr lang="es-ES" sz="1100" b="1" i="0" dirty="0">
                          <a:solidFill>
                            <a:schemeClr val="accent2"/>
                          </a:solidFill>
                          <a:latin typeface="Courier New" panose="02070309020205020404" pitchFamily="49" charset="0"/>
                          <a:cs typeface="Courier New" panose="02070309020205020404" pitchFamily="49" charset="0"/>
                        </a:rPr>
                        <a:t>jal</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dirty="0" err="1">
                          <a:solidFill>
                            <a:schemeClr val="bg1">
                              <a:lumMod val="10000"/>
                            </a:schemeClr>
                          </a:solidFill>
                          <a:latin typeface="Courier New" panose="02070309020205020404" pitchFamily="49" charset="0"/>
                          <a:cs typeface="Courier New" panose="02070309020205020404" pitchFamily="49" charset="0"/>
                        </a:rPr>
                        <a:t>rd</a:t>
                      </a:r>
                      <a:r>
                        <a:rPr lang="es-ES" sz="1100" b="1" i="0" dirty="0">
                          <a:solidFill>
                            <a:schemeClr val="bg1">
                              <a:lumMod val="10000"/>
                            </a:schemeClr>
                          </a:solidFill>
                          <a:latin typeface="Courier New" panose="02070309020205020404" pitchFamily="49" charset="0"/>
                          <a:cs typeface="Courier New" panose="02070309020205020404" pitchFamily="49" charset="0"/>
                        </a:rPr>
                        <a:t>, imm</a:t>
                      </a:r>
                      <a:r>
                        <a:rPr lang="es-ES" sz="1100" b="1" i="0" baseline="-25000" dirty="0">
                          <a:solidFill>
                            <a:schemeClr val="bg1">
                              <a:lumMod val="10000"/>
                            </a:schemeClr>
                          </a:solidFill>
                          <a:latin typeface="Courier New" panose="02070309020205020404" pitchFamily="49" charset="0"/>
                          <a:cs typeface="Courier New" panose="02070309020205020404" pitchFamily="49" charset="0"/>
                        </a:rPr>
                        <a:t>21b</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T w="12700" cap="flat" cmpd="sng" algn="ctr">
                      <a:solidFill>
                        <a:schemeClr val="accent2"/>
                      </a:solidFill>
                      <a:prstDash val="solid"/>
                      <a:round/>
                      <a:headEnd type="none" w="med" len="med"/>
                      <a:tailEnd type="none" w="med" len="med"/>
                    </a:lnT>
                    <a:solidFill>
                      <a:schemeClr val="accent2">
                        <a:lumMod val="20000"/>
                        <a:lumOff val="80000"/>
                      </a:schemeClr>
                    </a:solidFill>
                  </a:tcPr>
                </a:tc>
                <a:tc>
                  <a:txBody>
                    <a:bodyPr/>
                    <a:lstStyle/>
                    <a:p>
                      <a:pPr algn="l"/>
                      <a:r>
                        <a:rPr lang="es-ES" sz="1100" b="0" i="0" dirty="0">
                          <a:solidFill>
                            <a:schemeClr val="bg1">
                              <a:lumMod val="10000"/>
                            </a:schemeClr>
                          </a:solidFill>
                          <a:latin typeface="+mn-lt"/>
                          <a:cs typeface="Courier New" panose="02070309020205020404" pitchFamily="49" charset="0"/>
                          <a:sym typeface="Wingdings" pitchFamily="2" charset="2"/>
                        </a:rPr>
                        <a:t>PC  PC + </a:t>
                      </a:r>
                      <a:r>
                        <a:rPr lang="es-ES" sz="1100" b="0" i="0" dirty="0" err="1">
                          <a:solidFill>
                            <a:schemeClr val="bg1">
                              <a:lumMod val="10000"/>
                            </a:schemeClr>
                          </a:solidFill>
                          <a:latin typeface="+mn-lt"/>
                          <a:cs typeface="Courier New" panose="02070309020205020404" pitchFamily="49" charset="0"/>
                          <a:sym typeface="Wingdings" pitchFamily="2" charset="2"/>
                        </a:rPr>
                        <a:t>sExt</a:t>
                      </a:r>
                      <a:r>
                        <a:rPr lang="es-ES" sz="1100" b="0" i="0" dirty="0">
                          <a:solidFill>
                            <a:schemeClr val="bg1">
                              <a:lumMod val="10000"/>
                            </a:schemeClr>
                          </a:solidFill>
                          <a:latin typeface="+mn-lt"/>
                          <a:cs typeface="Courier New" panose="02070309020205020404" pitchFamily="49" charset="0"/>
                          <a:sym typeface="Wingdings" pitchFamily="2" charset="2"/>
                        </a:rPr>
                        <a:t>(imm</a:t>
                      </a:r>
                      <a:r>
                        <a:rPr lang="es-ES" sz="1100" b="0" i="0" baseline="-25000" dirty="0">
                          <a:solidFill>
                            <a:schemeClr val="bg1">
                              <a:lumMod val="10000"/>
                            </a:schemeClr>
                          </a:solidFill>
                          <a:latin typeface="+mn-lt"/>
                          <a:cs typeface="Courier New" panose="02070309020205020404" pitchFamily="49" charset="0"/>
                          <a:sym typeface="Wingdings" pitchFamily="2" charset="2"/>
                        </a:rPr>
                        <a:t>20:1</a:t>
                      </a:r>
                      <a:r>
                        <a:rPr lang="es-ES" sz="1100" b="0" i="0" dirty="0">
                          <a:solidFill>
                            <a:schemeClr val="bg1">
                              <a:lumMod val="10000"/>
                            </a:schemeClr>
                          </a:solidFill>
                          <a:latin typeface="+mn-lt"/>
                          <a:cs typeface="Courier New" panose="02070309020205020404" pitchFamily="49" charset="0"/>
                          <a:sym typeface="Wingdings" pitchFamily="2" charset="2"/>
                        </a:rPr>
                        <a:t> &lt;&lt; 1), </a:t>
                      </a:r>
                      <a:r>
                        <a:rPr lang="es-ES" sz="1100" b="0" i="0" dirty="0" err="1">
                          <a:solidFill>
                            <a:schemeClr val="bg1">
                              <a:lumMod val="10000"/>
                            </a:schemeClr>
                          </a:solidFill>
                          <a:latin typeface="+mn-lt"/>
                          <a:cs typeface="Courier New" panose="02070309020205020404" pitchFamily="49" charset="0"/>
                          <a:sym typeface="Wingdings" pitchFamily="2" charset="2"/>
                        </a:rPr>
                        <a:t>rd</a:t>
                      </a:r>
                      <a:r>
                        <a:rPr lang="es-ES" sz="1100" b="0" i="0" dirty="0">
                          <a:solidFill>
                            <a:schemeClr val="bg1">
                              <a:lumMod val="10000"/>
                            </a:schemeClr>
                          </a:solidFill>
                          <a:latin typeface="+mn-lt"/>
                          <a:cs typeface="Courier New" panose="02070309020205020404" pitchFamily="49" charset="0"/>
                          <a:sym typeface="Wingdings" pitchFamily="2" charset="2"/>
                        </a:rPr>
                        <a:t>  PC+4</a:t>
                      </a:r>
                      <a:endParaRPr lang="es-ES" sz="1100" b="0" i="0" dirty="0">
                        <a:solidFill>
                          <a:schemeClr val="bg1">
                            <a:lumMod val="10000"/>
                          </a:schemeClr>
                        </a:solidFill>
                        <a:latin typeface="+mn-lt"/>
                        <a:cs typeface="Courier New" panose="02070309020205020404" pitchFamily="49" charset="0"/>
                      </a:endParaRPr>
                    </a:p>
                  </a:txBody>
                  <a:tcPr marL="74259" marR="74259" marT="37130" marB="37130">
                    <a:lnT w="12700" cap="flat" cmpd="sng" algn="ctr">
                      <a:solidFill>
                        <a:schemeClr val="accent2"/>
                      </a:solidFill>
                      <a:prstDash val="solid"/>
                      <a:round/>
                      <a:headEnd type="none" w="med" len="med"/>
                      <a:tailEnd type="none" w="med" len="med"/>
                    </a:lnT>
                    <a:solidFill>
                      <a:schemeClr val="accent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err="1">
                          <a:solidFill>
                            <a:srgbClr val="C00000"/>
                          </a:solidFill>
                        </a:rPr>
                        <a:t>j</a:t>
                      </a:r>
                      <a:r>
                        <a:rPr lang="es-ES" sz="1100" b="0" dirty="0" err="1">
                          <a:solidFill>
                            <a:schemeClr val="bg1">
                              <a:lumMod val="10000"/>
                            </a:schemeClr>
                          </a:solidFill>
                        </a:rPr>
                        <a:t>ump</a:t>
                      </a:r>
                      <a:r>
                        <a:rPr lang="es-ES" sz="1100" b="0" dirty="0">
                          <a:solidFill>
                            <a:schemeClr val="bg1">
                              <a:lumMod val="10000"/>
                            </a:schemeClr>
                          </a:solidFill>
                        </a:rPr>
                        <a:t> </a:t>
                      </a:r>
                      <a:r>
                        <a:rPr lang="es-ES" sz="1100" b="0" dirty="0">
                          <a:solidFill>
                            <a:srgbClr val="C00000"/>
                          </a:solidFill>
                        </a:rPr>
                        <a:t>a</a:t>
                      </a:r>
                      <a:r>
                        <a:rPr lang="es-ES" sz="1100" b="0" dirty="0">
                          <a:solidFill>
                            <a:schemeClr val="bg1">
                              <a:lumMod val="10000"/>
                            </a:schemeClr>
                          </a:solidFill>
                        </a:rPr>
                        <a:t>nd </a:t>
                      </a:r>
                      <a:r>
                        <a:rPr lang="es-ES" sz="1100" b="0" dirty="0">
                          <a:solidFill>
                            <a:srgbClr val="C00000"/>
                          </a:solidFill>
                        </a:rPr>
                        <a:t>l</a:t>
                      </a:r>
                      <a:r>
                        <a:rPr lang="es-ES" sz="1100" b="0" dirty="0">
                          <a:solidFill>
                            <a:schemeClr val="bg1">
                              <a:lumMod val="10000"/>
                            </a:schemeClr>
                          </a:solidFill>
                        </a:rPr>
                        <a:t>ink </a:t>
                      </a:r>
                    </a:p>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latin typeface="+mn-lt"/>
                        </a:rPr>
                        <a:t>salto a función con dirección relativa a PC</a:t>
                      </a:r>
                    </a:p>
                  </a:txBody>
                  <a:tcPr marL="74259" marR="74259" marT="37130" marB="37130">
                    <a:lnT w="12700" cap="flat" cmpd="sng" algn="ctr">
                      <a:solidFill>
                        <a:schemeClr val="accent2"/>
                      </a:solidFill>
                      <a:prstDash val="solid"/>
                      <a:round/>
                      <a:headEnd type="none" w="med" len="med"/>
                      <a:tailEnd type="none" w="med" len="med"/>
                    </a:lnT>
                    <a:solidFill>
                      <a:schemeClr val="accent2">
                        <a:lumMod val="20000"/>
                        <a:lumOff val="80000"/>
                      </a:schemeClr>
                    </a:solidFill>
                  </a:tcPr>
                </a:tc>
                <a:extLst>
                  <a:ext uri="{0D108BD9-81ED-4DB2-BD59-A6C34878D82A}">
                    <a16:rowId xmlns:a16="http://schemas.microsoft.com/office/drawing/2014/main" val="675244972"/>
                  </a:ext>
                </a:extLst>
              </a:tr>
              <a:tr h="420803">
                <a:tc>
                  <a:txBody>
                    <a:bodyPr/>
                    <a:lstStyle/>
                    <a:p>
                      <a:pPr algn="l"/>
                      <a:r>
                        <a:rPr lang="es-ES" sz="1100" b="1" i="0" dirty="0" err="1">
                          <a:solidFill>
                            <a:schemeClr val="accent2"/>
                          </a:solidFill>
                          <a:latin typeface="Courier New" panose="02070309020205020404" pitchFamily="49" charset="0"/>
                          <a:cs typeface="Courier New" panose="02070309020205020404" pitchFamily="49" charset="0"/>
                        </a:rPr>
                        <a:t>jalr</a:t>
                      </a:r>
                      <a:r>
                        <a:rPr lang="es-ES" sz="1100" b="1" i="0" dirty="0">
                          <a:solidFill>
                            <a:schemeClr val="bg1">
                              <a:lumMod val="10000"/>
                            </a:schemeClr>
                          </a:solidFill>
                          <a:latin typeface="Courier New" panose="02070309020205020404" pitchFamily="49" charset="0"/>
                          <a:cs typeface="Courier New" panose="02070309020205020404" pitchFamily="49" charset="0"/>
                        </a:rPr>
                        <a:t> </a:t>
                      </a:r>
                      <a:r>
                        <a:rPr lang="es-ES" sz="1100" b="1" i="0" dirty="0" err="1">
                          <a:solidFill>
                            <a:schemeClr val="bg1">
                              <a:lumMod val="10000"/>
                            </a:schemeClr>
                          </a:solidFill>
                          <a:latin typeface="Courier New" panose="02070309020205020404" pitchFamily="49" charset="0"/>
                          <a:cs typeface="Courier New" panose="02070309020205020404" pitchFamily="49" charset="0"/>
                        </a:rPr>
                        <a:t>rd</a:t>
                      </a:r>
                      <a:r>
                        <a:rPr lang="es-ES" sz="1100" b="1" i="0" dirty="0">
                          <a:solidFill>
                            <a:schemeClr val="bg1">
                              <a:lumMod val="10000"/>
                            </a:schemeClr>
                          </a:solidFill>
                          <a:latin typeface="Courier New" panose="02070309020205020404" pitchFamily="49" charset="0"/>
                          <a:cs typeface="Courier New" panose="02070309020205020404" pitchFamily="49" charset="0"/>
                        </a:rPr>
                        <a:t>, rs1, imm</a:t>
                      </a:r>
                      <a:r>
                        <a:rPr lang="es-ES" sz="1100" b="1" i="0" baseline="-25000" dirty="0">
                          <a:solidFill>
                            <a:schemeClr val="bg1">
                              <a:lumMod val="10000"/>
                            </a:schemeClr>
                          </a:solidFill>
                          <a:latin typeface="Courier New" panose="02070309020205020404" pitchFamily="49" charset="0"/>
                          <a:cs typeface="Courier New" panose="02070309020205020404" pitchFamily="49" charset="0"/>
                        </a:rPr>
                        <a:t>12b</a:t>
                      </a:r>
                      <a:endParaRPr lang="es-ES" sz="1100" b="1" i="0" dirty="0">
                        <a:solidFill>
                          <a:schemeClr val="bg1">
                            <a:lumMod val="10000"/>
                          </a:schemeClr>
                        </a:solidFill>
                        <a:latin typeface="Courier New" panose="02070309020205020404" pitchFamily="49" charset="0"/>
                        <a:cs typeface="Courier New" panose="02070309020205020404" pitchFamily="49" charset="0"/>
                      </a:endParaRPr>
                    </a:p>
                  </a:txBody>
                  <a:tcPr marL="74259" marR="74259" marT="37130" marB="37130">
                    <a:lnB w="12700" cap="flat" cmpd="sng" algn="ctr">
                      <a:solidFill>
                        <a:schemeClr val="accent2"/>
                      </a:solidFill>
                      <a:prstDash val="solid"/>
                      <a:round/>
                      <a:headEnd type="none" w="med" len="med"/>
                      <a:tailEnd type="none" w="med" len="med"/>
                    </a:lnB>
                  </a:tcPr>
                </a:tc>
                <a:tc>
                  <a:txBody>
                    <a:bodyPr/>
                    <a:lstStyle/>
                    <a:p>
                      <a:pPr algn="l"/>
                      <a:r>
                        <a:rPr lang="es-ES" sz="1100" b="0" i="0" dirty="0">
                          <a:solidFill>
                            <a:schemeClr val="bg1">
                              <a:lumMod val="10000"/>
                            </a:schemeClr>
                          </a:solidFill>
                          <a:latin typeface="+mn-lt"/>
                          <a:cs typeface="Courier New" panose="02070309020205020404" pitchFamily="49" charset="0"/>
                          <a:sym typeface="Wingdings" pitchFamily="2" charset="2"/>
                        </a:rPr>
                        <a:t>PC  rs1 + </a:t>
                      </a:r>
                      <a:r>
                        <a:rPr lang="es-ES" sz="1100" b="0" i="0" dirty="0" err="1">
                          <a:solidFill>
                            <a:schemeClr val="bg1">
                              <a:lumMod val="10000"/>
                            </a:schemeClr>
                          </a:solidFill>
                          <a:latin typeface="+mn-lt"/>
                          <a:cs typeface="Courier New" panose="02070309020205020404" pitchFamily="49" charset="0"/>
                          <a:sym typeface="Wingdings" pitchFamily="2" charset="2"/>
                        </a:rPr>
                        <a:t>sExt</a:t>
                      </a:r>
                      <a:r>
                        <a:rPr lang="es-ES" sz="1100" b="0" i="0" dirty="0">
                          <a:solidFill>
                            <a:schemeClr val="bg1">
                              <a:lumMod val="10000"/>
                            </a:schemeClr>
                          </a:solidFill>
                          <a:latin typeface="+mn-lt"/>
                          <a:cs typeface="Courier New" panose="02070309020205020404" pitchFamily="49" charset="0"/>
                          <a:sym typeface="Wingdings" pitchFamily="2" charset="2"/>
                        </a:rPr>
                        <a:t>(</a:t>
                      </a:r>
                      <a:r>
                        <a:rPr lang="es-ES" sz="1100" b="0" i="0" dirty="0" err="1">
                          <a:solidFill>
                            <a:schemeClr val="bg1">
                              <a:lumMod val="10000"/>
                            </a:schemeClr>
                          </a:solidFill>
                          <a:latin typeface="+mn-lt"/>
                          <a:cs typeface="Courier New" panose="02070309020205020404" pitchFamily="49" charset="0"/>
                          <a:sym typeface="Wingdings" pitchFamily="2" charset="2"/>
                        </a:rPr>
                        <a:t>imm</a:t>
                      </a:r>
                      <a:r>
                        <a:rPr lang="es-ES" sz="1100" b="0" i="0" dirty="0">
                          <a:solidFill>
                            <a:schemeClr val="bg1">
                              <a:lumMod val="10000"/>
                            </a:schemeClr>
                          </a:solidFill>
                          <a:latin typeface="+mn-lt"/>
                          <a:cs typeface="Courier New" panose="02070309020205020404" pitchFamily="49" charset="0"/>
                          <a:sym typeface="Wingdings" pitchFamily="2" charset="2"/>
                        </a:rPr>
                        <a:t>), </a:t>
                      </a:r>
                      <a:r>
                        <a:rPr lang="es-ES" sz="1100" b="0" i="0" dirty="0" err="1">
                          <a:solidFill>
                            <a:schemeClr val="bg1">
                              <a:lumMod val="10000"/>
                            </a:schemeClr>
                          </a:solidFill>
                          <a:latin typeface="+mn-lt"/>
                          <a:cs typeface="Courier New" panose="02070309020205020404" pitchFamily="49" charset="0"/>
                          <a:sym typeface="Wingdings" pitchFamily="2" charset="2"/>
                        </a:rPr>
                        <a:t>rd</a:t>
                      </a:r>
                      <a:r>
                        <a:rPr lang="es-ES" sz="1100" b="0" i="0" dirty="0">
                          <a:solidFill>
                            <a:schemeClr val="bg1">
                              <a:lumMod val="10000"/>
                            </a:schemeClr>
                          </a:solidFill>
                          <a:latin typeface="+mn-lt"/>
                          <a:cs typeface="Courier New" panose="02070309020205020404" pitchFamily="49" charset="0"/>
                          <a:sym typeface="Wingdings" pitchFamily="2" charset="2"/>
                        </a:rPr>
                        <a:t>  PC+4</a:t>
                      </a:r>
                      <a:endParaRPr lang="es-ES" sz="1100" b="0" i="0" dirty="0">
                        <a:solidFill>
                          <a:schemeClr val="bg1">
                            <a:lumMod val="10000"/>
                          </a:schemeClr>
                        </a:solidFill>
                        <a:latin typeface="+mn-lt"/>
                        <a:cs typeface="Courier New" panose="02070309020205020404" pitchFamily="49" charset="0"/>
                      </a:endParaRPr>
                    </a:p>
                  </a:txBody>
                  <a:tcPr marL="74259" marR="74259" marT="37130" marB="37130">
                    <a:lnB w="12700" cap="flat" cmpd="sng" algn="ctr">
                      <a:solidFill>
                        <a:schemeClr val="accent2"/>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err="1">
                          <a:solidFill>
                            <a:srgbClr val="C00000"/>
                          </a:solidFill>
                        </a:rPr>
                        <a:t>j</a:t>
                      </a:r>
                      <a:r>
                        <a:rPr lang="es-ES" sz="1100" b="0" dirty="0" err="1">
                          <a:solidFill>
                            <a:schemeClr val="bg1">
                              <a:lumMod val="10000"/>
                            </a:schemeClr>
                          </a:solidFill>
                        </a:rPr>
                        <a:t>ump</a:t>
                      </a:r>
                      <a:r>
                        <a:rPr lang="es-ES" sz="1100" b="0" dirty="0">
                          <a:solidFill>
                            <a:schemeClr val="bg1">
                              <a:lumMod val="10000"/>
                            </a:schemeClr>
                          </a:solidFill>
                        </a:rPr>
                        <a:t> </a:t>
                      </a:r>
                      <a:r>
                        <a:rPr lang="es-ES" sz="1100" b="0" dirty="0">
                          <a:solidFill>
                            <a:srgbClr val="C00000"/>
                          </a:solidFill>
                        </a:rPr>
                        <a:t>a</a:t>
                      </a:r>
                      <a:r>
                        <a:rPr lang="es-ES" sz="1100" b="0" dirty="0">
                          <a:solidFill>
                            <a:schemeClr val="bg1">
                              <a:lumMod val="10000"/>
                            </a:schemeClr>
                          </a:solidFill>
                        </a:rPr>
                        <a:t>nd </a:t>
                      </a:r>
                      <a:r>
                        <a:rPr lang="es-ES" sz="1100" b="0" dirty="0">
                          <a:solidFill>
                            <a:srgbClr val="C00000"/>
                          </a:solidFill>
                        </a:rPr>
                        <a:t>l</a:t>
                      </a:r>
                      <a:r>
                        <a:rPr lang="es-ES" sz="1100" b="0" dirty="0">
                          <a:solidFill>
                            <a:schemeClr val="bg1">
                              <a:lumMod val="10000"/>
                            </a:schemeClr>
                          </a:solidFill>
                        </a:rPr>
                        <a:t>ink </a:t>
                      </a:r>
                      <a:r>
                        <a:rPr lang="es-ES" sz="1100" b="0" dirty="0" err="1">
                          <a:solidFill>
                            <a:srgbClr val="C00000"/>
                          </a:solidFill>
                        </a:rPr>
                        <a:t>r</a:t>
                      </a:r>
                      <a:r>
                        <a:rPr lang="es-ES" sz="1100" b="0" dirty="0" err="1">
                          <a:solidFill>
                            <a:schemeClr val="bg1">
                              <a:lumMod val="10000"/>
                            </a:schemeClr>
                          </a:solidFill>
                        </a:rPr>
                        <a:t>egister</a:t>
                      </a:r>
                      <a:endParaRPr lang="es-ES" sz="1100" b="0" dirty="0">
                        <a:solidFill>
                          <a:schemeClr val="bg1">
                            <a:lumMod val="10000"/>
                          </a:schemeClr>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s-ES" sz="1100" b="0" dirty="0">
                          <a:solidFill>
                            <a:schemeClr val="accent2"/>
                          </a:solidFill>
                          <a:latin typeface="+mn-lt"/>
                        </a:rPr>
                        <a:t>salto a función con dirección relativa a registro base</a:t>
                      </a:r>
                    </a:p>
                  </a:txBody>
                  <a:tcPr marL="74259" marR="74259" marT="37130" marB="37130">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715752711"/>
                  </a:ext>
                </a:extLst>
              </a:tr>
            </a:tbl>
          </a:graphicData>
        </a:graphic>
      </p:graphicFrame>
      <p:sp>
        <p:nvSpPr>
          <p:cNvPr id="4" name="Marcador de número de diapositiva 3">
            <a:extLst>
              <a:ext uri="{FF2B5EF4-FFF2-40B4-BE49-F238E27FC236}">
                <a16:creationId xmlns:a16="http://schemas.microsoft.com/office/drawing/2014/main" id="{BDE3FF9E-7BED-4842-0474-85C99AC3543C}"/>
              </a:ext>
            </a:extLst>
          </p:cNvPr>
          <p:cNvSpPr>
            <a:spLocks noGrp="1"/>
          </p:cNvSpPr>
          <p:nvPr>
            <p:ph type="sldNum" sz="quarter" idx="12"/>
          </p:nvPr>
        </p:nvSpPr>
        <p:spPr/>
        <p:txBody>
          <a:bodyPr/>
          <a:lstStyle/>
          <a:p>
            <a:pPr defTabSz="371292" fontAlgn="auto">
              <a:spcBef>
                <a:spcPts val="0"/>
              </a:spcBef>
              <a:spcAft>
                <a:spcPts val="0"/>
              </a:spcAft>
            </a:pPr>
            <a:fld id="{6D22F896-40B5-4ADD-8801-0D06FADFA095}" type="slidenum">
              <a:rPr lang="es-ES">
                <a:solidFill>
                  <a:srgbClr val="E6E6E6">
                    <a:lumMod val="10000"/>
                  </a:srgbClr>
                </a:solidFill>
                <a:latin typeface="Tw Cen MT" panose="020B0602020104020603"/>
              </a:rPr>
              <a:pPr defTabSz="371292" fontAlgn="auto">
                <a:spcBef>
                  <a:spcPts val="0"/>
                </a:spcBef>
                <a:spcAft>
                  <a:spcPts val="0"/>
                </a:spcAft>
              </a:pPr>
              <a:t>136</a:t>
            </a:fld>
            <a:endParaRPr lang="es-ES">
              <a:solidFill>
                <a:srgbClr val="E6E6E6">
                  <a:lumMod val="10000"/>
                </a:srgbClr>
              </a:solidFill>
              <a:latin typeface="Tw Cen MT" panose="020B0602020104020603"/>
            </a:endParaRPr>
          </a:p>
        </p:txBody>
      </p:sp>
    </p:spTree>
    <p:extLst>
      <p:ext uri="{BB962C8B-B14F-4D97-AF65-F5344CB8AC3E}">
        <p14:creationId xmlns:p14="http://schemas.microsoft.com/office/powerpoint/2010/main" val="24849795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5.4"/>
</p:tagLst>
</file>

<file path=ppt/tags/tag2.xml><?xml version="1.0" encoding="utf-8"?>
<p:tagLst xmlns:a="http://schemas.openxmlformats.org/drawingml/2006/main" xmlns:r="http://schemas.openxmlformats.org/officeDocument/2006/relationships" xmlns:p="http://schemas.openxmlformats.org/presentationml/2006/main">
  <p:tag name="TIMING" val="|29.6"/>
</p:tagLst>
</file>

<file path=ppt/tags/tag3.xml><?xml version="1.0" encoding="utf-8"?>
<p:tagLst xmlns:a="http://schemas.openxmlformats.org/drawingml/2006/main" xmlns:r="http://schemas.openxmlformats.org/officeDocument/2006/relationships" xmlns:p="http://schemas.openxmlformats.org/presentationml/2006/main">
  <p:tag name="TIMING" val="|16.4|1.7"/>
</p:tagLst>
</file>

<file path=ppt/tags/tag4.xml><?xml version="1.0" encoding="utf-8"?>
<p:tagLst xmlns:a="http://schemas.openxmlformats.org/drawingml/2006/main" xmlns:r="http://schemas.openxmlformats.org/officeDocument/2006/relationships" xmlns:p="http://schemas.openxmlformats.org/presentationml/2006/main">
  <p:tag name="TIMING" val="|35.3|1.8"/>
</p:tagLst>
</file>

<file path=ppt/tags/tag5.xml><?xml version="1.0" encoding="utf-8"?>
<p:tagLst xmlns:a="http://schemas.openxmlformats.org/drawingml/2006/main" xmlns:r="http://schemas.openxmlformats.org/officeDocument/2006/relationships" xmlns:p="http://schemas.openxmlformats.org/presentationml/2006/main">
  <p:tag name="TIMING" val="|38.4|2.3"/>
</p:tagLst>
</file>

<file path=ppt/tags/tag6.xml><?xml version="1.0" encoding="utf-8"?>
<p:tagLst xmlns:a="http://schemas.openxmlformats.org/drawingml/2006/main" xmlns:r="http://schemas.openxmlformats.org/officeDocument/2006/relationships" xmlns:p="http://schemas.openxmlformats.org/presentationml/2006/main">
  <p:tag name="TIMING" val="|14.5|24.7|17.1|1.3|8.6|3.3"/>
</p:tagLst>
</file>

<file path=ppt/tags/tag7.xml><?xml version="1.0" encoding="utf-8"?>
<p:tagLst xmlns:a="http://schemas.openxmlformats.org/drawingml/2006/main" xmlns:r="http://schemas.openxmlformats.org/officeDocument/2006/relationships" xmlns:p="http://schemas.openxmlformats.org/presentationml/2006/main">
  <p:tag name="TIMING" val="|29.6"/>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_rels/theme3.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Origen">
  <a:themeElements>
    <a:clrScheme name="Orige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e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e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Circuito">
  <a:themeElements>
    <a:clrScheme name="Personalizado 1">
      <a:dk1>
        <a:srgbClr val="E6E6E6"/>
      </a:dk1>
      <a:lt1>
        <a:srgbClr val="ECECEC"/>
      </a:lt1>
      <a:dk2>
        <a:srgbClr val="ECECEC"/>
      </a:dk2>
      <a:lt2>
        <a:srgbClr val="E6E6E6"/>
      </a:lt2>
      <a:accent1>
        <a:srgbClr val="1CADE4"/>
      </a:accent1>
      <a:accent2>
        <a:srgbClr val="2683C6"/>
      </a:accent2>
      <a:accent3>
        <a:srgbClr val="27CED7"/>
      </a:accent3>
      <a:accent4>
        <a:srgbClr val="42BA97"/>
      </a:accent4>
      <a:accent5>
        <a:srgbClr val="3E8853"/>
      </a:accent5>
      <a:accent6>
        <a:srgbClr val="62A39F"/>
      </a:accent6>
      <a:hlink>
        <a:srgbClr val="A3CEED"/>
      </a:hlink>
      <a:folHlink>
        <a:srgbClr val="A4DEF4"/>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Office_30478299_TF77815013" id="{8FD947F4-9C84-4D31-9A71-50EF00CCFDB1}" vid="{F3634BA7-4789-48F2-AC63-487E7207BC10}"/>
    </a:ext>
  </a:extLst>
</a:theme>
</file>

<file path=ppt/theme/theme3.xml><?xml version="1.0" encoding="utf-8"?>
<a:theme xmlns:a="http://schemas.openxmlformats.org/drawingml/2006/main" name="1_Circuito">
  <a:themeElements>
    <a:clrScheme name="Personalizado 1">
      <a:dk1>
        <a:srgbClr val="E6E6E6"/>
      </a:dk1>
      <a:lt1>
        <a:srgbClr val="ECECEC"/>
      </a:lt1>
      <a:dk2>
        <a:srgbClr val="ECECEC"/>
      </a:dk2>
      <a:lt2>
        <a:srgbClr val="E6E6E6"/>
      </a:lt2>
      <a:accent1>
        <a:srgbClr val="1CADE4"/>
      </a:accent1>
      <a:accent2>
        <a:srgbClr val="2683C6"/>
      </a:accent2>
      <a:accent3>
        <a:srgbClr val="27CED7"/>
      </a:accent3>
      <a:accent4>
        <a:srgbClr val="42BA97"/>
      </a:accent4>
      <a:accent5>
        <a:srgbClr val="3E8853"/>
      </a:accent5>
      <a:accent6>
        <a:srgbClr val="62A39F"/>
      </a:accent6>
      <a:hlink>
        <a:srgbClr val="A3CEED"/>
      </a:hlink>
      <a:folHlink>
        <a:srgbClr val="A4DEF4"/>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Office_30478299_TF77815013" id="{8FD947F4-9C84-4D31-9A71-50EF00CCFDB1}" vid="{F3634BA7-4789-48F2-AC63-487E7207BC10}"/>
    </a:ext>
  </a:extLst>
</a:theme>
</file>

<file path=ppt/theme/theme4.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8272</TotalTime>
  <Words>11410</Words>
  <Application>Microsoft Office PowerPoint</Application>
  <PresentationFormat>Personalizado</PresentationFormat>
  <Paragraphs>2208</Paragraphs>
  <Slides>122</Slides>
  <Notes>79</Notes>
  <HiddenSlides>2</HiddenSlides>
  <MMClips>0</MMClips>
  <ScaleCrop>false</ScaleCrop>
  <HeadingPairs>
    <vt:vector size="8" baseType="variant">
      <vt:variant>
        <vt:lpstr>Fuentes usadas</vt:lpstr>
      </vt:variant>
      <vt:variant>
        <vt:i4>15</vt:i4>
      </vt:variant>
      <vt:variant>
        <vt:lpstr>Tema</vt:lpstr>
      </vt:variant>
      <vt:variant>
        <vt:i4>3</vt:i4>
      </vt:variant>
      <vt:variant>
        <vt:lpstr>Servidores OLE incrustados</vt:lpstr>
      </vt:variant>
      <vt:variant>
        <vt:i4>1</vt:i4>
      </vt:variant>
      <vt:variant>
        <vt:lpstr>Títulos de diapositiva</vt:lpstr>
      </vt:variant>
      <vt:variant>
        <vt:i4>122</vt:i4>
      </vt:variant>
    </vt:vector>
  </HeadingPairs>
  <TitlesOfParts>
    <vt:vector size="141" baseType="lpstr">
      <vt:lpstr>Arial</vt:lpstr>
      <vt:lpstr>Bookman Old Style</vt:lpstr>
      <vt:lpstr>Calibri</vt:lpstr>
      <vt:lpstr>Cambria Math</vt:lpstr>
      <vt:lpstr>Courier New</vt:lpstr>
      <vt:lpstr>Gill Sans MT</vt:lpstr>
      <vt:lpstr>Malacitana</vt:lpstr>
      <vt:lpstr>Monotype Sorts</vt:lpstr>
      <vt:lpstr>MS Sans Serif</vt:lpstr>
      <vt:lpstr>Rockwell</vt:lpstr>
      <vt:lpstr>Times New Roman</vt:lpstr>
      <vt:lpstr>Tw Cen MT</vt:lpstr>
      <vt:lpstr>Univers</vt:lpstr>
      <vt:lpstr>Wingdings</vt:lpstr>
      <vt:lpstr>Wingdings 3</vt:lpstr>
      <vt:lpstr>Origen</vt:lpstr>
      <vt:lpstr>Circuito</vt:lpstr>
      <vt:lpstr>1_Circuito</vt:lpstr>
      <vt:lpstr>Documento</vt:lpstr>
      <vt:lpstr>Tema  2</vt:lpstr>
      <vt:lpstr>Contenido</vt:lpstr>
      <vt:lpstr>2. 1 Representación de la Información</vt:lpstr>
      <vt:lpstr>¿Qué tipos de instrucciones?</vt:lpstr>
      <vt:lpstr>¿Qué tipo de datos?</vt:lpstr>
      <vt:lpstr>Dos tipos de problemas</vt:lpstr>
      <vt:lpstr>Inconvenientes:</vt:lpstr>
      <vt:lpstr>Ejemplo de problema inverso</vt:lpstr>
      <vt:lpstr>2.2 Clasificación de la información</vt:lpstr>
      <vt:lpstr>2.3 Representación de datos numéricos</vt:lpstr>
      <vt:lpstr>Números Naturales</vt:lpstr>
      <vt:lpstr>Naturales</vt:lpstr>
      <vt:lpstr>Cuenta en binario</vt:lpstr>
      <vt:lpstr>Cuenta en binario</vt:lpstr>
      <vt:lpstr>Binario Natural</vt:lpstr>
      <vt:lpstr>Binario natural. Solución de problemas</vt:lpstr>
      <vt:lpstr>Binario Natural. Trucos imprescindibles</vt:lpstr>
      <vt:lpstr>Problema</vt:lpstr>
      <vt:lpstr>Otra solución</vt:lpstr>
      <vt:lpstr>Binarios naturales. Regla</vt:lpstr>
      <vt:lpstr>Binario natural. Otras bases potencias de 2</vt:lpstr>
      <vt:lpstr>Hexadecimal, o base 16</vt:lpstr>
      <vt:lpstr>Cuatro operaciones para recordar</vt:lpstr>
      <vt:lpstr>Otras representaciones de N</vt:lpstr>
      <vt:lpstr>Binario natural con bit de paridad</vt:lpstr>
      <vt:lpstr>Representación de datos numéricos enteros (números con signo)</vt:lpstr>
      <vt:lpstr>Representaciones elementales (1)</vt:lpstr>
      <vt:lpstr>Representaciones (n=4)</vt:lpstr>
      <vt:lpstr>Representaciones elementales (2)</vt:lpstr>
      <vt:lpstr>Representaciones</vt:lpstr>
      <vt:lpstr>Representación de negativos en complemento a 2</vt:lpstr>
      <vt:lpstr>Representaciones</vt:lpstr>
      <vt:lpstr>Negativos en complemento a 2</vt:lpstr>
      <vt:lpstr>Negativos en complemento a 2</vt:lpstr>
      <vt:lpstr>Negativos en complemento a 2</vt:lpstr>
      <vt:lpstr>Negativos en complemento a 2</vt:lpstr>
      <vt:lpstr>Representaciones</vt:lpstr>
      <vt:lpstr>Antes de seguir…</vt:lpstr>
      <vt:lpstr>Representaciones</vt:lpstr>
      <vt:lpstr>Presentación de PowerPoint</vt:lpstr>
      <vt:lpstr>¡ Aviso Importante !</vt:lpstr>
      <vt:lpstr>Presentación de PowerPoint</vt:lpstr>
      <vt:lpstr>Presentación de PowerPoint</vt:lpstr>
      <vt:lpstr>Extensión de números y extensión del signo</vt:lpstr>
      <vt:lpstr>Números en punto fijo</vt:lpstr>
      <vt:lpstr>Números en punto fijo</vt:lpstr>
      <vt:lpstr>Convertir 2.5625 a bn de 4,4 bits</vt:lpstr>
      <vt:lpstr>Extensión de números por la derecha</vt:lpstr>
      <vt:lpstr>Ejemplos (de 8 a 16 bits)</vt:lpstr>
      <vt:lpstr>Ejemplos (de 8 a 16 bits)</vt:lpstr>
      <vt:lpstr>Representación de datos numéricos reales (números en punto flotante)</vt:lpstr>
      <vt:lpstr>Coma flotante</vt:lpstr>
      <vt:lpstr>Coma flotante</vt:lpstr>
      <vt:lpstr>Coma flotante</vt:lpstr>
      <vt:lpstr>Coma Flotante, Nº representables</vt:lpstr>
      <vt:lpstr>Coma Flotante. Bases superiores. Ej. 4</vt:lpstr>
      <vt:lpstr>Coma Flotante. Aumento del exponente</vt:lpstr>
      <vt:lpstr>Coma Flotante. Aumento de mantisa</vt:lpstr>
      <vt:lpstr>Normalización de mantisas</vt:lpstr>
      <vt:lpstr>Normalización de mantisas. Bit implícito</vt:lpstr>
      <vt:lpstr>IEEE-754 de 32 bits</vt:lpstr>
      <vt:lpstr>IEEE–754 de 32 bits</vt:lpstr>
      <vt:lpstr>Conversión de N a IEEE-754</vt:lpstr>
      <vt:lpstr>Conversión de N a IEEE-754 (2)</vt:lpstr>
      <vt:lpstr>Conversión desde IEEE754</vt:lpstr>
      <vt:lpstr>Casos especiales</vt:lpstr>
      <vt:lpstr>IEEE–754 de 64 bits</vt:lpstr>
      <vt:lpstr>Representación de datos alfanuméricos</vt:lpstr>
      <vt:lpstr>ASCII</vt:lpstr>
      <vt:lpstr>UNICODE</vt:lpstr>
      <vt:lpstr>Presentación de PowerPoint</vt:lpstr>
      <vt:lpstr>Arquitectura del Juego de Instrucciones</vt:lpstr>
      <vt:lpstr>Arquitectura del Juego de Instrucciones</vt:lpstr>
      <vt:lpstr>Las operaciones del hardware </vt:lpstr>
      <vt:lpstr>Operandos y direcciones</vt:lpstr>
      <vt:lpstr>Presentación de PowerPoint</vt:lpstr>
      <vt:lpstr>Direcciones de memoria</vt:lpstr>
      <vt:lpstr>Direcciones de memoria</vt:lpstr>
      <vt:lpstr>Modos de direccionamiento directos</vt:lpstr>
      <vt:lpstr>Modos directos, Ejemplo</vt:lpstr>
      <vt:lpstr>MD indirectos</vt:lpstr>
      <vt:lpstr>Modos indirectos, ejemplo</vt:lpstr>
      <vt:lpstr>Otros modos de direccionamiento </vt:lpstr>
      <vt:lpstr>Operandos y operaciones implícitas</vt:lpstr>
      <vt:lpstr>La Pila</vt:lpstr>
      <vt:lpstr>Especificación (en ensamblador) del modo de direccionamiento</vt:lpstr>
      <vt:lpstr>Especificación (en ensamblador) del modo de direccionamiento</vt:lpstr>
      <vt:lpstr>Presentación de PowerPoint</vt:lpstr>
      <vt:lpstr>Juntándolo todo: La instrucción</vt:lpstr>
      <vt:lpstr>Longitud total de la instrucción</vt:lpstr>
      <vt:lpstr>El campo código de operación</vt:lpstr>
      <vt:lpstr>Ejemplos</vt:lpstr>
      <vt:lpstr>Problema de CASIUM</vt:lpstr>
      <vt:lpstr>Los campos de operandos</vt:lpstr>
      <vt:lpstr>El modo de direccionamiento</vt:lpstr>
      <vt:lpstr>Campo Registro</vt:lpstr>
      <vt:lpstr>Campo numérico</vt:lpstr>
      <vt:lpstr>Ejemplo: ADDI en MIPS</vt:lpstr>
      <vt:lpstr>Risc-V</vt:lpstr>
      <vt:lpstr>Risc-V reducido</vt:lpstr>
      <vt:lpstr>Risc-V reducido</vt:lpstr>
      <vt:lpstr>En resumen…</vt:lpstr>
      <vt:lpstr>Presentación de PowerPoint</vt:lpstr>
      <vt:lpstr>Repertorio de instrucciones</vt:lpstr>
      <vt:lpstr>Repertorio de instrucciones: aritméticas (I)</vt:lpstr>
      <vt:lpstr>Repertorio de instrucciones: aritméticas (II)</vt:lpstr>
      <vt:lpstr>Repertorio de instrucciones: lógicas (I)</vt:lpstr>
      <vt:lpstr>Repertorio de instrucciones: lógicas (II)</vt:lpstr>
      <vt:lpstr>Repertorio de instrucciones: lógicas (III)</vt:lpstr>
      <vt:lpstr>Repertorio de instrucciones: de desplazamiento (I)</vt:lpstr>
      <vt:lpstr>Repertorio de instrucciones: de desplazamiento (II)</vt:lpstr>
      <vt:lpstr>Repertorio de instrucciones: de desplazamiento (III)</vt:lpstr>
      <vt:lpstr>Repertorio de instrucciones: de desplazamiento (IV)</vt:lpstr>
      <vt:lpstr>Repertorio de instrucciones: de transferencia de datos: carga</vt:lpstr>
      <vt:lpstr>Repertorio de instrucciones: de transferencia de datos: almacenamiento</vt:lpstr>
      <vt:lpstr>Repertorio de instrucciones: de transferencia de datos (I)</vt:lpstr>
      <vt:lpstr>Repertorio de instrucciones: de transferencia de datos (II)</vt:lpstr>
      <vt:lpstr>Repertorio de instrucciones: de salto condicional (I)</vt:lpstr>
      <vt:lpstr>Repertorio de instrucciones: de salto condicional (II)</vt:lpstr>
      <vt:lpstr>Repertorio de instrucciones: de salto a función: jal</vt:lpstr>
      <vt:lpstr>Repertorio de instrucciones: de salto a función: jalr</vt:lpstr>
      <vt:lpstr>Repertorio de instrucciones: de salto a función (II)</vt:lpstr>
    </vt:vector>
  </TitlesOfParts>
  <Company>casa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Representación de la Información</dc:title>
  <dc:creator>ipe</dc:creator>
  <cp:lastModifiedBy>Luis Felipe Romero</cp:lastModifiedBy>
  <cp:revision>173</cp:revision>
  <cp:lastPrinted>2026-03-10T13:09:04Z</cp:lastPrinted>
  <dcterms:created xsi:type="dcterms:W3CDTF">2002-03-12T20:00:29Z</dcterms:created>
  <dcterms:modified xsi:type="dcterms:W3CDTF">2026-03-10T13:21:41Z</dcterms:modified>
</cp:coreProperties>
</file>