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removePersonalInfoOnSave="1" saveSubsetFonts="1" autoCompressPictures="0">
  <p:sldMasterIdLst>
    <p:sldMasterId id="2147483669" r:id="rId1"/>
  </p:sldMasterIdLst>
  <p:notesMasterIdLst>
    <p:notesMasterId r:id="rId139"/>
  </p:notesMasterIdLst>
  <p:handoutMasterIdLst>
    <p:handoutMasterId r:id="rId140"/>
  </p:handoutMasterIdLst>
  <p:sldIdLst>
    <p:sldId id="265" r:id="rId2"/>
    <p:sldId id="268" r:id="rId3"/>
    <p:sldId id="266" r:id="rId4"/>
    <p:sldId id="267" r:id="rId5"/>
    <p:sldId id="258" r:id="rId6"/>
    <p:sldId id="408" r:id="rId7"/>
    <p:sldId id="407" r:id="rId8"/>
    <p:sldId id="270" r:id="rId9"/>
    <p:sldId id="271" r:id="rId10"/>
    <p:sldId id="272" r:id="rId11"/>
    <p:sldId id="273" r:id="rId12"/>
    <p:sldId id="274" r:id="rId13"/>
    <p:sldId id="275" r:id="rId14"/>
    <p:sldId id="277" r:id="rId15"/>
    <p:sldId id="276" r:id="rId16"/>
    <p:sldId id="278" r:id="rId17"/>
    <p:sldId id="279" r:id="rId18"/>
    <p:sldId id="280" r:id="rId19"/>
    <p:sldId id="281" r:id="rId20"/>
    <p:sldId id="282" r:id="rId21"/>
    <p:sldId id="284" r:id="rId22"/>
    <p:sldId id="403" r:id="rId23"/>
    <p:sldId id="404" r:id="rId24"/>
    <p:sldId id="405" r:id="rId25"/>
    <p:sldId id="406" r:id="rId26"/>
    <p:sldId id="287" r:id="rId27"/>
    <p:sldId id="288" r:id="rId28"/>
    <p:sldId id="290" r:id="rId29"/>
    <p:sldId id="291" r:id="rId30"/>
    <p:sldId id="292" r:id="rId31"/>
    <p:sldId id="293" r:id="rId32"/>
    <p:sldId id="294" r:id="rId33"/>
    <p:sldId id="295" r:id="rId34"/>
    <p:sldId id="296" r:id="rId35"/>
    <p:sldId id="297" r:id="rId36"/>
    <p:sldId id="298" r:id="rId37"/>
    <p:sldId id="299" r:id="rId38"/>
    <p:sldId id="300" r:id="rId39"/>
    <p:sldId id="301" r:id="rId40"/>
    <p:sldId id="302" r:id="rId41"/>
    <p:sldId id="303" r:id="rId42"/>
    <p:sldId id="304" r:id="rId43"/>
    <p:sldId id="305" r:id="rId44"/>
    <p:sldId id="306" r:id="rId45"/>
    <p:sldId id="307" r:id="rId46"/>
    <p:sldId id="308" r:id="rId47"/>
    <p:sldId id="309" r:id="rId48"/>
    <p:sldId id="310" r:id="rId49"/>
    <p:sldId id="312" r:id="rId50"/>
    <p:sldId id="313" r:id="rId51"/>
    <p:sldId id="314" r:id="rId52"/>
    <p:sldId id="315" r:id="rId53"/>
    <p:sldId id="316" r:id="rId54"/>
    <p:sldId id="317" r:id="rId55"/>
    <p:sldId id="318" r:id="rId56"/>
    <p:sldId id="319" r:id="rId57"/>
    <p:sldId id="320" r:id="rId58"/>
    <p:sldId id="321" r:id="rId59"/>
    <p:sldId id="322" r:id="rId60"/>
    <p:sldId id="323" r:id="rId61"/>
    <p:sldId id="324" r:id="rId62"/>
    <p:sldId id="325" r:id="rId63"/>
    <p:sldId id="326" r:id="rId64"/>
    <p:sldId id="327" r:id="rId65"/>
    <p:sldId id="328" r:id="rId66"/>
    <p:sldId id="329" r:id="rId67"/>
    <p:sldId id="330" r:id="rId68"/>
    <p:sldId id="331" r:id="rId69"/>
    <p:sldId id="332" r:id="rId70"/>
    <p:sldId id="333" r:id="rId71"/>
    <p:sldId id="334" r:id="rId72"/>
    <p:sldId id="335" r:id="rId73"/>
    <p:sldId id="336" r:id="rId74"/>
    <p:sldId id="337" r:id="rId75"/>
    <p:sldId id="339" r:id="rId76"/>
    <p:sldId id="340" r:id="rId77"/>
    <p:sldId id="377" r:id="rId78"/>
    <p:sldId id="342" r:id="rId79"/>
    <p:sldId id="341" r:id="rId80"/>
    <p:sldId id="343" r:id="rId81"/>
    <p:sldId id="385" r:id="rId82"/>
    <p:sldId id="380" r:id="rId83"/>
    <p:sldId id="381" r:id="rId84"/>
    <p:sldId id="382" r:id="rId85"/>
    <p:sldId id="386" r:id="rId86"/>
    <p:sldId id="384" r:id="rId87"/>
    <p:sldId id="388" r:id="rId88"/>
    <p:sldId id="387" r:id="rId89"/>
    <p:sldId id="390" r:id="rId90"/>
    <p:sldId id="389" r:id="rId91"/>
    <p:sldId id="392" r:id="rId92"/>
    <p:sldId id="391" r:id="rId93"/>
    <p:sldId id="393" r:id="rId94"/>
    <p:sldId id="394" r:id="rId95"/>
    <p:sldId id="383" r:id="rId96"/>
    <p:sldId id="395" r:id="rId97"/>
    <p:sldId id="397" r:id="rId98"/>
    <p:sldId id="398" r:id="rId99"/>
    <p:sldId id="399" r:id="rId100"/>
    <p:sldId id="400" r:id="rId101"/>
    <p:sldId id="401" r:id="rId102"/>
    <p:sldId id="402" r:id="rId103"/>
    <p:sldId id="378" r:id="rId104"/>
    <p:sldId id="344" r:id="rId105"/>
    <p:sldId id="345" r:id="rId106"/>
    <p:sldId id="346" r:id="rId107"/>
    <p:sldId id="349" r:id="rId108"/>
    <p:sldId id="347" r:id="rId109"/>
    <p:sldId id="350" r:id="rId110"/>
    <p:sldId id="348" r:id="rId111"/>
    <p:sldId id="351" r:id="rId112"/>
    <p:sldId id="352" r:id="rId113"/>
    <p:sldId id="353" r:id="rId114"/>
    <p:sldId id="354" r:id="rId115"/>
    <p:sldId id="355" r:id="rId116"/>
    <p:sldId id="356" r:id="rId117"/>
    <p:sldId id="357" r:id="rId118"/>
    <p:sldId id="358" r:id="rId119"/>
    <p:sldId id="359" r:id="rId120"/>
    <p:sldId id="360" r:id="rId121"/>
    <p:sldId id="361" r:id="rId122"/>
    <p:sldId id="362" r:id="rId123"/>
    <p:sldId id="363" r:id="rId124"/>
    <p:sldId id="364" r:id="rId125"/>
    <p:sldId id="379" r:id="rId126"/>
    <p:sldId id="365" r:id="rId127"/>
    <p:sldId id="366" r:id="rId128"/>
    <p:sldId id="367" r:id="rId129"/>
    <p:sldId id="368" r:id="rId130"/>
    <p:sldId id="369" r:id="rId131"/>
    <p:sldId id="370" r:id="rId132"/>
    <p:sldId id="371" r:id="rId133"/>
    <p:sldId id="372" r:id="rId134"/>
    <p:sldId id="373" r:id="rId135"/>
    <p:sldId id="374" r:id="rId136"/>
    <p:sldId id="375" r:id="rId137"/>
    <p:sldId id="376" r:id="rId138"/>
  </p:sldIdLst>
  <p:sldSz cx="12192000" cy="6858000"/>
  <p:notesSz cx="6858000" cy="9144000"/>
  <p:defaultTextStyle>
    <a:defPPr>
      <a:defRPr lang="es-ES"/>
    </a:defPPr>
    <a:lvl1pPr algn="l" defTabSz="457200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Tw Cen MT" panose="020B0602020104020603" pitchFamily="34" charset="0"/>
        <a:ea typeface="+mn-ea"/>
        <a:cs typeface="+mn-cs"/>
      </a:defRPr>
    </a:lvl1pPr>
    <a:lvl2pPr marL="457200" algn="l" defTabSz="457200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Tw Cen MT" panose="020B0602020104020603" pitchFamily="34" charset="0"/>
        <a:ea typeface="+mn-ea"/>
        <a:cs typeface="+mn-cs"/>
      </a:defRPr>
    </a:lvl2pPr>
    <a:lvl3pPr marL="914400" algn="l" defTabSz="457200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Tw Cen MT" panose="020B0602020104020603" pitchFamily="34" charset="0"/>
        <a:ea typeface="+mn-ea"/>
        <a:cs typeface="+mn-cs"/>
      </a:defRPr>
    </a:lvl3pPr>
    <a:lvl4pPr marL="1371600" algn="l" defTabSz="457200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Tw Cen MT" panose="020B0602020104020603" pitchFamily="34" charset="0"/>
        <a:ea typeface="+mn-ea"/>
        <a:cs typeface="+mn-cs"/>
      </a:defRPr>
    </a:lvl4pPr>
    <a:lvl5pPr marL="1828800" algn="l" defTabSz="457200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Tw Cen MT" panose="020B0602020104020603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Tw Cen MT" panose="020B0602020104020603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Tw Cen MT" panose="020B0602020104020603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Tw Cen MT" panose="020B0602020104020603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Tw Cen MT" panose="020B0602020104020603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Estilo medio 2 - Énfasis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8034E78-7F5D-4C2E-B375-FC64B27BC917}" styleName="Estilo oscuro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2D5ABB26-0587-4C30-8999-92F81FD0307C}" styleName="Sin estilo ni cuadrícula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3C2FFA5D-87B4-456A-9821-1D502468CF0F}" styleName="Estilo temático 1 - Énfasis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9D7B26C5-4107-4FEC-AEDC-1716B250A1EF}" styleName="Estilo claro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073A0DAA-6AF3-43AB-8588-CEC1D06C72B9}" styleName="Estilo medio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5940675A-B579-460E-94D1-54222C63F5DA}" styleName="Sin estilo, cuadrícula de la tabla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5392" autoAdjust="0"/>
    <p:restoredTop sz="96309"/>
  </p:normalViewPr>
  <p:slideViewPr>
    <p:cSldViewPr snapToGrid="0">
      <p:cViewPr varScale="1">
        <p:scale>
          <a:sx n="83" d="100"/>
          <a:sy n="83" d="100"/>
        </p:scale>
        <p:origin x="106" y="374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86" d="100"/>
          <a:sy n="86" d="100"/>
        </p:scale>
        <p:origin x="3006" y="7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144" Type="http://schemas.openxmlformats.org/officeDocument/2006/relationships/tableStyles" Target="tableStyles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notesMaster" Target="notesMasters/notesMaster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presProps" Target="pres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viewProps" Target="viewProps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6" Type="http://schemas.openxmlformats.org/officeDocument/2006/relationships/slide" Target="slides/slide15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>
            <a:extLst>
              <a:ext uri="{FF2B5EF4-FFF2-40B4-BE49-F238E27FC236}">
                <a16:creationId xmlns:a16="http://schemas.microsoft.com/office/drawing/2014/main" id="{3AFB7306-E4A3-4EDA-A47D-763267B736C4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</a:defRPr>
            </a:lvl1pPr>
          </a:lstStyle>
          <a:p>
            <a:pPr>
              <a:defRPr/>
            </a:pPr>
            <a:endParaRPr lang="es-ES"/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1A4B2E37-89AC-497D-ADA5-BC36F8891A7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 smtClean="0">
                <a:latin typeface="+mn-lt"/>
              </a:defRPr>
            </a:lvl1pPr>
          </a:lstStyle>
          <a:p>
            <a:pPr>
              <a:defRPr/>
            </a:pPr>
            <a:fld id="{29E8A1F3-96DF-446C-B0EE-3C0EF8B5B8F2}" type="datetimeFigureOut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DDB59CEE-AB52-48AF-A78A-A64159F88F4D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</a:defRPr>
            </a:lvl1pPr>
          </a:lstStyle>
          <a:p>
            <a:pPr>
              <a:defRPr/>
            </a:pPr>
            <a:endParaRPr lang="es-ES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44A866CB-CDAB-4CF6-AEF5-F9CF9E9130D6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Calibri" panose="020F0502020204030204" pitchFamily="34" charset="0"/>
              </a:defRPr>
            </a:lvl1pPr>
          </a:lstStyle>
          <a:p>
            <a:fld id="{C1E6CDDE-F450-4261-9A6B-B08302045D6B}" type="slidenum">
              <a:rPr lang="es-ES" altLang="es-ES"/>
              <a:pPr/>
              <a:t>‹Nº›</a:t>
            </a:fld>
            <a:endParaRPr lang="es-ES" altLang="es-E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>
            <a:extLst>
              <a:ext uri="{FF2B5EF4-FFF2-40B4-BE49-F238E27FC236}">
                <a16:creationId xmlns:a16="http://schemas.microsoft.com/office/drawing/2014/main" id="{66B9B4DA-E7F3-4D6A-BC91-708F526D47EF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 dirty="0">
                <a:latin typeface="+mn-lt"/>
              </a:defRPr>
            </a:lvl1pPr>
          </a:lstStyle>
          <a:p>
            <a:pPr>
              <a:defRPr/>
            </a:pPr>
            <a:endParaRPr lang="es-ES"/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4920959E-D9ED-4EBA-89D8-76A78AEA436D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 smtClean="0">
                <a:latin typeface="+mn-lt"/>
              </a:defRPr>
            </a:lvl1pPr>
          </a:lstStyle>
          <a:p>
            <a:pPr>
              <a:defRPr/>
            </a:pPr>
            <a:fld id="{095B3C28-78DE-4BF9-B637-58A9B0A5D0C1}" type="datetimeFigureOut">
              <a:rPr lang="es-ES"/>
              <a:pPr>
                <a:defRPr/>
              </a:pPr>
              <a:t>24/03/2026</a:t>
            </a:fld>
            <a:endParaRPr lang="es-ES" dirty="0"/>
          </a:p>
        </p:txBody>
      </p:sp>
      <p:sp>
        <p:nvSpPr>
          <p:cNvPr id="4" name="Marcador de imagen de diapositiva 3">
            <a:extLst>
              <a:ext uri="{FF2B5EF4-FFF2-40B4-BE49-F238E27FC236}">
                <a16:creationId xmlns:a16="http://schemas.microsoft.com/office/drawing/2014/main" id="{04C8C2D5-0A3E-4E87-BC37-2C496676D62F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es-ES" noProof="0" dirty="0"/>
          </a:p>
        </p:txBody>
      </p:sp>
      <p:sp>
        <p:nvSpPr>
          <p:cNvPr id="5" name="Marcador de notas 4">
            <a:extLst>
              <a:ext uri="{FF2B5EF4-FFF2-40B4-BE49-F238E27FC236}">
                <a16:creationId xmlns:a16="http://schemas.microsoft.com/office/drawing/2014/main" id="{348D34E0-C9FB-4930-A0CF-A6641FFC22D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 noProof="0" dirty="0"/>
              <a:t>Editar estilos de texto del patrón</a:t>
            </a:r>
          </a:p>
          <a:p>
            <a:pPr lvl="1"/>
            <a:r>
              <a:rPr lang="es-ES" noProof="0" dirty="0"/>
              <a:t>Segundo nivel</a:t>
            </a:r>
          </a:p>
          <a:p>
            <a:pPr lvl="2"/>
            <a:r>
              <a:rPr lang="es-ES" noProof="0" dirty="0"/>
              <a:t>Tercer nivel</a:t>
            </a:r>
          </a:p>
          <a:p>
            <a:pPr lvl="3"/>
            <a:r>
              <a:rPr lang="es-ES" noProof="0" dirty="0"/>
              <a:t>Cuarto nivel</a:t>
            </a:r>
          </a:p>
          <a:p>
            <a:pPr lvl="4"/>
            <a:r>
              <a:rPr lang="es-ES" noProof="0" dirty="0"/>
              <a:t>Quinto nivel</a:t>
            </a:r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882A6AA1-1E4D-40CD-9C50-2FBC9A51ADF4}"/>
              </a:ext>
            </a:extLst>
          </p:cNvPr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 dirty="0">
                <a:latin typeface="+mn-lt"/>
              </a:defRPr>
            </a:lvl1pPr>
          </a:lstStyle>
          <a:p>
            <a:pPr>
              <a:defRPr/>
            </a:pPr>
            <a:endParaRPr lang="es-ES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D6E04F7-D65A-4F8B-AAC2-864A77A4421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Calibri" panose="020F0502020204030204" pitchFamily="34" charset="0"/>
              </a:defRPr>
            </a:lvl1pPr>
          </a:lstStyle>
          <a:p>
            <a:fld id="{C8628000-EE36-4D16-A009-C66C7A21565A}" type="slidenum">
              <a:rPr lang="es-ES" altLang="es-ES"/>
              <a:pPr/>
              <a:t>‹Nº›</a:t>
            </a:fld>
            <a:endParaRPr lang="es-ES" altLang="es-E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hdr="0" ftr="0" dt="0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3" name="Marcador de imagen de diapositiva 1">
            <a:extLst>
              <a:ext uri="{FF2B5EF4-FFF2-40B4-BE49-F238E27FC236}">
                <a16:creationId xmlns:a16="http://schemas.microsoft.com/office/drawing/2014/main" id="{5BE2A977-7F2C-4C56-8D85-D29D72AD5F3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194" name="Marcador de notas 2">
            <a:extLst>
              <a:ext uri="{FF2B5EF4-FFF2-40B4-BE49-F238E27FC236}">
                <a16:creationId xmlns:a16="http://schemas.microsoft.com/office/drawing/2014/main" id="{65671ECF-ADE8-47DA-934B-BC5AE1D19FB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8195" name="Marcador de número de diapositiva 3">
            <a:extLst>
              <a:ext uri="{FF2B5EF4-FFF2-40B4-BE49-F238E27FC236}">
                <a16:creationId xmlns:a16="http://schemas.microsoft.com/office/drawing/2014/main" id="{4525619A-E652-4DED-826C-204AB906891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DBC94BC-F1A9-4AF0-A411-A97AE82B07A9}" type="slidenum">
              <a:rPr lang="es-ES" altLang="es-ES">
                <a:latin typeface="Calibri" panose="020F0502020204030204" pitchFamily="34" charset="0"/>
              </a:rPr>
              <a:pPr/>
              <a:t>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Marcador de imagen de diapositiva 1">
            <a:extLst>
              <a:ext uri="{FF2B5EF4-FFF2-40B4-BE49-F238E27FC236}">
                <a16:creationId xmlns:a16="http://schemas.microsoft.com/office/drawing/2014/main" id="{2013F69B-A6BA-4482-A700-75E99D5F77A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266" name="Marcador de notas 2">
            <a:extLst>
              <a:ext uri="{FF2B5EF4-FFF2-40B4-BE49-F238E27FC236}">
                <a16:creationId xmlns:a16="http://schemas.microsoft.com/office/drawing/2014/main" id="{56CEC07B-820D-4D92-898D-0624C9C2F8B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1267" name="Marcador de número de diapositiva 3">
            <a:extLst>
              <a:ext uri="{FF2B5EF4-FFF2-40B4-BE49-F238E27FC236}">
                <a16:creationId xmlns:a16="http://schemas.microsoft.com/office/drawing/2014/main" id="{2B730B9A-DD76-4005-80ED-27C8071C06D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F087D19-78EF-485C-8E63-031EC0AB12FE}" type="slidenum">
              <a:rPr lang="es-ES" altLang="es-ES">
                <a:latin typeface="Calibri" panose="020F0502020204030204" pitchFamily="34" charset="0"/>
              </a:rPr>
              <a:pPr/>
              <a:t>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7" name="Marcador de imagen de diapositiva 1">
            <a:extLst>
              <a:ext uri="{FF2B5EF4-FFF2-40B4-BE49-F238E27FC236}">
                <a16:creationId xmlns:a16="http://schemas.microsoft.com/office/drawing/2014/main" id="{95BEAB26-FA92-47B1-97D4-35741A339FD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338" name="Marcador de notas 2">
            <a:extLst>
              <a:ext uri="{FF2B5EF4-FFF2-40B4-BE49-F238E27FC236}">
                <a16:creationId xmlns:a16="http://schemas.microsoft.com/office/drawing/2014/main" id="{4A201E95-79B8-4597-ACE2-7285CE47329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4339" name="Marcador de número de diapositiva 3">
            <a:extLst>
              <a:ext uri="{FF2B5EF4-FFF2-40B4-BE49-F238E27FC236}">
                <a16:creationId xmlns:a16="http://schemas.microsoft.com/office/drawing/2014/main" id="{A8ADA0F9-B244-454A-AB69-46A6296C94F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C62A69E-48E8-41E7-978B-198B5EDB5BFE}" type="slidenum">
              <a:rPr lang="es-ES" altLang="es-ES">
                <a:latin typeface="Calibri" panose="020F0502020204030204" pitchFamily="34" charset="0"/>
              </a:rPr>
              <a:pPr/>
              <a:t>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7" name="Marcador de imagen de diapositiva 1">
            <a:extLst>
              <a:ext uri="{FF2B5EF4-FFF2-40B4-BE49-F238E27FC236}">
                <a16:creationId xmlns:a16="http://schemas.microsoft.com/office/drawing/2014/main" id="{95BEAB26-FA92-47B1-97D4-35741A339FD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338" name="Marcador de notas 2">
            <a:extLst>
              <a:ext uri="{FF2B5EF4-FFF2-40B4-BE49-F238E27FC236}">
                <a16:creationId xmlns:a16="http://schemas.microsoft.com/office/drawing/2014/main" id="{4A201E95-79B8-4597-ACE2-7285CE47329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4339" name="Marcador de número de diapositiva 3">
            <a:extLst>
              <a:ext uri="{FF2B5EF4-FFF2-40B4-BE49-F238E27FC236}">
                <a16:creationId xmlns:a16="http://schemas.microsoft.com/office/drawing/2014/main" id="{A8ADA0F9-B244-454A-AB69-46A6296C94F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C62A69E-48E8-41E7-978B-198B5EDB5BFE}" type="slidenum">
              <a:rPr lang="es-ES" altLang="es-ES">
                <a:latin typeface="Calibri" panose="020F0502020204030204" pitchFamily="34" charset="0"/>
              </a:rPr>
              <a:pPr/>
              <a:t>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7418277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7" name="Marcador de imagen de diapositiva 1">
            <a:extLst>
              <a:ext uri="{FF2B5EF4-FFF2-40B4-BE49-F238E27FC236}">
                <a16:creationId xmlns:a16="http://schemas.microsoft.com/office/drawing/2014/main" id="{95BEAB26-FA92-47B1-97D4-35741A339FD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338" name="Marcador de notas 2">
            <a:extLst>
              <a:ext uri="{FF2B5EF4-FFF2-40B4-BE49-F238E27FC236}">
                <a16:creationId xmlns:a16="http://schemas.microsoft.com/office/drawing/2014/main" id="{4A201E95-79B8-4597-ACE2-7285CE47329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4339" name="Marcador de número de diapositiva 3">
            <a:extLst>
              <a:ext uri="{FF2B5EF4-FFF2-40B4-BE49-F238E27FC236}">
                <a16:creationId xmlns:a16="http://schemas.microsoft.com/office/drawing/2014/main" id="{A8ADA0F9-B244-454A-AB69-46A6296C94F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C62A69E-48E8-41E7-978B-198B5EDB5BFE}" type="slidenum">
              <a:rPr lang="es-ES" altLang="es-ES">
                <a:latin typeface="Calibri" panose="020F0502020204030204" pitchFamily="34" charset="0"/>
              </a:rPr>
              <a:pPr/>
              <a:t>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932267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Marcador de imagen de diapositiva 1">
            <a:extLst>
              <a:ext uri="{FF2B5EF4-FFF2-40B4-BE49-F238E27FC236}">
                <a16:creationId xmlns:a16="http://schemas.microsoft.com/office/drawing/2014/main" id="{F3931B88-12BB-4118-B8B1-6B43F55BF35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6386" name="Marcador de notas 2">
            <a:extLst>
              <a:ext uri="{FF2B5EF4-FFF2-40B4-BE49-F238E27FC236}">
                <a16:creationId xmlns:a16="http://schemas.microsoft.com/office/drawing/2014/main" id="{E5CFFEB3-3BE9-41D0-BF1F-D03C34EB7D3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6387" name="Marcador de número de diapositiva 3">
            <a:extLst>
              <a:ext uri="{FF2B5EF4-FFF2-40B4-BE49-F238E27FC236}">
                <a16:creationId xmlns:a16="http://schemas.microsoft.com/office/drawing/2014/main" id="{9D80BD4A-F86E-4F33-B295-59560A13717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C54038E-809B-46CC-ABE8-7EDA79407251}" type="slidenum">
              <a:rPr lang="es-ES" altLang="es-ES">
                <a:latin typeface="Calibri" panose="020F0502020204030204" pitchFamily="34" charset="0"/>
              </a:rPr>
              <a:pPr/>
              <a:t>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Marcador de imagen de diapositiva 1">
            <a:extLst>
              <a:ext uri="{FF2B5EF4-FFF2-40B4-BE49-F238E27FC236}">
                <a16:creationId xmlns:a16="http://schemas.microsoft.com/office/drawing/2014/main" id="{B265ED82-2686-4AF6-9228-5685D20EC38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8434" name="Marcador de notas 2">
            <a:extLst>
              <a:ext uri="{FF2B5EF4-FFF2-40B4-BE49-F238E27FC236}">
                <a16:creationId xmlns:a16="http://schemas.microsoft.com/office/drawing/2014/main" id="{99B412D9-F02B-4250-9014-B177A3E60E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8435" name="Marcador de número de diapositiva 3">
            <a:extLst>
              <a:ext uri="{FF2B5EF4-FFF2-40B4-BE49-F238E27FC236}">
                <a16:creationId xmlns:a16="http://schemas.microsoft.com/office/drawing/2014/main" id="{371F19C2-BDD9-4F6F-8C95-05AC660ED95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4827B4C-2116-4509-B572-9B7BBCCA9690}" type="slidenum">
              <a:rPr lang="es-ES" altLang="es-ES">
                <a:latin typeface="Calibri" panose="020F0502020204030204" pitchFamily="34" charset="0"/>
              </a:rPr>
              <a:pPr/>
              <a:t>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Marcador de imagen de diapositiva 1">
            <a:extLst>
              <a:ext uri="{FF2B5EF4-FFF2-40B4-BE49-F238E27FC236}">
                <a16:creationId xmlns:a16="http://schemas.microsoft.com/office/drawing/2014/main" id="{D815DF02-CA01-4F55-BF0F-AA23006D201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482" name="Marcador de notas 2">
            <a:extLst>
              <a:ext uri="{FF2B5EF4-FFF2-40B4-BE49-F238E27FC236}">
                <a16:creationId xmlns:a16="http://schemas.microsoft.com/office/drawing/2014/main" id="{2D45858B-5211-4733-A5D0-67C77F22117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0483" name="Marcador de número de diapositiva 3">
            <a:extLst>
              <a:ext uri="{FF2B5EF4-FFF2-40B4-BE49-F238E27FC236}">
                <a16:creationId xmlns:a16="http://schemas.microsoft.com/office/drawing/2014/main" id="{1DA8B809-9152-4F2F-B98B-39E74211F19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A75065D-FC54-4D86-B16A-A621C77062F4}" type="slidenum">
              <a:rPr lang="es-ES" altLang="es-ES">
                <a:latin typeface="Calibri" panose="020F0502020204030204" pitchFamily="34" charset="0"/>
              </a:rPr>
              <a:pPr/>
              <a:t>10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Marcador de imagen de diapositiva 1">
            <a:extLst>
              <a:ext uri="{FF2B5EF4-FFF2-40B4-BE49-F238E27FC236}">
                <a16:creationId xmlns:a16="http://schemas.microsoft.com/office/drawing/2014/main" id="{9C030521-CCBD-421D-9FE1-356BEF28896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530" name="Marcador de notas 2">
            <a:extLst>
              <a:ext uri="{FF2B5EF4-FFF2-40B4-BE49-F238E27FC236}">
                <a16:creationId xmlns:a16="http://schemas.microsoft.com/office/drawing/2014/main" id="{26A6FA01-B4DD-4F0F-90AE-FBD336BB052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2531" name="Marcador de número de diapositiva 3">
            <a:extLst>
              <a:ext uri="{FF2B5EF4-FFF2-40B4-BE49-F238E27FC236}">
                <a16:creationId xmlns:a16="http://schemas.microsoft.com/office/drawing/2014/main" id="{A622C4CF-23A3-4C66-97D0-BDDC751A1F7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44302D1C-C827-4B7B-8C61-CBA5EA24D032}" type="slidenum">
              <a:rPr lang="es-ES" altLang="es-ES">
                <a:latin typeface="Calibri" panose="020F0502020204030204" pitchFamily="34" charset="0"/>
              </a:rPr>
              <a:pPr/>
              <a:t>11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Marcador de imagen de diapositiva 1">
            <a:extLst>
              <a:ext uri="{FF2B5EF4-FFF2-40B4-BE49-F238E27FC236}">
                <a16:creationId xmlns:a16="http://schemas.microsoft.com/office/drawing/2014/main" id="{CA5CC36E-0CF0-484A-92CB-87E1895804F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8" name="Marcador de notas 2">
            <a:extLst>
              <a:ext uri="{FF2B5EF4-FFF2-40B4-BE49-F238E27FC236}">
                <a16:creationId xmlns:a16="http://schemas.microsoft.com/office/drawing/2014/main" id="{1EF70E87-D162-4ED3-935B-EF236558F02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4579" name="Marcador de número de diapositiva 3">
            <a:extLst>
              <a:ext uri="{FF2B5EF4-FFF2-40B4-BE49-F238E27FC236}">
                <a16:creationId xmlns:a16="http://schemas.microsoft.com/office/drawing/2014/main" id="{3201055B-9E5C-4F74-ABFB-D680C874CBD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832A577-BEBE-4C56-9A49-D7C7D054C9D7}" type="slidenum">
              <a:rPr lang="es-ES" altLang="es-ES">
                <a:latin typeface="Calibri" panose="020F0502020204030204" pitchFamily="34" charset="0"/>
              </a:rPr>
              <a:pPr/>
              <a:t>12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Marcador de imagen de diapositiva 1">
            <a:extLst>
              <a:ext uri="{FF2B5EF4-FFF2-40B4-BE49-F238E27FC236}">
                <a16:creationId xmlns:a16="http://schemas.microsoft.com/office/drawing/2014/main" id="{50E5CAD6-B30F-499A-A5E2-48B4AEA81AE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626" name="Marcador de notas 2">
            <a:extLst>
              <a:ext uri="{FF2B5EF4-FFF2-40B4-BE49-F238E27FC236}">
                <a16:creationId xmlns:a16="http://schemas.microsoft.com/office/drawing/2014/main" id="{D3A2450C-396F-4FFF-AFD6-902BCCDCC8E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6627" name="Marcador de número de diapositiva 3">
            <a:extLst>
              <a:ext uri="{FF2B5EF4-FFF2-40B4-BE49-F238E27FC236}">
                <a16:creationId xmlns:a16="http://schemas.microsoft.com/office/drawing/2014/main" id="{6913C1A1-A3B0-4F3A-BCBE-4BB3D5103C2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ADD7F6D-F7D4-46F8-A01A-42E2B1AC2DE1}" type="slidenum">
              <a:rPr lang="es-ES" altLang="es-ES">
                <a:latin typeface="Calibri" panose="020F0502020204030204" pitchFamily="34" charset="0"/>
              </a:rPr>
              <a:pPr/>
              <a:t>13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Marcador de imagen de diapositiva 1">
            <a:extLst>
              <a:ext uri="{FF2B5EF4-FFF2-40B4-BE49-F238E27FC236}">
                <a16:creationId xmlns:a16="http://schemas.microsoft.com/office/drawing/2014/main" id="{8A542331-08CF-4061-9DD5-6CAF2FD7483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8674" name="Marcador de notas 2">
            <a:extLst>
              <a:ext uri="{FF2B5EF4-FFF2-40B4-BE49-F238E27FC236}">
                <a16:creationId xmlns:a16="http://schemas.microsoft.com/office/drawing/2014/main" id="{1705DA76-76BB-4346-AB13-66284AEEBE7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8675" name="Marcador de número de diapositiva 3">
            <a:extLst>
              <a:ext uri="{FF2B5EF4-FFF2-40B4-BE49-F238E27FC236}">
                <a16:creationId xmlns:a16="http://schemas.microsoft.com/office/drawing/2014/main" id="{4D015064-C221-47DA-ABCE-5B59F7F3FDD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9CFD944-DC39-4745-B1C3-9C6D796E86BF}" type="slidenum">
              <a:rPr lang="es-ES" altLang="es-ES">
                <a:latin typeface="Calibri" panose="020F0502020204030204" pitchFamily="34" charset="0"/>
              </a:rPr>
              <a:pPr/>
              <a:t>14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Marcador de imagen de diapositiva 1">
            <a:extLst>
              <a:ext uri="{FF2B5EF4-FFF2-40B4-BE49-F238E27FC236}">
                <a16:creationId xmlns:a16="http://schemas.microsoft.com/office/drawing/2014/main" id="{E50E1B42-DBE9-4D64-BA76-AE56FA69A1D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22" name="Marcador de notas 2">
            <a:extLst>
              <a:ext uri="{FF2B5EF4-FFF2-40B4-BE49-F238E27FC236}">
                <a16:creationId xmlns:a16="http://schemas.microsoft.com/office/drawing/2014/main" id="{C837CDB6-2EAC-4C2B-977D-C229A1B3A79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30723" name="Marcador de número de diapositiva 3">
            <a:extLst>
              <a:ext uri="{FF2B5EF4-FFF2-40B4-BE49-F238E27FC236}">
                <a16:creationId xmlns:a16="http://schemas.microsoft.com/office/drawing/2014/main" id="{34224CE9-6D4A-4921-B5C6-3BC1D5D4F6B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0174BCD-9767-4367-9642-1E639A0E7155}" type="slidenum">
              <a:rPr lang="es-ES" altLang="es-ES">
                <a:latin typeface="Calibri" panose="020F0502020204030204" pitchFamily="34" charset="0"/>
              </a:rPr>
              <a:pPr/>
              <a:t>15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Marcador de imagen de diapositiva 1">
            <a:extLst>
              <a:ext uri="{FF2B5EF4-FFF2-40B4-BE49-F238E27FC236}">
                <a16:creationId xmlns:a16="http://schemas.microsoft.com/office/drawing/2014/main" id="{43863520-8933-47E6-BFA9-2D86C18D7A0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2770" name="Marcador de notas 2">
            <a:extLst>
              <a:ext uri="{FF2B5EF4-FFF2-40B4-BE49-F238E27FC236}">
                <a16:creationId xmlns:a16="http://schemas.microsoft.com/office/drawing/2014/main" id="{EF28C575-13EC-430C-9EC6-992622E187C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32771" name="Marcador de número de diapositiva 3">
            <a:extLst>
              <a:ext uri="{FF2B5EF4-FFF2-40B4-BE49-F238E27FC236}">
                <a16:creationId xmlns:a16="http://schemas.microsoft.com/office/drawing/2014/main" id="{62B9167B-60B3-462E-B8C4-D2D9C88C229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6680E5A-315C-4943-BD1E-874B31E4B30B}" type="slidenum">
              <a:rPr lang="es-ES" altLang="es-ES">
                <a:latin typeface="Calibri" panose="020F0502020204030204" pitchFamily="34" charset="0"/>
              </a:rPr>
              <a:pPr/>
              <a:t>16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Marcador de imagen de diapositiva 1">
            <a:extLst>
              <a:ext uri="{FF2B5EF4-FFF2-40B4-BE49-F238E27FC236}">
                <a16:creationId xmlns:a16="http://schemas.microsoft.com/office/drawing/2014/main" id="{8A4AD472-C46B-4E11-9E5F-88CD97643F0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5842" name="Marcador de notas 2">
            <a:extLst>
              <a:ext uri="{FF2B5EF4-FFF2-40B4-BE49-F238E27FC236}">
                <a16:creationId xmlns:a16="http://schemas.microsoft.com/office/drawing/2014/main" id="{11250005-CC90-4076-A998-9D539F2AB6B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35843" name="Marcador de número de diapositiva 3">
            <a:extLst>
              <a:ext uri="{FF2B5EF4-FFF2-40B4-BE49-F238E27FC236}">
                <a16:creationId xmlns:a16="http://schemas.microsoft.com/office/drawing/2014/main" id="{ACF581EA-EFE8-49E1-8367-3567E456C25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4F756D9-51EC-4140-A75E-98927FFFCFD9}" type="slidenum">
              <a:rPr lang="es-ES" altLang="es-ES">
                <a:latin typeface="Calibri" panose="020F0502020204030204" pitchFamily="34" charset="0"/>
              </a:rPr>
              <a:pPr/>
              <a:t>18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Marcador de imagen de diapositiva 1">
            <a:extLst>
              <a:ext uri="{FF2B5EF4-FFF2-40B4-BE49-F238E27FC236}">
                <a16:creationId xmlns:a16="http://schemas.microsoft.com/office/drawing/2014/main" id="{4DC51146-919B-4466-9794-1C3D9970F4A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7890" name="Marcador de notas 2">
            <a:extLst>
              <a:ext uri="{FF2B5EF4-FFF2-40B4-BE49-F238E27FC236}">
                <a16:creationId xmlns:a16="http://schemas.microsoft.com/office/drawing/2014/main" id="{A13C4484-EE7B-440E-B37A-351199A0F9A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37891" name="Marcador de número de diapositiva 3">
            <a:extLst>
              <a:ext uri="{FF2B5EF4-FFF2-40B4-BE49-F238E27FC236}">
                <a16:creationId xmlns:a16="http://schemas.microsoft.com/office/drawing/2014/main" id="{100CBFCE-CDCD-4D63-8911-2FEC6D6F1AB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A2E2467-6C9F-4DEC-A937-45E69C6284F4}" type="slidenum">
              <a:rPr lang="es-ES" altLang="es-ES">
                <a:latin typeface="Calibri" panose="020F0502020204030204" pitchFamily="34" charset="0"/>
              </a:rPr>
              <a:pPr/>
              <a:t>19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7" name="Marcador de imagen de diapositiva 1">
            <a:extLst>
              <a:ext uri="{FF2B5EF4-FFF2-40B4-BE49-F238E27FC236}">
                <a16:creationId xmlns:a16="http://schemas.microsoft.com/office/drawing/2014/main" id="{83F78E94-B9AC-4683-983F-F48AC846A2F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9938" name="Marcador de notas 2">
            <a:extLst>
              <a:ext uri="{FF2B5EF4-FFF2-40B4-BE49-F238E27FC236}">
                <a16:creationId xmlns:a16="http://schemas.microsoft.com/office/drawing/2014/main" id="{A141E284-8452-4E21-85E6-E6CD354CCDA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39939" name="Marcador de número de diapositiva 3">
            <a:extLst>
              <a:ext uri="{FF2B5EF4-FFF2-40B4-BE49-F238E27FC236}">
                <a16:creationId xmlns:a16="http://schemas.microsoft.com/office/drawing/2014/main" id="{5674E745-213D-4AD8-A0E1-C4B8241486E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0B7DE7C-F2BF-4E3D-898C-B011AC05919A}" type="slidenum">
              <a:rPr lang="es-ES" altLang="es-ES">
                <a:latin typeface="Calibri" panose="020F0502020204030204" pitchFamily="34" charset="0"/>
              </a:rPr>
              <a:pPr/>
              <a:t>20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5" name="Marcador de imagen de diapositiva 1">
            <a:extLst>
              <a:ext uri="{FF2B5EF4-FFF2-40B4-BE49-F238E27FC236}">
                <a16:creationId xmlns:a16="http://schemas.microsoft.com/office/drawing/2014/main" id="{C3C33F7C-6792-4DF8-8C2F-8A18E1D9B87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986" name="Marcador de notas 2">
            <a:extLst>
              <a:ext uri="{FF2B5EF4-FFF2-40B4-BE49-F238E27FC236}">
                <a16:creationId xmlns:a16="http://schemas.microsoft.com/office/drawing/2014/main" id="{B844E949-A647-4C62-854B-A0C0ECD0A98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41987" name="Marcador de número de diapositiva 3">
            <a:extLst>
              <a:ext uri="{FF2B5EF4-FFF2-40B4-BE49-F238E27FC236}">
                <a16:creationId xmlns:a16="http://schemas.microsoft.com/office/drawing/2014/main" id="{69B585F9-2DFA-4CE5-989A-4BF1DE3818F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D558061-64DA-4EAE-BC39-68823F0156A1}" type="slidenum">
              <a:rPr lang="es-ES" altLang="es-ES">
                <a:latin typeface="Calibri" panose="020F0502020204030204" pitchFamily="34" charset="0"/>
              </a:rPr>
              <a:pPr/>
              <a:t>21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Marcador de imagen de diapositiva 1">
            <a:extLst>
              <a:ext uri="{FF2B5EF4-FFF2-40B4-BE49-F238E27FC236}">
                <a16:creationId xmlns:a16="http://schemas.microsoft.com/office/drawing/2014/main" id="{AA11A1B8-8DFF-4B36-96B6-C4CF37CDCDB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4034" name="Marcador de notas 2">
            <a:extLst>
              <a:ext uri="{FF2B5EF4-FFF2-40B4-BE49-F238E27FC236}">
                <a16:creationId xmlns:a16="http://schemas.microsoft.com/office/drawing/2014/main" id="{E90918F5-D5BB-4D29-A3D9-FCFCF50A0FA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44035" name="Marcador de número de diapositiva 3">
            <a:extLst>
              <a:ext uri="{FF2B5EF4-FFF2-40B4-BE49-F238E27FC236}">
                <a16:creationId xmlns:a16="http://schemas.microsoft.com/office/drawing/2014/main" id="{C525BED9-18F4-44AB-AABC-84484CC5FFD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5174207-B54E-4AF3-843C-73A63FAAFD45}" type="slidenum">
              <a:rPr lang="es-ES" altLang="es-ES">
                <a:latin typeface="Calibri" panose="020F0502020204030204" pitchFamily="34" charset="0"/>
              </a:rPr>
              <a:pPr/>
              <a:t>22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Marcador de imagen de diapositiva 1">
            <a:extLst>
              <a:ext uri="{FF2B5EF4-FFF2-40B4-BE49-F238E27FC236}">
                <a16:creationId xmlns:a16="http://schemas.microsoft.com/office/drawing/2014/main" id="{4F14E2E6-C0EE-4009-A258-3BD4342EE1B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6082" name="Marcador de notas 2">
            <a:extLst>
              <a:ext uri="{FF2B5EF4-FFF2-40B4-BE49-F238E27FC236}">
                <a16:creationId xmlns:a16="http://schemas.microsoft.com/office/drawing/2014/main" id="{02C62035-3749-4364-923B-DA14267E36D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46083" name="Marcador de número de diapositiva 3">
            <a:extLst>
              <a:ext uri="{FF2B5EF4-FFF2-40B4-BE49-F238E27FC236}">
                <a16:creationId xmlns:a16="http://schemas.microsoft.com/office/drawing/2014/main" id="{BF97A5A8-EA2D-46DA-8788-649B07D1589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0AD1D4E-E083-452F-A9DC-5CCC2C4A0160}" type="slidenum">
              <a:rPr lang="es-ES" altLang="es-ES">
                <a:latin typeface="Calibri" panose="020F0502020204030204" pitchFamily="34" charset="0"/>
              </a:rPr>
              <a:pPr/>
              <a:t>23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9" name="Marcador de imagen de diapositiva 1">
            <a:extLst>
              <a:ext uri="{FF2B5EF4-FFF2-40B4-BE49-F238E27FC236}">
                <a16:creationId xmlns:a16="http://schemas.microsoft.com/office/drawing/2014/main" id="{F5A442B5-DB95-4B5F-9ED4-FBF61490807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8130" name="Marcador de notas 2">
            <a:extLst>
              <a:ext uri="{FF2B5EF4-FFF2-40B4-BE49-F238E27FC236}">
                <a16:creationId xmlns:a16="http://schemas.microsoft.com/office/drawing/2014/main" id="{A41514B6-2588-4DDA-A9A1-5FDAFD850D7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48131" name="Marcador de número de diapositiva 3">
            <a:extLst>
              <a:ext uri="{FF2B5EF4-FFF2-40B4-BE49-F238E27FC236}">
                <a16:creationId xmlns:a16="http://schemas.microsoft.com/office/drawing/2014/main" id="{E411FE16-1357-4EFD-A3A4-34BF7B87498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C8B5837A-9DC2-433B-8B44-D8886A0A4C1D}" type="slidenum">
              <a:rPr lang="es-ES" altLang="es-ES">
                <a:latin typeface="Calibri" panose="020F0502020204030204" pitchFamily="34" charset="0"/>
              </a:rPr>
              <a:pPr/>
              <a:t>24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Marcador de imagen de diapositiva 1">
            <a:extLst>
              <a:ext uri="{FF2B5EF4-FFF2-40B4-BE49-F238E27FC236}">
                <a16:creationId xmlns:a16="http://schemas.microsoft.com/office/drawing/2014/main" id="{460A95EE-F171-46E3-B973-474A91FC0B5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0178" name="Marcador de notas 2">
            <a:extLst>
              <a:ext uri="{FF2B5EF4-FFF2-40B4-BE49-F238E27FC236}">
                <a16:creationId xmlns:a16="http://schemas.microsoft.com/office/drawing/2014/main" id="{CB474B8E-6E7C-417F-8734-89D0DA8678A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50179" name="Marcador de número de diapositiva 3">
            <a:extLst>
              <a:ext uri="{FF2B5EF4-FFF2-40B4-BE49-F238E27FC236}">
                <a16:creationId xmlns:a16="http://schemas.microsoft.com/office/drawing/2014/main" id="{6C718188-8746-4BCC-8E5B-34FEEED88CE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FF7A03E-BFBF-4BD3-9083-946701E29CFD}" type="slidenum">
              <a:rPr lang="es-ES" altLang="es-ES">
                <a:latin typeface="Calibri" panose="020F0502020204030204" pitchFamily="34" charset="0"/>
              </a:rPr>
              <a:pPr/>
              <a:t>25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Marcador de imagen de diapositiva 1">
            <a:extLst>
              <a:ext uri="{FF2B5EF4-FFF2-40B4-BE49-F238E27FC236}">
                <a16:creationId xmlns:a16="http://schemas.microsoft.com/office/drawing/2014/main" id="{03F0AE76-6E45-4A2F-93B0-1356D93BA46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2226" name="Marcador de notas 2">
            <a:extLst>
              <a:ext uri="{FF2B5EF4-FFF2-40B4-BE49-F238E27FC236}">
                <a16:creationId xmlns:a16="http://schemas.microsoft.com/office/drawing/2014/main" id="{9DF5F88A-BDEB-4FBE-A872-4B94E5A2603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52227" name="Marcador de número de diapositiva 3">
            <a:extLst>
              <a:ext uri="{FF2B5EF4-FFF2-40B4-BE49-F238E27FC236}">
                <a16:creationId xmlns:a16="http://schemas.microsoft.com/office/drawing/2014/main" id="{64A19CDE-5610-4788-BE1B-74737C3A4EE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DA0593F-F313-49EA-9066-5C045221B539}" type="slidenum">
              <a:rPr lang="es-ES" altLang="es-ES">
                <a:latin typeface="Calibri" panose="020F0502020204030204" pitchFamily="34" charset="0"/>
              </a:rPr>
              <a:pPr/>
              <a:t>26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Marcador de imagen de diapositiva 1">
            <a:extLst>
              <a:ext uri="{FF2B5EF4-FFF2-40B4-BE49-F238E27FC236}">
                <a16:creationId xmlns:a16="http://schemas.microsoft.com/office/drawing/2014/main" id="{E9F5F6FA-0488-438C-AF5B-C68370B247A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4274" name="Marcador de notas 2">
            <a:extLst>
              <a:ext uri="{FF2B5EF4-FFF2-40B4-BE49-F238E27FC236}">
                <a16:creationId xmlns:a16="http://schemas.microsoft.com/office/drawing/2014/main" id="{E09CEF5A-1D89-4E59-878B-88609A3BC23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54275" name="Marcador de número de diapositiva 3">
            <a:extLst>
              <a:ext uri="{FF2B5EF4-FFF2-40B4-BE49-F238E27FC236}">
                <a16:creationId xmlns:a16="http://schemas.microsoft.com/office/drawing/2014/main" id="{22180F6A-299C-4C10-B384-B48E788B271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344C93C-717E-4438-844C-DE2AD382ED09}" type="slidenum">
              <a:rPr lang="es-ES" altLang="es-ES">
                <a:latin typeface="Calibri" panose="020F0502020204030204" pitchFamily="34" charset="0"/>
              </a:rPr>
              <a:pPr/>
              <a:t>27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Marcador de imagen de diapositiva 1">
            <a:extLst>
              <a:ext uri="{FF2B5EF4-FFF2-40B4-BE49-F238E27FC236}">
                <a16:creationId xmlns:a16="http://schemas.microsoft.com/office/drawing/2014/main" id="{C1409D5D-8050-4594-A20E-E928CC5ABAE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6322" name="Marcador de notas 2">
            <a:extLst>
              <a:ext uri="{FF2B5EF4-FFF2-40B4-BE49-F238E27FC236}">
                <a16:creationId xmlns:a16="http://schemas.microsoft.com/office/drawing/2014/main" id="{7164A00E-3F4B-4F41-8C5E-55CBD63BFD9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56323" name="Marcador de número de diapositiva 3">
            <a:extLst>
              <a:ext uri="{FF2B5EF4-FFF2-40B4-BE49-F238E27FC236}">
                <a16:creationId xmlns:a16="http://schemas.microsoft.com/office/drawing/2014/main" id="{3FDC6E2D-C83D-4BF9-80B5-8E21E6E1B29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ACF529F-413B-40D5-81F4-A763220B9D56}" type="slidenum">
              <a:rPr lang="es-ES" altLang="es-ES">
                <a:latin typeface="Calibri" panose="020F0502020204030204" pitchFamily="34" charset="0"/>
              </a:rPr>
              <a:pPr/>
              <a:t>28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Marcador de imagen de diapositiva 1">
            <a:extLst>
              <a:ext uri="{FF2B5EF4-FFF2-40B4-BE49-F238E27FC236}">
                <a16:creationId xmlns:a16="http://schemas.microsoft.com/office/drawing/2014/main" id="{5D23C486-5173-4346-9CC7-B053D9A841D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8370" name="Marcador de notas 2">
            <a:extLst>
              <a:ext uri="{FF2B5EF4-FFF2-40B4-BE49-F238E27FC236}">
                <a16:creationId xmlns:a16="http://schemas.microsoft.com/office/drawing/2014/main" id="{8BE176EC-68A4-4A3A-A5AF-881F2A2B09A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58371" name="Marcador de número de diapositiva 3">
            <a:extLst>
              <a:ext uri="{FF2B5EF4-FFF2-40B4-BE49-F238E27FC236}">
                <a16:creationId xmlns:a16="http://schemas.microsoft.com/office/drawing/2014/main" id="{F7BDAE98-789C-452E-A491-F5F639244B5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7EAC567-31A2-4773-AEB3-91C309C9B303}" type="slidenum">
              <a:rPr lang="es-ES" altLang="es-ES">
                <a:latin typeface="Calibri" panose="020F0502020204030204" pitchFamily="34" charset="0"/>
              </a:rPr>
              <a:pPr/>
              <a:t>29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Marcador de imagen de diapositiva 1">
            <a:extLst>
              <a:ext uri="{FF2B5EF4-FFF2-40B4-BE49-F238E27FC236}">
                <a16:creationId xmlns:a16="http://schemas.microsoft.com/office/drawing/2014/main" id="{F7FBAB88-C7D6-4AC6-91AB-2398BBE2539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0418" name="Marcador de notas 2">
            <a:extLst>
              <a:ext uri="{FF2B5EF4-FFF2-40B4-BE49-F238E27FC236}">
                <a16:creationId xmlns:a16="http://schemas.microsoft.com/office/drawing/2014/main" id="{2A4F3FF3-B60C-473A-B795-232BB2699D1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60419" name="Marcador de número de diapositiva 3">
            <a:extLst>
              <a:ext uri="{FF2B5EF4-FFF2-40B4-BE49-F238E27FC236}">
                <a16:creationId xmlns:a16="http://schemas.microsoft.com/office/drawing/2014/main" id="{719DCC19-369A-463A-9760-435F9BD696D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F948767-9C76-4D9D-88FE-79E7FA1D78B9}" type="slidenum">
              <a:rPr lang="es-ES" altLang="es-ES">
                <a:latin typeface="Calibri" panose="020F0502020204030204" pitchFamily="34" charset="0"/>
              </a:rPr>
              <a:pPr/>
              <a:t>30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Marcador de imagen de diapositiva 1">
            <a:extLst>
              <a:ext uri="{FF2B5EF4-FFF2-40B4-BE49-F238E27FC236}">
                <a16:creationId xmlns:a16="http://schemas.microsoft.com/office/drawing/2014/main" id="{7FDA9069-380F-46E5-9D48-7AE170C6F13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2466" name="Marcador de notas 2">
            <a:extLst>
              <a:ext uri="{FF2B5EF4-FFF2-40B4-BE49-F238E27FC236}">
                <a16:creationId xmlns:a16="http://schemas.microsoft.com/office/drawing/2014/main" id="{511D7A88-4DDE-4D2B-9E23-D4C44EF4F97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62467" name="Marcador de número de diapositiva 3">
            <a:extLst>
              <a:ext uri="{FF2B5EF4-FFF2-40B4-BE49-F238E27FC236}">
                <a16:creationId xmlns:a16="http://schemas.microsoft.com/office/drawing/2014/main" id="{54B58AC3-CFD8-4AB5-8091-21C56AE8B9A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D8A4F47-E2BE-4A59-8CBB-7018C8B30549}" type="slidenum">
              <a:rPr lang="es-ES" altLang="es-ES">
                <a:latin typeface="Calibri" panose="020F0502020204030204" pitchFamily="34" charset="0"/>
              </a:rPr>
              <a:pPr/>
              <a:t>31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Marcador de imagen de diapositiva 1">
            <a:extLst>
              <a:ext uri="{FF2B5EF4-FFF2-40B4-BE49-F238E27FC236}">
                <a16:creationId xmlns:a16="http://schemas.microsoft.com/office/drawing/2014/main" id="{87AD5B98-182C-46C8-A885-21B87285F7E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4514" name="Marcador de notas 2">
            <a:extLst>
              <a:ext uri="{FF2B5EF4-FFF2-40B4-BE49-F238E27FC236}">
                <a16:creationId xmlns:a16="http://schemas.microsoft.com/office/drawing/2014/main" id="{B29597CB-A504-45C2-8215-75DB1F9D7C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64515" name="Marcador de número de diapositiva 3">
            <a:extLst>
              <a:ext uri="{FF2B5EF4-FFF2-40B4-BE49-F238E27FC236}">
                <a16:creationId xmlns:a16="http://schemas.microsoft.com/office/drawing/2014/main" id="{876E097A-40C6-46CC-9B19-9E8C9604140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E8DC1D9-2D5F-4610-94A8-31FBB28B9820}" type="slidenum">
              <a:rPr lang="es-ES" altLang="es-ES">
                <a:latin typeface="Calibri" panose="020F0502020204030204" pitchFamily="34" charset="0"/>
              </a:rPr>
              <a:pPr/>
              <a:t>32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Marcador de imagen de diapositiva 1">
            <a:extLst>
              <a:ext uri="{FF2B5EF4-FFF2-40B4-BE49-F238E27FC236}">
                <a16:creationId xmlns:a16="http://schemas.microsoft.com/office/drawing/2014/main" id="{415330F1-832A-4C69-A7AA-2525EDCF8CF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6562" name="Marcador de notas 2">
            <a:extLst>
              <a:ext uri="{FF2B5EF4-FFF2-40B4-BE49-F238E27FC236}">
                <a16:creationId xmlns:a16="http://schemas.microsoft.com/office/drawing/2014/main" id="{BDD131E8-A420-4927-82DB-9EA05C044DA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66563" name="Marcador de número de diapositiva 3">
            <a:extLst>
              <a:ext uri="{FF2B5EF4-FFF2-40B4-BE49-F238E27FC236}">
                <a16:creationId xmlns:a16="http://schemas.microsoft.com/office/drawing/2014/main" id="{BD9B6975-C6DA-41EB-8F8A-54DE49451C5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006C542-6744-451A-ABEA-E79FE5577BF2}" type="slidenum">
              <a:rPr lang="es-ES" altLang="es-ES">
                <a:latin typeface="Calibri" panose="020F0502020204030204" pitchFamily="34" charset="0"/>
              </a:rPr>
              <a:pPr/>
              <a:t>33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Marcador de imagen de diapositiva 1">
            <a:extLst>
              <a:ext uri="{FF2B5EF4-FFF2-40B4-BE49-F238E27FC236}">
                <a16:creationId xmlns:a16="http://schemas.microsoft.com/office/drawing/2014/main" id="{FA5FF0DE-701A-488D-A687-996CE43B9FD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8610" name="Marcador de notas 2">
            <a:extLst>
              <a:ext uri="{FF2B5EF4-FFF2-40B4-BE49-F238E27FC236}">
                <a16:creationId xmlns:a16="http://schemas.microsoft.com/office/drawing/2014/main" id="{8BF3E5E6-23B6-4807-98DF-0D33628272F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68611" name="Marcador de número de diapositiva 3">
            <a:extLst>
              <a:ext uri="{FF2B5EF4-FFF2-40B4-BE49-F238E27FC236}">
                <a16:creationId xmlns:a16="http://schemas.microsoft.com/office/drawing/2014/main" id="{4B1C6230-33E5-4C1F-AA1C-2EDC68823B8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43FBAF6-B654-4F1C-A5C6-D79C65ADC065}" type="slidenum">
              <a:rPr lang="es-ES" altLang="es-ES">
                <a:latin typeface="Calibri" panose="020F0502020204030204" pitchFamily="34" charset="0"/>
              </a:rPr>
              <a:pPr/>
              <a:t>34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Marcador de imagen de diapositiva 1">
            <a:extLst>
              <a:ext uri="{FF2B5EF4-FFF2-40B4-BE49-F238E27FC236}">
                <a16:creationId xmlns:a16="http://schemas.microsoft.com/office/drawing/2014/main" id="{852BABD5-8E7E-4F28-9F27-AAD9E22BD3B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0658" name="Marcador de notas 2">
            <a:extLst>
              <a:ext uri="{FF2B5EF4-FFF2-40B4-BE49-F238E27FC236}">
                <a16:creationId xmlns:a16="http://schemas.microsoft.com/office/drawing/2014/main" id="{ACEF36C3-289D-415A-BC31-FD19738899C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70659" name="Marcador de número de diapositiva 3">
            <a:extLst>
              <a:ext uri="{FF2B5EF4-FFF2-40B4-BE49-F238E27FC236}">
                <a16:creationId xmlns:a16="http://schemas.microsoft.com/office/drawing/2014/main" id="{2B3B01E4-E8BA-4CA5-B5EB-F7170C01883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D457967-9F5D-4A4C-A1E5-4A941193AE22}" type="slidenum">
              <a:rPr lang="es-ES" altLang="es-ES">
                <a:latin typeface="Calibri" panose="020F0502020204030204" pitchFamily="34" charset="0"/>
              </a:rPr>
              <a:pPr/>
              <a:t>35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Marcador de imagen de diapositiva 1">
            <a:extLst>
              <a:ext uri="{FF2B5EF4-FFF2-40B4-BE49-F238E27FC236}">
                <a16:creationId xmlns:a16="http://schemas.microsoft.com/office/drawing/2014/main" id="{721549BD-D4AD-405D-96A5-DE04E5ECD7E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2706" name="Marcador de notas 2">
            <a:extLst>
              <a:ext uri="{FF2B5EF4-FFF2-40B4-BE49-F238E27FC236}">
                <a16:creationId xmlns:a16="http://schemas.microsoft.com/office/drawing/2014/main" id="{F206B8CE-87C0-479A-893A-0368B696624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72707" name="Marcador de número de diapositiva 3">
            <a:extLst>
              <a:ext uri="{FF2B5EF4-FFF2-40B4-BE49-F238E27FC236}">
                <a16:creationId xmlns:a16="http://schemas.microsoft.com/office/drawing/2014/main" id="{D7357844-DA66-40E0-B460-3D1C6E8115A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D4715E7-7366-4596-8D3D-F87C8D3AE7C4}" type="slidenum">
              <a:rPr lang="es-ES" altLang="es-ES">
                <a:latin typeface="Calibri" panose="020F0502020204030204" pitchFamily="34" charset="0"/>
              </a:rPr>
              <a:pPr/>
              <a:t>36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Marcador de imagen de diapositiva 1">
            <a:extLst>
              <a:ext uri="{FF2B5EF4-FFF2-40B4-BE49-F238E27FC236}">
                <a16:creationId xmlns:a16="http://schemas.microsoft.com/office/drawing/2014/main" id="{EEA25725-649E-478F-98D0-490CC701530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4" name="Marcador de notas 2">
            <a:extLst>
              <a:ext uri="{FF2B5EF4-FFF2-40B4-BE49-F238E27FC236}">
                <a16:creationId xmlns:a16="http://schemas.microsoft.com/office/drawing/2014/main" id="{A135735F-290D-4FED-B383-9F4E4888093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74755" name="Marcador de número de diapositiva 3">
            <a:extLst>
              <a:ext uri="{FF2B5EF4-FFF2-40B4-BE49-F238E27FC236}">
                <a16:creationId xmlns:a16="http://schemas.microsoft.com/office/drawing/2014/main" id="{00460E69-985F-4AAD-AABE-0DE0ACFEB64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CDABB6DC-3E64-4BE9-8224-263518934F67}" type="slidenum">
              <a:rPr lang="es-ES" altLang="es-ES">
                <a:latin typeface="Calibri" panose="020F0502020204030204" pitchFamily="34" charset="0"/>
              </a:rPr>
              <a:pPr/>
              <a:t>37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Marcador de imagen de diapositiva 1">
            <a:extLst>
              <a:ext uri="{FF2B5EF4-FFF2-40B4-BE49-F238E27FC236}">
                <a16:creationId xmlns:a16="http://schemas.microsoft.com/office/drawing/2014/main" id="{71F1DD37-C5A8-41A8-9A21-A6E5483E80B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6802" name="Marcador de notas 2">
            <a:extLst>
              <a:ext uri="{FF2B5EF4-FFF2-40B4-BE49-F238E27FC236}">
                <a16:creationId xmlns:a16="http://schemas.microsoft.com/office/drawing/2014/main" id="{F1F99ACA-2F06-43A5-B87B-80AE7976DAC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76803" name="Marcador de número de diapositiva 3">
            <a:extLst>
              <a:ext uri="{FF2B5EF4-FFF2-40B4-BE49-F238E27FC236}">
                <a16:creationId xmlns:a16="http://schemas.microsoft.com/office/drawing/2014/main" id="{ACDA5C28-5E28-4CC3-9B7D-5DB8CEAC7E4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51D48FC-A673-44D1-8031-888B4CAC8B70}" type="slidenum">
              <a:rPr lang="es-ES" altLang="es-ES">
                <a:latin typeface="Calibri" panose="020F0502020204030204" pitchFamily="34" charset="0"/>
              </a:rPr>
              <a:pPr/>
              <a:t>38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Marcador de imagen de diapositiva 1">
            <a:extLst>
              <a:ext uri="{FF2B5EF4-FFF2-40B4-BE49-F238E27FC236}">
                <a16:creationId xmlns:a16="http://schemas.microsoft.com/office/drawing/2014/main" id="{9B9D5D59-15B2-4CCC-8DEB-6E0E3086007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0" name="Marcador de notas 2">
            <a:extLst>
              <a:ext uri="{FF2B5EF4-FFF2-40B4-BE49-F238E27FC236}">
                <a16:creationId xmlns:a16="http://schemas.microsoft.com/office/drawing/2014/main" id="{3BA4E18E-BF2A-4489-BB86-54E4054D14B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78851" name="Marcador de número de diapositiva 3">
            <a:extLst>
              <a:ext uri="{FF2B5EF4-FFF2-40B4-BE49-F238E27FC236}">
                <a16:creationId xmlns:a16="http://schemas.microsoft.com/office/drawing/2014/main" id="{708ADBDF-FCDB-4BE4-BBD9-F4A8DED71A4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942C1E1-B63A-46A6-B230-F8B9B8B22BFB}" type="slidenum">
              <a:rPr lang="es-ES" altLang="es-ES">
                <a:latin typeface="Calibri" panose="020F0502020204030204" pitchFamily="34" charset="0"/>
              </a:rPr>
              <a:pPr/>
              <a:t>39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Marcador de imagen de diapositiva 1">
            <a:extLst>
              <a:ext uri="{FF2B5EF4-FFF2-40B4-BE49-F238E27FC236}">
                <a16:creationId xmlns:a16="http://schemas.microsoft.com/office/drawing/2014/main" id="{EB1F24A9-9986-4EDA-B2DC-11CA847CF98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0898" name="Marcador de notas 2">
            <a:extLst>
              <a:ext uri="{FF2B5EF4-FFF2-40B4-BE49-F238E27FC236}">
                <a16:creationId xmlns:a16="http://schemas.microsoft.com/office/drawing/2014/main" id="{2035EB84-1161-4102-AF48-09E1B4DA04F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80899" name="Marcador de número de diapositiva 3">
            <a:extLst>
              <a:ext uri="{FF2B5EF4-FFF2-40B4-BE49-F238E27FC236}">
                <a16:creationId xmlns:a16="http://schemas.microsoft.com/office/drawing/2014/main" id="{7B2784DB-2ABA-4F42-AED8-85EC6518BAE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5F03D2F-6938-4DC1-AC93-95EE493B8E6B}" type="slidenum">
              <a:rPr lang="es-ES" altLang="es-ES">
                <a:latin typeface="Calibri" panose="020F0502020204030204" pitchFamily="34" charset="0"/>
              </a:rPr>
              <a:pPr/>
              <a:t>40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Marcador de imagen de diapositiva 1">
            <a:extLst>
              <a:ext uri="{FF2B5EF4-FFF2-40B4-BE49-F238E27FC236}">
                <a16:creationId xmlns:a16="http://schemas.microsoft.com/office/drawing/2014/main" id="{55912799-7A65-47C4-B200-0F51932D5C7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2946" name="Marcador de notas 2">
            <a:extLst>
              <a:ext uri="{FF2B5EF4-FFF2-40B4-BE49-F238E27FC236}">
                <a16:creationId xmlns:a16="http://schemas.microsoft.com/office/drawing/2014/main" id="{9AAEB136-0215-467D-8AB0-7EFD734AAC6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82947" name="Marcador de número de diapositiva 3">
            <a:extLst>
              <a:ext uri="{FF2B5EF4-FFF2-40B4-BE49-F238E27FC236}">
                <a16:creationId xmlns:a16="http://schemas.microsoft.com/office/drawing/2014/main" id="{1B511002-A0F6-4FFE-995F-79D8B772DFC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5CD9C93-A9BD-47CB-AE2F-399983DC86E3}" type="slidenum">
              <a:rPr lang="es-ES" altLang="es-ES">
                <a:latin typeface="Calibri" panose="020F0502020204030204" pitchFamily="34" charset="0"/>
              </a:rPr>
              <a:pPr/>
              <a:t>41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Marcador de imagen de diapositiva 1">
            <a:extLst>
              <a:ext uri="{FF2B5EF4-FFF2-40B4-BE49-F238E27FC236}">
                <a16:creationId xmlns:a16="http://schemas.microsoft.com/office/drawing/2014/main" id="{51D8D377-B656-4966-82F0-33C21F0F393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4994" name="Marcador de notas 2">
            <a:extLst>
              <a:ext uri="{FF2B5EF4-FFF2-40B4-BE49-F238E27FC236}">
                <a16:creationId xmlns:a16="http://schemas.microsoft.com/office/drawing/2014/main" id="{A5A76A93-9485-4795-9DF3-5AB0C679ECB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84995" name="Marcador de número de diapositiva 3">
            <a:extLst>
              <a:ext uri="{FF2B5EF4-FFF2-40B4-BE49-F238E27FC236}">
                <a16:creationId xmlns:a16="http://schemas.microsoft.com/office/drawing/2014/main" id="{DBC8F024-18D6-4681-8A7C-251C7CEF181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C445FC8-D539-44E1-AFA9-3B97D8DF487F}" type="slidenum">
              <a:rPr lang="es-ES" altLang="es-ES">
                <a:latin typeface="Calibri" panose="020F0502020204030204" pitchFamily="34" charset="0"/>
              </a:rPr>
              <a:pPr/>
              <a:t>42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Marcador de imagen de diapositiva 1">
            <a:extLst>
              <a:ext uri="{FF2B5EF4-FFF2-40B4-BE49-F238E27FC236}">
                <a16:creationId xmlns:a16="http://schemas.microsoft.com/office/drawing/2014/main" id="{A4F8D077-79D7-4105-B60F-DC98B6F00FB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7042" name="Marcador de notas 2">
            <a:extLst>
              <a:ext uri="{FF2B5EF4-FFF2-40B4-BE49-F238E27FC236}">
                <a16:creationId xmlns:a16="http://schemas.microsoft.com/office/drawing/2014/main" id="{50A2A189-B1B0-4418-B5F9-4117D735556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87043" name="Marcador de número de diapositiva 3">
            <a:extLst>
              <a:ext uri="{FF2B5EF4-FFF2-40B4-BE49-F238E27FC236}">
                <a16:creationId xmlns:a16="http://schemas.microsoft.com/office/drawing/2014/main" id="{7BCB5CF8-0DB1-4B7D-811F-F019875F3F2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6C136E7-E6CB-4306-8F36-827B717CE8B4}" type="slidenum">
              <a:rPr lang="es-ES" altLang="es-ES">
                <a:latin typeface="Calibri" panose="020F0502020204030204" pitchFamily="34" charset="0"/>
              </a:rPr>
              <a:pPr/>
              <a:t>43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Marcador de imagen de diapositiva 1">
            <a:extLst>
              <a:ext uri="{FF2B5EF4-FFF2-40B4-BE49-F238E27FC236}">
                <a16:creationId xmlns:a16="http://schemas.microsoft.com/office/drawing/2014/main" id="{FFA5420A-1317-426D-AA30-A39011D3E43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9090" name="Marcador de notas 2">
            <a:extLst>
              <a:ext uri="{FF2B5EF4-FFF2-40B4-BE49-F238E27FC236}">
                <a16:creationId xmlns:a16="http://schemas.microsoft.com/office/drawing/2014/main" id="{736C2603-7DBB-4EA8-8152-7CADE98ADA2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89091" name="Marcador de número de diapositiva 3">
            <a:extLst>
              <a:ext uri="{FF2B5EF4-FFF2-40B4-BE49-F238E27FC236}">
                <a16:creationId xmlns:a16="http://schemas.microsoft.com/office/drawing/2014/main" id="{106F0C4F-959F-48DB-8632-3F5E96B4A57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4CD9D9A-8647-45F1-BA64-955E29A9783B}" type="slidenum">
              <a:rPr lang="es-ES" altLang="es-ES">
                <a:latin typeface="Calibri" panose="020F0502020204030204" pitchFamily="34" charset="0"/>
              </a:rPr>
              <a:pPr/>
              <a:t>44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Marcador de imagen de diapositiva 1">
            <a:extLst>
              <a:ext uri="{FF2B5EF4-FFF2-40B4-BE49-F238E27FC236}">
                <a16:creationId xmlns:a16="http://schemas.microsoft.com/office/drawing/2014/main" id="{CEB7224D-6124-4BE2-A0EC-C580AF3D8D7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1138" name="Marcador de notas 2">
            <a:extLst>
              <a:ext uri="{FF2B5EF4-FFF2-40B4-BE49-F238E27FC236}">
                <a16:creationId xmlns:a16="http://schemas.microsoft.com/office/drawing/2014/main" id="{5B30403E-FC31-43EF-996E-1D9175B0AE0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91139" name="Marcador de número de diapositiva 3">
            <a:extLst>
              <a:ext uri="{FF2B5EF4-FFF2-40B4-BE49-F238E27FC236}">
                <a16:creationId xmlns:a16="http://schemas.microsoft.com/office/drawing/2014/main" id="{CC6EE600-11B0-4A2C-89CD-7F006B4FC3C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48866A9-CEBF-40BA-8FA8-36171A03C662}" type="slidenum">
              <a:rPr lang="es-ES" altLang="es-ES">
                <a:latin typeface="Calibri" panose="020F0502020204030204" pitchFamily="34" charset="0"/>
              </a:rPr>
              <a:pPr/>
              <a:t>45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Marcador de imagen de diapositiva 1">
            <a:extLst>
              <a:ext uri="{FF2B5EF4-FFF2-40B4-BE49-F238E27FC236}">
                <a16:creationId xmlns:a16="http://schemas.microsoft.com/office/drawing/2014/main" id="{B19DC5E8-A3F8-4FB0-9957-4D0D55170EB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3186" name="Marcador de notas 2">
            <a:extLst>
              <a:ext uri="{FF2B5EF4-FFF2-40B4-BE49-F238E27FC236}">
                <a16:creationId xmlns:a16="http://schemas.microsoft.com/office/drawing/2014/main" id="{9C2D7482-C839-4FC2-8768-CB791BB4210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93187" name="Marcador de número de diapositiva 3">
            <a:extLst>
              <a:ext uri="{FF2B5EF4-FFF2-40B4-BE49-F238E27FC236}">
                <a16:creationId xmlns:a16="http://schemas.microsoft.com/office/drawing/2014/main" id="{67864F76-4FBE-4CAF-846A-E16968052C1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EE88A60-5E47-467E-9B66-84B75CD9CB75}" type="slidenum">
              <a:rPr lang="es-ES" altLang="es-ES">
                <a:latin typeface="Calibri" panose="020F0502020204030204" pitchFamily="34" charset="0"/>
              </a:rPr>
              <a:pPr/>
              <a:t>46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Marcador de imagen de diapositiva 1">
            <a:extLst>
              <a:ext uri="{FF2B5EF4-FFF2-40B4-BE49-F238E27FC236}">
                <a16:creationId xmlns:a16="http://schemas.microsoft.com/office/drawing/2014/main" id="{0CDF0E24-9F5C-465B-A6CA-24514F0F775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5234" name="Marcador de notas 2">
            <a:extLst>
              <a:ext uri="{FF2B5EF4-FFF2-40B4-BE49-F238E27FC236}">
                <a16:creationId xmlns:a16="http://schemas.microsoft.com/office/drawing/2014/main" id="{26B5EE0E-2653-45AE-B68E-DD3C9049748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95235" name="Marcador de número de diapositiva 3">
            <a:extLst>
              <a:ext uri="{FF2B5EF4-FFF2-40B4-BE49-F238E27FC236}">
                <a16:creationId xmlns:a16="http://schemas.microsoft.com/office/drawing/2014/main" id="{95EBA6C6-3356-4ADE-889D-733491620F1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422E75B9-EB4D-4A5A-A71E-3A91DB549153}" type="slidenum">
              <a:rPr lang="es-ES" altLang="es-ES">
                <a:latin typeface="Calibri" panose="020F0502020204030204" pitchFamily="34" charset="0"/>
              </a:rPr>
              <a:pPr/>
              <a:t>47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Marcador de imagen de diapositiva 1">
            <a:extLst>
              <a:ext uri="{FF2B5EF4-FFF2-40B4-BE49-F238E27FC236}">
                <a16:creationId xmlns:a16="http://schemas.microsoft.com/office/drawing/2014/main" id="{26D35716-3FB5-49A4-BAD0-B66D39AC8BE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7282" name="Marcador de notas 2">
            <a:extLst>
              <a:ext uri="{FF2B5EF4-FFF2-40B4-BE49-F238E27FC236}">
                <a16:creationId xmlns:a16="http://schemas.microsoft.com/office/drawing/2014/main" id="{B34EF500-4F02-4A8D-BA2B-D68AC22172D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97283" name="Marcador de número de diapositiva 3">
            <a:extLst>
              <a:ext uri="{FF2B5EF4-FFF2-40B4-BE49-F238E27FC236}">
                <a16:creationId xmlns:a16="http://schemas.microsoft.com/office/drawing/2014/main" id="{F9C4ABA2-4929-430E-8704-DC83915EA1D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8D0CC17-0B41-405E-98D6-BF0A8CF7CC35}" type="slidenum">
              <a:rPr lang="es-ES" altLang="es-ES">
                <a:latin typeface="Calibri" panose="020F0502020204030204" pitchFamily="34" charset="0"/>
              </a:rPr>
              <a:pPr/>
              <a:t>48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Marcador de imagen de diapositiva 1">
            <a:extLst>
              <a:ext uri="{FF2B5EF4-FFF2-40B4-BE49-F238E27FC236}">
                <a16:creationId xmlns:a16="http://schemas.microsoft.com/office/drawing/2014/main" id="{E5D63888-79E6-4481-A6F7-1084782B543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9330" name="Marcador de notas 2">
            <a:extLst>
              <a:ext uri="{FF2B5EF4-FFF2-40B4-BE49-F238E27FC236}">
                <a16:creationId xmlns:a16="http://schemas.microsoft.com/office/drawing/2014/main" id="{C068139F-9AEF-4D83-AA5D-D78BE676D20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99331" name="Marcador de número de diapositiva 3">
            <a:extLst>
              <a:ext uri="{FF2B5EF4-FFF2-40B4-BE49-F238E27FC236}">
                <a16:creationId xmlns:a16="http://schemas.microsoft.com/office/drawing/2014/main" id="{C8B8B51E-BD2B-4C93-91FF-913F4F0F0D1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D8B5A4F-A603-49B9-98B5-690673DA553D}" type="slidenum">
              <a:rPr lang="es-ES" altLang="es-ES">
                <a:latin typeface="Calibri" panose="020F0502020204030204" pitchFamily="34" charset="0"/>
              </a:rPr>
              <a:pPr/>
              <a:t>49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Marcador de imagen de diapositiva 1">
            <a:extLst>
              <a:ext uri="{FF2B5EF4-FFF2-40B4-BE49-F238E27FC236}">
                <a16:creationId xmlns:a16="http://schemas.microsoft.com/office/drawing/2014/main" id="{09B420B9-8CB8-421C-863E-73096C919F5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1378" name="Marcador de notas 2">
            <a:extLst>
              <a:ext uri="{FF2B5EF4-FFF2-40B4-BE49-F238E27FC236}">
                <a16:creationId xmlns:a16="http://schemas.microsoft.com/office/drawing/2014/main" id="{1F26D82A-F3E5-4BD8-8501-17B86221555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01379" name="Marcador de número de diapositiva 3">
            <a:extLst>
              <a:ext uri="{FF2B5EF4-FFF2-40B4-BE49-F238E27FC236}">
                <a16:creationId xmlns:a16="http://schemas.microsoft.com/office/drawing/2014/main" id="{F8785273-DEEC-4890-885A-9D5B839DACD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1DBB7B8-80DA-459A-BB78-70D685128B7F}" type="slidenum">
              <a:rPr lang="es-ES" altLang="es-ES">
                <a:latin typeface="Calibri" panose="020F0502020204030204" pitchFamily="34" charset="0"/>
              </a:rPr>
              <a:pPr/>
              <a:t>50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Marcador de imagen de diapositiva 1">
            <a:extLst>
              <a:ext uri="{FF2B5EF4-FFF2-40B4-BE49-F238E27FC236}">
                <a16:creationId xmlns:a16="http://schemas.microsoft.com/office/drawing/2014/main" id="{6BFF90CB-3E0D-46FC-B9DE-774DEC26E27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3426" name="Marcador de notas 2">
            <a:extLst>
              <a:ext uri="{FF2B5EF4-FFF2-40B4-BE49-F238E27FC236}">
                <a16:creationId xmlns:a16="http://schemas.microsoft.com/office/drawing/2014/main" id="{147A511D-B835-4472-9716-17E1711D145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03427" name="Marcador de número de diapositiva 3">
            <a:extLst>
              <a:ext uri="{FF2B5EF4-FFF2-40B4-BE49-F238E27FC236}">
                <a16:creationId xmlns:a16="http://schemas.microsoft.com/office/drawing/2014/main" id="{A488880F-8854-40D7-9880-6469C776ADB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B25FEE3-8AF7-407C-BC04-0F209FE59D99}" type="slidenum">
              <a:rPr lang="es-ES" altLang="es-ES">
                <a:latin typeface="Calibri" panose="020F0502020204030204" pitchFamily="34" charset="0"/>
              </a:rPr>
              <a:pPr/>
              <a:t>51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Marcador de imagen de diapositiva 1">
            <a:extLst>
              <a:ext uri="{FF2B5EF4-FFF2-40B4-BE49-F238E27FC236}">
                <a16:creationId xmlns:a16="http://schemas.microsoft.com/office/drawing/2014/main" id="{ED836496-8AB5-4096-8F8E-913556BE9B9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5474" name="Marcador de notas 2">
            <a:extLst>
              <a:ext uri="{FF2B5EF4-FFF2-40B4-BE49-F238E27FC236}">
                <a16:creationId xmlns:a16="http://schemas.microsoft.com/office/drawing/2014/main" id="{CDC6C20E-A4F8-4744-8FB0-DAD3160ECFD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05475" name="Marcador de número de diapositiva 3">
            <a:extLst>
              <a:ext uri="{FF2B5EF4-FFF2-40B4-BE49-F238E27FC236}">
                <a16:creationId xmlns:a16="http://schemas.microsoft.com/office/drawing/2014/main" id="{C10275D2-1B37-4875-A831-4A1EAF54FDD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62AFE9B-ABA9-42CF-9BCE-C7F3762847F6}" type="slidenum">
              <a:rPr lang="es-ES" altLang="es-ES">
                <a:latin typeface="Calibri" panose="020F0502020204030204" pitchFamily="34" charset="0"/>
              </a:rPr>
              <a:pPr/>
              <a:t>52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Marcador de imagen de diapositiva 1">
            <a:extLst>
              <a:ext uri="{FF2B5EF4-FFF2-40B4-BE49-F238E27FC236}">
                <a16:creationId xmlns:a16="http://schemas.microsoft.com/office/drawing/2014/main" id="{FB327809-BCE3-4FA9-9D3A-99E4B12F540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7522" name="Marcador de notas 2">
            <a:extLst>
              <a:ext uri="{FF2B5EF4-FFF2-40B4-BE49-F238E27FC236}">
                <a16:creationId xmlns:a16="http://schemas.microsoft.com/office/drawing/2014/main" id="{BC22EE7D-2CD8-47F1-A21D-7824CB50FF8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07523" name="Marcador de número de diapositiva 3">
            <a:extLst>
              <a:ext uri="{FF2B5EF4-FFF2-40B4-BE49-F238E27FC236}">
                <a16:creationId xmlns:a16="http://schemas.microsoft.com/office/drawing/2014/main" id="{76E0AAE2-1EC2-436A-BAD7-315403DC4E3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4F532452-7DF9-4635-A285-6C1138EDF95C}" type="slidenum">
              <a:rPr lang="es-ES" altLang="es-ES">
                <a:latin typeface="Calibri" panose="020F0502020204030204" pitchFamily="34" charset="0"/>
              </a:rPr>
              <a:pPr/>
              <a:t>53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Marcador de imagen de diapositiva 1">
            <a:extLst>
              <a:ext uri="{FF2B5EF4-FFF2-40B4-BE49-F238E27FC236}">
                <a16:creationId xmlns:a16="http://schemas.microsoft.com/office/drawing/2014/main" id="{D9F8A3E4-EA74-4A52-8B68-CECE4C1715E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9570" name="Marcador de notas 2">
            <a:extLst>
              <a:ext uri="{FF2B5EF4-FFF2-40B4-BE49-F238E27FC236}">
                <a16:creationId xmlns:a16="http://schemas.microsoft.com/office/drawing/2014/main" id="{FBD24BB2-5ED1-46EA-8BCD-FE08A0C1268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09571" name="Marcador de número de diapositiva 3">
            <a:extLst>
              <a:ext uri="{FF2B5EF4-FFF2-40B4-BE49-F238E27FC236}">
                <a16:creationId xmlns:a16="http://schemas.microsoft.com/office/drawing/2014/main" id="{B40C0D2D-A546-4067-BB5B-458789CCBB4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BC7433D-9CB4-4680-B69E-AD10A30C168D}" type="slidenum">
              <a:rPr lang="es-ES" altLang="es-ES">
                <a:latin typeface="Calibri" panose="020F0502020204030204" pitchFamily="34" charset="0"/>
              </a:rPr>
              <a:pPr/>
              <a:t>54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Marcador de imagen de diapositiva 1">
            <a:extLst>
              <a:ext uri="{FF2B5EF4-FFF2-40B4-BE49-F238E27FC236}">
                <a16:creationId xmlns:a16="http://schemas.microsoft.com/office/drawing/2014/main" id="{A957EB95-6C62-4F8B-AC43-0EBE3BCE1C0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1618" name="Marcador de notas 2">
            <a:extLst>
              <a:ext uri="{FF2B5EF4-FFF2-40B4-BE49-F238E27FC236}">
                <a16:creationId xmlns:a16="http://schemas.microsoft.com/office/drawing/2014/main" id="{AE7AC1E2-1C91-4C8D-8125-17B3378EF91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11619" name="Marcador de número de diapositiva 3">
            <a:extLst>
              <a:ext uri="{FF2B5EF4-FFF2-40B4-BE49-F238E27FC236}">
                <a16:creationId xmlns:a16="http://schemas.microsoft.com/office/drawing/2014/main" id="{AF64DC9B-3D91-46AE-960A-39096419A6D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851B02D-C016-45DD-971F-6095249ABAA5}" type="slidenum">
              <a:rPr lang="es-ES" altLang="es-ES">
                <a:latin typeface="Calibri" panose="020F0502020204030204" pitchFamily="34" charset="0"/>
              </a:rPr>
              <a:pPr/>
              <a:t>55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Marcador de imagen de diapositiva 1">
            <a:extLst>
              <a:ext uri="{FF2B5EF4-FFF2-40B4-BE49-F238E27FC236}">
                <a16:creationId xmlns:a16="http://schemas.microsoft.com/office/drawing/2014/main" id="{FEC26BD5-C4BA-4B02-91F5-5C9030545F1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3666" name="Marcador de notas 2">
            <a:extLst>
              <a:ext uri="{FF2B5EF4-FFF2-40B4-BE49-F238E27FC236}">
                <a16:creationId xmlns:a16="http://schemas.microsoft.com/office/drawing/2014/main" id="{FD99349A-E83A-4D4B-8E47-456F919A4E6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13667" name="Marcador de número de diapositiva 3">
            <a:extLst>
              <a:ext uri="{FF2B5EF4-FFF2-40B4-BE49-F238E27FC236}">
                <a16:creationId xmlns:a16="http://schemas.microsoft.com/office/drawing/2014/main" id="{FB725C33-0B75-4FD4-9174-96FA39F52EF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953F6E6-416C-468F-B52F-EDB8C439511C}" type="slidenum">
              <a:rPr lang="es-ES" altLang="es-ES">
                <a:latin typeface="Calibri" panose="020F0502020204030204" pitchFamily="34" charset="0"/>
              </a:rPr>
              <a:pPr/>
              <a:t>56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3" name="Marcador de imagen de diapositiva 1">
            <a:extLst>
              <a:ext uri="{FF2B5EF4-FFF2-40B4-BE49-F238E27FC236}">
                <a16:creationId xmlns:a16="http://schemas.microsoft.com/office/drawing/2014/main" id="{CF355A91-8F8E-462A-936A-52F07F4178F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5714" name="Marcador de notas 2">
            <a:extLst>
              <a:ext uri="{FF2B5EF4-FFF2-40B4-BE49-F238E27FC236}">
                <a16:creationId xmlns:a16="http://schemas.microsoft.com/office/drawing/2014/main" id="{65D7B532-8574-418E-860C-26E4B09BC02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15715" name="Marcador de número de diapositiva 3">
            <a:extLst>
              <a:ext uri="{FF2B5EF4-FFF2-40B4-BE49-F238E27FC236}">
                <a16:creationId xmlns:a16="http://schemas.microsoft.com/office/drawing/2014/main" id="{BA3F4ECB-2621-4ED0-89C7-65937B020A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75B2D76-53D9-4800-8D2C-AA75D2EBF327}" type="slidenum">
              <a:rPr lang="es-ES" altLang="es-ES">
                <a:latin typeface="Calibri" panose="020F0502020204030204" pitchFamily="34" charset="0"/>
              </a:rPr>
              <a:pPr/>
              <a:t>57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Marcador de imagen de diapositiva 1">
            <a:extLst>
              <a:ext uri="{FF2B5EF4-FFF2-40B4-BE49-F238E27FC236}">
                <a16:creationId xmlns:a16="http://schemas.microsoft.com/office/drawing/2014/main" id="{B941C38C-E259-4FBC-A0D6-A09B72699EB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7762" name="Marcador de notas 2">
            <a:extLst>
              <a:ext uri="{FF2B5EF4-FFF2-40B4-BE49-F238E27FC236}">
                <a16:creationId xmlns:a16="http://schemas.microsoft.com/office/drawing/2014/main" id="{D0975438-6ED0-49C8-A026-BA6C27C03C7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17763" name="Marcador de número de diapositiva 3">
            <a:extLst>
              <a:ext uri="{FF2B5EF4-FFF2-40B4-BE49-F238E27FC236}">
                <a16:creationId xmlns:a16="http://schemas.microsoft.com/office/drawing/2014/main" id="{77D9EDD4-D980-4A19-B8E2-B1656554C4A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79092BB-B064-4610-A040-8EDE4B5FC962}" type="slidenum">
              <a:rPr lang="es-ES" altLang="es-ES">
                <a:latin typeface="Calibri" panose="020F0502020204030204" pitchFamily="34" charset="0"/>
              </a:rPr>
              <a:pPr/>
              <a:t>58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Marcador de imagen de diapositiva 1">
            <a:extLst>
              <a:ext uri="{FF2B5EF4-FFF2-40B4-BE49-F238E27FC236}">
                <a16:creationId xmlns:a16="http://schemas.microsoft.com/office/drawing/2014/main" id="{EAA12FB1-E2A8-4F39-9050-E840A938EC8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9810" name="Marcador de notas 2">
            <a:extLst>
              <a:ext uri="{FF2B5EF4-FFF2-40B4-BE49-F238E27FC236}">
                <a16:creationId xmlns:a16="http://schemas.microsoft.com/office/drawing/2014/main" id="{A0EFCB80-9C72-448C-BAE9-41B64DBEC80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19811" name="Marcador de número de diapositiva 3">
            <a:extLst>
              <a:ext uri="{FF2B5EF4-FFF2-40B4-BE49-F238E27FC236}">
                <a16:creationId xmlns:a16="http://schemas.microsoft.com/office/drawing/2014/main" id="{FAA5BC8A-9A34-4A3A-AF90-3629179A765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F957FF0-7D2D-458D-8BC6-EDABD5288277}" type="slidenum">
              <a:rPr lang="es-ES" altLang="es-ES">
                <a:latin typeface="Calibri" panose="020F0502020204030204" pitchFamily="34" charset="0"/>
              </a:rPr>
              <a:pPr/>
              <a:t>59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Marcador de imagen de diapositiva 1">
            <a:extLst>
              <a:ext uri="{FF2B5EF4-FFF2-40B4-BE49-F238E27FC236}">
                <a16:creationId xmlns:a16="http://schemas.microsoft.com/office/drawing/2014/main" id="{CA44A976-D4EC-4584-917A-4F6CB28D24D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21858" name="Marcador de notas 2">
            <a:extLst>
              <a:ext uri="{FF2B5EF4-FFF2-40B4-BE49-F238E27FC236}">
                <a16:creationId xmlns:a16="http://schemas.microsoft.com/office/drawing/2014/main" id="{354C7883-C8E3-42ED-BB30-F336AE26D63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21859" name="Marcador de número de diapositiva 3">
            <a:extLst>
              <a:ext uri="{FF2B5EF4-FFF2-40B4-BE49-F238E27FC236}">
                <a16:creationId xmlns:a16="http://schemas.microsoft.com/office/drawing/2014/main" id="{FF5447AB-AD9C-4980-B667-E990DC6F717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733A10C-1FA8-46FC-B540-F1D6C6584A2F}" type="slidenum">
              <a:rPr lang="es-ES" altLang="es-ES">
                <a:latin typeface="Calibri" panose="020F0502020204030204" pitchFamily="34" charset="0"/>
              </a:rPr>
              <a:pPr/>
              <a:t>60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Marcador de imagen de diapositiva 1">
            <a:extLst>
              <a:ext uri="{FF2B5EF4-FFF2-40B4-BE49-F238E27FC236}">
                <a16:creationId xmlns:a16="http://schemas.microsoft.com/office/drawing/2014/main" id="{13707347-6B7F-4867-9FC3-B19B95CC1E4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23906" name="Marcador de notas 2">
            <a:extLst>
              <a:ext uri="{FF2B5EF4-FFF2-40B4-BE49-F238E27FC236}">
                <a16:creationId xmlns:a16="http://schemas.microsoft.com/office/drawing/2014/main" id="{DFD0D6A4-53CF-4849-B582-DC7B0666F1E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23907" name="Marcador de número de diapositiva 3">
            <a:extLst>
              <a:ext uri="{FF2B5EF4-FFF2-40B4-BE49-F238E27FC236}">
                <a16:creationId xmlns:a16="http://schemas.microsoft.com/office/drawing/2014/main" id="{DFC80881-5FEA-483C-9946-CCC27B2DE49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95574D0-1EFE-4DBF-9F5F-4ED6EA40B5BC}" type="slidenum">
              <a:rPr lang="es-ES" altLang="es-ES">
                <a:latin typeface="Calibri" panose="020F0502020204030204" pitchFamily="34" charset="0"/>
              </a:rPr>
              <a:pPr/>
              <a:t>61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Marcador de imagen de diapositiva 1">
            <a:extLst>
              <a:ext uri="{FF2B5EF4-FFF2-40B4-BE49-F238E27FC236}">
                <a16:creationId xmlns:a16="http://schemas.microsoft.com/office/drawing/2014/main" id="{A8894965-8C39-4393-90F3-D6E70DB5DEF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25954" name="Marcador de notas 2">
            <a:extLst>
              <a:ext uri="{FF2B5EF4-FFF2-40B4-BE49-F238E27FC236}">
                <a16:creationId xmlns:a16="http://schemas.microsoft.com/office/drawing/2014/main" id="{DD800734-1F3C-4E7D-A5CD-A31F2669B65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25955" name="Marcador de número de diapositiva 3">
            <a:extLst>
              <a:ext uri="{FF2B5EF4-FFF2-40B4-BE49-F238E27FC236}">
                <a16:creationId xmlns:a16="http://schemas.microsoft.com/office/drawing/2014/main" id="{9BE1D9E9-FA48-4703-A75B-372081DBED9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DDB1AA3-3ED2-49B5-9AD4-2170D8C3E6B4}" type="slidenum">
              <a:rPr lang="es-ES" altLang="es-ES">
                <a:latin typeface="Calibri" panose="020F0502020204030204" pitchFamily="34" charset="0"/>
              </a:rPr>
              <a:pPr/>
              <a:t>62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Marcador de imagen de diapositiva 1">
            <a:extLst>
              <a:ext uri="{FF2B5EF4-FFF2-40B4-BE49-F238E27FC236}">
                <a16:creationId xmlns:a16="http://schemas.microsoft.com/office/drawing/2014/main" id="{905E4D58-8F6D-48A9-9966-04EA9DFD6A7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28002" name="Marcador de notas 2">
            <a:extLst>
              <a:ext uri="{FF2B5EF4-FFF2-40B4-BE49-F238E27FC236}">
                <a16:creationId xmlns:a16="http://schemas.microsoft.com/office/drawing/2014/main" id="{96FCFE57-7456-496E-99C2-AC775FEE415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28003" name="Marcador de número de diapositiva 3">
            <a:extLst>
              <a:ext uri="{FF2B5EF4-FFF2-40B4-BE49-F238E27FC236}">
                <a16:creationId xmlns:a16="http://schemas.microsoft.com/office/drawing/2014/main" id="{CD11F2BA-4354-4D69-9E13-069B6F507BD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E85CE38-516C-4BD8-82C7-5F4B20FFC443}" type="slidenum">
              <a:rPr lang="es-ES" altLang="es-ES">
                <a:latin typeface="Calibri" panose="020F0502020204030204" pitchFamily="34" charset="0"/>
              </a:rPr>
              <a:pPr/>
              <a:t>63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Marcador de imagen de diapositiva 1">
            <a:extLst>
              <a:ext uri="{FF2B5EF4-FFF2-40B4-BE49-F238E27FC236}">
                <a16:creationId xmlns:a16="http://schemas.microsoft.com/office/drawing/2014/main" id="{CFE75ED2-7092-4D15-80EB-4B0D7CE2557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0050" name="Marcador de notas 2">
            <a:extLst>
              <a:ext uri="{FF2B5EF4-FFF2-40B4-BE49-F238E27FC236}">
                <a16:creationId xmlns:a16="http://schemas.microsoft.com/office/drawing/2014/main" id="{9190C39D-FFD8-46FF-910B-5FB6A095287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30051" name="Marcador de número de diapositiva 3">
            <a:extLst>
              <a:ext uri="{FF2B5EF4-FFF2-40B4-BE49-F238E27FC236}">
                <a16:creationId xmlns:a16="http://schemas.microsoft.com/office/drawing/2014/main" id="{CBB81741-A213-48D6-A4F0-1BFD80B2F47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D253AB0-C1BE-4A98-9346-0A9CCAC85755}" type="slidenum">
              <a:rPr lang="es-ES" altLang="es-ES">
                <a:latin typeface="Calibri" panose="020F0502020204030204" pitchFamily="34" charset="0"/>
              </a:rPr>
              <a:pPr/>
              <a:t>64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Marcador de imagen de diapositiva 1">
            <a:extLst>
              <a:ext uri="{FF2B5EF4-FFF2-40B4-BE49-F238E27FC236}">
                <a16:creationId xmlns:a16="http://schemas.microsoft.com/office/drawing/2014/main" id="{4698F8E4-EDF0-4BDC-8960-4B20E1DDAE9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2098" name="Marcador de notas 2">
            <a:extLst>
              <a:ext uri="{FF2B5EF4-FFF2-40B4-BE49-F238E27FC236}">
                <a16:creationId xmlns:a16="http://schemas.microsoft.com/office/drawing/2014/main" id="{745B2EAA-BFA1-4713-A06E-F30862FF04A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32099" name="Marcador de número de diapositiva 3">
            <a:extLst>
              <a:ext uri="{FF2B5EF4-FFF2-40B4-BE49-F238E27FC236}">
                <a16:creationId xmlns:a16="http://schemas.microsoft.com/office/drawing/2014/main" id="{DB2BCD51-DCFA-4351-A847-95E679AAE26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CC025E3-3878-4E52-B765-D3574AE16FF5}" type="slidenum">
              <a:rPr lang="es-ES" altLang="es-ES">
                <a:latin typeface="Calibri" panose="020F0502020204030204" pitchFamily="34" charset="0"/>
              </a:rPr>
              <a:pPr/>
              <a:t>65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Marcador de imagen de diapositiva 1">
            <a:extLst>
              <a:ext uri="{FF2B5EF4-FFF2-40B4-BE49-F238E27FC236}">
                <a16:creationId xmlns:a16="http://schemas.microsoft.com/office/drawing/2014/main" id="{897BD752-F9EB-45C7-BB0C-9EB7C5A9E06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4146" name="Marcador de notas 2">
            <a:extLst>
              <a:ext uri="{FF2B5EF4-FFF2-40B4-BE49-F238E27FC236}">
                <a16:creationId xmlns:a16="http://schemas.microsoft.com/office/drawing/2014/main" id="{3CE90423-A0B8-4BD8-8F69-4F0C090E5D9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34147" name="Marcador de número de diapositiva 3">
            <a:extLst>
              <a:ext uri="{FF2B5EF4-FFF2-40B4-BE49-F238E27FC236}">
                <a16:creationId xmlns:a16="http://schemas.microsoft.com/office/drawing/2014/main" id="{062CB8FD-97B9-4AEF-A8C5-DF7BBEC5E25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8932A1A-0144-4B23-BFD3-CC52C995D8D4}" type="slidenum">
              <a:rPr lang="es-ES" altLang="es-ES">
                <a:latin typeface="Calibri" panose="020F0502020204030204" pitchFamily="34" charset="0"/>
              </a:rPr>
              <a:pPr/>
              <a:t>66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Marcador de imagen de diapositiva 1">
            <a:extLst>
              <a:ext uri="{FF2B5EF4-FFF2-40B4-BE49-F238E27FC236}">
                <a16:creationId xmlns:a16="http://schemas.microsoft.com/office/drawing/2014/main" id="{5FDEB2CD-4E0A-4B1D-913D-34D0F53C803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6194" name="Marcador de notas 2">
            <a:extLst>
              <a:ext uri="{FF2B5EF4-FFF2-40B4-BE49-F238E27FC236}">
                <a16:creationId xmlns:a16="http://schemas.microsoft.com/office/drawing/2014/main" id="{031B162B-3BA4-493E-AE6E-4E39C639D0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36195" name="Marcador de número de diapositiva 3">
            <a:extLst>
              <a:ext uri="{FF2B5EF4-FFF2-40B4-BE49-F238E27FC236}">
                <a16:creationId xmlns:a16="http://schemas.microsoft.com/office/drawing/2014/main" id="{35149D85-37C0-4711-BA19-2BD3DEF36D5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A8A3929-7746-4259-9800-9E6CBB87FDC6}" type="slidenum">
              <a:rPr lang="es-ES" altLang="es-ES">
                <a:latin typeface="Calibri" panose="020F0502020204030204" pitchFamily="34" charset="0"/>
              </a:rPr>
              <a:pPr/>
              <a:t>67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Marcador de imagen de diapositiva 1">
            <a:extLst>
              <a:ext uri="{FF2B5EF4-FFF2-40B4-BE49-F238E27FC236}">
                <a16:creationId xmlns:a16="http://schemas.microsoft.com/office/drawing/2014/main" id="{DA813A05-D8D7-4965-9FCF-778B1B31138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8242" name="Marcador de notas 2">
            <a:extLst>
              <a:ext uri="{FF2B5EF4-FFF2-40B4-BE49-F238E27FC236}">
                <a16:creationId xmlns:a16="http://schemas.microsoft.com/office/drawing/2014/main" id="{AAC1456B-942C-4DCF-B9A6-4A59DDE9BD4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38243" name="Marcador de número de diapositiva 3">
            <a:extLst>
              <a:ext uri="{FF2B5EF4-FFF2-40B4-BE49-F238E27FC236}">
                <a16:creationId xmlns:a16="http://schemas.microsoft.com/office/drawing/2014/main" id="{C971C148-21BD-4F1C-947C-202119660EC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5D2BD11-DE4D-472A-9880-D108CEA25F95}" type="slidenum">
              <a:rPr lang="es-ES" altLang="es-ES">
                <a:latin typeface="Calibri" panose="020F0502020204030204" pitchFamily="34" charset="0"/>
              </a:rPr>
              <a:pPr/>
              <a:t>68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Marcador de imagen de diapositiva 1">
            <a:extLst>
              <a:ext uri="{FF2B5EF4-FFF2-40B4-BE49-F238E27FC236}">
                <a16:creationId xmlns:a16="http://schemas.microsoft.com/office/drawing/2014/main" id="{F859AC26-76EB-40CF-B8EF-5159B031E9B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0290" name="Marcador de notas 2">
            <a:extLst>
              <a:ext uri="{FF2B5EF4-FFF2-40B4-BE49-F238E27FC236}">
                <a16:creationId xmlns:a16="http://schemas.microsoft.com/office/drawing/2014/main" id="{B0ED9C91-F395-4958-B24B-FA72B7BDC97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40291" name="Marcador de número de diapositiva 3">
            <a:extLst>
              <a:ext uri="{FF2B5EF4-FFF2-40B4-BE49-F238E27FC236}">
                <a16:creationId xmlns:a16="http://schemas.microsoft.com/office/drawing/2014/main" id="{284584F2-8558-45C0-A4A2-33A74AACA81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CC43343-2E2C-4086-AC79-B423014AFB79}" type="slidenum">
              <a:rPr lang="es-ES" altLang="es-ES">
                <a:latin typeface="Calibri" panose="020F0502020204030204" pitchFamily="34" charset="0"/>
              </a:rPr>
              <a:pPr/>
              <a:t>69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Marcador de imagen de diapositiva 1">
            <a:extLst>
              <a:ext uri="{FF2B5EF4-FFF2-40B4-BE49-F238E27FC236}">
                <a16:creationId xmlns:a16="http://schemas.microsoft.com/office/drawing/2014/main" id="{BE84291B-7127-4D40-B6F0-DB311010BE1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2338" name="Marcador de notas 2">
            <a:extLst>
              <a:ext uri="{FF2B5EF4-FFF2-40B4-BE49-F238E27FC236}">
                <a16:creationId xmlns:a16="http://schemas.microsoft.com/office/drawing/2014/main" id="{C466FDB3-670A-47B1-81D2-D0D4D5DD3C6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42339" name="Marcador de número de diapositiva 3">
            <a:extLst>
              <a:ext uri="{FF2B5EF4-FFF2-40B4-BE49-F238E27FC236}">
                <a16:creationId xmlns:a16="http://schemas.microsoft.com/office/drawing/2014/main" id="{6F759D5C-CDFE-49FD-A559-91B83406D15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5F04EB3-EBF0-4516-A475-D9FD97D54BE2}" type="slidenum">
              <a:rPr lang="es-ES" altLang="es-ES">
                <a:latin typeface="Calibri" panose="020F0502020204030204" pitchFamily="34" charset="0"/>
              </a:rPr>
              <a:pPr/>
              <a:t>70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Marcador de imagen de diapositiva 1">
            <a:extLst>
              <a:ext uri="{FF2B5EF4-FFF2-40B4-BE49-F238E27FC236}">
                <a16:creationId xmlns:a16="http://schemas.microsoft.com/office/drawing/2014/main" id="{AEC750D5-C4C3-4DA8-A1B0-6EE3D9C7C54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4386" name="Marcador de notas 2">
            <a:extLst>
              <a:ext uri="{FF2B5EF4-FFF2-40B4-BE49-F238E27FC236}">
                <a16:creationId xmlns:a16="http://schemas.microsoft.com/office/drawing/2014/main" id="{C2B450F4-5E17-4D05-81FF-B207B491CF7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44387" name="Marcador de número de diapositiva 3">
            <a:extLst>
              <a:ext uri="{FF2B5EF4-FFF2-40B4-BE49-F238E27FC236}">
                <a16:creationId xmlns:a16="http://schemas.microsoft.com/office/drawing/2014/main" id="{14027651-5176-40BA-B617-BB094255622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9B24155-E82E-46D7-92D6-9D1B4A4B2734}" type="slidenum">
              <a:rPr lang="es-ES" altLang="es-ES">
                <a:latin typeface="Calibri" panose="020F0502020204030204" pitchFamily="34" charset="0"/>
              </a:rPr>
              <a:pPr/>
              <a:t>71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Marcador de imagen de diapositiva 1">
            <a:extLst>
              <a:ext uri="{FF2B5EF4-FFF2-40B4-BE49-F238E27FC236}">
                <a16:creationId xmlns:a16="http://schemas.microsoft.com/office/drawing/2014/main" id="{63EBBB55-B807-4728-80AE-EC839355649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6434" name="Marcador de notas 2">
            <a:extLst>
              <a:ext uri="{FF2B5EF4-FFF2-40B4-BE49-F238E27FC236}">
                <a16:creationId xmlns:a16="http://schemas.microsoft.com/office/drawing/2014/main" id="{14669993-EA82-42C4-A846-6B1F48A6EAF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46435" name="Marcador de número de diapositiva 3">
            <a:extLst>
              <a:ext uri="{FF2B5EF4-FFF2-40B4-BE49-F238E27FC236}">
                <a16:creationId xmlns:a16="http://schemas.microsoft.com/office/drawing/2014/main" id="{D3DD5BD2-5B5F-4A1B-8896-F6E327876EF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3B55E93-A054-447D-8A9A-5815B689139F}" type="slidenum">
              <a:rPr lang="es-ES" altLang="es-ES">
                <a:latin typeface="Calibri" panose="020F0502020204030204" pitchFamily="34" charset="0"/>
              </a:rPr>
              <a:pPr/>
              <a:t>72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1" name="Marcador de imagen de diapositiva 1">
            <a:extLst>
              <a:ext uri="{FF2B5EF4-FFF2-40B4-BE49-F238E27FC236}">
                <a16:creationId xmlns:a16="http://schemas.microsoft.com/office/drawing/2014/main" id="{B4BDFEEA-1221-4831-A770-AE7DB1E9FBB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8482" name="Marcador de notas 2">
            <a:extLst>
              <a:ext uri="{FF2B5EF4-FFF2-40B4-BE49-F238E27FC236}">
                <a16:creationId xmlns:a16="http://schemas.microsoft.com/office/drawing/2014/main" id="{671A8CB6-0ED9-4D82-A2C5-3B844BC31CD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48483" name="Marcador de número de diapositiva 3">
            <a:extLst>
              <a:ext uri="{FF2B5EF4-FFF2-40B4-BE49-F238E27FC236}">
                <a16:creationId xmlns:a16="http://schemas.microsoft.com/office/drawing/2014/main" id="{252B6E8A-DA20-42AE-A34F-3B8F507F521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BE6C9D7-19FF-4D51-8F2D-CF15FC1F0328}" type="slidenum">
              <a:rPr lang="es-ES" altLang="es-ES">
                <a:latin typeface="Calibri" panose="020F0502020204030204" pitchFamily="34" charset="0"/>
              </a:rPr>
              <a:pPr/>
              <a:t>73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Marcador de imagen de diapositiva 1">
            <a:extLst>
              <a:ext uri="{FF2B5EF4-FFF2-40B4-BE49-F238E27FC236}">
                <a16:creationId xmlns:a16="http://schemas.microsoft.com/office/drawing/2014/main" id="{060F0AF5-0AA7-463E-92C4-14B14B9D7F9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50530" name="Marcador de notas 2">
            <a:extLst>
              <a:ext uri="{FF2B5EF4-FFF2-40B4-BE49-F238E27FC236}">
                <a16:creationId xmlns:a16="http://schemas.microsoft.com/office/drawing/2014/main" id="{3D50A839-5432-4AC6-8CE3-2413CCCB9E6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50531" name="Marcador de número de diapositiva 3">
            <a:extLst>
              <a:ext uri="{FF2B5EF4-FFF2-40B4-BE49-F238E27FC236}">
                <a16:creationId xmlns:a16="http://schemas.microsoft.com/office/drawing/2014/main" id="{1EEB09C4-A302-49A6-8C02-2D68DF531F8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4CACCC24-8A20-4384-8E6E-49D024980F69}" type="slidenum">
              <a:rPr lang="es-ES" altLang="es-ES">
                <a:latin typeface="Calibri" panose="020F0502020204030204" pitchFamily="34" charset="0"/>
              </a:rPr>
              <a:pPr/>
              <a:t>74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7" name="Marcador de imagen de diapositiva 1">
            <a:extLst>
              <a:ext uri="{FF2B5EF4-FFF2-40B4-BE49-F238E27FC236}">
                <a16:creationId xmlns:a16="http://schemas.microsoft.com/office/drawing/2014/main" id="{6E3635C0-A3D1-403C-B0D5-E9887DF3525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52578" name="Marcador de notas 2">
            <a:extLst>
              <a:ext uri="{FF2B5EF4-FFF2-40B4-BE49-F238E27FC236}">
                <a16:creationId xmlns:a16="http://schemas.microsoft.com/office/drawing/2014/main" id="{2E3BC6BE-EDB8-4904-B92F-A5304B998F7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52579" name="Marcador de número de diapositiva 3">
            <a:extLst>
              <a:ext uri="{FF2B5EF4-FFF2-40B4-BE49-F238E27FC236}">
                <a16:creationId xmlns:a16="http://schemas.microsoft.com/office/drawing/2014/main" id="{E25DE633-4FE2-49E5-BB75-BB2F2EEAAD7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3008288-784A-40BF-88FD-1FB47EB9958C}" type="slidenum">
              <a:rPr lang="es-ES" altLang="es-ES">
                <a:latin typeface="Calibri" panose="020F0502020204030204" pitchFamily="34" charset="0"/>
              </a:rPr>
              <a:pPr/>
              <a:t>75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5" name="Marcador de imagen de diapositiva 1">
            <a:extLst>
              <a:ext uri="{FF2B5EF4-FFF2-40B4-BE49-F238E27FC236}">
                <a16:creationId xmlns:a16="http://schemas.microsoft.com/office/drawing/2014/main" id="{8DFB21C6-1EE9-4A16-A483-B2067C80A7C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54626" name="Marcador de notas 2">
            <a:extLst>
              <a:ext uri="{FF2B5EF4-FFF2-40B4-BE49-F238E27FC236}">
                <a16:creationId xmlns:a16="http://schemas.microsoft.com/office/drawing/2014/main" id="{6B9580CF-05BD-4D5A-8874-BB4950195B8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54627" name="Marcador de número de diapositiva 3">
            <a:extLst>
              <a:ext uri="{FF2B5EF4-FFF2-40B4-BE49-F238E27FC236}">
                <a16:creationId xmlns:a16="http://schemas.microsoft.com/office/drawing/2014/main" id="{BFAA9A77-596B-419A-B8A2-926DAE87CDA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2BBF9EF-091B-4E28-90BD-FFCE22926D12}" type="slidenum">
              <a:rPr lang="es-ES" altLang="es-ES">
                <a:latin typeface="Calibri" panose="020F0502020204030204" pitchFamily="34" charset="0"/>
              </a:rPr>
              <a:pPr/>
              <a:t>76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7" name="Marcador de imagen de diapositiva 1">
            <a:extLst>
              <a:ext uri="{FF2B5EF4-FFF2-40B4-BE49-F238E27FC236}">
                <a16:creationId xmlns:a16="http://schemas.microsoft.com/office/drawing/2014/main" id="{945A5C73-FC6E-47B6-BC38-0FF83DC007F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57698" name="Marcador de notas 2">
            <a:extLst>
              <a:ext uri="{FF2B5EF4-FFF2-40B4-BE49-F238E27FC236}">
                <a16:creationId xmlns:a16="http://schemas.microsoft.com/office/drawing/2014/main" id="{45ECD3F5-6DDF-4B04-A870-57B44D3030C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57699" name="Marcador de número de diapositiva 3">
            <a:extLst>
              <a:ext uri="{FF2B5EF4-FFF2-40B4-BE49-F238E27FC236}">
                <a16:creationId xmlns:a16="http://schemas.microsoft.com/office/drawing/2014/main" id="{0F795376-2F95-4513-BCF4-483C6209E47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8B5151F-0169-4664-A5BE-EA4375D17CDA}" type="slidenum">
              <a:rPr lang="es-ES" altLang="es-ES">
                <a:latin typeface="Calibri" panose="020F0502020204030204" pitchFamily="34" charset="0"/>
              </a:rPr>
              <a:pPr/>
              <a:t>78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5" name="Marcador de imagen de diapositiva 1">
            <a:extLst>
              <a:ext uri="{FF2B5EF4-FFF2-40B4-BE49-F238E27FC236}">
                <a16:creationId xmlns:a16="http://schemas.microsoft.com/office/drawing/2014/main" id="{FD8984DD-05F0-4ACD-BBE3-1D754513282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59746" name="Marcador de notas 2">
            <a:extLst>
              <a:ext uri="{FF2B5EF4-FFF2-40B4-BE49-F238E27FC236}">
                <a16:creationId xmlns:a16="http://schemas.microsoft.com/office/drawing/2014/main" id="{D78E93B8-C3F1-4D9B-A8BC-A19DD7CF832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59747" name="Marcador de número de diapositiva 3">
            <a:extLst>
              <a:ext uri="{FF2B5EF4-FFF2-40B4-BE49-F238E27FC236}">
                <a16:creationId xmlns:a16="http://schemas.microsoft.com/office/drawing/2014/main" id="{F31713D3-BDAC-4C3E-8A08-F9A04E65CF2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4088493-3533-4C49-8B1A-EB3815316553}" type="slidenum">
              <a:rPr lang="es-ES" altLang="es-ES">
                <a:latin typeface="Calibri" panose="020F0502020204030204" pitchFamily="34" charset="0"/>
              </a:rPr>
              <a:pPr/>
              <a:t>79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3" name="Marcador de imagen de diapositiva 1">
            <a:extLst>
              <a:ext uri="{FF2B5EF4-FFF2-40B4-BE49-F238E27FC236}">
                <a16:creationId xmlns:a16="http://schemas.microsoft.com/office/drawing/2014/main" id="{D30B587B-116F-4818-BFCB-E490C96B3C8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61794" name="Marcador de notas 2">
            <a:extLst>
              <a:ext uri="{FF2B5EF4-FFF2-40B4-BE49-F238E27FC236}">
                <a16:creationId xmlns:a16="http://schemas.microsoft.com/office/drawing/2014/main" id="{1AF66411-75A1-4E46-8954-77C04FB1347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61795" name="Marcador de número de diapositiva 3">
            <a:extLst>
              <a:ext uri="{FF2B5EF4-FFF2-40B4-BE49-F238E27FC236}">
                <a16:creationId xmlns:a16="http://schemas.microsoft.com/office/drawing/2014/main" id="{4D8AD25E-7F4D-4742-9706-30BFE52EAFD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328C2D8-179F-4C08-9412-3EC47AE4B4A2}" type="slidenum">
              <a:rPr lang="es-ES" altLang="es-ES">
                <a:latin typeface="Calibri" panose="020F0502020204030204" pitchFamily="34" charset="0"/>
              </a:rPr>
              <a:pPr/>
              <a:t>80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1" name="Marcador de imagen de diapositiva 1">
            <a:extLst>
              <a:ext uri="{FF2B5EF4-FFF2-40B4-BE49-F238E27FC236}">
                <a16:creationId xmlns:a16="http://schemas.microsoft.com/office/drawing/2014/main" id="{DE410802-93EA-4EED-9C54-800F6E7A5DC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63842" name="Marcador de notas 2">
            <a:extLst>
              <a:ext uri="{FF2B5EF4-FFF2-40B4-BE49-F238E27FC236}">
                <a16:creationId xmlns:a16="http://schemas.microsoft.com/office/drawing/2014/main" id="{FBD55E89-8567-41B9-B42E-4A459A01AB5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63843" name="Marcador de número de diapositiva 3">
            <a:extLst>
              <a:ext uri="{FF2B5EF4-FFF2-40B4-BE49-F238E27FC236}">
                <a16:creationId xmlns:a16="http://schemas.microsoft.com/office/drawing/2014/main" id="{C734A1D5-E27E-4F43-9B48-D8CF472E38E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C190FEE-01BD-45D8-833E-8A34DA42CDE6}" type="slidenum">
              <a:rPr lang="es-ES" altLang="es-ES">
                <a:latin typeface="Calibri" panose="020F0502020204030204" pitchFamily="34" charset="0"/>
              </a:rPr>
              <a:pPr/>
              <a:t>81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89" name="Marcador de imagen de diapositiva 1">
            <a:extLst>
              <a:ext uri="{FF2B5EF4-FFF2-40B4-BE49-F238E27FC236}">
                <a16:creationId xmlns:a16="http://schemas.microsoft.com/office/drawing/2014/main" id="{90866567-DEE5-4645-9628-36C12932132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65890" name="Marcador de notas 2">
            <a:extLst>
              <a:ext uri="{FF2B5EF4-FFF2-40B4-BE49-F238E27FC236}">
                <a16:creationId xmlns:a16="http://schemas.microsoft.com/office/drawing/2014/main" id="{6A83C9F4-D40B-446B-A660-9BBED5815BF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65891" name="Marcador de número de diapositiva 3">
            <a:extLst>
              <a:ext uri="{FF2B5EF4-FFF2-40B4-BE49-F238E27FC236}">
                <a16:creationId xmlns:a16="http://schemas.microsoft.com/office/drawing/2014/main" id="{CB80E5CC-D7EA-4620-A507-BF4E99923A9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55897C4-F597-4A0D-BDA2-B41D50DDB22B}" type="slidenum">
              <a:rPr lang="es-ES" altLang="es-ES">
                <a:latin typeface="Calibri" panose="020F0502020204030204" pitchFamily="34" charset="0"/>
              </a:rPr>
              <a:pPr/>
              <a:t>82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7" name="Marcador de imagen de diapositiva 1">
            <a:extLst>
              <a:ext uri="{FF2B5EF4-FFF2-40B4-BE49-F238E27FC236}">
                <a16:creationId xmlns:a16="http://schemas.microsoft.com/office/drawing/2014/main" id="{484785F8-178C-43FE-ABE7-58A1DCFAEE5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67938" name="Marcador de notas 2">
            <a:extLst>
              <a:ext uri="{FF2B5EF4-FFF2-40B4-BE49-F238E27FC236}">
                <a16:creationId xmlns:a16="http://schemas.microsoft.com/office/drawing/2014/main" id="{B6007FFA-8116-4513-902D-45DAB5C22A8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67939" name="Marcador de número de diapositiva 3">
            <a:extLst>
              <a:ext uri="{FF2B5EF4-FFF2-40B4-BE49-F238E27FC236}">
                <a16:creationId xmlns:a16="http://schemas.microsoft.com/office/drawing/2014/main" id="{18927D86-B724-4B2B-A29F-F5EA84EFB02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B7D1823-EAEC-4EA2-985A-1B0B78C82ADB}" type="slidenum">
              <a:rPr lang="es-ES" altLang="es-ES">
                <a:latin typeface="Calibri" panose="020F0502020204030204" pitchFamily="34" charset="0"/>
              </a:rPr>
              <a:pPr/>
              <a:t>83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5" name="Marcador de imagen de diapositiva 1">
            <a:extLst>
              <a:ext uri="{FF2B5EF4-FFF2-40B4-BE49-F238E27FC236}">
                <a16:creationId xmlns:a16="http://schemas.microsoft.com/office/drawing/2014/main" id="{D2717479-EE4A-4DF4-995F-376DC5D4575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69986" name="Marcador de notas 2">
            <a:extLst>
              <a:ext uri="{FF2B5EF4-FFF2-40B4-BE49-F238E27FC236}">
                <a16:creationId xmlns:a16="http://schemas.microsoft.com/office/drawing/2014/main" id="{7640DEFD-5722-49D2-A649-E43F3DED7EC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69987" name="Marcador de número de diapositiva 3">
            <a:extLst>
              <a:ext uri="{FF2B5EF4-FFF2-40B4-BE49-F238E27FC236}">
                <a16:creationId xmlns:a16="http://schemas.microsoft.com/office/drawing/2014/main" id="{054FBA14-3ED7-4547-8F3E-C34D8BCCEB7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1E0878B-2BF1-4B14-BCDB-9873E4FDC063}" type="slidenum">
              <a:rPr lang="es-ES" altLang="es-ES">
                <a:latin typeface="Calibri" panose="020F0502020204030204" pitchFamily="34" charset="0"/>
              </a:rPr>
              <a:pPr/>
              <a:t>84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3" name="Marcador de imagen de diapositiva 1">
            <a:extLst>
              <a:ext uri="{FF2B5EF4-FFF2-40B4-BE49-F238E27FC236}">
                <a16:creationId xmlns:a16="http://schemas.microsoft.com/office/drawing/2014/main" id="{E635B6CD-EF0B-4683-8E83-36BE08EDEBA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72034" name="Marcador de notas 2">
            <a:extLst>
              <a:ext uri="{FF2B5EF4-FFF2-40B4-BE49-F238E27FC236}">
                <a16:creationId xmlns:a16="http://schemas.microsoft.com/office/drawing/2014/main" id="{7290B2BF-9BA3-400F-8499-C5894E1A762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72035" name="Marcador de número de diapositiva 3">
            <a:extLst>
              <a:ext uri="{FF2B5EF4-FFF2-40B4-BE49-F238E27FC236}">
                <a16:creationId xmlns:a16="http://schemas.microsoft.com/office/drawing/2014/main" id="{627A0CC2-30DE-446D-9255-755718D9EB9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62B47E6-6EC5-4BA4-AF12-641587D652CD}" type="slidenum">
              <a:rPr lang="es-ES" altLang="es-ES">
                <a:latin typeface="Calibri" panose="020F0502020204030204" pitchFamily="34" charset="0"/>
              </a:rPr>
              <a:pPr/>
              <a:t>85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1" name="Marcador de imagen de diapositiva 1">
            <a:extLst>
              <a:ext uri="{FF2B5EF4-FFF2-40B4-BE49-F238E27FC236}">
                <a16:creationId xmlns:a16="http://schemas.microsoft.com/office/drawing/2014/main" id="{91B82B80-1447-460B-AD2B-CAB898B1799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74082" name="Marcador de notas 2">
            <a:extLst>
              <a:ext uri="{FF2B5EF4-FFF2-40B4-BE49-F238E27FC236}">
                <a16:creationId xmlns:a16="http://schemas.microsoft.com/office/drawing/2014/main" id="{7260DBB5-1E35-4ADC-BB01-8C0375DCA0B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74083" name="Marcador de número de diapositiva 3">
            <a:extLst>
              <a:ext uri="{FF2B5EF4-FFF2-40B4-BE49-F238E27FC236}">
                <a16:creationId xmlns:a16="http://schemas.microsoft.com/office/drawing/2014/main" id="{FC42E04B-1478-4575-86D0-9E62BB64ABF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7E97DC5-863F-4F26-B817-E04FFB5FBABC}" type="slidenum">
              <a:rPr lang="es-ES" altLang="es-ES">
                <a:latin typeface="Calibri" panose="020F0502020204030204" pitchFamily="34" charset="0"/>
              </a:rPr>
              <a:pPr/>
              <a:t>86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29" name="Marcador de imagen de diapositiva 1">
            <a:extLst>
              <a:ext uri="{FF2B5EF4-FFF2-40B4-BE49-F238E27FC236}">
                <a16:creationId xmlns:a16="http://schemas.microsoft.com/office/drawing/2014/main" id="{0B5836E6-A7CF-4418-BF4F-457BA685226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76130" name="Marcador de notas 2">
            <a:extLst>
              <a:ext uri="{FF2B5EF4-FFF2-40B4-BE49-F238E27FC236}">
                <a16:creationId xmlns:a16="http://schemas.microsoft.com/office/drawing/2014/main" id="{CAD0B6CB-762E-4419-8A3D-30A8F9AE1BB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76131" name="Marcador de número de diapositiva 3">
            <a:extLst>
              <a:ext uri="{FF2B5EF4-FFF2-40B4-BE49-F238E27FC236}">
                <a16:creationId xmlns:a16="http://schemas.microsoft.com/office/drawing/2014/main" id="{7C0DFAFD-A705-4B08-BFBA-981CC996A86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C4B5FEBF-56E5-47F0-80B5-5B183B08A785}" type="slidenum">
              <a:rPr lang="es-ES" altLang="es-ES">
                <a:latin typeface="Calibri" panose="020F0502020204030204" pitchFamily="34" charset="0"/>
              </a:rPr>
              <a:pPr/>
              <a:t>87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7" name="Marcador de imagen de diapositiva 1">
            <a:extLst>
              <a:ext uri="{FF2B5EF4-FFF2-40B4-BE49-F238E27FC236}">
                <a16:creationId xmlns:a16="http://schemas.microsoft.com/office/drawing/2014/main" id="{AF87864D-9484-406E-877C-5483843B72E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78178" name="Marcador de notas 2">
            <a:extLst>
              <a:ext uri="{FF2B5EF4-FFF2-40B4-BE49-F238E27FC236}">
                <a16:creationId xmlns:a16="http://schemas.microsoft.com/office/drawing/2014/main" id="{3C0AC36F-58E5-4409-90A4-BD4FF9E94B3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78179" name="Marcador de número de diapositiva 3">
            <a:extLst>
              <a:ext uri="{FF2B5EF4-FFF2-40B4-BE49-F238E27FC236}">
                <a16:creationId xmlns:a16="http://schemas.microsoft.com/office/drawing/2014/main" id="{CBD32B2B-999F-4A68-9E52-D59E367537C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E1739CA-F325-417F-8945-9BE9DAFED1E7}" type="slidenum">
              <a:rPr lang="es-ES" altLang="es-ES">
                <a:latin typeface="Calibri" panose="020F0502020204030204" pitchFamily="34" charset="0"/>
              </a:rPr>
              <a:pPr/>
              <a:t>88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5" name="Marcador de imagen de diapositiva 1">
            <a:extLst>
              <a:ext uri="{FF2B5EF4-FFF2-40B4-BE49-F238E27FC236}">
                <a16:creationId xmlns:a16="http://schemas.microsoft.com/office/drawing/2014/main" id="{12E476DD-D68B-40DA-A842-1ECA3D9FF6D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80226" name="Marcador de notas 2">
            <a:extLst>
              <a:ext uri="{FF2B5EF4-FFF2-40B4-BE49-F238E27FC236}">
                <a16:creationId xmlns:a16="http://schemas.microsoft.com/office/drawing/2014/main" id="{70F052E6-76D5-43C0-9791-C0B403430F8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80227" name="Marcador de número de diapositiva 3">
            <a:extLst>
              <a:ext uri="{FF2B5EF4-FFF2-40B4-BE49-F238E27FC236}">
                <a16:creationId xmlns:a16="http://schemas.microsoft.com/office/drawing/2014/main" id="{25163C3A-DD25-4145-A73A-26D4A46938C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C95FDC4-D487-4C01-9E67-3E297ADB9A8E}" type="slidenum">
              <a:rPr lang="es-ES" altLang="es-ES">
                <a:latin typeface="Calibri" panose="020F0502020204030204" pitchFamily="34" charset="0"/>
              </a:rPr>
              <a:pPr/>
              <a:t>89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3" name="Marcador de imagen de diapositiva 1">
            <a:extLst>
              <a:ext uri="{FF2B5EF4-FFF2-40B4-BE49-F238E27FC236}">
                <a16:creationId xmlns:a16="http://schemas.microsoft.com/office/drawing/2014/main" id="{C3B916ED-CD2E-4EFD-9709-DB244236136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82274" name="Marcador de notas 2">
            <a:extLst>
              <a:ext uri="{FF2B5EF4-FFF2-40B4-BE49-F238E27FC236}">
                <a16:creationId xmlns:a16="http://schemas.microsoft.com/office/drawing/2014/main" id="{2DD5BC63-1534-4A73-A43F-2B6CF4FB1E3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82275" name="Marcador de número de diapositiva 3">
            <a:extLst>
              <a:ext uri="{FF2B5EF4-FFF2-40B4-BE49-F238E27FC236}">
                <a16:creationId xmlns:a16="http://schemas.microsoft.com/office/drawing/2014/main" id="{0DEFCEFE-4EEC-46D5-B80D-E26A6D99F48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A050ED3-4D4A-4E6F-9B80-8770033B4680}" type="slidenum">
              <a:rPr lang="es-ES" altLang="es-ES">
                <a:latin typeface="Calibri" panose="020F0502020204030204" pitchFamily="34" charset="0"/>
              </a:rPr>
              <a:pPr/>
              <a:t>90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1" name="Marcador de imagen de diapositiva 1">
            <a:extLst>
              <a:ext uri="{FF2B5EF4-FFF2-40B4-BE49-F238E27FC236}">
                <a16:creationId xmlns:a16="http://schemas.microsoft.com/office/drawing/2014/main" id="{0868361C-BF59-4671-B578-521EED83465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84322" name="Marcador de notas 2">
            <a:extLst>
              <a:ext uri="{FF2B5EF4-FFF2-40B4-BE49-F238E27FC236}">
                <a16:creationId xmlns:a16="http://schemas.microsoft.com/office/drawing/2014/main" id="{F8425CA7-5C87-4192-81EB-48C1BF11AE3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84323" name="Marcador de número de diapositiva 3">
            <a:extLst>
              <a:ext uri="{FF2B5EF4-FFF2-40B4-BE49-F238E27FC236}">
                <a16:creationId xmlns:a16="http://schemas.microsoft.com/office/drawing/2014/main" id="{9D57276E-D88F-4701-AFE0-EA0B241DF83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01C8068-A4D1-4BCD-846E-01267D432649}" type="slidenum">
              <a:rPr lang="es-ES" altLang="es-ES">
                <a:latin typeface="Calibri" panose="020F0502020204030204" pitchFamily="34" charset="0"/>
              </a:rPr>
              <a:pPr/>
              <a:t>91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Marcador de imagen de diapositiva 1">
            <a:extLst>
              <a:ext uri="{FF2B5EF4-FFF2-40B4-BE49-F238E27FC236}">
                <a16:creationId xmlns:a16="http://schemas.microsoft.com/office/drawing/2014/main" id="{3AA9BE11-7710-470D-9B3F-4F04965B2E2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86370" name="Marcador de notas 2">
            <a:extLst>
              <a:ext uri="{FF2B5EF4-FFF2-40B4-BE49-F238E27FC236}">
                <a16:creationId xmlns:a16="http://schemas.microsoft.com/office/drawing/2014/main" id="{AB8D903D-0691-4B4E-8593-50CA12FDA95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86371" name="Marcador de número de diapositiva 3">
            <a:extLst>
              <a:ext uri="{FF2B5EF4-FFF2-40B4-BE49-F238E27FC236}">
                <a16:creationId xmlns:a16="http://schemas.microsoft.com/office/drawing/2014/main" id="{4CDAF29A-20D8-4C3C-9FB6-D86C5B21825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409C57B-9A74-4623-A3F2-D9BEA7B7EB3F}" type="slidenum">
              <a:rPr lang="es-ES" altLang="es-ES">
                <a:latin typeface="Calibri" panose="020F0502020204030204" pitchFamily="34" charset="0"/>
              </a:rPr>
              <a:pPr/>
              <a:t>92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7" name="Marcador de imagen de diapositiva 1">
            <a:extLst>
              <a:ext uri="{FF2B5EF4-FFF2-40B4-BE49-F238E27FC236}">
                <a16:creationId xmlns:a16="http://schemas.microsoft.com/office/drawing/2014/main" id="{3A18B7FE-099A-4A94-9B07-6D63995EA12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88418" name="Marcador de notas 2">
            <a:extLst>
              <a:ext uri="{FF2B5EF4-FFF2-40B4-BE49-F238E27FC236}">
                <a16:creationId xmlns:a16="http://schemas.microsoft.com/office/drawing/2014/main" id="{CA0DE80F-60E5-4682-B2C7-ADA3B525A7A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88419" name="Marcador de número de diapositiva 3">
            <a:extLst>
              <a:ext uri="{FF2B5EF4-FFF2-40B4-BE49-F238E27FC236}">
                <a16:creationId xmlns:a16="http://schemas.microsoft.com/office/drawing/2014/main" id="{5F72798E-E46B-46BA-9825-A640F87D99E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3C1EF84-5FC4-49C4-89B4-086F070D99DD}" type="slidenum">
              <a:rPr lang="es-ES" altLang="es-ES">
                <a:latin typeface="Calibri" panose="020F0502020204030204" pitchFamily="34" charset="0"/>
              </a:rPr>
              <a:pPr/>
              <a:t>93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5" name="Marcador de imagen de diapositiva 1">
            <a:extLst>
              <a:ext uri="{FF2B5EF4-FFF2-40B4-BE49-F238E27FC236}">
                <a16:creationId xmlns:a16="http://schemas.microsoft.com/office/drawing/2014/main" id="{C974EBB3-ECBB-4330-A806-FA6413EE7B5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90466" name="Marcador de notas 2">
            <a:extLst>
              <a:ext uri="{FF2B5EF4-FFF2-40B4-BE49-F238E27FC236}">
                <a16:creationId xmlns:a16="http://schemas.microsoft.com/office/drawing/2014/main" id="{4CD56330-216D-46C4-B3BC-CCF33017656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90467" name="Marcador de número de diapositiva 3">
            <a:extLst>
              <a:ext uri="{FF2B5EF4-FFF2-40B4-BE49-F238E27FC236}">
                <a16:creationId xmlns:a16="http://schemas.microsoft.com/office/drawing/2014/main" id="{56A226D0-F7ED-4DCF-8F8E-99C21F7821E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7AB413A-C930-451D-8BB8-C1CEF46975D1}" type="slidenum">
              <a:rPr lang="es-ES" altLang="es-ES">
                <a:latin typeface="Calibri" panose="020F0502020204030204" pitchFamily="34" charset="0"/>
              </a:rPr>
              <a:pPr/>
              <a:t>94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3" name="Marcador de imagen de diapositiva 1">
            <a:extLst>
              <a:ext uri="{FF2B5EF4-FFF2-40B4-BE49-F238E27FC236}">
                <a16:creationId xmlns:a16="http://schemas.microsoft.com/office/drawing/2014/main" id="{29024576-821E-4CD1-A6B7-3339489E32E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92514" name="Marcador de notas 2">
            <a:extLst>
              <a:ext uri="{FF2B5EF4-FFF2-40B4-BE49-F238E27FC236}">
                <a16:creationId xmlns:a16="http://schemas.microsoft.com/office/drawing/2014/main" id="{14C313A1-4178-45FF-B5C4-C7711BE0F99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92515" name="Marcador de número de diapositiva 3">
            <a:extLst>
              <a:ext uri="{FF2B5EF4-FFF2-40B4-BE49-F238E27FC236}">
                <a16:creationId xmlns:a16="http://schemas.microsoft.com/office/drawing/2014/main" id="{98E7496C-6CD0-40D8-9FEF-1A37C5B7BC1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6A62EED-6397-49A7-8716-7611FA7E89BA}" type="slidenum">
              <a:rPr lang="es-ES" altLang="es-ES">
                <a:latin typeface="Calibri" panose="020F0502020204030204" pitchFamily="34" charset="0"/>
              </a:rPr>
              <a:pPr/>
              <a:t>95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1" name="Marcador de imagen de diapositiva 1">
            <a:extLst>
              <a:ext uri="{FF2B5EF4-FFF2-40B4-BE49-F238E27FC236}">
                <a16:creationId xmlns:a16="http://schemas.microsoft.com/office/drawing/2014/main" id="{79D1D6F2-03C8-40E1-9C20-BDE245D0CD1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94562" name="Marcador de notas 2">
            <a:extLst>
              <a:ext uri="{FF2B5EF4-FFF2-40B4-BE49-F238E27FC236}">
                <a16:creationId xmlns:a16="http://schemas.microsoft.com/office/drawing/2014/main" id="{55963A75-7057-4806-A5C0-8988DC38E15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94563" name="Marcador de número de diapositiva 3">
            <a:extLst>
              <a:ext uri="{FF2B5EF4-FFF2-40B4-BE49-F238E27FC236}">
                <a16:creationId xmlns:a16="http://schemas.microsoft.com/office/drawing/2014/main" id="{1F6996AC-9316-4955-B8F8-D56EE383DD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86D94F1-D9F2-42B3-B212-BD8D488177E7}" type="slidenum">
              <a:rPr lang="es-ES" altLang="es-ES">
                <a:latin typeface="Calibri" panose="020F0502020204030204" pitchFamily="34" charset="0"/>
              </a:rPr>
              <a:pPr/>
              <a:t>96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09" name="Marcador de imagen de diapositiva 1">
            <a:extLst>
              <a:ext uri="{FF2B5EF4-FFF2-40B4-BE49-F238E27FC236}">
                <a16:creationId xmlns:a16="http://schemas.microsoft.com/office/drawing/2014/main" id="{31E3DE51-7597-4E4E-97AE-949A6593CFE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96610" name="Marcador de notas 2">
            <a:extLst>
              <a:ext uri="{FF2B5EF4-FFF2-40B4-BE49-F238E27FC236}">
                <a16:creationId xmlns:a16="http://schemas.microsoft.com/office/drawing/2014/main" id="{FB5E1A9E-5231-4C05-98AD-B2AD9ED70EB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96611" name="Marcador de número de diapositiva 3">
            <a:extLst>
              <a:ext uri="{FF2B5EF4-FFF2-40B4-BE49-F238E27FC236}">
                <a16:creationId xmlns:a16="http://schemas.microsoft.com/office/drawing/2014/main" id="{95A736EC-6C37-45DE-96FF-3F99B7CA084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655839A-62C0-4CCB-98B1-61845F539ADE}" type="slidenum">
              <a:rPr lang="es-ES" altLang="es-ES">
                <a:latin typeface="Calibri" panose="020F0502020204030204" pitchFamily="34" charset="0"/>
              </a:rPr>
              <a:pPr/>
              <a:t>97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Marcador de imagen de diapositiva 1">
            <a:extLst>
              <a:ext uri="{FF2B5EF4-FFF2-40B4-BE49-F238E27FC236}">
                <a16:creationId xmlns:a16="http://schemas.microsoft.com/office/drawing/2014/main" id="{A6FFB33A-4633-405E-B74A-97EE5A4EA20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98658" name="Marcador de notas 2">
            <a:extLst>
              <a:ext uri="{FF2B5EF4-FFF2-40B4-BE49-F238E27FC236}">
                <a16:creationId xmlns:a16="http://schemas.microsoft.com/office/drawing/2014/main" id="{B5986894-792F-4B60-9C03-F2C5F762F48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198659" name="Marcador de número de diapositiva 3">
            <a:extLst>
              <a:ext uri="{FF2B5EF4-FFF2-40B4-BE49-F238E27FC236}">
                <a16:creationId xmlns:a16="http://schemas.microsoft.com/office/drawing/2014/main" id="{9738995E-883B-42AC-8F64-32EEE1BDEF9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EEC5E7C-9CDF-45F6-88F1-88A1660F0750}" type="slidenum">
              <a:rPr lang="es-ES" altLang="es-ES">
                <a:latin typeface="Calibri" panose="020F0502020204030204" pitchFamily="34" charset="0"/>
              </a:rPr>
              <a:pPr/>
              <a:t>98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5" name="Marcador de imagen de diapositiva 1">
            <a:extLst>
              <a:ext uri="{FF2B5EF4-FFF2-40B4-BE49-F238E27FC236}">
                <a16:creationId xmlns:a16="http://schemas.microsoft.com/office/drawing/2014/main" id="{48DCFEB9-B016-4DCF-8050-C1DDF36AE59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0706" name="Marcador de notas 2">
            <a:extLst>
              <a:ext uri="{FF2B5EF4-FFF2-40B4-BE49-F238E27FC236}">
                <a16:creationId xmlns:a16="http://schemas.microsoft.com/office/drawing/2014/main" id="{92ADCAD7-4F6C-466C-9A08-46A81408DE2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00707" name="Marcador de número de diapositiva 3">
            <a:extLst>
              <a:ext uri="{FF2B5EF4-FFF2-40B4-BE49-F238E27FC236}">
                <a16:creationId xmlns:a16="http://schemas.microsoft.com/office/drawing/2014/main" id="{9B9A4C0C-3B97-4D12-92AB-AB947D0A699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4E5DC19-2F43-4C01-A85E-101BFE5F5D30}" type="slidenum">
              <a:rPr lang="es-ES" altLang="es-ES">
                <a:latin typeface="Calibri" panose="020F0502020204030204" pitchFamily="34" charset="0"/>
              </a:rPr>
              <a:pPr/>
              <a:t>99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3" name="Marcador de imagen de diapositiva 1">
            <a:extLst>
              <a:ext uri="{FF2B5EF4-FFF2-40B4-BE49-F238E27FC236}">
                <a16:creationId xmlns:a16="http://schemas.microsoft.com/office/drawing/2014/main" id="{FB31323B-BE26-4ACD-B8DF-A0ED072967A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2754" name="Marcador de notas 2">
            <a:extLst>
              <a:ext uri="{FF2B5EF4-FFF2-40B4-BE49-F238E27FC236}">
                <a16:creationId xmlns:a16="http://schemas.microsoft.com/office/drawing/2014/main" id="{180B1C63-FE73-432A-A7E1-BB903A5B6A3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02755" name="Marcador de número de diapositiva 3">
            <a:extLst>
              <a:ext uri="{FF2B5EF4-FFF2-40B4-BE49-F238E27FC236}">
                <a16:creationId xmlns:a16="http://schemas.microsoft.com/office/drawing/2014/main" id="{73A4583F-0429-44E1-B961-DBB570945A5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157AC5D-53C3-4011-8F18-68EA44CD9616}" type="slidenum">
              <a:rPr lang="es-ES" altLang="es-ES">
                <a:latin typeface="Calibri" panose="020F0502020204030204" pitchFamily="34" charset="0"/>
              </a:rPr>
              <a:pPr/>
              <a:t>100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1" name="Marcador de imagen de diapositiva 1">
            <a:extLst>
              <a:ext uri="{FF2B5EF4-FFF2-40B4-BE49-F238E27FC236}">
                <a16:creationId xmlns:a16="http://schemas.microsoft.com/office/drawing/2014/main" id="{CB4673B6-F15B-4A01-B0D8-824D1B48505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4802" name="Marcador de notas 2">
            <a:extLst>
              <a:ext uri="{FF2B5EF4-FFF2-40B4-BE49-F238E27FC236}">
                <a16:creationId xmlns:a16="http://schemas.microsoft.com/office/drawing/2014/main" id="{69F74F4A-F38E-46F8-9CA3-7A1F5AFDB28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04803" name="Marcador de número de diapositiva 3">
            <a:extLst>
              <a:ext uri="{FF2B5EF4-FFF2-40B4-BE49-F238E27FC236}">
                <a16:creationId xmlns:a16="http://schemas.microsoft.com/office/drawing/2014/main" id="{B7CD2E92-6FBB-4F0C-8EBE-E0D4D1AC752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87EC6E8-420B-45C7-8E5A-EC08F07221B2}" type="slidenum">
              <a:rPr lang="es-ES" altLang="es-ES">
                <a:latin typeface="Calibri" panose="020F0502020204030204" pitchFamily="34" charset="0"/>
              </a:rPr>
              <a:pPr/>
              <a:t>101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49" name="Marcador de imagen de diapositiva 1">
            <a:extLst>
              <a:ext uri="{FF2B5EF4-FFF2-40B4-BE49-F238E27FC236}">
                <a16:creationId xmlns:a16="http://schemas.microsoft.com/office/drawing/2014/main" id="{4F6FAF41-A604-4D0F-A757-72FC3B25C5D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6850" name="Marcador de notas 2">
            <a:extLst>
              <a:ext uri="{FF2B5EF4-FFF2-40B4-BE49-F238E27FC236}">
                <a16:creationId xmlns:a16="http://schemas.microsoft.com/office/drawing/2014/main" id="{AC4674FC-6F2E-47D1-A6CB-945EA01FE4A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06851" name="Marcador de número de diapositiva 3">
            <a:extLst>
              <a:ext uri="{FF2B5EF4-FFF2-40B4-BE49-F238E27FC236}">
                <a16:creationId xmlns:a16="http://schemas.microsoft.com/office/drawing/2014/main" id="{43B736AB-2890-4A8F-AC19-417F1A16695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6970C42-D83F-4278-9907-2638C11C9B6D}" type="slidenum">
              <a:rPr lang="es-ES" altLang="es-ES">
                <a:latin typeface="Calibri" panose="020F0502020204030204" pitchFamily="34" charset="0"/>
              </a:rPr>
              <a:pPr/>
              <a:t>102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1" name="Marcador de imagen de diapositiva 1">
            <a:extLst>
              <a:ext uri="{FF2B5EF4-FFF2-40B4-BE49-F238E27FC236}">
                <a16:creationId xmlns:a16="http://schemas.microsoft.com/office/drawing/2014/main" id="{2F212020-1DCA-4A31-BB57-5065F3B99D7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9922" name="Marcador de notas 2">
            <a:extLst>
              <a:ext uri="{FF2B5EF4-FFF2-40B4-BE49-F238E27FC236}">
                <a16:creationId xmlns:a16="http://schemas.microsoft.com/office/drawing/2014/main" id="{4A93713D-F5B4-4A01-AA62-6BEF643BEC4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09923" name="Marcador de número de diapositiva 3">
            <a:extLst>
              <a:ext uri="{FF2B5EF4-FFF2-40B4-BE49-F238E27FC236}">
                <a16:creationId xmlns:a16="http://schemas.microsoft.com/office/drawing/2014/main" id="{8A78B404-3672-4574-A539-65F5C7C30A4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328F29C-9CCE-4EFC-BCDE-E46694943E6E}" type="slidenum">
              <a:rPr lang="es-ES" altLang="es-ES">
                <a:latin typeface="Calibri" panose="020F0502020204030204" pitchFamily="34" charset="0"/>
              </a:rPr>
              <a:pPr/>
              <a:t>104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69" name="Marcador de imagen de diapositiva 1">
            <a:extLst>
              <a:ext uri="{FF2B5EF4-FFF2-40B4-BE49-F238E27FC236}">
                <a16:creationId xmlns:a16="http://schemas.microsoft.com/office/drawing/2014/main" id="{9007BD3F-51DD-4E64-94AC-F0CB731438C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11970" name="Marcador de notas 2">
            <a:extLst>
              <a:ext uri="{FF2B5EF4-FFF2-40B4-BE49-F238E27FC236}">
                <a16:creationId xmlns:a16="http://schemas.microsoft.com/office/drawing/2014/main" id="{44299025-9E8C-4948-A883-E0E6AE83ED7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11971" name="Marcador de número de diapositiva 3">
            <a:extLst>
              <a:ext uri="{FF2B5EF4-FFF2-40B4-BE49-F238E27FC236}">
                <a16:creationId xmlns:a16="http://schemas.microsoft.com/office/drawing/2014/main" id="{46F65B54-6463-4C33-B60D-D13AC1D41D1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4624FA8-12E1-4D0F-A399-CC1102DFB495}" type="slidenum">
              <a:rPr lang="es-ES" altLang="es-ES">
                <a:latin typeface="Calibri" panose="020F0502020204030204" pitchFamily="34" charset="0"/>
              </a:rPr>
              <a:pPr/>
              <a:t>105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7" name="Marcador de imagen de diapositiva 1">
            <a:extLst>
              <a:ext uri="{FF2B5EF4-FFF2-40B4-BE49-F238E27FC236}">
                <a16:creationId xmlns:a16="http://schemas.microsoft.com/office/drawing/2014/main" id="{BDF052BD-4982-4227-9BF2-32E58684E00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14018" name="Marcador de notas 2">
            <a:extLst>
              <a:ext uri="{FF2B5EF4-FFF2-40B4-BE49-F238E27FC236}">
                <a16:creationId xmlns:a16="http://schemas.microsoft.com/office/drawing/2014/main" id="{D76A732E-8114-49D8-B81A-2E5A2993A2F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14019" name="Marcador de número de diapositiva 3">
            <a:extLst>
              <a:ext uri="{FF2B5EF4-FFF2-40B4-BE49-F238E27FC236}">
                <a16:creationId xmlns:a16="http://schemas.microsoft.com/office/drawing/2014/main" id="{B2EEBF0D-D43A-4997-A163-327DD77302F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6305F3D-5EAD-4093-B02F-34624A5957E7}" type="slidenum">
              <a:rPr lang="es-ES" altLang="es-ES">
                <a:latin typeface="Calibri" panose="020F0502020204030204" pitchFamily="34" charset="0"/>
              </a:rPr>
              <a:pPr/>
              <a:t>106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5" name="Marcador de imagen de diapositiva 1">
            <a:extLst>
              <a:ext uri="{FF2B5EF4-FFF2-40B4-BE49-F238E27FC236}">
                <a16:creationId xmlns:a16="http://schemas.microsoft.com/office/drawing/2014/main" id="{9F75BCD6-02B2-425C-A0AF-4F58942EB86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16066" name="Marcador de notas 2">
            <a:extLst>
              <a:ext uri="{FF2B5EF4-FFF2-40B4-BE49-F238E27FC236}">
                <a16:creationId xmlns:a16="http://schemas.microsoft.com/office/drawing/2014/main" id="{AF45A206-F717-4C83-AD3C-50874DDEC87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16067" name="Marcador de número de diapositiva 3">
            <a:extLst>
              <a:ext uri="{FF2B5EF4-FFF2-40B4-BE49-F238E27FC236}">
                <a16:creationId xmlns:a16="http://schemas.microsoft.com/office/drawing/2014/main" id="{7384EC48-DD71-495A-84AC-4964F33CF73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AE4CFA5-BE1F-45B4-9542-39375CFAD2A1}" type="slidenum">
              <a:rPr lang="es-ES" altLang="es-ES">
                <a:latin typeface="Calibri" panose="020F0502020204030204" pitchFamily="34" charset="0"/>
              </a:rPr>
              <a:pPr/>
              <a:t>107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3" name="Marcador de imagen de diapositiva 1">
            <a:extLst>
              <a:ext uri="{FF2B5EF4-FFF2-40B4-BE49-F238E27FC236}">
                <a16:creationId xmlns:a16="http://schemas.microsoft.com/office/drawing/2014/main" id="{504E05B2-4BF3-40EE-9133-3848FE7CA9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18114" name="Marcador de notas 2">
            <a:extLst>
              <a:ext uri="{FF2B5EF4-FFF2-40B4-BE49-F238E27FC236}">
                <a16:creationId xmlns:a16="http://schemas.microsoft.com/office/drawing/2014/main" id="{02CE0FCB-2A32-4278-B63C-700D5D9938D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18115" name="Marcador de número de diapositiva 3">
            <a:extLst>
              <a:ext uri="{FF2B5EF4-FFF2-40B4-BE49-F238E27FC236}">
                <a16:creationId xmlns:a16="http://schemas.microsoft.com/office/drawing/2014/main" id="{705F63E2-7FC4-42EF-A685-1247E7E75D6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3C2E52A-3195-4955-BF6F-CCFC732564EA}" type="slidenum">
              <a:rPr lang="es-ES" altLang="es-ES">
                <a:latin typeface="Calibri" panose="020F0502020204030204" pitchFamily="34" charset="0"/>
              </a:rPr>
              <a:pPr/>
              <a:t>108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1" name="Marcador de imagen de diapositiva 1">
            <a:extLst>
              <a:ext uri="{FF2B5EF4-FFF2-40B4-BE49-F238E27FC236}">
                <a16:creationId xmlns:a16="http://schemas.microsoft.com/office/drawing/2014/main" id="{80325C77-D11E-4D1F-B431-7180BB2D00E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0162" name="Marcador de notas 2">
            <a:extLst>
              <a:ext uri="{FF2B5EF4-FFF2-40B4-BE49-F238E27FC236}">
                <a16:creationId xmlns:a16="http://schemas.microsoft.com/office/drawing/2014/main" id="{21A3349B-822D-4C42-9F86-ADD9A509A36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20163" name="Marcador de número de diapositiva 3">
            <a:extLst>
              <a:ext uri="{FF2B5EF4-FFF2-40B4-BE49-F238E27FC236}">
                <a16:creationId xmlns:a16="http://schemas.microsoft.com/office/drawing/2014/main" id="{E1922128-6C13-48A5-84B5-9B5401E4061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6F11825-3D47-408B-ACFD-BCFB290C0F68}" type="slidenum">
              <a:rPr lang="es-ES" altLang="es-ES">
                <a:latin typeface="Calibri" panose="020F0502020204030204" pitchFamily="34" charset="0"/>
              </a:rPr>
              <a:pPr/>
              <a:t>109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09" name="Marcador de imagen de diapositiva 1">
            <a:extLst>
              <a:ext uri="{FF2B5EF4-FFF2-40B4-BE49-F238E27FC236}">
                <a16:creationId xmlns:a16="http://schemas.microsoft.com/office/drawing/2014/main" id="{FCA4CD80-465D-4FC0-B7C7-F2A8E7E6A0A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2210" name="Marcador de notas 2">
            <a:extLst>
              <a:ext uri="{FF2B5EF4-FFF2-40B4-BE49-F238E27FC236}">
                <a16:creationId xmlns:a16="http://schemas.microsoft.com/office/drawing/2014/main" id="{116B6DAB-2B1F-47E2-87F3-ADDC69AEA8F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22211" name="Marcador de número de diapositiva 3">
            <a:extLst>
              <a:ext uri="{FF2B5EF4-FFF2-40B4-BE49-F238E27FC236}">
                <a16:creationId xmlns:a16="http://schemas.microsoft.com/office/drawing/2014/main" id="{EBC04A22-3A86-428A-8649-4BA401F9532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E15C0E3-B184-42F2-9B17-FE89FC0971C9}" type="slidenum">
              <a:rPr lang="es-ES" altLang="es-ES">
                <a:latin typeface="Calibri" panose="020F0502020204030204" pitchFamily="34" charset="0"/>
              </a:rPr>
              <a:pPr/>
              <a:t>110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7" name="Marcador de imagen de diapositiva 1">
            <a:extLst>
              <a:ext uri="{FF2B5EF4-FFF2-40B4-BE49-F238E27FC236}">
                <a16:creationId xmlns:a16="http://schemas.microsoft.com/office/drawing/2014/main" id="{85100E3E-F53F-4C84-8510-97ACA589A26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4258" name="Marcador de notas 2">
            <a:extLst>
              <a:ext uri="{FF2B5EF4-FFF2-40B4-BE49-F238E27FC236}">
                <a16:creationId xmlns:a16="http://schemas.microsoft.com/office/drawing/2014/main" id="{41822373-9636-45F2-9738-EC0C4C1B56F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24259" name="Marcador de número de diapositiva 3">
            <a:extLst>
              <a:ext uri="{FF2B5EF4-FFF2-40B4-BE49-F238E27FC236}">
                <a16:creationId xmlns:a16="http://schemas.microsoft.com/office/drawing/2014/main" id="{C5511576-8E3D-466B-B975-792EB3E955A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770FC4A-B52A-4C98-BE43-DA0D73CEFC0C}" type="slidenum">
              <a:rPr lang="es-ES" altLang="es-ES">
                <a:latin typeface="Calibri" panose="020F0502020204030204" pitchFamily="34" charset="0"/>
              </a:rPr>
              <a:pPr/>
              <a:t>111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5" name="Marcador de imagen de diapositiva 1">
            <a:extLst>
              <a:ext uri="{FF2B5EF4-FFF2-40B4-BE49-F238E27FC236}">
                <a16:creationId xmlns:a16="http://schemas.microsoft.com/office/drawing/2014/main" id="{76601BE1-3855-429F-A25F-68DD16F6372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6306" name="Marcador de notas 2">
            <a:extLst>
              <a:ext uri="{FF2B5EF4-FFF2-40B4-BE49-F238E27FC236}">
                <a16:creationId xmlns:a16="http://schemas.microsoft.com/office/drawing/2014/main" id="{FB5FF039-A358-4014-A867-24A6DCDB63A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26307" name="Marcador de número de diapositiva 3">
            <a:extLst>
              <a:ext uri="{FF2B5EF4-FFF2-40B4-BE49-F238E27FC236}">
                <a16:creationId xmlns:a16="http://schemas.microsoft.com/office/drawing/2014/main" id="{88265A57-18DF-4551-97A0-F68FC413D87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405BE91D-F63E-4C4D-89DE-A89379C62CF9}" type="slidenum">
              <a:rPr lang="es-ES" altLang="es-ES">
                <a:latin typeface="Calibri" panose="020F0502020204030204" pitchFamily="34" charset="0"/>
              </a:rPr>
              <a:pPr/>
              <a:t>112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3" name="Marcador de imagen de diapositiva 1">
            <a:extLst>
              <a:ext uri="{FF2B5EF4-FFF2-40B4-BE49-F238E27FC236}">
                <a16:creationId xmlns:a16="http://schemas.microsoft.com/office/drawing/2014/main" id="{54172F76-7438-415D-982D-912A1E1E0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8354" name="Marcador de notas 2">
            <a:extLst>
              <a:ext uri="{FF2B5EF4-FFF2-40B4-BE49-F238E27FC236}">
                <a16:creationId xmlns:a16="http://schemas.microsoft.com/office/drawing/2014/main" id="{E7218557-0CFF-485B-ADC6-BF7795D8FA3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28355" name="Marcador de número de diapositiva 3">
            <a:extLst>
              <a:ext uri="{FF2B5EF4-FFF2-40B4-BE49-F238E27FC236}">
                <a16:creationId xmlns:a16="http://schemas.microsoft.com/office/drawing/2014/main" id="{BB3CBF43-AC7E-48EC-ADB5-37E2910E1E9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163EDD9-76CC-4B75-871D-A761E1A93C4D}" type="slidenum">
              <a:rPr lang="es-ES" altLang="es-ES">
                <a:latin typeface="Calibri" panose="020F0502020204030204" pitchFamily="34" charset="0"/>
              </a:rPr>
              <a:pPr/>
              <a:t>113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1" name="Marcador de imagen de diapositiva 1">
            <a:extLst>
              <a:ext uri="{FF2B5EF4-FFF2-40B4-BE49-F238E27FC236}">
                <a16:creationId xmlns:a16="http://schemas.microsoft.com/office/drawing/2014/main" id="{9AC08073-85B0-4B2C-8603-F88073B0680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30402" name="Marcador de notas 2">
            <a:extLst>
              <a:ext uri="{FF2B5EF4-FFF2-40B4-BE49-F238E27FC236}">
                <a16:creationId xmlns:a16="http://schemas.microsoft.com/office/drawing/2014/main" id="{E0873ADA-133A-42C8-A7D7-8888525598B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30403" name="Marcador de número de diapositiva 3">
            <a:extLst>
              <a:ext uri="{FF2B5EF4-FFF2-40B4-BE49-F238E27FC236}">
                <a16:creationId xmlns:a16="http://schemas.microsoft.com/office/drawing/2014/main" id="{713FBDDF-01E8-4453-8E4E-47A0F2C7960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BF44527-B2F8-4BFC-8CFE-A0EFE267834F}" type="slidenum">
              <a:rPr lang="es-ES" altLang="es-ES">
                <a:latin typeface="Calibri" panose="020F0502020204030204" pitchFamily="34" charset="0"/>
              </a:rPr>
              <a:pPr/>
              <a:t>114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49" name="Marcador de imagen de diapositiva 1">
            <a:extLst>
              <a:ext uri="{FF2B5EF4-FFF2-40B4-BE49-F238E27FC236}">
                <a16:creationId xmlns:a16="http://schemas.microsoft.com/office/drawing/2014/main" id="{E876775F-2F2B-4A3D-AA0B-79D5FF83725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32450" name="Marcador de notas 2">
            <a:extLst>
              <a:ext uri="{FF2B5EF4-FFF2-40B4-BE49-F238E27FC236}">
                <a16:creationId xmlns:a16="http://schemas.microsoft.com/office/drawing/2014/main" id="{3AA6A594-ED75-4C54-8399-4D76458D62E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32451" name="Marcador de número de diapositiva 3">
            <a:extLst>
              <a:ext uri="{FF2B5EF4-FFF2-40B4-BE49-F238E27FC236}">
                <a16:creationId xmlns:a16="http://schemas.microsoft.com/office/drawing/2014/main" id="{9151ECD1-1238-4261-A7B2-D00A5A13C55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A585AE9-4D9F-42D3-B3F1-C6FE1DF3A3A0}" type="slidenum">
              <a:rPr lang="es-ES" altLang="es-ES">
                <a:latin typeface="Calibri" panose="020F0502020204030204" pitchFamily="34" charset="0"/>
              </a:rPr>
              <a:pPr/>
              <a:t>115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7" name="Marcador de imagen de diapositiva 1">
            <a:extLst>
              <a:ext uri="{FF2B5EF4-FFF2-40B4-BE49-F238E27FC236}">
                <a16:creationId xmlns:a16="http://schemas.microsoft.com/office/drawing/2014/main" id="{29742F43-E85E-425F-941F-7291B737181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34498" name="Marcador de notas 2">
            <a:extLst>
              <a:ext uri="{FF2B5EF4-FFF2-40B4-BE49-F238E27FC236}">
                <a16:creationId xmlns:a16="http://schemas.microsoft.com/office/drawing/2014/main" id="{1D735669-F2C5-46CE-8F8E-2B3484D9959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34499" name="Marcador de número de diapositiva 3">
            <a:extLst>
              <a:ext uri="{FF2B5EF4-FFF2-40B4-BE49-F238E27FC236}">
                <a16:creationId xmlns:a16="http://schemas.microsoft.com/office/drawing/2014/main" id="{F4C4575F-BF41-415F-A223-9F21B0B46D9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A54BFFA-C9AD-414A-8CBA-384C95264922}" type="slidenum">
              <a:rPr lang="es-ES" altLang="es-ES">
                <a:latin typeface="Calibri" panose="020F0502020204030204" pitchFamily="34" charset="0"/>
              </a:rPr>
              <a:pPr/>
              <a:t>116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5" name="Marcador de imagen de diapositiva 1">
            <a:extLst>
              <a:ext uri="{FF2B5EF4-FFF2-40B4-BE49-F238E27FC236}">
                <a16:creationId xmlns:a16="http://schemas.microsoft.com/office/drawing/2014/main" id="{4B3D3392-17AC-4F2D-A9E1-F948FD599AB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36546" name="Marcador de notas 2">
            <a:extLst>
              <a:ext uri="{FF2B5EF4-FFF2-40B4-BE49-F238E27FC236}">
                <a16:creationId xmlns:a16="http://schemas.microsoft.com/office/drawing/2014/main" id="{E8D5CC9A-5604-4847-9A98-5BC7DC1174C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36547" name="Marcador de número de diapositiva 3">
            <a:extLst>
              <a:ext uri="{FF2B5EF4-FFF2-40B4-BE49-F238E27FC236}">
                <a16:creationId xmlns:a16="http://schemas.microsoft.com/office/drawing/2014/main" id="{64C5A7AD-C468-494B-AAD6-60D906B6979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CF34C75D-B927-4354-B9E5-8A6C4C0B1905}" type="slidenum">
              <a:rPr lang="es-ES" altLang="es-ES">
                <a:latin typeface="Calibri" panose="020F0502020204030204" pitchFamily="34" charset="0"/>
              </a:rPr>
              <a:pPr/>
              <a:t>117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3" name="Marcador de imagen de diapositiva 1">
            <a:extLst>
              <a:ext uri="{FF2B5EF4-FFF2-40B4-BE49-F238E27FC236}">
                <a16:creationId xmlns:a16="http://schemas.microsoft.com/office/drawing/2014/main" id="{CFC093AB-AEF2-4F5C-A223-24001536667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38594" name="Marcador de notas 2">
            <a:extLst>
              <a:ext uri="{FF2B5EF4-FFF2-40B4-BE49-F238E27FC236}">
                <a16:creationId xmlns:a16="http://schemas.microsoft.com/office/drawing/2014/main" id="{AA503A87-E523-40C3-8537-C4E2A25391C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38595" name="Marcador de número de diapositiva 3">
            <a:extLst>
              <a:ext uri="{FF2B5EF4-FFF2-40B4-BE49-F238E27FC236}">
                <a16:creationId xmlns:a16="http://schemas.microsoft.com/office/drawing/2014/main" id="{F557A053-21C9-43B2-B0D8-4F035BDFD59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31D338E-982D-4AEF-8F59-DCCAA8682B0A}" type="slidenum">
              <a:rPr lang="es-ES" altLang="es-ES">
                <a:latin typeface="Calibri" panose="020F0502020204030204" pitchFamily="34" charset="0"/>
              </a:rPr>
              <a:pPr/>
              <a:t>118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1" name="Marcador de imagen de diapositiva 1">
            <a:extLst>
              <a:ext uri="{FF2B5EF4-FFF2-40B4-BE49-F238E27FC236}">
                <a16:creationId xmlns:a16="http://schemas.microsoft.com/office/drawing/2014/main" id="{E2EFA05E-E515-4851-9251-3AD91509E6D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0642" name="Marcador de notas 2">
            <a:extLst>
              <a:ext uri="{FF2B5EF4-FFF2-40B4-BE49-F238E27FC236}">
                <a16:creationId xmlns:a16="http://schemas.microsoft.com/office/drawing/2014/main" id="{532307C4-ADB1-4D7F-BAEB-EAD33970D7F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40643" name="Marcador de número de diapositiva 3">
            <a:extLst>
              <a:ext uri="{FF2B5EF4-FFF2-40B4-BE49-F238E27FC236}">
                <a16:creationId xmlns:a16="http://schemas.microsoft.com/office/drawing/2014/main" id="{865563F1-10FC-4630-8C36-E14568BB246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CF75E5C-9708-4548-8733-8453A7000B3F}" type="slidenum">
              <a:rPr lang="es-ES" altLang="es-ES">
                <a:latin typeface="Calibri" panose="020F0502020204030204" pitchFamily="34" charset="0"/>
              </a:rPr>
              <a:pPr/>
              <a:t>119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89" name="Marcador de imagen de diapositiva 1">
            <a:extLst>
              <a:ext uri="{FF2B5EF4-FFF2-40B4-BE49-F238E27FC236}">
                <a16:creationId xmlns:a16="http://schemas.microsoft.com/office/drawing/2014/main" id="{2991C3C6-8D7C-4421-BC00-913A61AB35D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2690" name="Marcador de notas 2">
            <a:extLst>
              <a:ext uri="{FF2B5EF4-FFF2-40B4-BE49-F238E27FC236}">
                <a16:creationId xmlns:a16="http://schemas.microsoft.com/office/drawing/2014/main" id="{A4872EBA-72FA-48A7-9C49-A9BDC44A028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42691" name="Marcador de número de diapositiva 3">
            <a:extLst>
              <a:ext uri="{FF2B5EF4-FFF2-40B4-BE49-F238E27FC236}">
                <a16:creationId xmlns:a16="http://schemas.microsoft.com/office/drawing/2014/main" id="{9E5E52F6-06C0-4F4A-B3D6-8B30EB26569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E62F359-EE23-4C10-91A2-8B54D737475E}" type="slidenum">
              <a:rPr lang="es-ES" altLang="es-ES">
                <a:latin typeface="Calibri" panose="020F0502020204030204" pitchFamily="34" charset="0"/>
              </a:rPr>
              <a:pPr/>
              <a:t>120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7" name="Marcador de imagen de diapositiva 1">
            <a:extLst>
              <a:ext uri="{FF2B5EF4-FFF2-40B4-BE49-F238E27FC236}">
                <a16:creationId xmlns:a16="http://schemas.microsoft.com/office/drawing/2014/main" id="{34084568-8857-42CE-B1B4-015A1D7C6CD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4738" name="Marcador de notas 2">
            <a:extLst>
              <a:ext uri="{FF2B5EF4-FFF2-40B4-BE49-F238E27FC236}">
                <a16:creationId xmlns:a16="http://schemas.microsoft.com/office/drawing/2014/main" id="{607904D0-C27F-40B1-9C7D-1A9FCD01142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44739" name="Marcador de número de diapositiva 3">
            <a:extLst>
              <a:ext uri="{FF2B5EF4-FFF2-40B4-BE49-F238E27FC236}">
                <a16:creationId xmlns:a16="http://schemas.microsoft.com/office/drawing/2014/main" id="{009FE948-7F29-4D64-89FF-859B5587C2D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30CC173-D720-4A2B-BF96-A79C7C4B3814}" type="slidenum">
              <a:rPr lang="es-ES" altLang="es-ES">
                <a:latin typeface="Calibri" panose="020F0502020204030204" pitchFamily="34" charset="0"/>
              </a:rPr>
              <a:pPr/>
              <a:t>121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5" name="Marcador de imagen de diapositiva 1">
            <a:extLst>
              <a:ext uri="{FF2B5EF4-FFF2-40B4-BE49-F238E27FC236}">
                <a16:creationId xmlns:a16="http://schemas.microsoft.com/office/drawing/2014/main" id="{A86FD85B-6689-4B50-AEFB-01A64F5F3D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6786" name="Marcador de notas 2">
            <a:extLst>
              <a:ext uri="{FF2B5EF4-FFF2-40B4-BE49-F238E27FC236}">
                <a16:creationId xmlns:a16="http://schemas.microsoft.com/office/drawing/2014/main" id="{12C808A9-AD3A-4D9D-A5BD-D4BB43D9FD1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46787" name="Marcador de número de diapositiva 3">
            <a:extLst>
              <a:ext uri="{FF2B5EF4-FFF2-40B4-BE49-F238E27FC236}">
                <a16:creationId xmlns:a16="http://schemas.microsoft.com/office/drawing/2014/main" id="{291F9C80-1DDC-4195-B4B4-F4D9462EAD0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7818F9E-A396-4F44-87C2-B1D9B4FAE519}" type="slidenum">
              <a:rPr lang="es-ES" altLang="es-ES">
                <a:latin typeface="Calibri" panose="020F0502020204030204" pitchFamily="34" charset="0"/>
              </a:rPr>
              <a:pPr/>
              <a:t>122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3" name="Marcador de imagen de diapositiva 1">
            <a:extLst>
              <a:ext uri="{FF2B5EF4-FFF2-40B4-BE49-F238E27FC236}">
                <a16:creationId xmlns:a16="http://schemas.microsoft.com/office/drawing/2014/main" id="{696DDD0F-7B72-44C3-A60C-D541135C916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8834" name="Marcador de notas 2">
            <a:extLst>
              <a:ext uri="{FF2B5EF4-FFF2-40B4-BE49-F238E27FC236}">
                <a16:creationId xmlns:a16="http://schemas.microsoft.com/office/drawing/2014/main" id="{FEE9AAE5-15CE-4144-9A0F-8ABD7A3FB38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48835" name="Marcador de número de diapositiva 3">
            <a:extLst>
              <a:ext uri="{FF2B5EF4-FFF2-40B4-BE49-F238E27FC236}">
                <a16:creationId xmlns:a16="http://schemas.microsoft.com/office/drawing/2014/main" id="{AF14F3B4-2B35-46FB-A524-A25B0985CDF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9A77080-95A5-45B3-AD0A-9FE7C52992AC}" type="slidenum">
              <a:rPr lang="es-ES" altLang="es-ES">
                <a:latin typeface="Calibri" panose="020F0502020204030204" pitchFamily="34" charset="0"/>
              </a:rPr>
              <a:pPr/>
              <a:t>123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1" name="Marcador de imagen de diapositiva 1">
            <a:extLst>
              <a:ext uri="{FF2B5EF4-FFF2-40B4-BE49-F238E27FC236}">
                <a16:creationId xmlns:a16="http://schemas.microsoft.com/office/drawing/2014/main" id="{D2FCD96D-1333-42ED-A339-6181D91AD2A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50882" name="Marcador de notas 2">
            <a:extLst>
              <a:ext uri="{FF2B5EF4-FFF2-40B4-BE49-F238E27FC236}">
                <a16:creationId xmlns:a16="http://schemas.microsoft.com/office/drawing/2014/main" id="{EFEFD4AA-260B-40C9-809F-398C04A3711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50883" name="Marcador de número de diapositiva 3">
            <a:extLst>
              <a:ext uri="{FF2B5EF4-FFF2-40B4-BE49-F238E27FC236}">
                <a16:creationId xmlns:a16="http://schemas.microsoft.com/office/drawing/2014/main" id="{3E875615-AC93-4160-95F4-1A33E4AD2A1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4DDAB00-4667-499E-9F69-E1DCF37646BD}" type="slidenum">
              <a:rPr lang="es-ES" altLang="es-ES">
                <a:latin typeface="Calibri" panose="020F0502020204030204" pitchFamily="34" charset="0"/>
              </a:rPr>
              <a:pPr/>
              <a:t>124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3" name="Marcador de imagen de diapositiva 1">
            <a:extLst>
              <a:ext uri="{FF2B5EF4-FFF2-40B4-BE49-F238E27FC236}">
                <a16:creationId xmlns:a16="http://schemas.microsoft.com/office/drawing/2014/main" id="{F80C6F7B-F82A-482D-80A2-AF043E0A5DB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53954" name="Marcador de notas 2">
            <a:extLst>
              <a:ext uri="{FF2B5EF4-FFF2-40B4-BE49-F238E27FC236}">
                <a16:creationId xmlns:a16="http://schemas.microsoft.com/office/drawing/2014/main" id="{E928D839-3A18-481C-B5B2-8B4E5FC2024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53955" name="Marcador de número de diapositiva 3">
            <a:extLst>
              <a:ext uri="{FF2B5EF4-FFF2-40B4-BE49-F238E27FC236}">
                <a16:creationId xmlns:a16="http://schemas.microsoft.com/office/drawing/2014/main" id="{CE0678F1-3185-4834-AE67-CFD236A94AB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E1B4DAC-A37F-41F4-9CD0-3567C3D37876}" type="slidenum">
              <a:rPr lang="es-ES" altLang="es-ES">
                <a:latin typeface="Calibri" panose="020F0502020204030204" pitchFamily="34" charset="0"/>
              </a:rPr>
              <a:pPr/>
              <a:t>126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1" name="Marcador de imagen de diapositiva 1">
            <a:extLst>
              <a:ext uri="{FF2B5EF4-FFF2-40B4-BE49-F238E27FC236}">
                <a16:creationId xmlns:a16="http://schemas.microsoft.com/office/drawing/2014/main" id="{112B672A-FE98-4C05-8EBD-C0163FA4F8D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56002" name="Marcador de notas 2">
            <a:extLst>
              <a:ext uri="{FF2B5EF4-FFF2-40B4-BE49-F238E27FC236}">
                <a16:creationId xmlns:a16="http://schemas.microsoft.com/office/drawing/2014/main" id="{8E17D3BD-9D24-4F49-8451-8ACFCE0241D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56003" name="Marcador de número de diapositiva 3">
            <a:extLst>
              <a:ext uri="{FF2B5EF4-FFF2-40B4-BE49-F238E27FC236}">
                <a16:creationId xmlns:a16="http://schemas.microsoft.com/office/drawing/2014/main" id="{25BA06D1-E541-4DC1-8112-0F83057E5C3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7AE6F98-1AE3-41A3-BC0A-8AF89D88878D}" type="slidenum">
              <a:rPr lang="es-ES" altLang="es-ES">
                <a:latin typeface="Calibri" panose="020F0502020204030204" pitchFamily="34" charset="0"/>
              </a:rPr>
              <a:pPr/>
              <a:t>127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49" name="Marcador de imagen de diapositiva 1">
            <a:extLst>
              <a:ext uri="{FF2B5EF4-FFF2-40B4-BE49-F238E27FC236}">
                <a16:creationId xmlns:a16="http://schemas.microsoft.com/office/drawing/2014/main" id="{2E2F15F7-E15A-40F2-970F-D457296379B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58050" name="Marcador de notas 2">
            <a:extLst>
              <a:ext uri="{FF2B5EF4-FFF2-40B4-BE49-F238E27FC236}">
                <a16:creationId xmlns:a16="http://schemas.microsoft.com/office/drawing/2014/main" id="{E2437F72-C4AC-4E3C-A2C6-785F024F434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58051" name="Marcador de número de diapositiva 3">
            <a:extLst>
              <a:ext uri="{FF2B5EF4-FFF2-40B4-BE49-F238E27FC236}">
                <a16:creationId xmlns:a16="http://schemas.microsoft.com/office/drawing/2014/main" id="{06D4FAE4-C6F9-4105-8206-1AE1B01A5D1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B60628F-88A5-40FA-8172-53889FD68F0D}" type="slidenum">
              <a:rPr lang="es-ES" altLang="es-ES">
                <a:latin typeface="Calibri" panose="020F0502020204030204" pitchFamily="34" charset="0"/>
              </a:rPr>
              <a:pPr/>
              <a:t>128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7" name="Marcador de imagen de diapositiva 1">
            <a:extLst>
              <a:ext uri="{FF2B5EF4-FFF2-40B4-BE49-F238E27FC236}">
                <a16:creationId xmlns:a16="http://schemas.microsoft.com/office/drawing/2014/main" id="{71726AC1-F5ED-467B-80F5-A85E2BAADEE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0098" name="Marcador de notas 2">
            <a:extLst>
              <a:ext uri="{FF2B5EF4-FFF2-40B4-BE49-F238E27FC236}">
                <a16:creationId xmlns:a16="http://schemas.microsoft.com/office/drawing/2014/main" id="{0602DB02-3147-44A2-B7CE-150B8D79359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60099" name="Marcador de número de diapositiva 3">
            <a:extLst>
              <a:ext uri="{FF2B5EF4-FFF2-40B4-BE49-F238E27FC236}">
                <a16:creationId xmlns:a16="http://schemas.microsoft.com/office/drawing/2014/main" id="{80DF7128-A1D4-4BE2-9E5A-CFD1CCB99A2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309A3C3-46E2-4D31-94C4-08A738DE930E}" type="slidenum">
              <a:rPr lang="es-ES" altLang="es-ES">
                <a:latin typeface="Calibri" panose="020F0502020204030204" pitchFamily="34" charset="0"/>
              </a:rPr>
              <a:pPr/>
              <a:t>129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5" name="Marcador de imagen de diapositiva 1">
            <a:extLst>
              <a:ext uri="{FF2B5EF4-FFF2-40B4-BE49-F238E27FC236}">
                <a16:creationId xmlns:a16="http://schemas.microsoft.com/office/drawing/2014/main" id="{6E817025-ADDA-44F8-A7E7-31795A82C0F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2146" name="Marcador de notas 2">
            <a:extLst>
              <a:ext uri="{FF2B5EF4-FFF2-40B4-BE49-F238E27FC236}">
                <a16:creationId xmlns:a16="http://schemas.microsoft.com/office/drawing/2014/main" id="{853CE3F6-BA7C-45BB-8DBE-196CCE15D96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62147" name="Marcador de número de diapositiva 3">
            <a:extLst>
              <a:ext uri="{FF2B5EF4-FFF2-40B4-BE49-F238E27FC236}">
                <a16:creationId xmlns:a16="http://schemas.microsoft.com/office/drawing/2014/main" id="{A37C98BB-2F05-4DF0-A33E-6F00871D29F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8951C79-4DC7-40A2-83CC-1A160C6F10D4}" type="slidenum">
              <a:rPr lang="es-ES" altLang="es-ES">
                <a:latin typeface="Calibri" panose="020F0502020204030204" pitchFamily="34" charset="0"/>
              </a:rPr>
              <a:pPr/>
              <a:t>130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3" name="Marcador de imagen de diapositiva 1">
            <a:extLst>
              <a:ext uri="{FF2B5EF4-FFF2-40B4-BE49-F238E27FC236}">
                <a16:creationId xmlns:a16="http://schemas.microsoft.com/office/drawing/2014/main" id="{9BD4D016-35E3-4ED7-8D87-F3CDDC9E841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4194" name="Marcador de notas 2">
            <a:extLst>
              <a:ext uri="{FF2B5EF4-FFF2-40B4-BE49-F238E27FC236}">
                <a16:creationId xmlns:a16="http://schemas.microsoft.com/office/drawing/2014/main" id="{624B36A8-FFF9-4CB8-93C5-56AC071E923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64195" name="Marcador de número de diapositiva 3">
            <a:extLst>
              <a:ext uri="{FF2B5EF4-FFF2-40B4-BE49-F238E27FC236}">
                <a16:creationId xmlns:a16="http://schemas.microsoft.com/office/drawing/2014/main" id="{21CFCC56-B975-461A-8143-B03BD59A223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3053DB5-6FC7-4525-B8D4-1C6F2464833E}" type="slidenum">
              <a:rPr lang="es-ES" altLang="es-ES">
                <a:latin typeface="Calibri" panose="020F0502020204030204" pitchFamily="34" charset="0"/>
              </a:rPr>
              <a:pPr/>
              <a:t>131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1" name="Marcador de imagen de diapositiva 1">
            <a:extLst>
              <a:ext uri="{FF2B5EF4-FFF2-40B4-BE49-F238E27FC236}">
                <a16:creationId xmlns:a16="http://schemas.microsoft.com/office/drawing/2014/main" id="{938EBE25-DB22-4CE6-9EDA-7F7D5A595D2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6242" name="Marcador de notas 2">
            <a:extLst>
              <a:ext uri="{FF2B5EF4-FFF2-40B4-BE49-F238E27FC236}">
                <a16:creationId xmlns:a16="http://schemas.microsoft.com/office/drawing/2014/main" id="{581A8A20-A2AE-4C67-9486-6C7FECD5C18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66243" name="Marcador de número de diapositiva 3">
            <a:extLst>
              <a:ext uri="{FF2B5EF4-FFF2-40B4-BE49-F238E27FC236}">
                <a16:creationId xmlns:a16="http://schemas.microsoft.com/office/drawing/2014/main" id="{205E37A7-DBF9-4B1D-BC08-BBD7F82BF16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229E5EE-451D-4C6C-B352-354634738B35}" type="slidenum">
              <a:rPr lang="es-ES" altLang="es-ES">
                <a:latin typeface="Calibri" panose="020F0502020204030204" pitchFamily="34" charset="0"/>
              </a:rPr>
              <a:pPr/>
              <a:t>132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89" name="Marcador de imagen de diapositiva 1">
            <a:extLst>
              <a:ext uri="{FF2B5EF4-FFF2-40B4-BE49-F238E27FC236}">
                <a16:creationId xmlns:a16="http://schemas.microsoft.com/office/drawing/2014/main" id="{5C272454-A328-41F3-804B-9FCEA9CF18F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8290" name="Marcador de notas 2">
            <a:extLst>
              <a:ext uri="{FF2B5EF4-FFF2-40B4-BE49-F238E27FC236}">
                <a16:creationId xmlns:a16="http://schemas.microsoft.com/office/drawing/2014/main" id="{21012328-22E9-4FE5-AEC5-8822F5C4382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68291" name="Marcador de número de diapositiva 3">
            <a:extLst>
              <a:ext uri="{FF2B5EF4-FFF2-40B4-BE49-F238E27FC236}">
                <a16:creationId xmlns:a16="http://schemas.microsoft.com/office/drawing/2014/main" id="{0F96B318-1785-4EAC-8252-0F4FEB897A7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A3EE23E-2A6A-4A99-A7D8-F5EEAA15837B}" type="slidenum">
              <a:rPr lang="es-ES" altLang="es-ES">
                <a:latin typeface="Calibri" panose="020F0502020204030204" pitchFamily="34" charset="0"/>
              </a:rPr>
              <a:pPr/>
              <a:t>133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7" name="Marcador de imagen de diapositiva 1">
            <a:extLst>
              <a:ext uri="{FF2B5EF4-FFF2-40B4-BE49-F238E27FC236}">
                <a16:creationId xmlns:a16="http://schemas.microsoft.com/office/drawing/2014/main" id="{02BF35A1-E2C2-4C70-BD30-EFFD298B5F7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70338" name="Marcador de notas 2">
            <a:extLst>
              <a:ext uri="{FF2B5EF4-FFF2-40B4-BE49-F238E27FC236}">
                <a16:creationId xmlns:a16="http://schemas.microsoft.com/office/drawing/2014/main" id="{A27E3ED7-632D-45EE-AC95-2ED10662E6A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70339" name="Marcador de número de diapositiva 3">
            <a:extLst>
              <a:ext uri="{FF2B5EF4-FFF2-40B4-BE49-F238E27FC236}">
                <a16:creationId xmlns:a16="http://schemas.microsoft.com/office/drawing/2014/main" id="{98790262-6F61-44F6-B32E-A5782A8C44A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CB986202-D2B8-41F4-8B80-906FC56EDDBD}" type="slidenum">
              <a:rPr lang="es-ES" altLang="es-ES">
                <a:latin typeface="Calibri" panose="020F0502020204030204" pitchFamily="34" charset="0"/>
              </a:rPr>
              <a:pPr/>
              <a:t>134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5" name="Marcador de imagen de diapositiva 1">
            <a:extLst>
              <a:ext uri="{FF2B5EF4-FFF2-40B4-BE49-F238E27FC236}">
                <a16:creationId xmlns:a16="http://schemas.microsoft.com/office/drawing/2014/main" id="{0C1CF222-E379-4378-A7AE-4A6055B811F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72386" name="Marcador de notas 2">
            <a:extLst>
              <a:ext uri="{FF2B5EF4-FFF2-40B4-BE49-F238E27FC236}">
                <a16:creationId xmlns:a16="http://schemas.microsoft.com/office/drawing/2014/main" id="{488BA6E9-C27B-464B-9695-8CC14B5372A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72387" name="Marcador de número de diapositiva 3">
            <a:extLst>
              <a:ext uri="{FF2B5EF4-FFF2-40B4-BE49-F238E27FC236}">
                <a16:creationId xmlns:a16="http://schemas.microsoft.com/office/drawing/2014/main" id="{013C7CE4-8F12-4CFD-B9A1-8364A3AEA60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9AA5126-5C37-41E1-8E4D-204F696E5A37}" type="slidenum">
              <a:rPr lang="es-ES" altLang="es-ES">
                <a:latin typeface="Calibri" panose="020F0502020204030204" pitchFamily="34" charset="0"/>
              </a:rPr>
              <a:pPr/>
              <a:t>135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3" name="Marcador de imagen de diapositiva 1">
            <a:extLst>
              <a:ext uri="{FF2B5EF4-FFF2-40B4-BE49-F238E27FC236}">
                <a16:creationId xmlns:a16="http://schemas.microsoft.com/office/drawing/2014/main" id="{753C5133-6F45-47B5-8656-04586B0744C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74434" name="Marcador de notas 2">
            <a:extLst>
              <a:ext uri="{FF2B5EF4-FFF2-40B4-BE49-F238E27FC236}">
                <a16:creationId xmlns:a16="http://schemas.microsoft.com/office/drawing/2014/main" id="{C0FB55BF-8D40-4BA0-8F08-CD0FDCF5423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74435" name="Marcador de número de diapositiva 3">
            <a:extLst>
              <a:ext uri="{FF2B5EF4-FFF2-40B4-BE49-F238E27FC236}">
                <a16:creationId xmlns:a16="http://schemas.microsoft.com/office/drawing/2014/main" id="{D5DA1EA7-3FEB-410B-90D2-0FCB755D2CF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CD51FE23-71EE-4C86-B9D2-F5216735FDDE}" type="slidenum">
              <a:rPr lang="es-ES" altLang="es-ES">
                <a:latin typeface="Calibri" panose="020F0502020204030204" pitchFamily="34" charset="0"/>
              </a:rPr>
              <a:pPr/>
              <a:t>136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1" name="Marcador de imagen de diapositiva 1">
            <a:extLst>
              <a:ext uri="{FF2B5EF4-FFF2-40B4-BE49-F238E27FC236}">
                <a16:creationId xmlns:a16="http://schemas.microsoft.com/office/drawing/2014/main" id="{69A51C71-2897-4EF3-949B-5A91922082D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76482" name="Marcador de notas 2">
            <a:extLst>
              <a:ext uri="{FF2B5EF4-FFF2-40B4-BE49-F238E27FC236}">
                <a16:creationId xmlns:a16="http://schemas.microsoft.com/office/drawing/2014/main" id="{53E2B21A-ACA8-409E-BA38-9BB0F36B7A9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s-ES" altLang="es-ES"/>
          </a:p>
        </p:txBody>
      </p:sp>
      <p:sp>
        <p:nvSpPr>
          <p:cNvPr id="276483" name="Marcador de número de diapositiva 3">
            <a:extLst>
              <a:ext uri="{FF2B5EF4-FFF2-40B4-BE49-F238E27FC236}">
                <a16:creationId xmlns:a16="http://schemas.microsoft.com/office/drawing/2014/main" id="{C6ABFFA2-9FD7-44C0-B566-E0D40C038DA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1529C5B-B720-4BB9-B81C-CECE65F34110}" type="slidenum">
              <a:rPr lang="es-ES" altLang="es-ES">
                <a:latin typeface="Calibri" panose="020F0502020204030204" pitchFamily="34" charset="0"/>
              </a:rPr>
              <a:pPr/>
              <a:t>137</a:t>
            </a:fld>
            <a:endParaRPr lang="es-ES" altLang="es-E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2">
            <a:extLst>
              <a:ext uri="{FF2B5EF4-FFF2-40B4-BE49-F238E27FC236}">
                <a16:creationId xmlns:a16="http://schemas.microsoft.com/office/drawing/2014/main" id="{1BE4D958-34FC-4D41-8455-BED5DCAC9E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56750" y="6327775"/>
            <a:ext cx="1808163" cy="527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Grupo 48">
            <a:extLst>
              <a:ext uri="{FF2B5EF4-FFF2-40B4-BE49-F238E27FC236}">
                <a16:creationId xmlns:a16="http://schemas.microsoft.com/office/drawing/2014/main" id="{F9BE9226-9497-436C-B9E9-27F599F921A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22987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876424" y="1122363"/>
            <a:ext cx="8791575" cy="2387600"/>
          </a:xfrm>
        </p:spPr>
        <p:txBody>
          <a:bodyPr anchor="b"/>
          <a:lstStyle>
            <a:lvl1pPr algn="l">
              <a:defRPr sz="4800">
                <a:solidFill>
                  <a:schemeClr val="bg1">
                    <a:lumMod val="10000"/>
                  </a:schemeClr>
                </a:solidFill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876424" y="3602038"/>
            <a:ext cx="8791575" cy="1655762"/>
          </a:xfrm>
        </p:spPr>
        <p:txBody>
          <a:bodyPr rtlCol="0">
            <a:normAutofit/>
          </a:bodyPr>
          <a:lstStyle>
            <a:lvl1pPr marL="0" indent="0" algn="l">
              <a:buNone/>
              <a:defRPr sz="2000" cap="all" baseline="0">
                <a:solidFill>
                  <a:schemeClr val="bg1">
                    <a:lumMod val="10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noProof="0"/>
              <a:t>Haga clic para modificar el estilo de subtítulo del patrón</a:t>
            </a:r>
            <a:endParaRPr lang="es-ES" noProof="0" dirty="0"/>
          </a:p>
        </p:txBody>
      </p:sp>
      <p:sp>
        <p:nvSpPr>
          <p:cNvPr id="6" name="Marcador de fecha 3">
            <a:extLst>
              <a:ext uri="{FF2B5EF4-FFF2-40B4-BE49-F238E27FC236}">
                <a16:creationId xmlns:a16="http://schemas.microsoft.com/office/drawing/2014/main" id="{805C20C7-DC25-4683-B513-A51E86D089E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7077075" y="5410200"/>
            <a:ext cx="2743200" cy="365125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600DB1F-3987-4F9C-A52D-49DD5FC66A9F}" type="datetime1">
              <a:rPr lang="es-ES"/>
              <a:pPr>
                <a:defRPr/>
              </a:pPr>
              <a:t>24/03/2026</a:t>
            </a:fld>
            <a:endParaRPr lang="es-ES" dirty="0"/>
          </a:p>
        </p:txBody>
      </p:sp>
      <p:sp>
        <p:nvSpPr>
          <p:cNvPr id="7" name="Marcador de posición de pie de página 4">
            <a:extLst>
              <a:ext uri="{FF2B5EF4-FFF2-40B4-BE49-F238E27FC236}">
                <a16:creationId xmlns:a16="http://schemas.microsoft.com/office/drawing/2014/main" id="{AA06D6E6-ED92-4916-BA61-0ED09C4DD5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76425" y="5410200"/>
            <a:ext cx="5124450" cy="365125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  <a:endParaRPr lang="es-ES" dirty="0"/>
          </a:p>
        </p:txBody>
      </p:sp>
      <p:sp>
        <p:nvSpPr>
          <p:cNvPr id="8" name="Marcador de posición de número de diapositiva 5">
            <a:extLst>
              <a:ext uri="{FF2B5EF4-FFF2-40B4-BE49-F238E27FC236}">
                <a16:creationId xmlns:a16="http://schemas.microsoft.com/office/drawing/2014/main" id="{0CE5E8A6-5A9D-4796-B234-1EF4AB4DD2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896475" y="5410200"/>
            <a:ext cx="771525" cy="365125"/>
          </a:xfrm>
        </p:spPr>
        <p:txBody>
          <a:bodyPr/>
          <a:lstStyle>
            <a:lvl1pPr>
              <a:defRPr/>
            </a:lvl1pPr>
          </a:lstStyle>
          <a:p>
            <a:fld id="{C0C17B88-36A5-4D62-B9EA-563F61B3AF6A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234635652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conteni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2">
            <a:extLst>
              <a:ext uri="{FF2B5EF4-FFF2-40B4-BE49-F238E27FC236}">
                <a16:creationId xmlns:a16="http://schemas.microsoft.com/office/drawing/2014/main" id="{505AE829-5CDF-463B-9809-3F85B093CDE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36150" y="6389688"/>
            <a:ext cx="1571625" cy="458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>
                    <a:lumMod val="10000"/>
                  </a:schemeClr>
                </a:solidFill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Marcador de posición de contenido 2"/>
          <p:cNvSpPr>
            <a:spLocks noGrp="1"/>
          </p:cNvSpPr>
          <p:nvPr>
            <p:ph idx="1"/>
          </p:nvPr>
        </p:nvSpPr>
        <p:spPr/>
        <p:txBody>
          <a:bodyPr rtlCol="0"/>
          <a:lstStyle>
            <a:lvl1pPr>
              <a:defRPr>
                <a:solidFill>
                  <a:schemeClr val="bg1">
                    <a:lumMod val="10000"/>
                  </a:schemeClr>
                </a:solidFill>
              </a:defRPr>
            </a:lvl1pPr>
            <a:lvl2pPr>
              <a:defRPr>
                <a:solidFill>
                  <a:schemeClr val="bg1">
                    <a:lumMod val="10000"/>
                  </a:schemeClr>
                </a:solidFill>
              </a:defRPr>
            </a:lvl2pPr>
            <a:lvl3pPr>
              <a:defRPr>
                <a:solidFill>
                  <a:schemeClr val="bg1">
                    <a:lumMod val="10000"/>
                  </a:schemeClr>
                </a:solidFill>
              </a:defRPr>
            </a:lvl3pPr>
            <a:lvl4pPr>
              <a:defRPr>
                <a:solidFill>
                  <a:schemeClr val="bg1">
                    <a:lumMod val="10000"/>
                  </a:schemeClr>
                </a:solidFill>
              </a:defRPr>
            </a:lvl4pPr>
            <a:lvl5pPr>
              <a:defRPr>
                <a:solidFill>
                  <a:schemeClr val="bg1">
                    <a:lumMod val="10000"/>
                  </a:schemeClr>
                </a:solidFill>
              </a:defRPr>
            </a:lvl5pPr>
          </a:lstStyle>
          <a:p>
            <a:pPr lvl="0"/>
            <a:r>
              <a:rPr lang="es-ES" noProof="0"/>
              <a:t>Haga clic para modificar los estilos de texto del patrón</a:t>
            </a:r>
          </a:p>
          <a:p>
            <a:pPr lvl="1"/>
            <a:r>
              <a:rPr lang="es-ES" noProof="0"/>
              <a:t>Segundo nivel</a:t>
            </a:r>
          </a:p>
          <a:p>
            <a:pPr lvl="2"/>
            <a:r>
              <a:rPr lang="es-ES" noProof="0"/>
              <a:t>Tercer nivel</a:t>
            </a:r>
          </a:p>
          <a:p>
            <a:pPr lvl="3"/>
            <a:r>
              <a:rPr lang="es-ES" noProof="0"/>
              <a:t>Cuarto nivel</a:t>
            </a:r>
          </a:p>
          <a:p>
            <a:pPr lvl="4"/>
            <a:r>
              <a:rPr lang="es-ES" noProof="0"/>
              <a:t>Quinto nivel</a:t>
            </a:r>
            <a:endParaRPr lang="es-ES" noProof="0" dirty="0"/>
          </a:p>
        </p:txBody>
      </p:sp>
      <p:sp>
        <p:nvSpPr>
          <p:cNvPr id="5" name="Marcador de fecha 3">
            <a:extLst>
              <a:ext uri="{FF2B5EF4-FFF2-40B4-BE49-F238E27FC236}">
                <a16:creationId xmlns:a16="http://schemas.microsoft.com/office/drawing/2014/main" id="{A7AB9449-7D31-4921-8B7D-026E9033EFB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41845FC-BDDE-4088-9966-6185F7996A80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6" name="Marcador de pie de página 4">
            <a:extLst>
              <a:ext uri="{FF2B5EF4-FFF2-40B4-BE49-F238E27FC236}">
                <a16:creationId xmlns:a16="http://schemas.microsoft.com/office/drawing/2014/main" id="{9894E588-C0C2-4957-BF7B-E14D527320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  <a:endParaRPr lang="es-ES" dirty="0"/>
          </a:p>
        </p:txBody>
      </p:sp>
      <p:sp>
        <p:nvSpPr>
          <p:cNvPr id="7" name="Marcador de posición de número de diapositiva 5">
            <a:extLst>
              <a:ext uri="{FF2B5EF4-FFF2-40B4-BE49-F238E27FC236}">
                <a16:creationId xmlns:a16="http://schemas.microsoft.com/office/drawing/2014/main" id="{46563388-F067-4F30-958B-8AD5861EE2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190288" y="6502400"/>
            <a:ext cx="771525" cy="365125"/>
          </a:xfrm>
        </p:spPr>
        <p:txBody>
          <a:bodyPr/>
          <a:lstStyle>
            <a:lvl1pPr>
              <a:defRPr>
                <a:solidFill>
                  <a:srgbClr val="171717"/>
                </a:solidFill>
              </a:defRPr>
            </a:lvl1pPr>
          </a:lstStyle>
          <a:p>
            <a:fld id="{8A1BFF35-9186-4F40-A9C9-584D574AA168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4415852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141411" y="1419226"/>
            <a:ext cx="9906000" cy="2852737"/>
          </a:xfrm>
        </p:spPr>
        <p:txBody>
          <a:bodyPr anchor="b"/>
          <a:lstStyle>
            <a:lvl1pPr>
              <a:defRPr sz="3600">
                <a:solidFill>
                  <a:schemeClr val="bg1">
                    <a:lumMod val="10000"/>
                  </a:schemeClr>
                </a:solidFill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1141411" y="4424362"/>
            <a:ext cx="9906000" cy="1374776"/>
          </a:xfrm>
        </p:spPr>
        <p:txBody>
          <a:bodyPr rtlCol="0">
            <a:normAutofit/>
          </a:bodyPr>
          <a:lstStyle>
            <a:lvl1pPr marL="0" indent="0">
              <a:buNone/>
              <a:defRPr sz="1800" cap="all" baseline="0">
                <a:solidFill>
                  <a:schemeClr val="bg1">
                    <a:lumMod val="1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55466655-D02F-45F8-A1E7-5F1DFCCB11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0C39DB5-8A06-4F62-A665-19B484E70048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5" name="Marcador de posición de pie de página 4">
            <a:extLst>
              <a:ext uri="{FF2B5EF4-FFF2-40B4-BE49-F238E27FC236}">
                <a16:creationId xmlns:a16="http://schemas.microsoft.com/office/drawing/2014/main" id="{C2069F51-1C83-4D5D-9E6C-AD20F57B40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6" name="Marcador de posición de número de diapositiva 5">
            <a:extLst>
              <a:ext uri="{FF2B5EF4-FFF2-40B4-BE49-F238E27FC236}">
                <a16:creationId xmlns:a16="http://schemas.microsoft.com/office/drawing/2014/main" id="{21C13FAD-81C0-4022-B472-1AD476A630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4E62D9B-E9B8-44EA-A6EE-88D5A7129A43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298112712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>
                    <a:lumMod val="10000"/>
                  </a:schemeClr>
                </a:solidFill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Marcador de posición de contenido 2"/>
          <p:cNvSpPr>
            <a:spLocks noGrp="1"/>
          </p:cNvSpPr>
          <p:nvPr>
            <p:ph sz="half" idx="1"/>
          </p:nvPr>
        </p:nvSpPr>
        <p:spPr>
          <a:xfrm>
            <a:off x="1141410" y="2249486"/>
            <a:ext cx="4878389" cy="3541714"/>
          </a:xfrm>
        </p:spPr>
        <p:txBody>
          <a:bodyPr rtlCol="0"/>
          <a:lstStyle>
            <a:lvl1pPr>
              <a:defRPr>
                <a:solidFill>
                  <a:schemeClr val="bg1">
                    <a:lumMod val="10000"/>
                  </a:schemeClr>
                </a:solidFill>
              </a:defRPr>
            </a:lvl1pPr>
            <a:lvl2pPr>
              <a:defRPr>
                <a:solidFill>
                  <a:schemeClr val="bg1">
                    <a:lumMod val="10000"/>
                  </a:schemeClr>
                </a:solidFill>
              </a:defRPr>
            </a:lvl2pPr>
            <a:lvl3pPr>
              <a:defRPr>
                <a:solidFill>
                  <a:schemeClr val="bg1">
                    <a:lumMod val="10000"/>
                  </a:schemeClr>
                </a:solidFill>
              </a:defRPr>
            </a:lvl3pPr>
            <a:lvl4pPr>
              <a:defRPr>
                <a:solidFill>
                  <a:schemeClr val="bg1">
                    <a:lumMod val="10000"/>
                  </a:schemeClr>
                </a:solidFill>
              </a:defRPr>
            </a:lvl4pPr>
            <a:lvl5pPr>
              <a:defRPr>
                <a:solidFill>
                  <a:schemeClr val="bg1">
                    <a:lumMod val="10000"/>
                  </a:schemeClr>
                </a:solidFill>
              </a:defRPr>
            </a:lvl5pPr>
          </a:lstStyle>
          <a:p>
            <a:pPr lvl="0"/>
            <a:r>
              <a:rPr lang="es-ES" noProof="0"/>
              <a:t>Haga clic para modificar los estilos de texto del patrón</a:t>
            </a:r>
          </a:p>
          <a:p>
            <a:pPr lvl="1"/>
            <a:r>
              <a:rPr lang="es-ES" noProof="0"/>
              <a:t>Segundo nivel</a:t>
            </a:r>
          </a:p>
          <a:p>
            <a:pPr lvl="2"/>
            <a:r>
              <a:rPr lang="es-ES" noProof="0"/>
              <a:t>Tercer nivel</a:t>
            </a:r>
          </a:p>
          <a:p>
            <a:pPr lvl="3"/>
            <a:r>
              <a:rPr lang="es-ES" noProof="0"/>
              <a:t>Cuarto nivel</a:t>
            </a:r>
          </a:p>
          <a:p>
            <a:pPr lvl="4"/>
            <a:r>
              <a:rPr lang="es-ES" noProof="0"/>
              <a:t>Quinto nivel</a:t>
            </a:r>
            <a:endParaRPr lang="es-ES" noProof="0" dirty="0"/>
          </a:p>
        </p:txBody>
      </p:sp>
      <p:sp>
        <p:nvSpPr>
          <p:cNvPr id="4" name="Marcador de posición de contenido 3"/>
          <p:cNvSpPr>
            <a:spLocks noGrp="1"/>
          </p:cNvSpPr>
          <p:nvPr>
            <p:ph sz="half" idx="2"/>
          </p:nvPr>
        </p:nvSpPr>
        <p:spPr>
          <a:xfrm>
            <a:off x="6172200" y="2249486"/>
            <a:ext cx="4875211" cy="3541714"/>
          </a:xfrm>
        </p:spPr>
        <p:txBody>
          <a:bodyPr rtlCol="0"/>
          <a:lstStyle>
            <a:lvl1pPr>
              <a:defRPr>
                <a:solidFill>
                  <a:schemeClr val="bg1">
                    <a:lumMod val="10000"/>
                  </a:schemeClr>
                </a:solidFill>
              </a:defRPr>
            </a:lvl1pPr>
            <a:lvl2pPr>
              <a:defRPr>
                <a:solidFill>
                  <a:schemeClr val="bg1">
                    <a:lumMod val="10000"/>
                  </a:schemeClr>
                </a:solidFill>
              </a:defRPr>
            </a:lvl2pPr>
            <a:lvl3pPr>
              <a:defRPr>
                <a:solidFill>
                  <a:schemeClr val="bg1">
                    <a:lumMod val="10000"/>
                  </a:schemeClr>
                </a:solidFill>
              </a:defRPr>
            </a:lvl3pPr>
            <a:lvl4pPr>
              <a:defRPr>
                <a:solidFill>
                  <a:schemeClr val="bg1">
                    <a:lumMod val="10000"/>
                  </a:schemeClr>
                </a:solidFill>
              </a:defRPr>
            </a:lvl4pPr>
            <a:lvl5pPr>
              <a:defRPr>
                <a:solidFill>
                  <a:schemeClr val="bg1">
                    <a:lumMod val="10000"/>
                  </a:schemeClr>
                </a:solidFill>
              </a:defRPr>
            </a:lvl5pPr>
          </a:lstStyle>
          <a:p>
            <a:pPr lvl="0"/>
            <a:r>
              <a:rPr lang="es-ES" noProof="0"/>
              <a:t>Haga clic para modificar los estilos de texto del patrón</a:t>
            </a:r>
          </a:p>
          <a:p>
            <a:pPr lvl="1"/>
            <a:r>
              <a:rPr lang="es-ES" noProof="0"/>
              <a:t>Segundo nivel</a:t>
            </a:r>
          </a:p>
          <a:p>
            <a:pPr lvl="2"/>
            <a:r>
              <a:rPr lang="es-ES" noProof="0"/>
              <a:t>Tercer nivel</a:t>
            </a:r>
          </a:p>
          <a:p>
            <a:pPr lvl="3"/>
            <a:r>
              <a:rPr lang="es-ES" noProof="0"/>
              <a:t>Cuarto nivel</a:t>
            </a:r>
          </a:p>
          <a:p>
            <a:pPr lvl="4"/>
            <a:r>
              <a:rPr lang="es-ES" noProof="0"/>
              <a:t>Quinto nivel</a:t>
            </a:r>
            <a:endParaRPr lang="es-ES" noProof="0" dirty="0"/>
          </a:p>
        </p:txBody>
      </p:sp>
      <p:sp>
        <p:nvSpPr>
          <p:cNvPr id="5" name="Marcador de fecha 3">
            <a:extLst>
              <a:ext uri="{FF2B5EF4-FFF2-40B4-BE49-F238E27FC236}">
                <a16:creationId xmlns:a16="http://schemas.microsoft.com/office/drawing/2014/main" id="{B2DAC990-5D06-4006-AD39-B275BE38E7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E550B32-7ECE-4438-952A-027FE1DB7576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6" name="Marcador de posición de pie de página 4">
            <a:extLst>
              <a:ext uri="{FF2B5EF4-FFF2-40B4-BE49-F238E27FC236}">
                <a16:creationId xmlns:a16="http://schemas.microsoft.com/office/drawing/2014/main" id="{6F1C0FFE-ED89-4381-B60B-5169F9CEC2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7" name="Marcador de posición de número de diapositiva 5">
            <a:extLst>
              <a:ext uri="{FF2B5EF4-FFF2-40B4-BE49-F238E27FC236}">
                <a16:creationId xmlns:a16="http://schemas.microsoft.com/office/drawing/2014/main" id="{77BE6474-7BD5-4CE8-9128-27C91C9777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7F4471D-2F5B-4CE7-BE92-B88EA368879B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317713362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141411" y="619126"/>
            <a:ext cx="9906000" cy="1477961"/>
          </a:xfrm>
        </p:spPr>
        <p:txBody>
          <a:bodyPr/>
          <a:lstStyle>
            <a:lvl1pPr>
              <a:defRPr>
                <a:solidFill>
                  <a:schemeClr val="bg1">
                    <a:lumMod val="10000"/>
                  </a:schemeClr>
                </a:solidFill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1141411" y="2249486"/>
            <a:ext cx="4878392" cy="823912"/>
          </a:xfrm>
        </p:spPr>
        <p:txBody>
          <a:bodyPr rtlCol="0" anchor="b"/>
          <a:lstStyle>
            <a:lvl1pPr marL="0" indent="0">
              <a:lnSpc>
                <a:spcPct val="90000"/>
              </a:lnSpc>
              <a:buNone/>
              <a:defRPr sz="2400" b="0" cap="all" baseline="0">
                <a:solidFill>
                  <a:schemeClr val="bg1">
                    <a:lumMod val="1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4" name="Marcador de posición de contenido 3"/>
          <p:cNvSpPr>
            <a:spLocks noGrp="1"/>
          </p:cNvSpPr>
          <p:nvPr>
            <p:ph sz="half" idx="2"/>
          </p:nvPr>
        </p:nvSpPr>
        <p:spPr>
          <a:xfrm>
            <a:off x="1141410" y="3073397"/>
            <a:ext cx="4878391" cy="2717801"/>
          </a:xfrm>
        </p:spPr>
        <p:txBody>
          <a:bodyPr rtlCol="0"/>
          <a:lstStyle>
            <a:lvl1pPr>
              <a:defRPr>
                <a:solidFill>
                  <a:schemeClr val="bg1">
                    <a:lumMod val="10000"/>
                  </a:schemeClr>
                </a:solidFill>
              </a:defRPr>
            </a:lvl1pPr>
            <a:lvl2pPr>
              <a:defRPr>
                <a:solidFill>
                  <a:schemeClr val="bg1">
                    <a:lumMod val="10000"/>
                  </a:schemeClr>
                </a:solidFill>
              </a:defRPr>
            </a:lvl2pPr>
            <a:lvl3pPr>
              <a:defRPr>
                <a:solidFill>
                  <a:schemeClr val="bg1">
                    <a:lumMod val="10000"/>
                  </a:schemeClr>
                </a:solidFill>
              </a:defRPr>
            </a:lvl3pPr>
            <a:lvl4pPr>
              <a:defRPr>
                <a:solidFill>
                  <a:schemeClr val="bg1">
                    <a:lumMod val="10000"/>
                  </a:schemeClr>
                </a:solidFill>
              </a:defRPr>
            </a:lvl4pPr>
            <a:lvl5pPr>
              <a:defRPr>
                <a:solidFill>
                  <a:schemeClr val="bg1">
                    <a:lumMod val="10000"/>
                  </a:schemeClr>
                </a:solidFill>
              </a:defRPr>
            </a:lvl5pPr>
          </a:lstStyle>
          <a:p>
            <a:pPr lvl="0"/>
            <a:r>
              <a:rPr lang="es-ES" noProof="0"/>
              <a:t>Haga clic para modificar los estilos de texto del patrón</a:t>
            </a:r>
          </a:p>
          <a:p>
            <a:pPr lvl="1"/>
            <a:r>
              <a:rPr lang="es-ES" noProof="0"/>
              <a:t>Segundo nivel</a:t>
            </a:r>
          </a:p>
          <a:p>
            <a:pPr lvl="2"/>
            <a:r>
              <a:rPr lang="es-ES" noProof="0"/>
              <a:t>Tercer nivel</a:t>
            </a:r>
          </a:p>
          <a:p>
            <a:pPr lvl="3"/>
            <a:r>
              <a:rPr lang="es-ES" noProof="0"/>
              <a:t>Cuarto nivel</a:t>
            </a:r>
          </a:p>
          <a:p>
            <a:pPr lvl="4"/>
            <a:r>
              <a:rPr lang="es-ES" noProof="0"/>
              <a:t>Quinto nivel</a:t>
            </a:r>
            <a:endParaRPr lang="es-ES" noProof="0" dirty="0"/>
          </a:p>
        </p:txBody>
      </p:sp>
      <p:sp>
        <p:nvSpPr>
          <p:cNvPr id="5" name="Marcador de posición de texto 4"/>
          <p:cNvSpPr>
            <a:spLocks noGrp="1"/>
          </p:cNvSpPr>
          <p:nvPr>
            <p:ph type="body" sz="quarter" idx="3"/>
          </p:nvPr>
        </p:nvSpPr>
        <p:spPr>
          <a:xfrm>
            <a:off x="6172200" y="2249485"/>
            <a:ext cx="4875210" cy="823912"/>
          </a:xfrm>
        </p:spPr>
        <p:txBody>
          <a:bodyPr rtlCol="0" anchor="b"/>
          <a:lstStyle>
            <a:lvl1pPr marL="0" indent="0">
              <a:lnSpc>
                <a:spcPct val="90000"/>
              </a:lnSpc>
              <a:buNone/>
              <a:defRPr sz="2400" b="0" cap="all" baseline="0">
                <a:solidFill>
                  <a:schemeClr val="bg1">
                    <a:lumMod val="1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6" name="Marcador de posición de contenido 5"/>
          <p:cNvSpPr>
            <a:spLocks noGrp="1"/>
          </p:cNvSpPr>
          <p:nvPr>
            <p:ph sz="quarter" idx="4"/>
          </p:nvPr>
        </p:nvSpPr>
        <p:spPr>
          <a:xfrm>
            <a:off x="6172200" y="3073397"/>
            <a:ext cx="4875210" cy="2717801"/>
          </a:xfrm>
        </p:spPr>
        <p:txBody>
          <a:bodyPr rtlCol="0"/>
          <a:lstStyle>
            <a:lvl1pPr>
              <a:defRPr>
                <a:solidFill>
                  <a:schemeClr val="bg1">
                    <a:lumMod val="10000"/>
                  </a:schemeClr>
                </a:solidFill>
              </a:defRPr>
            </a:lvl1pPr>
            <a:lvl2pPr>
              <a:defRPr>
                <a:solidFill>
                  <a:schemeClr val="bg1">
                    <a:lumMod val="10000"/>
                  </a:schemeClr>
                </a:solidFill>
              </a:defRPr>
            </a:lvl2pPr>
            <a:lvl3pPr>
              <a:defRPr>
                <a:solidFill>
                  <a:schemeClr val="bg1">
                    <a:lumMod val="10000"/>
                  </a:schemeClr>
                </a:solidFill>
              </a:defRPr>
            </a:lvl3pPr>
            <a:lvl4pPr>
              <a:defRPr>
                <a:solidFill>
                  <a:schemeClr val="bg1">
                    <a:lumMod val="10000"/>
                  </a:schemeClr>
                </a:solidFill>
              </a:defRPr>
            </a:lvl4pPr>
            <a:lvl5pPr>
              <a:defRPr>
                <a:solidFill>
                  <a:schemeClr val="bg1">
                    <a:lumMod val="10000"/>
                  </a:schemeClr>
                </a:solidFill>
              </a:defRPr>
            </a:lvl5pPr>
          </a:lstStyle>
          <a:p>
            <a:pPr lvl="0"/>
            <a:r>
              <a:rPr lang="es-ES" noProof="0"/>
              <a:t>Haga clic para modificar los estilos de texto del patrón</a:t>
            </a:r>
          </a:p>
          <a:p>
            <a:pPr lvl="1"/>
            <a:r>
              <a:rPr lang="es-ES" noProof="0"/>
              <a:t>Segundo nivel</a:t>
            </a:r>
          </a:p>
          <a:p>
            <a:pPr lvl="2"/>
            <a:r>
              <a:rPr lang="es-ES" noProof="0"/>
              <a:t>Tercer nivel</a:t>
            </a:r>
          </a:p>
          <a:p>
            <a:pPr lvl="3"/>
            <a:r>
              <a:rPr lang="es-ES" noProof="0"/>
              <a:t>Cuarto nivel</a:t>
            </a:r>
          </a:p>
          <a:p>
            <a:pPr lvl="4"/>
            <a:r>
              <a:rPr lang="es-ES" noProof="0"/>
              <a:t>Quinto nivel</a:t>
            </a:r>
            <a:endParaRPr lang="es-ES" noProof="0" dirty="0"/>
          </a:p>
        </p:txBody>
      </p:sp>
      <p:sp>
        <p:nvSpPr>
          <p:cNvPr id="7" name="Marcador de fecha 3">
            <a:extLst>
              <a:ext uri="{FF2B5EF4-FFF2-40B4-BE49-F238E27FC236}">
                <a16:creationId xmlns:a16="http://schemas.microsoft.com/office/drawing/2014/main" id="{03E9F70D-8834-46E1-98AE-27FC90E504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833F6DD-F8C8-4555-B428-72024C07B9DB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8" name="Marcador de posición de pie de página 4">
            <a:extLst>
              <a:ext uri="{FF2B5EF4-FFF2-40B4-BE49-F238E27FC236}">
                <a16:creationId xmlns:a16="http://schemas.microsoft.com/office/drawing/2014/main" id="{323E78E0-4BD2-4C10-8337-87C33E7F18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9" name="Marcador de posición de número de diapositiva 5">
            <a:extLst>
              <a:ext uri="{FF2B5EF4-FFF2-40B4-BE49-F238E27FC236}">
                <a16:creationId xmlns:a16="http://schemas.microsoft.com/office/drawing/2014/main" id="{FD62303F-F388-45F7-80B5-F43DC54FE9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A3AD0D5-B8EA-4273-A58F-1FC529E43860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425892608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>
                    <a:lumMod val="10000"/>
                  </a:schemeClr>
                </a:solidFill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Marcador de fecha 3">
            <a:extLst>
              <a:ext uri="{FF2B5EF4-FFF2-40B4-BE49-F238E27FC236}">
                <a16:creationId xmlns:a16="http://schemas.microsoft.com/office/drawing/2014/main" id="{83AED729-BEF5-462E-B45D-346F97D1888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87F56FD-FFC1-4AF7-840E-9BC673B005CF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4" name="Marcador de posición de pie de página 4">
            <a:extLst>
              <a:ext uri="{FF2B5EF4-FFF2-40B4-BE49-F238E27FC236}">
                <a16:creationId xmlns:a16="http://schemas.microsoft.com/office/drawing/2014/main" id="{0C18FF0F-0A53-4006-BC6B-BDF9525858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5" name="Marcador de posición de número de diapositiva 5">
            <a:extLst>
              <a:ext uri="{FF2B5EF4-FFF2-40B4-BE49-F238E27FC236}">
                <a16:creationId xmlns:a16="http://schemas.microsoft.com/office/drawing/2014/main" id="{0C12CDAE-276A-4E72-886A-5B0C81DCE4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BA8DBE1-394D-42ED-B74D-9770C84D6139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7465746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3">
            <a:extLst>
              <a:ext uri="{FF2B5EF4-FFF2-40B4-BE49-F238E27FC236}">
                <a16:creationId xmlns:a16="http://schemas.microsoft.com/office/drawing/2014/main" id="{AC543436-F245-4D8D-A667-91C1AD8D79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8EBDA68-959E-4B21-A219-1A1B0E09018C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3" name="Marcador de posición de pie de página 4">
            <a:extLst>
              <a:ext uri="{FF2B5EF4-FFF2-40B4-BE49-F238E27FC236}">
                <a16:creationId xmlns:a16="http://schemas.microsoft.com/office/drawing/2014/main" id="{E87FA2F1-88B7-432F-93CD-22547B9206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4" name="Marcador de posición de número de diapositiva 5">
            <a:extLst>
              <a:ext uri="{FF2B5EF4-FFF2-40B4-BE49-F238E27FC236}">
                <a16:creationId xmlns:a16="http://schemas.microsoft.com/office/drawing/2014/main" id="{D9C92BA5-F9F0-4DA1-AA7A-968C3406DD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9176773-163A-41D8-A17F-57A7C926E8AE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295539478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146705" y="609601"/>
            <a:ext cx="3856037" cy="1639884"/>
          </a:xfrm>
        </p:spPr>
        <p:txBody>
          <a:bodyPr anchor="b"/>
          <a:lstStyle>
            <a:lvl1pPr>
              <a:defRPr sz="3200">
                <a:solidFill>
                  <a:schemeClr val="bg1">
                    <a:lumMod val="10000"/>
                  </a:schemeClr>
                </a:solidFill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Marcador de posición de contenido 2"/>
          <p:cNvSpPr>
            <a:spLocks noGrp="1"/>
          </p:cNvSpPr>
          <p:nvPr>
            <p:ph idx="1"/>
          </p:nvPr>
        </p:nvSpPr>
        <p:spPr>
          <a:xfrm>
            <a:off x="5156200" y="592666"/>
            <a:ext cx="5891209" cy="5198534"/>
          </a:xfrm>
        </p:spPr>
        <p:txBody>
          <a:bodyPr rtlCol="0" anchor="ctr"/>
          <a:lstStyle>
            <a:lvl1pPr>
              <a:defRPr>
                <a:solidFill>
                  <a:schemeClr val="bg1">
                    <a:lumMod val="10000"/>
                  </a:schemeClr>
                </a:solidFill>
              </a:defRPr>
            </a:lvl1pPr>
            <a:lvl2pPr>
              <a:defRPr>
                <a:solidFill>
                  <a:schemeClr val="bg1">
                    <a:lumMod val="10000"/>
                  </a:schemeClr>
                </a:solidFill>
              </a:defRPr>
            </a:lvl2pPr>
            <a:lvl3pPr>
              <a:defRPr>
                <a:solidFill>
                  <a:schemeClr val="bg1">
                    <a:lumMod val="10000"/>
                  </a:schemeClr>
                </a:solidFill>
              </a:defRPr>
            </a:lvl3pPr>
            <a:lvl4pPr>
              <a:defRPr>
                <a:solidFill>
                  <a:schemeClr val="bg1">
                    <a:lumMod val="10000"/>
                  </a:schemeClr>
                </a:solidFill>
              </a:defRPr>
            </a:lvl4pPr>
            <a:lvl5pPr>
              <a:defRPr>
                <a:solidFill>
                  <a:schemeClr val="bg1">
                    <a:lumMod val="10000"/>
                  </a:schemeClr>
                </a:solidFill>
              </a:defRPr>
            </a:lvl5pPr>
          </a:lstStyle>
          <a:p>
            <a:pPr lvl="0"/>
            <a:r>
              <a:rPr lang="es-ES" noProof="0"/>
              <a:t>Haga clic para modificar los estilos de texto del patrón</a:t>
            </a:r>
          </a:p>
          <a:p>
            <a:pPr lvl="1"/>
            <a:r>
              <a:rPr lang="es-ES" noProof="0"/>
              <a:t>Segundo nivel</a:t>
            </a:r>
          </a:p>
          <a:p>
            <a:pPr lvl="2"/>
            <a:r>
              <a:rPr lang="es-ES" noProof="0"/>
              <a:t>Tercer nivel</a:t>
            </a:r>
          </a:p>
          <a:p>
            <a:pPr lvl="3"/>
            <a:r>
              <a:rPr lang="es-ES" noProof="0"/>
              <a:t>Cuarto nivel</a:t>
            </a:r>
          </a:p>
          <a:p>
            <a:pPr lvl="4"/>
            <a:r>
              <a:rPr lang="es-ES" noProof="0"/>
              <a:t>Quinto nivel</a:t>
            </a:r>
            <a:endParaRPr lang="es-ES" noProof="0" dirty="0"/>
          </a:p>
        </p:txBody>
      </p:sp>
      <p:sp>
        <p:nvSpPr>
          <p:cNvPr id="4" name="Marcador de posición de texto 3"/>
          <p:cNvSpPr>
            <a:spLocks noGrp="1"/>
          </p:cNvSpPr>
          <p:nvPr>
            <p:ph type="body" sz="half" idx="2"/>
          </p:nvPr>
        </p:nvSpPr>
        <p:spPr>
          <a:xfrm>
            <a:off x="1146705" y="2249486"/>
            <a:ext cx="3856037" cy="3541714"/>
          </a:xfrm>
        </p:spPr>
        <p:txBody>
          <a:bodyPr rtlCol="0"/>
          <a:lstStyle>
            <a:lvl1pPr marL="0" indent="0">
              <a:buNone/>
              <a:defRPr sz="1600">
                <a:solidFill>
                  <a:schemeClr val="bg1">
                    <a:lumMod val="10000"/>
                  </a:schemeClr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5" name="Marcador de fecha 3">
            <a:extLst>
              <a:ext uri="{FF2B5EF4-FFF2-40B4-BE49-F238E27FC236}">
                <a16:creationId xmlns:a16="http://schemas.microsoft.com/office/drawing/2014/main" id="{5E2CE436-B06D-4085-9096-8275A46DF03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1E87AA9-54F9-4665-B412-3143520EBF00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6" name="Marcador de posición de pie de página 4">
            <a:extLst>
              <a:ext uri="{FF2B5EF4-FFF2-40B4-BE49-F238E27FC236}">
                <a16:creationId xmlns:a16="http://schemas.microsoft.com/office/drawing/2014/main" id="{2D8C496C-4098-4BDA-B4DA-399A58A6AB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7" name="Marcador de posición de número de diapositiva 5">
            <a:extLst>
              <a:ext uri="{FF2B5EF4-FFF2-40B4-BE49-F238E27FC236}">
                <a16:creationId xmlns:a16="http://schemas.microsoft.com/office/drawing/2014/main" id="{C30609B1-3BB6-4C49-AEDF-A9E682B9CE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2D02DD9-41E0-4E27-A1DC-977C3E90D27A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242567804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ley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141413" y="609600"/>
            <a:ext cx="5934508" cy="1639886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 noProof="0"/>
              <a:t>Haga clic para modificar el estilo de título del patrón</a:t>
            </a:r>
          </a:p>
        </p:txBody>
      </p:sp>
      <p:sp>
        <p:nvSpPr>
          <p:cNvPr id="3" name="Marcador de posición de imagen 2"/>
          <p:cNvSpPr>
            <a:spLocks noGrp="1" noChangeAspect="1"/>
          </p:cNvSpPr>
          <p:nvPr>
            <p:ph type="pic" idx="1"/>
          </p:nvPr>
        </p:nvSpPr>
        <p:spPr>
          <a:xfrm>
            <a:off x="7380721" y="609601"/>
            <a:ext cx="3666690" cy="5181599"/>
          </a:xfrm>
          <a:prstGeom prst="round2DiagRect">
            <a:avLst>
              <a:gd name="adj1" fmla="val 5608"/>
              <a:gd name="adj2" fmla="val 0"/>
            </a:avLst>
          </a:prstGeom>
          <a:ln w="19050" cap="sq">
            <a:solidFill>
              <a:schemeClr val="tx2">
                <a:lumMod val="60000"/>
                <a:lumOff val="40000"/>
                <a:alpha val="60000"/>
              </a:schemeClr>
            </a:solidFill>
            <a:miter lim="800000"/>
          </a:ln>
          <a:effectLst>
            <a:outerShdw blurRad="88900" dist="38100" dir="5400000" algn="t" rotWithShape="0">
              <a:prstClr val="black">
                <a:alpha val="40000"/>
              </a:prstClr>
            </a:outerShdw>
          </a:effectLst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s-ES" noProof="0"/>
              <a:t>Haga clic en el icono para agregar una imagen</a:t>
            </a:r>
          </a:p>
        </p:txBody>
      </p:sp>
      <p:sp>
        <p:nvSpPr>
          <p:cNvPr id="4" name="Marcador de posición de texto 3"/>
          <p:cNvSpPr>
            <a:spLocks noGrp="1"/>
          </p:cNvSpPr>
          <p:nvPr>
            <p:ph type="body" sz="half" idx="2"/>
          </p:nvPr>
        </p:nvSpPr>
        <p:spPr>
          <a:xfrm>
            <a:off x="1141410" y="2249486"/>
            <a:ext cx="5934511" cy="3541714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5" name="Marcador de fecha 3">
            <a:extLst>
              <a:ext uri="{FF2B5EF4-FFF2-40B4-BE49-F238E27FC236}">
                <a16:creationId xmlns:a16="http://schemas.microsoft.com/office/drawing/2014/main" id="{5739BCBB-27A6-4AC2-A1C2-CAE6D681455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48860A9-4BED-43E8-A316-E98AA781D2D0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6" name="Marcador de posición de pie de página 4">
            <a:extLst>
              <a:ext uri="{FF2B5EF4-FFF2-40B4-BE49-F238E27FC236}">
                <a16:creationId xmlns:a16="http://schemas.microsoft.com/office/drawing/2014/main" id="{07F22F16-7B03-4C84-80AB-1F99F64694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7" name="Marcador de posición de número de diapositiva 5">
            <a:extLst>
              <a:ext uri="{FF2B5EF4-FFF2-40B4-BE49-F238E27FC236}">
                <a16:creationId xmlns:a16="http://schemas.microsoft.com/office/drawing/2014/main" id="{6374AD7A-33C6-4D4B-96AA-D805556442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DF157BC-C737-4476-89E1-A0AAFF3B176F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27794927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magen panorámica con ley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141410" y="4304664"/>
            <a:ext cx="9912355" cy="819355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 noProof="0"/>
              <a:t>Haga clic para modificar el estilo de título del patrón</a:t>
            </a:r>
          </a:p>
        </p:txBody>
      </p:sp>
      <p:sp>
        <p:nvSpPr>
          <p:cNvPr id="3" name="Marcador de posición de imagen 2"/>
          <p:cNvSpPr>
            <a:spLocks noGrp="1" noChangeAspect="1"/>
          </p:cNvSpPr>
          <p:nvPr>
            <p:ph type="pic" idx="1"/>
          </p:nvPr>
        </p:nvSpPr>
        <p:spPr>
          <a:xfrm>
            <a:off x="1141411" y="606426"/>
            <a:ext cx="9912354" cy="3299778"/>
          </a:xfrm>
          <a:prstGeom prst="round2DiagRect">
            <a:avLst>
              <a:gd name="adj1" fmla="val 4860"/>
              <a:gd name="adj2" fmla="val 0"/>
            </a:avLst>
          </a:prstGeom>
          <a:ln w="19050" cap="sq">
            <a:solidFill>
              <a:schemeClr val="tx2">
                <a:lumMod val="60000"/>
                <a:lumOff val="40000"/>
                <a:alpha val="60000"/>
              </a:schemeClr>
            </a:solidFill>
            <a:miter lim="800000"/>
          </a:ln>
          <a:effectLst>
            <a:outerShdw blurRad="88900" dist="38100" dir="5400000" algn="t" rotWithShape="0">
              <a:prstClr val="black">
                <a:alpha val="40000"/>
              </a:prstClr>
            </a:outerShdw>
          </a:effectLst>
        </p:spPr>
        <p:txBody>
          <a:bodyPr rtlCol="0">
            <a:normAutofit/>
          </a:bodyPr>
          <a:lstStyle>
            <a:lvl1pPr>
              <a:buNone/>
              <a:defRPr lang="en-US" sz="3200"/>
            </a:lvl1pPr>
          </a:lstStyle>
          <a:p>
            <a:pPr lvl="0"/>
            <a:r>
              <a:rPr lang="es-ES" noProof="0"/>
              <a:t>Haga clic en el icono para agregar una imagen</a:t>
            </a:r>
          </a:p>
        </p:txBody>
      </p:sp>
      <p:sp>
        <p:nvSpPr>
          <p:cNvPr id="4" name="Marcador de posición de texto 3"/>
          <p:cNvSpPr>
            <a:spLocks noGrp="1"/>
          </p:cNvSpPr>
          <p:nvPr>
            <p:ph type="body" sz="half" idx="2"/>
          </p:nvPr>
        </p:nvSpPr>
        <p:spPr>
          <a:xfrm>
            <a:off x="1141364" y="5124020"/>
            <a:ext cx="9910859" cy="682472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5" name="Marcador de fecha 3">
            <a:extLst>
              <a:ext uri="{FF2B5EF4-FFF2-40B4-BE49-F238E27FC236}">
                <a16:creationId xmlns:a16="http://schemas.microsoft.com/office/drawing/2014/main" id="{D6DD1D25-BF18-483A-8E67-8C00A6F7F8B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3AD3829-38C6-40BA-AE5E-469572393906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6" name="Marcador de posición de pie de página 4">
            <a:extLst>
              <a:ext uri="{FF2B5EF4-FFF2-40B4-BE49-F238E27FC236}">
                <a16:creationId xmlns:a16="http://schemas.microsoft.com/office/drawing/2014/main" id="{F9260593-49F7-4D3F-AB11-C144D22916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7" name="Marcador de posición de número de diapositiva 5">
            <a:extLst>
              <a:ext uri="{FF2B5EF4-FFF2-40B4-BE49-F238E27FC236}">
                <a16:creationId xmlns:a16="http://schemas.microsoft.com/office/drawing/2014/main" id="{EB29B929-1E00-46C9-BCAD-F916BD6613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D5265B1-2D44-47AF-8A6D-B12C7B1F7647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317634647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ley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141456" y="609600"/>
            <a:ext cx="9905955" cy="3429000"/>
          </a:xfrm>
        </p:spPr>
        <p:txBody>
          <a:bodyPr/>
          <a:lstStyle>
            <a:lvl1pPr>
              <a:defRPr sz="3600"/>
            </a:lvl1pPr>
          </a:lstStyle>
          <a:p>
            <a:r>
              <a:rPr lang="es-ES" noProof="0"/>
              <a:t>Haga clic para modificar el estilo de título del patrón</a:t>
            </a:r>
          </a:p>
        </p:txBody>
      </p:sp>
      <p:sp>
        <p:nvSpPr>
          <p:cNvPr id="4" name="Marcador de posición de texto 3"/>
          <p:cNvSpPr>
            <a:spLocks noGrp="1"/>
          </p:cNvSpPr>
          <p:nvPr>
            <p:ph type="body" sz="half" idx="2"/>
          </p:nvPr>
        </p:nvSpPr>
        <p:spPr>
          <a:xfrm>
            <a:off x="1141410" y="4419599"/>
            <a:ext cx="9904459" cy="1371599"/>
          </a:xfrm>
        </p:spPr>
        <p:txBody>
          <a:bodyPr rtlCol="0" anchor="ctr"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5" name="Marcador de fecha 3">
            <a:extLst>
              <a:ext uri="{FF2B5EF4-FFF2-40B4-BE49-F238E27FC236}">
                <a16:creationId xmlns:a16="http://schemas.microsoft.com/office/drawing/2014/main" id="{9418D99D-B64F-4D0F-BC6C-9987F0729F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6E73709-CE3C-4B23-85DF-D996BBDEECF7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6" name="Marcador de posición de pie de página 4">
            <a:extLst>
              <a:ext uri="{FF2B5EF4-FFF2-40B4-BE49-F238E27FC236}">
                <a16:creationId xmlns:a16="http://schemas.microsoft.com/office/drawing/2014/main" id="{852E236A-08B4-44FB-BC71-39D4E45470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7" name="Marcador de posición de número de diapositiva 5">
            <a:extLst>
              <a:ext uri="{FF2B5EF4-FFF2-40B4-BE49-F238E27FC236}">
                <a16:creationId xmlns:a16="http://schemas.microsoft.com/office/drawing/2014/main" id="{240E78DA-3255-47CB-912F-84A46D6A5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19C3EDF-4EB4-42A4-B45C-3C7E66E4B234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07589802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ita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uadro de texto 59">
            <a:extLst>
              <a:ext uri="{FF2B5EF4-FFF2-40B4-BE49-F238E27FC236}">
                <a16:creationId xmlns:a16="http://schemas.microsoft.com/office/drawing/2014/main" id="{50F5FA8D-4C06-462F-8AF6-42BF144DAD56}"/>
              </a:ext>
            </a:extLst>
          </p:cNvPr>
          <p:cNvSpPr txBox="1"/>
          <p:nvPr/>
        </p:nvSpPr>
        <p:spPr>
          <a:xfrm>
            <a:off x="903288" y="731838"/>
            <a:ext cx="609600" cy="585787"/>
          </a:xfrm>
          <a:prstGeom prst="rect">
            <a:avLst/>
          </a:prstGeom>
        </p:spPr>
        <p:txBody>
          <a:bodyPr anchor="ctr"/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  <a:latin typeface="+mj-lt"/>
                <a:ea typeface="+mj-ea"/>
                <a:cs typeface="Trebuchet MS"/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algn="r" eaLnBrk="1" fontAlgn="auto" hangingPunct="1">
              <a:spcAft>
                <a:spcPts val="0"/>
              </a:spcAft>
              <a:defRPr/>
            </a:pPr>
            <a:r>
              <a:rPr lang="es-ES" sz="8000">
                <a:effectLst/>
              </a:rPr>
              <a:t>“</a:t>
            </a:r>
          </a:p>
        </p:txBody>
      </p:sp>
      <p:sp>
        <p:nvSpPr>
          <p:cNvPr id="6" name="Cuadro de texto 60">
            <a:extLst>
              <a:ext uri="{FF2B5EF4-FFF2-40B4-BE49-F238E27FC236}">
                <a16:creationId xmlns:a16="http://schemas.microsoft.com/office/drawing/2014/main" id="{8406FC4F-3263-4067-9EB4-0E5776BC3BB7}"/>
              </a:ext>
            </a:extLst>
          </p:cNvPr>
          <p:cNvSpPr txBox="1"/>
          <p:nvPr/>
        </p:nvSpPr>
        <p:spPr>
          <a:xfrm>
            <a:off x="10537825" y="2765425"/>
            <a:ext cx="609600" cy="584200"/>
          </a:xfrm>
          <a:prstGeom prst="rect">
            <a:avLst/>
          </a:prstGeom>
        </p:spPr>
        <p:txBody>
          <a:bodyPr anchor="ctr"/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  <a:latin typeface="+mj-lt"/>
                <a:ea typeface="+mj-ea"/>
                <a:cs typeface="Trebuchet MS"/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algn="r" eaLnBrk="1" fontAlgn="auto" hangingPunct="1">
              <a:spcAft>
                <a:spcPts val="0"/>
              </a:spcAft>
              <a:defRPr/>
            </a:pPr>
            <a:r>
              <a:rPr lang="es-ES" sz="8000">
                <a:effectLst/>
              </a:rPr>
              <a:t>”</a:t>
            </a: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446212" y="609599"/>
            <a:ext cx="9302752" cy="2748429"/>
          </a:xfrm>
        </p:spPr>
        <p:txBody>
          <a:bodyPr/>
          <a:lstStyle>
            <a:lvl1pPr>
              <a:defRPr sz="3600"/>
            </a:lvl1pPr>
          </a:lstStyle>
          <a:p>
            <a:r>
              <a:rPr lang="es-ES" noProof="0"/>
              <a:t>Haga clic para modificar el estilo de título del patrón</a:t>
            </a:r>
          </a:p>
        </p:txBody>
      </p:sp>
      <p:sp>
        <p:nvSpPr>
          <p:cNvPr id="12" name="Marcador de posición de texto 3"/>
          <p:cNvSpPr>
            <a:spLocks noGrp="1"/>
          </p:cNvSpPr>
          <p:nvPr>
            <p:ph type="body" sz="half" idx="13"/>
          </p:nvPr>
        </p:nvSpPr>
        <p:spPr>
          <a:xfrm>
            <a:off x="1720644" y="3365557"/>
            <a:ext cx="8752299" cy="548968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4" name="Marcador de posición de texto 3"/>
          <p:cNvSpPr>
            <a:spLocks noGrp="1"/>
          </p:cNvSpPr>
          <p:nvPr>
            <p:ph type="body" sz="half" idx="2"/>
          </p:nvPr>
        </p:nvSpPr>
        <p:spPr>
          <a:xfrm>
            <a:off x="1141411" y="4309919"/>
            <a:ext cx="9906002" cy="1489496"/>
          </a:xfrm>
        </p:spPr>
        <p:txBody>
          <a:bodyPr rtlCol="0" anchor="ctr"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7" name="Marcador de fecha 4">
            <a:extLst>
              <a:ext uri="{FF2B5EF4-FFF2-40B4-BE49-F238E27FC236}">
                <a16:creationId xmlns:a16="http://schemas.microsoft.com/office/drawing/2014/main" id="{162C03AB-F669-48CD-8C8A-271914A5284B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BB1DCE3-D87F-4F23-A997-F0F5034B4705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8" name="Marcador de pie de página 5">
            <a:extLst>
              <a:ext uri="{FF2B5EF4-FFF2-40B4-BE49-F238E27FC236}">
                <a16:creationId xmlns:a16="http://schemas.microsoft.com/office/drawing/2014/main" id="{AE879FBA-9E95-4420-9DF2-AED4787F5987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9" name="Marcador de posición de número de diapositiva 6">
            <a:extLst>
              <a:ext uri="{FF2B5EF4-FFF2-40B4-BE49-F238E27FC236}">
                <a16:creationId xmlns:a16="http://schemas.microsoft.com/office/drawing/2014/main" id="{1229207E-8BE3-4ABD-8358-BD986D72406D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/>
            </a:lvl1pPr>
          </a:lstStyle>
          <a:p>
            <a:fld id="{926A3FA5-6963-4F19-ADF4-454C1DEEC8B2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13049835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arjeta de nomb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141410" y="2134041"/>
            <a:ext cx="9906001" cy="2511835"/>
          </a:xfrm>
        </p:spPr>
        <p:txBody>
          <a:bodyPr anchor="b"/>
          <a:lstStyle>
            <a:lvl1pPr>
              <a:defRPr sz="3600"/>
            </a:lvl1pPr>
          </a:lstStyle>
          <a:p>
            <a:r>
              <a:rPr lang="es-ES" noProof="0"/>
              <a:t>Haga clic para modificar el estilo de título del patrón</a:t>
            </a:r>
          </a:p>
        </p:txBody>
      </p:sp>
      <p:sp>
        <p:nvSpPr>
          <p:cNvPr id="4" name="Marcador de posición de texto 3"/>
          <p:cNvSpPr>
            <a:spLocks noGrp="1"/>
          </p:cNvSpPr>
          <p:nvPr>
            <p:ph type="body" sz="half" idx="2"/>
          </p:nvPr>
        </p:nvSpPr>
        <p:spPr>
          <a:xfrm>
            <a:off x="1141364" y="4657655"/>
            <a:ext cx="9904505" cy="1140644"/>
          </a:xfrm>
        </p:spPr>
        <p:txBody>
          <a:bodyPr rtlCol="0"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5" name="Marcador de fecha 3">
            <a:extLst>
              <a:ext uri="{FF2B5EF4-FFF2-40B4-BE49-F238E27FC236}">
                <a16:creationId xmlns:a16="http://schemas.microsoft.com/office/drawing/2014/main" id="{EC5F15DA-39AE-462B-8494-1E0657A08B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3351FF5-65C2-43B9-ACA6-CD37F88629E7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6" name="Marcador de posición de pie de página 4">
            <a:extLst>
              <a:ext uri="{FF2B5EF4-FFF2-40B4-BE49-F238E27FC236}">
                <a16:creationId xmlns:a16="http://schemas.microsoft.com/office/drawing/2014/main" id="{953771B7-18F7-48C2-9125-14C088CCF8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7" name="Marcador de posición de número de diapositiva 5">
            <a:extLst>
              <a:ext uri="{FF2B5EF4-FFF2-40B4-BE49-F238E27FC236}">
                <a16:creationId xmlns:a16="http://schemas.microsoft.com/office/drawing/2014/main" id="{6655E18F-1DBC-40EC-BD29-7C49A4E7AB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95DB3D2-7FEB-433F-AB8D-4BCE8A253615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300607600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lumn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ítulo 1"/>
          <p:cNvSpPr>
            <a:spLocks noGrp="1"/>
          </p:cNvSpPr>
          <p:nvPr>
            <p:ph type="title"/>
          </p:nvPr>
        </p:nvSpPr>
        <p:spPr>
          <a:xfrm>
            <a:off x="1141413" y="609600"/>
            <a:ext cx="9905998" cy="1905000"/>
          </a:xfrm>
        </p:spPr>
        <p:txBody>
          <a:bodyPr/>
          <a:lstStyle>
            <a:lvl1pPr>
              <a:defRPr>
                <a:solidFill>
                  <a:schemeClr val="bg1">
                    <a:lumMod val="10000"/>
                  </a:schemeClr>
                </a:solidFill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7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1141410" y="2674463"/>
            <a:ext cx="3196899" cy="685800"/>
          </a:xfrm>
        </p:spPr>
        <p:txBody>
          <a:bodyPr rtlCol="0"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cap="all" baseline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8" name="Marcador de posición de texto 3"/>
          <p:cNvSpPr>
            <a:spLocks noGrp="1"/>
          </p:cNvSpPr>
          <p:nvPr>
            <p:ph type="body" sz="half" idx="15"/>
          </p:nvPr>
        </p:nvSpPr>
        <p:spPr>
          <a:xfrm>
            <a:off x="1127918" y="3360263"/>
            <a:ext cx="3208735" cy="24309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9" name="Marcador de posición de texto 4"/>
          <p:cNvSpPr>
            <a:spLocks noGrp="1"/>
          </p:cNvSpPr>
          <p:nvPr>
            <p:ph type="body" sz="quarter" idx="3"/>
          </p:nvPr>
        </p:nvSpPr>
        <p:spPr>
          <a:xfrm>
            <a:off x="4514766" y="2677635"/>
            <a:ext cx="3184385" cy="685800"/>
          </a:xfrm>
        </p:spPr>
        <p:txBody>
          <a:bodyPr rtlCol="0"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cap="all" baseline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10" name="Marcador de posición de texto 3"/>
          <p:cNvSpPr>
            <a:spLocks noGrp="1"/>
          </p:cNvSpPr>
          <p:nvPr>
            <p:ph type="body" sz="half" idx="16"/>
          </p:nvPr>
        </p:nvSpPr>
        <p:spPr>
          <a:xfrm>
            <a:off x="4504213" y="3363435"/>
            <a:ext cx="3195830" cy="24309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11" name="Marcador de posición de texto 4"/>
          <p:cNvSpPr>
            <a:spLocks noGrp="1"/>
          </p:cNvSpPr>
          <p:nvPr>
            <p:ph type="body" sz="quarter" idx="13"/>
          </p:nvPr>
        </p:nvSpPr>
        <p:spPr>
          <a:xfrm>
            <a:off x="7852442" y="2674463"/>
            <a:ext cx="3194968" cy="685800"/>
          </a:xfrm>
        </p:spPr>
        <p:txBody>
          <a:bodyPr rtlCol="0"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cap="all" baseline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12" name="Marcador de posición de texto 3"/>
          <p:cNvSpPr>
            <a:spLocks noGrp="1"/>
          </p:cNvSpPr>
          <p:nvPr>
            <p:ph type="body" sz="half" idx="17"/>
          </p:nvPr>
        </p:nvSpPr>
        <p:spPr>
          <a:xfrm>
            <a:off x="7852442" y="3360263"/>
            <a:ext cx="3194968" cy="24309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13" name="Marcador de fecha 3">
            <a:extLst>
              <a:ext uri="{FF2B5EF4-FFF2-40B4-BE49-F238E27FC236}">
                <a16:creationId xmlns:a16="http://schemas.microsoft.com/office/drawing/2014/main" id="{C3CB93B7-47F7-4A9E-9E26-92481A036823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6DC0977-2A46-4281-97EB-8B7FCE637C95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14" name="Marcador de posición de pie de página 4">
            <a:extLst>
              <a:ext uri="{FF2B5EF4-FFF2-40B4-BE49-F238E27FC236}">
                <a16:creationId xmlns:a16="http://schemas.microsoft.com/office/drawing/2014/main" id="{06D51A8D-3BC7-4A30-BA6D-4304A7BC79AD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16" name="Marcador de posición de número de diapositiva 5">
            <a:extLst>
              <a:ext uri="{FF2B5EF4-FFF2-40B4-BE49-F238E27FC236}">
                <a16:creationId xmlns:a16="http://schemas.microsoft.com/office/drawing/2014/main" id="{0FCD1230-0170-4CE8-8642-FA01BE8D6EFD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>
              <a:defRPr/>
            </a:lvl1pPr>
          </a:lstStyle>
          <a:p>
            <a:fld id="{01EA0D7D-4D9B-4601-80CB-C70F67006922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15843350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lumna de imagen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ítulo 1"/>
          <p:cNvSpPr>
            <a:spLocks noGrp="1"/>
          </p:cNvSpPr>
          <p:nvPr>
            <p:ph type="title"/>
          </p:nvPr>
        </p:nvSpPr>
        <p:spPr>
          <a:xfrm>
            <a:off x="1141411" y="609600"/>
            <a:ext cx="9905999" cy="1905000"/>
          </a:xfrm>
        </p:spPr>
        <p:txBody>
          <a:bodyPr/>
          <a:lstStyle/>
          <a:p>
            <a:r>
              <a:rPr lang="es-ES" noProof="0"/>
              <a:t>Haga clic para modificar el estilo de título del patrón</a:t>
            </a:r>
          </a:p>
        </p:txBody>
      </p:sp>
      <p:sp>
        <p:nvSpPr>
          <p:cNvPr id="19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1141413" y="4404596"/>
            <a:ext cx="3195240" cy="576262"/>
          </a:xfrm>
        </p:spPr>
        <p:txBody>
          <a:bodyPr rtlCol="0" anchor="b">
            <a:noAutofit/>
          </a:bodyPr>
          <a:lstStyle>
            <a:lvl1pPr marL="0" indent="0">
              <a:lnSpc>
                <a:spcPct val="90000"/>
              </a:lnSpc>
              <a:buNone/>
              <a:defRPr sz="2000" b="0" cap="all" baseline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20" name="Marcador de posición de imagen 2"/>
          <p:cNvSpPr>
            <a:spLocks noGrp="1" noChangeAspect="1"/>
          </p:cNvSpPr>
          <p:nvPr>
            <p:ph type="pic" idx="15"/>
          </p:nvPr>
        </p:nvSpPr>
        <p:spPr>
          <a:xfrm>
            <a:off x="1141413" y="2666998"/>
            <a:ext cx="3195240" cy="1524000"/>
          </a:xfrm>
          <a:prstGeom prst="round2DiagRect">
            <a:avLst/>
          </a:prstGeom>
          <a:ln w="19050" cap="sq">
            <a:solidFill>
              <a:schemeClr val="tx2">
                <a:lumMod val="60000"/>
                <a:lumOff val="40000"/>
                <a:alpha val="60000"/>
              </a:schemeClr>
            </a:solidFill>
            <a:miter lim="800000"/>
          </a:ln>
          <a:effectLst>
            <a:outerShdw blurRad="88900" dist="38100" dir="5400000" algn="t" rotWithShape="0">
              <a:prstClr val="black">
                <a:alpha val="40000"/>
              </a:prstClr>
            </a:outerShdw>
          </a:effectLst>
        </p:spPr>
        <p:txBody>
          <a:bodyPr rtlCol="0">
            <a:normAutofit/>
          </a:bodyPr>
          <a:lstStyle>
            <a:lvl1pPr>
              <a:buNone/>
              <a:defRPr lang="en-US" sz="2000" dirty="0"/>
            </a:lvl1pPr>
          </a:lstStyle>
          <a:p>
            <a:pPr lvl="0"/>
            <a:r>
              <a:rPr lang="es-ES" noProof="0"/>
              <a:t>Haga clic en el icono para agregar una imagen</a:t>
            </a:r>
          </a:p>
        </p:txBody>
      </p:sp>
      <p:sp>
        <p:nvSpPr>
          <p:cNvPr id="21" name="Marcador de posición de texto 3"/>
          <p:cNvSpPr>
            <a:spLocks noGrp="1"/>
          </p:cNvSpPr>
          <p:nvPr>
            <p:ph type="body" sz="half" idx="18"/>
          </p:nvPr>
        </p:nvSpPr>
        <p:spPr>
          <a:xfrm>
            <a:off x="1141413" y="4980858"/>
            <a:ext cx="3195240" cy="817843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22" name="Marcador de posición de texto 4"/>
          <p:cNvSpPr>
            <a:spLocks noGrp="1"/>
          </p:cNvSpPr>
          <p:nvPr>
            <p:ph type="body" sz="quarter" idx="3"/>
          </p:nvPr>
        </p:nvSpPr>
        <p:spPr>
          <a:xfrm>
            <a:off x="4489053" y="4404596"/>
            <a:ext cx="3200400" cy="576262"/>
          </a:xfrm>
        </p:spPr>
        <p:txBody>
          <a:bodyPr rtlCol="0" anchor="b">
            <a:noAutofit/>
          </a:bodyPr>
          <a:lstStyle>
            <a:lvl1pPr marL="0" indent="0">
              <a:lnSpc>
                <a:spcPct val="90000"/>
              </a:lnSpc>
              <a:buNone/>
              <a:defRPr sz="2000" b="0" cap="all" baseline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23" name="Marcador de posición de imagen 2"/>
          <p:cNvSpPr>
            <a:spLocks noGrp="1" noChangeAspect="1"/>
          </p:cNvSpPr>
          <p:nvPr>
            <p:ph type="pic" idx="21"/>
          </p:nvPr>
        </p:nvSpPr>
        <p:spPr>
          <a:xfrm>
            <a:off x="4489053" y="2666998"/>
            <a:ext cx="3198940" cy="1524000"/>
          </a:xfrm>
          <a:prstGeom prst="round2DiagRect">
            <a:avLst/>
          </a:prstGeom>
          <a:ln w="19050" cap="sq">
            <a:solidFill>
              <a:schemeClr val="tx2">
                <a:lumMod val="60000"/>
                <a:lumOff val="40000"/>
                <a:alpha val="60000"/>
              </a:schemeClr>
            </a:solidFill>
            <a:miter lim="800000"/>
          </a:ln>
          <a:effectLst>
            <a:outerShdw blurRad="88900" dist="38100" dir="5400000" algn="t" rotWithShape="0">
              <a:prstClr val="black">
                <a:alpha val="40000"/>
              </a:prstClr>
            </a:outerShdw>
          </a:effectLst>
        </p:spPr>
        <p:txBody>
          <a:bodyPr rtlCol="0">
            <a:normAutofit/>
          </a:bodyPr>
          <a:lstStyle>
            <a:lvl1pPr>
              <a:buNone/>
              <a:defRPr lang="en-US" sz="2000" dirty="0"/>
            </a:lvl1pPr>
          </a:lstStyle>
          <a:p>
            <a:pPr lvl="0"/>
            <a:r>
              <a:rPr lang="es-ES" noProof="0"/>
              <a:t>Haga clic en el icono para agregar una imagen</a:t>
            </a:r>
          </a:p>
        </p:txBody>
      </p:sp>
      <p:sp>
        <p:nvSpPr>
          <p:cNvPr id="24" name="Marcador de posición de texto 3"/>
          <p:cNvSpPr>
            <a:spLocks noGrp="1"/>
          </p:cNvSpPr>
          <p:nvPr>
            <p:ph type="body" sz="half" idx="19"/>
          </p:nvPr>
        </p:nvSpPr>
        <p:spPr>
          <a:xfrm>
            <a:off x="4487593" y="4980857"/>
            <a:ext cx="3200400" cy="810342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25" name="Marcador de posición de texto 4"/>
          <p:cNvSpPr>
            <a:spLocks noGrp="1"/>
          </p:cNvSpPr>
          <p:nvPr>
            <p:ph type="body" sz="quarter" idx="13"/>
          </p:nvPr>
        </p:nvSpPr>
        <p:spPr>
          <a:xfrm>
            <a:off x="7852567" y="4404595"/>
            <a:ext cx="3190741" cy="576262"/>
          </a:xfrm>
        </p:spPr>
        <p:txBody>
          <a:bodyPr rtlCol="0" anchor="b">
            <a:noAutofit/>
          </a:bodyPr>
          <a:lstStyle>
            <a:lvl1pPr marL="0" indent="0">
              <a:lnSpc>
                <a:spcPct val="90000"/>
              </a:lnSpc>
              <a:buNone/>
              <a:defRPr sz="2000" b="0" cap="all" baseline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26" name="Marcador de posición de imagen 2"/>
          <p:cNvSpPr>
            <a:spLocks noGrp="1" noChangeAspect="1"/>
          </p:cNvSpPr>
          <p:nvPr>
            <p:ph type="pic" idx="22"/>
          </p:nvPr>
        </p:nvSpPr>
        <p:spPr>
          <a:xfrm>
            <a:off x="7852442" y="2666998"/>
            <a:ext cx="3194969" cy="1524000"/>
          </a:xfrm>
          <a:prstGeom prst="round2DiagRect">
            <a:avLst/>
          </a:prstGeom>
          <a:ln w="19050" cap="sq">
            <a:solidFill>
              <a:schemeClr val="tx2">
                <a:lumMod val="60000"/>
                <a:lumOff val="40000"/>
                <a:alpha val="60000"/>
              </a:schemeClr>
            </a:solidFill>
            <a:miter lim="800000"/>
          </a:ln>
          <a:effectLst>
            <a:outerShdw blurRad="88900" dist="38100" dir="5400000" algn="t" rotWithShape="0">
              <a:prstClr val="black">
                <a:alpha val="40000"/>
              </a:prstClr>
            </a:outerShdw>
          </a:effectLst>
        </p:spPr>
        <p:txBody>
          <a:bodyPr rtlCol="0">
            <a:normAutofit/>
          </a:bodyPr>
          <a:lstStyle>
            <a:lvl1pPr>
              <a:buNone/>
              <a:defRPr lang="en-US" sz="2000" dirty="0"/>
            </a:lvl1pPr>
          </a:lstStyle>
          <a:p>
            <a:pPr lvl="0"/>
            <a:r>
              <a:rPr lang="es-ES" noProof="0"/>
              <a:t>Haga clic en el icono para agregar una imagen</a:t>
            </a:r>
          </a:p>
        </p:txBody>
      </p:sp>
      <p:sp>
        <p:nvSpPr>
          <p:cNvPr id="27" name="Marcador de posición de texto 3"/>
          <p:cNvSpPr>
            <a:spLocks noGrp="1"/>
          </p:cNvSpPr>
          <p:nvPr>
            <p:ph type="body" sz="half" idx="20"/>
          </p:nvPr>
        </p:nvSpPr>
        <p:spPr>
          <a:xfrm>
            <a:off x="7852442" y="4980854"/>
            <a:ext cx="3194968" cy="810345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noProof="0"/>
              <a:t>Haga clic para modificar los estilos de texto del patrón</a:t>
            </a:r>
          </a:p>
        </p:txBody>
      </p:sp>
      <p:sp>
        <p:nvSpPr>
          <p:cNvPr id="12" name="Marcador de fecha 3">
            <a:extLst>
              <a:ext uri="{FF2B5EF4-FFF2-40B4-BE49-F238E27FC236}">
                <a16:creationId xmlns:a16="http://schemas.microsoft.com/office/drawing/2014/main" id="{3AEBCD41-586A-4BE7-9360-26A9EDA52D23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A9254F8-2FBD-445B-91BC-69D8ACEA5C9A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13" name="Marcador de posición de pie de página 4">
            <a:extLst>
              <a:ext uri="{FF2B5EF4-FFF2-40B4-BE49-F238E27FC236}">
                <a16:creationId xmlns:a16="http://schemas.microsoft.com/office/drawing/2014/main" id="{8992156F-ADBD-4E98-9E40-99E2865876EF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14" name="Marcador de posición de número de diapositiva 5">
            <a:extLst>
              <a:ext uri="{FF2B5EF4-FFF2-40B4-BE49-F238E27FC236}">
                <a16:creationId xmlns:a16="http://schemas.microsoft.com/office/drawing/2014/main" id="{D193E2BA-0B83-4069-B301-2AD59ADB4F4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>
            <a:lvl1pPr>
              <a:defRPr/>
            </a:lvl1pPr>
          </a:lstStyle>
          <a:p>
            <a:fld id="{20FC62A3-D12D-494A-A880-72DA3332474C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387016102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noProof="0"/>
              <a:t>Haga clic para modificar el estilo de título del patrón</a:t>
            </a:r>
          </a:p>
        </p:txBody>
      </p:sp>
      <p:sp>
        <p:nvSpPr>
          <p:cNvPr id="3" name="Marcador de posición de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 rtlCol="0"/>
          <a:lstStyle/>
          <a:p>
            <a:pPr lvl="0"/>
            <a:r>
              <a:rPr lang="es-ES" noProof="0"/>
              <a:t>Haga clic para modificar los estilos de texto del patrón</a:t>
            </a:r>
          </a:p>
          <a:p>
            <a:pPr lvl="1"/>
            <a:r>
              <a:rPr lang="es-ES" noProof="0"/>
              <a:t>Segundo nivel</a:t>
            </a:r>
          </a:p>
          <a:p>
            <a:pPr lvl="2"/>
            <a:r>
              <a:rPr lang="es-ES" noProof="0"/>
              <a:t>Tercer nivel</a:t>
            </a:r>
          </a:p>
          <a:p>
            <a:pPr lvl="3"/>
            <a:r>
              <a:rPr lang="es-ES" noProof="0"/>
              <a:t>Cuarto nivel</a:t>
            </a:r>
          </a:p>
          <a:p>
            <a:pPr lvl="4"/>
            <a:r>
              <a:rPr lang="es-ES" noProof="0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6139882F-F8B7-4330-86DC-FFEFBDC56B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F118732-F1C3-44DC-83B6-C98FB093FA2E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5" name="Marcador de posición de pie de página 4">
            <a:extLst>
              <a:ext uri="{FF2B5EF4-FFF2-40B4-BE49-F238E27FC236}">
                <a16:creationId xmlns:a16="http://schemas.microsoft.com/office/drawing/2014/main" id="{369C1FCB-7DBB-4EFC-A064-4B38DE482E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6" name="Marcador de posición de número de diapositiva 5">
            <a:extLst>
              <a:ext uri="{FF2B5EF4-FFF2-40B4-BE49-F238E27FC236}">
                <a16:creationId xmlns:a16="http://schemas.microsoft.com/office/drawing/2014/main" id="{343CF375-E4BD-4AFC-AAFB-D4027F926B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6BC0C0A-A81D-4C9C-91C8-16E5E3CFDF6B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46357760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9042400" y="609599"/>
            <a:ext cx="2005011" cy="5181601"/>
          </a:xfrm>
        </p:spPr>
        <p:txBody>
          <a:bodyPr vert="eaVert"/>
          <a:lstStyle/>
          <a:p>
            <a:r>
              <a:rPr lang="es-ES" noProof="0"/>
              <a:t>Haga clic para modificar el estilo de título del patrón</a:t>
            </a:r>
          </a:p>
        </p:txBody>
      </p:sp>
      <p:sp>
        <p:nvSpPr>
          <p:cNvPr id="3" name="Marcador de posición de texto vertical 2"/>
          <p:cNvSpPr>
            <a:spLocks noGrp="1"/>
          </p:cNvSpPr>
          <p:nvPr>
            <p:ph type="body" orient="vert" idx="1"/>
          </p:nvPr>
        </p:nvSpPr>
        <p:spPr>
          <a:xfrm>
            <a:off x="1141410" y="609599"/>
            <a:ext cx="7748590" cy="5181601"/>
          </a:xfrm>
        </p:spPr>
        <p:txBody>
          <a:bodyPr vert="eaVert" rtlCol="0"/>
          <a:lstStyle/>
          <a:p>
            <a:pPr lvl="0"/>
            <a:r>
              <a:rPr lang="es-ES" noProof="0"/>
              <a:t>Haga clic para modificar los estilos de texto del patrón</a:t>
            </a:r>
          </a:p>
          <a:p>
            <a:pPr lvl="1"/>
            <a:r>
              <a:rPr lang="es-ES" noProof="0"/>
              <a:t>Segundo nivel</a:t>
            </a:r>
          </a:p>
          <a:p>
            <a:pPr lvl="2"/>
            <a:r>
              <a:rPr lang="es-ES" noProof="0"/>
              <a:t>Tercer nivel</a:t>
            </a:r>
          </a:p>
          <a:p>
            <a:pPr lvl="3"/>
            <a:r>
              <a:rPr lang="es-ES" noProof="0"/>
              <a:t>Cuarto nivel</a:t>
            </a:r>
          </a:p>
          <a:p>
            <a:pPr lvl="4"/>
            <a:r>
              <a:rPr lang="es-ES" noProof="0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EDDDCA65-1825-4651-A8E6-0DE16F1CF1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1D1672C-29A5-4DD9-A53B-3DA6688699C1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5" name="Marcador de posición de pie de página 4">
            <a:extLst>
              <a:ext uri="{FF2B5EF4-FFF2-40B4-BE49-F238E27FC236}">
                <a16:creationId xmlns:a16="http://schemas.microsoft.com/office/drawing/2014/main" id="{0AC4541D-0262-497D-91D1-C892A51279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6" name="Marcador de posición de número de diapositiva 5">
            <a:extLst>
              <a:ext uri="{FF2B5EF4-FFF2-40B4-BE49-F238E27FC236}">
                <a16:creationId xmlns:a16="http://schemas.microsoft.com/office/drawing/2014/main" id="{9F74C999-9926-413E-9D7D-60D1566C4F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A920B22-53DB-4F04-B559-E93ABEEB7C6E}" type="slidenum">
              <a:rPr lang="es-ES" altLang="es-ES"/>
              <a:pPr/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0424271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rgbClr val="F4FBFE"/>
            </a:gs>
            <a:gs pos="6000">
              <a:srgbClr val="F4FBFE"/>
            </a:gs>
            <a:gs pos="74001">
              <a:srgbClr val="E6E6E6"/>
            </a:gs>
            <a:gs pos="83000">
              <a:srgbClr val="E6E6E6"/>
            </a:gs>
            <a:gs pos="100000">
              <a:schemeClr val="tx2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2" descr="\\DROBO-FS\QuickDrops\JB\PPTX NG\Droplets\LightingOverlay.png">
            <a:extLst>
              <a:ext uri="{FF2B5EF4-FFF2-40B4-BE49-F238E27FC236}">
                <a16:creationId xmlns:a16="http://schemas.microsoft.com/office/drawing/2014/main" id="{764294C3-DBB8-47B3-8775-0F96F09F9A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2047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Grupo 7">
            <a:extLst>
              <a:ext uri="{FF2B5EF4-FFF2-40B4-BE49-F238E27FC236}">
                <a16:creationId xmlns:a16="http://schemas.microsoft.com/office/drawing/2014/main" id="{306C1E8B-31F5-4C9E-B462-84FECD74455A}"/>
              </a:ext>
            </a:extLst>
          </p:cNvPr>
          <p:cNvPicPr>
            <a:picLocks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700" y="0"/>
            <a:ext cx="12065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Marcador de posición de título 1">
            <a:extLst>
              <a:ext uri="{FF2B5EF4-FFF2-40B4-BE49-F238E27FC236}">
                <a16:creationId xmlns:a16="http://schemas.microsoft.com/office/drawing/2014/main" id="{851C77F7-85E7-4B04-8275-CB3D5171C3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619125"/>
            <a:ext cx="9906000" cy="14779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endParaRPr lang="es-ES" noProof="0" dirty="0"/>
          </a:p>
        </p:txBody>
      </p:sp>
      <p:sp>
        <p:nvSpPr>
          <p:cNvPr id="1029" name="Marcador de posición de texto 2">
            <a:extLst>
              <a:ext uri="{FF2B5EF4-FFF2-40B4-BE49-F238E27FC236}">
                <a16:creationId xmlns:a16="http://schemas.microsoft.com/office/drawing/2014/main" id="{1F987237-ACB9-4B4F-9EE5-DE78441E1AF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1141413" y="2249488"/>
            <a:ext cx="9906000" cy="3541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s-ES" altLang="es-ES"/>
              <a:t>Editar estilos de texto del patrón</a:t>
            </a:r>
          </a:p>
          <a:p>
            <a:pPr lvl="1"/>
            <a:r>
              <a:rPr lang="es-ES" altLang="es-ES"/>
              <a:t>Segundo nivel</a:t>
            </a:r>
          </a:p>
          <a:p>
            <a:pPr lvl="2"/>
            <a:r>
              <a:rPr lang="es-ES" altLang="es-ES"/>
              <a:t>Tercer nivel</a:t>
            </a:r>
          </a:p>
          <a:p>
            <a:pPr lvl="3"/>
            <a:r>
              <a:rPr lang="es-ES" altLang="es-ES"/>
              <a:t>Cuarto nivel</a:t>
            </a:r>
          </a:p>
          <a:p>
            <a:pPr lvl="4"/>
            <a:r>
              <a:rPr lang="es-ES" altLang="es-ES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03BBB416-BDBF-404A-81D3-CBA85886099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456488" y="588327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050" smtClean="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fld id="{ABC68E97-70E0-4EF5-BEA0-CDB055FBDEC0}" type="datetime1">
              <a:rPr lang="es-ES"/>
              <a:pPr>
                <a:defRPr/>
              </a:pPr>
              <a:t>24/03/2026</a:t>
            </a:fld>
            <a:endParaRPr lang="es-ES"/>
          </a:p>
        </p:txBody>
      </p:sp>
      <p:sp>
        <p:nvSpPr>
          <p:cNvPr id="5" name="Marcador de posición de pie de página 4">
            <a:extLst>
              <a:ext uri="{FF2B5EF4-FFF2-40B4-BE49-F238E27FC236}">
                <a16:creationId xmlns:a16="http://schemas.microsoft.com/office/drawing/2014/main" id="{B906EC81-3801-417B-A853-F14F73CD6C7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41413" y="5883275"/>
            <a:ext cx="62388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050" cap="all" baseline="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s-ES"/>
              <a:t>dfsasdfasd</a:t>
            </a:r>
          </a:p>
        </p:txBody>
      </p:sp>
      <p:sp>
        <p:nvSpPr>
          <p:cNvPr id="6" name="Marcador de posición de número de diapositiva 5">
            <a:extLst>
              <a:ext uri="{FF2B5EF4-FFF2-40B4-BE49-F238E27FC236}">
                <a16:creationId xmlns:a16="http://schemas.microsoft.com/office/drawing/2014/main" id="{F7FCFB96-31D9-4ADC-9E04-4B546EDA509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275888" y="5883275"/>
            <a:ext cx="771525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solidFill>
                  <a:srgbClr val="F1F1F1"/>
                </a:solidFill>
              </a:defRPr>
            </a:lvl1pPr>
          </a:lstStyle>
          <a:p>
            <a:fld id="{ACC82BB1-65DB-491F-8DA3-D48441B9C935}" type="slidenum">
              <a:rPr lang="es-ES" altLang="es-ES"/>
              <a:pPr/>
              <a:t>‹Nº›</a:t>
            </a:fld>
            <a:endParaRPr lang="es-ES" altLang="es-ES"/>
          </a:p>
        </p:txBody>
      </p:sp>
    </p:spTree>
  </p:cSld>
  <p:clrMap bg1="dk1" tx1="lt1" bg2="dk2" tx2="lt2" accent1="accent1" accent2="accent2" accent3="accent3" accent4="accent4" accent5="accent5" accent6="accent6" hlink="hlink" folHlink="folHlink"/>
  <p:sldLayoutIdLst>
    <p:sldLayoutId id="2147483704" r:id="rId1"/>
    <p:sldLayoutId id="2147483705" r:id="rId2"/>
    <p:sldLayoutId id="2147483690" r:id="rId3"/>
    <p:sldLayoutId id="2147483691" r:id="rId4"/>
    <p:sldLayoutId id="2147483692" r:id="rId5"/>
    <p:sldLayoutId id="2147483693" r:id="rId6"/>
    <p:sldLayoutId id="2147483694" r:id="rId7"/>
    <p:sldLayoutId id="2147483695" r:id="rId8"/>
    <p:sldLayoutId id="2147483696" r:id="rId9"/>
    <p:sldLayoutId id="2147483697" r:id="rId10"/>
    <p:sldLayoutId id="2147483698" r:id="rId11"/>
    <p:sldLayoutId id="2147483706" r:id="rId12"/>
    <p:sldLayoutId id="2147483699" r:id="rId13"/>
    <p:sldLayoutId id="2147483700" r:id="rId14"/>
    <p:sldLayoutId id="2147483701" r:id="rId15"/>
    <p:sldLayoutId id="2147483702" r:id="rId16"/>
    <p:sldLayoutId id="2147483703" r:id="rId17"/>
  </p:sldLayoutIdLst>
  <p:hf hdr="0" ftr="0" dt="0"/>
  <p:txStyles>
    <p:titleStyle>
      <a:lvl1pPr algn="l" rtl="0" fontAlgn="base">
        <a:lnSpc>
          <a:spcPct val="90000"/>
        </a:lnSpc>
        <a:spcBef>
          <a:spcPct val="0"/>
        </a:spcBef>
        <a:spcAft>
          <a:spcPct val="0"/>
        </a:spcAft>
        <a:defRPr sz="3600" kern="1200" cap="all">
          <a:solidFill>
            <a:schemeClr val="tx1"/>
          </a:solidFill>
          <a:latin typeface="+mj-lt"/>
          <a:ea typeface="+mj-ea"/>
          <a:cs typeface="+mj-cs"/>
        </a:defRPr>
      </a:lvl1pPr>
      <a:lvl2pPr algn="l" rtl="0" fontAlgn="base">
        <a:lnSpc>
          <a:spcPct val="90000"/>
        </a:lnSpc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Tw Cen MT" panose="020B0602020104020603" pitchFamily="34" charset="0"/>
        </a:defRPr>
      </a:lvl2pPr>
      <a:lvl3pPr algn="l" rtl="0" fontAlgn="base">
        <a:lnSpc>
          <a:spcPct val="90000"/>
        </a:lnSpc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Tw Cen MT" panose="020B0602020104020603" pitchFamily="34" charset="0"/>
        </a:defRPr>
      </a:lvl3pPr>
      <a:lvl4pPr algn="l" rtl="0" fontAlgn="base">
        <a:lnSpc>
          <a:spcPct val="90000"/>
        </a:lnSpc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Tw Cen MT" panose="020B0602020104020603" pitchFamily="34" charset="0"/>
        </a:defRPr>
      </a:lvl4pPr>
      <a:lvl5pPr algn="l" rtl="0" fontAlgn="base">
        <a:lnSpc>
          <a:spcPct val="90000"/>
        </a:lnSpc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Tw Cen MT" panose="020B0602020104020603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Tw Cen MT" panose="020B0602020104020603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Tw Cen MT" panose="020B0602020104020603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Tw Cen MT" panose="020B0602020104020603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Tw Cen MT" panose="020B0602020104020603" pitchFamily="34" charset="0"/>
        </a:defRPr>
      </a:lvl9pPr>
    </p:titleStyle>
    <p:bodyStyle>
      <a:lvl1pPr marL="228600" indent="-228600" algn="l" rtl="0" fontAlgn="base">
        <a:lnSpc>
          <a:spcPct val="120000"/>
        </a:lnSpc>
        <a:spcBef>
          <a:spcPts val="1000"/>
        </a:spcBef>
        <a:spcAft>
          <a:spcPct val="0"/>
        </a:spcAft>
        <a:buSzPct val="125000"/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fontAlgn="base">
        <a:lnSpc>
          <a:spcPct val="120000"/>
        </a:lnSpc>
        <a:spcBef>
          <a:spcPts val="500"/>
        </a:spcBef>
        <a:spcAft>
          <a:spcPct val="0"/>
        </a:spcAft>
        <a:buSzPct val="125000"/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>
        <a:lnSpc>
          <a:spcPct val="120000"/>
        </a:lnSpc>
        <a:spcBef>
          <a:spcPts val="500"/>
        </a:spcBef>
        <a:spcAft>
          <a:spcPct val="0"/>
        </a:spcAft>
        <a:buSzPct val="125000"/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>
        <a:lnSpc>
          <a:spcPct val="120000"/>
        </a:lnSpc>
        <a:spcBef>
          <a:spcPts val="500"/>
        </a:spcBef>
        <a:spcAft>
          <a:spcPct val="0"/>
        </a:spcAft>
        <a:buSzPct val="125000"/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>
        <a:lnSpc>
          <a:spcPct val="120000"/>
        </a:lnSpc>
        <a:spcBef>
          <a:spcPts val="500"/>
        </a:spcBef>
        <a:spcAft>
          <a:spcPct val="0"/>
        </a:spcAft>
        <a:buSzPct val="125000"/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120000"/>
        </a:lnSpc>
        <a:spcBef>
          <a:spcPts val="500"/>
        </a:spcBef>
        <a:buSzPct val="125000"/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120000"/>
        </a:lnSpc>
        <a:spcBef>
          <a:spcPts val="500"/>
        </a:spcBef>
        <a:buSzPct val="125000"/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120000"/>
        </a:lnSpc>
        <a:spcBef>
          <a:spcPts val="500"/>
        </a:spcBef>
        <a:buSzPct val="125000"/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120000"/>
        </a:lnSpc>
        <a:spcBef>
          <a:spcPts val="500"/>
        </a:spcBef>
        <a:buSzPct val="125000"/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3283C93-1DCC-4F36-BE53-979AB264C82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876425" y="2520950"/>
            <a:ext cx="8791575" cy="2387600"/>
          </a:xfrm>
        </p:spPr>
        <p:txBody>
          <a:bodyPr>
            <a:normAutofit fontScale="90000"/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es-ES" sz="5400" dirty="0">
                <a:latin typeface="Rockwell" panose="02060603020205020403" pitchFamily="18" charset="0"/>
              </a:rPr>
              <a:t>Tema 3</a:t>
            </a:r>
            <a:br>
              <a:rPr lang="es-ES" sz="5400" dirty="0">
                <a:latin typeface="Rockwell" panose="02060603020205020403" pitchFamily="18" charset="0"/>
              </a:rPr>
            </a:br>
            <a:r>
              <a:rPr lang="es-ES" sz="5400" dirty="0">
                <a:latin typeface="Rockwell" panose="02060603020205020403" pitchFamily="18" charset="0"/>
              </a:rPr>
              <a:t> </a:t>
            </a:r>
            <a:br>
              <a:rPr lang="es-ES" sz="5400" dirty="0">
                <a:latin typeface="Rockwell" panose="02060603020205020403" pitchFamily="18" charset="0"/>
              </a:rPr>
            </a:br>
            <a:r>
              <a:rPr lang="es-ES" dirty="0">
                <a:solidFill>
                  <a:schemeClr val="accent2">
                    <a:lumMod val="75000"/>
                  </a:schemeClr>
                </a:solidFill>
              </a:rPr>
              <a:t>implementación del procesador monociclo  </a:t>
            </a:r>
            <a:r>
              <a:rPr lang="es-ES" sz="5400" dirty="0">
                <a:solidFill>
                  <a:schemeClr val="accent2">
                    <a:lumMod val="75000"/>
                  </a:schemeClr>
                </a:solidFill>
              </a:rPr>
              <a:t>RISC-V</a:t>
            </a:r>
            <a:endParaRPr lang="es-ES" sz="5400" dirty="0">
              <a:solidFill>
                <a:schemeClr val="accent2">
                  <a:lumMod val="75000"/>
                </a:schemeClr>
              </a:solidFill>
              <a:latin typeface="Rockwell" panose="02060603020205020403" pitchFamily="18" charset="0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>
            <a:extLst>
              <a:ext uri="{FF2B5EF4-FFF2-40B4-BE49-F238E27FC236}">
                <a16:creationId xmlns:a16="http://schemas.microsoft.com/office/drawing/2014/main" id="{6F1356C8-4BA7-4B36-AF0D-5BD78C4D51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876425" y="1122363"/>
            <a:ext cx="8791575" cy="2387600"/>
          </a:xfrm>
        </p:spPr>
        <p:txBody>
          <a:bodyPr>
            <a:normAutofit fontScale="90000"/>
          </a:bodyPr>
          <a:lstStyle/>
          <a:p>
            <a:pPr fontAlgn="auto">
              <a:lnSpc>
                <a:spcPct val="150000"/>
              </a:lnSpc>
              <a:spcAft>
                <a:spcPts val="0"/>
              </a:spcAft>
              <a:defRPr/>
            </a:pPr>
            <a:r>
              <a:rPr lang="es-ES" sz="3600" dirty="0">
                <a:latin typeface="Rockwell" panose="02060603020205020403" pitchFamily="18" charset="0"/>
              </a:rPr>
              <a:t>Tema 3</a:t>
            </a:r>
            <a:br>
              <a:rPr lang="es-ES" sz="5400" dirty="0">
                <a:latin typeface="Rockwell" panose="02060603020205020403" pitchFamily="18" charset="0"/>
              </a:rPr>
            </a:br>
            <a:r>
              <a:rPr lang="es-ES" sz="3600" b="1" dirty="0">
                <a:solidFill>
                  <a:schemeClr val="accent2">
                    <a:lumMod val="75000"/>
                  </a:schemeClr>
                </a:solidFill>
              </a:rPr>
              <a:t>implementación del procesador monociclo</a:t>
            </a:r>
          </a:p>
        </p:txBody>
      </p:sp>
      <p:sp>
        <p:nvSpPr>
          <p:cNvPr id="5" name="Subtítulo 4">
            <a:extLst>
              <a:ext uri="{FF2B5EF4-FFF2-40B4-BE49-F238E27FC236}">
                <a16:creationId xmlns:a16="http://schemas.microsoft.com/office/drawing/2014/main" id="{412EE6B4-03E7-4F48-A8B4-B50C36B078C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965325" y="4306888"/>
            <a:ext cx="8791575" cy="1776412"/>
          </a:xfrm>
        </p:spPr>
        <p:txBody>
          <a:bodyPr>
            <a:normAutofit lnSpcReduction="1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s-ES" sz="2200" b="1" dirty="0"/>
              <a:t>FUNDAMENTOS de computadores</a:t>
            </a:r>
          </a:p>
          <a:p>
            <a:pPr fontAlgn="auto">
              <a:spcAft>
                <a:spcPts val="0"/>
              </a:spcAft>
              <a:defRPr/>
            </a:pPr>
            <a:endParaRPr lang="es-ES" dirty="0"/>
          </a:p>
          <a:p>
            <a:pPr fontAlgn="auto">
              <a:spcAft>
                <a:spcPts val="0"/>
              </a:spcAft>
              <a:defRPr/>
            </a:pPr>
            <a:r>
              <a:rPr lang="es-ES" sz="1700" i="1" cap="none" dirty="0"/>
              <a:t>Dpto. Arquitectura de Computadores</a:t>
            </a:r>
          </a:p>
          <a:p>
            <a:pPr fontAlgn="auto">
              <a:spcAft>
                <a:spcPts val="0"/>
              </a:spcAft>
              <a:defRPr/>
            </a:pPr>
            <a:r>
              <a:rPr lang="es-ES" sz="1700" i="1" cap="none" dirty="0"/>
              <a:t>Universidad de Málaga 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>
            <a:extLst>
              <a:ext uri="{FF2B5EF4-FFF2-40B4-BE49-F238E27FC236}">
                <a16:creationId xmlns:a16="http://schemas.microsoft.com/office/drawing/2014/main" id="{3C8791C1-BD45-4CFC-8583-2B140C93FC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b="1" dirty="0">
                <a:solidFill>
                  <a:schemeClr val="accent2">
                    <a:lumMod val="75000"/>
                  </a:schemeClr>
                </a:solidFill>
              </a:rPr>
              <a:t>Contenidos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3C968045-F40F-4071-BD5B-F3F79BA48BF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s-ES" dirty="0"/>
              <a:t>Introducción</a:t>
            </a:r>
          </a:p>
          <a:p>
            <a:pPr fontAlgn="auto">
              <a:spcAft>
                <a:spcPts val="0"/>
              </a:spcAft>
              <a:defRPr/>
            </a:pPr>
            <a:r>
              <a:rPr lang="es-ES" dirty="0"/>
              <a:t>Camino de datos monociclo</a:t>
            </a:r>
          </a:p>
          <a:p>
            <a:pPr fontAlgn="auto">
              <a:spcAft>
                <a:spcPts val="0"/>
              </a:spcAft>
              <a:defRPr/>
            </a:pPr>
            <a:r>
              <a:rPr lang="es-ES" dirty="0"/>
              <a:t>Unidad de control monociclo</a:t>
            </a:r>
          </a:p>
          <a:p>
            <a:pPr fontAlgn="auto">
              <a:spcAft>
                <a:spcPts val="0"/>
              </a:spcAft>
              <a:defRPr/>
            </a:pPr>
            <a:r>
              <a:rPr lang="es-ES" dirty="0"/>
              <a:t>Tiempo de ciclo</a:t>
            </a:r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b="1" dirty="0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F651532-8091-4270-AC45-7DDEEB5980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5D73060-A2E3-4D86-B1C2-B284883AD2DF}" type="slidenum">
              <a:rPr lang="es-ES" altLang="es-ES">
                <a:solidFill>
                  <a:srgbClr val="171717"/>
                </a:solidFill>
              </a:rPr>
              <a:pPr/>
              <a:t>3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>
            <a:extLst>
              <a:ext uri="{FF2B5EF4-FFF2-40B4-BE49-F238E27FC236}">
                <a16:creationId xmlns:a16="http://schemas.microsoft.com/office/drawing/2014/main" id="{BFDB6780-15BE-4DC9-BE2F-538556DA40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1419225"/>
            <a:ext cx="9906000" cy="2852738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b="1" dirty="0">
                <a:solidFill>
                  <a:schemeClr val="accent2">
                    <a:lumMod val="75000"/>
                  </a:schemeClr>
                </a:solidFill>
              </a:rPr>
              <a:t>introducción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F49642BC-8655-4068-AE1B-788CB656144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41413" y="4424363"/>
            <a:ext cx="9906000" cy="1374775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2000" dirty="0">
                <a:latin typeface="Rockwell" panose="02060603020205020403" pitchFamily="18" charset="0"/>
              </a:rPr>
              <a:t>Tema 3: implementación del procesador monociclo</a:t>
            </a:r>
            <a:endParaRPr lang="es-ES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2BE789F-FE00-419D-AC9D-28C166D822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elementos COMBINACIONALES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29" name="Marcador de número de diapositiva 28">
            <a:extLst>
              <a:ext uri="{FF2B5EF4-FFF2-40B4-BE49-F238E27FC236}">
                <a16:creationId xmlns:a16="http://schemas.microsoft.com/office/drawing/2014/main" id="{ADE94769-4C02-4D39-AA54-85459FF63D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BBDD4F6-596C-435F-80C7-67B52F884CA8}" type="slidenum">
              <a:rPr lang="es-ES" altLang="es-ES">
                <a:solidFill>
                  <a:srgbClr val="171717"/>
                </a:solidFill>
              </a:rPr>
              <a:pPr/>
              <a:t>5</a:t>
            </a:fld>
            <a:endParaRPr lang="es-ES" altLang="es-ES">
              <a:solidFill>
                <a:srgbClr val="171717"/>
              </a:solidFill>
            </a:endParaRPr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BAA19E4D-4ABF-4C46-81D0-C926D2CCA5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19798" y="1239076"/>
            <a:ext cx="9150057" cy="5104890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2BE789F-FE00-419D-AC9D-28C166D822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elementos de memoria - BIESTABLE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29" name="Marcador de número de diapositiva 28">
            <a:extLst>
              <a:ext uri="{FF2B5EF4-FFF2-40B4-BE49-F238E27FC236}">
                <a16:creationId xmlns:a16="http://schemas.microsoft.com/office/drawing/2014/main" id="{ADE94769-4C02-4D39-AA54-85459FF63D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BBDD4F6-596C-435F-80C7-67B52F884CA8}" type="slidenum">
              <a:rPr lang="es-ES" altLang="es-ES">
                <a:solidFill>
                  <a:srgbClr val="171717"/>
                </a:solidFill>
              </a:rPr>
              <a:pPr/>
              <a:t>6</a:t>
            </a:fld>
            <a:endParaRPr lang="es-ES" altLang="es-ES">
              <a:solidFill>
                <a:srgbClr val="171717"/>
              </a:solidFill>
            </a:endParaRPr>
          </a:p>
        </p:txBody>
      </p:sp>
      <p:pic>
        <p:nvPicPr>
          <p:cNvPr id="7" name="Imagen 6">
            <a:extLst>
              <a:ext uri="{FF2B5EF4-FFF2-40B4-BE49-F238E27FC236}">
                <a16:creationId xmlns:a16="http://schemas.microsoft.com/office/drawing/2014/main" id="{D48A8B4F-A0CF-439E-AAC8-916AD075474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5354" y="1380683"/>
            <a:ext cx="8576098" cy="52506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277865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2BE789F-FE00-419D-AC9D-28C166D822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elementos de memoria - Registros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8F394272-FF9D-4443-991C-5C380B394D8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9906000" cy="3830638"/>
          </a:xfrm>
        </p:spPr>
        <p:txBody>
          <a:bodyPr>
            <a:normAutofit fontScale="92500" lnSpcReduction="1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s-ES_tradnl" sz="2800" dirty="0" err="1">
                <a:ea typeface="ＭＳ Ｐゴシック" charset="-128"/>
                <a:cs typeface="ＭＳ Ｐゴシック" charset="-128"/>
              </a:rPr>
              <a:t>nto</a:t>
            </a:r>
            <a:r>
              <a:rPr lang="es-ES_tradnl" sz="2800" dirty="0">
                <a:ea typeface="ＭＳ Ｐゴシック" charset="-128"/>
                <a:cs typeface="ＭＳ Ｐゴシック" charset="-128"/>
              </a:rPr>
              <a:t> para almacenar </a:t>
            </a:r>
            <a:r>
              <a:rPr lang="es-ES_tradnl" sz="2800" dirty="0">
                <a:solidFill>
                  <a:srgbClr val="3366FF"/>
                </a:solidFill>
                <a:ea typeface="ＭＳ Ｐゴシック" charset="-128"/>
                <a:cs typeface="ＭＳ Ｐゴシック" charset="-128"/>
              </a:rPr>
              <a:t>1</a:t>
            </a:r>
            <a:r>
              <a:rPr lang="es-ES_tradnl" sz="2800" dirty="0">
                <a:ea typeface="ＭＳ Ｐゴシック" charset="-128"/>
                <a:cs typeface="ＭＳ Ｐゴシック" charset="-128"/>
              </a:rPr>
              <a:t> bit</a:t>
            </a:r>
          </a:p>
          <a:p>
            <a:pPr fontAlgn="auto">
              <a:spcAft>
                <a:spcPts val="0"/>
              </a:spcAft>
              <a:defRPr/>
            </a:pPr>
            <a:r>
              <a:rPr lang="es-ES_tradnl" sz="2800" dirty="0">
                <a:ea typeface="ＭＳ Ｐゴシック" charset="-128"/>
                <a:cs typeface="ＭＳ Ｐゴシック" charset="-128"/>
              </a:rPr>
              <a:t>Registro: Elemento para almacenar </a:t>
            </a:r>
            <a:r>
              <a:rPr lang="es-ES_tradnl" sz="2800" dirty="0">
                <a:solidFill>
                  <a:srgbClr val="3366FF"/>
                </a:solidFill>
                <a:ea typeface="ＭＳ Ｐゴシック" charset="-128"/>
                <a:cs typeface="ＭＳ Ｐゴシック" charset="-128"/>
              </a:rPr>
              <a:t>n</a:t>
            </a:r>
            <a:r>
              <a:rPr lang="es-ES_tradnl" sz="2800" dirty="0">
                <a:ea typeface="ＭＳ Ｐゴシック" charset="-128"/>
                <a:cs typeface="ＭＳ Ｐゴシック" charset="-128"/>
              </a:rPr>
              <a:t> bits	</a:t>
            </a:r>
          </a:p>
          <a:p>
            <a:pPr fontAlgn="auto">
              <a:spcAft>
                <a:spcPts val="0"/>
              </a:spcAft>
              <a:defRPr/>
            </a:pPr>
            <a:r>
              <a:rPr lang="es-ES_tradnl" sz="2800" dirty="0">
                <a:ea typeface="ＭＳ Ｐゴシック" charset="-128"/>
                <a:cs typeface="ＭＳ Ｐゴシック" charset="-128"/>
              </a:rPr>
              <a:t>Registro paralelo (ejemplo)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_tradnl" sz="2400" dirty="0"/>
              <a:t>El valor almacenado se lee por la salida </a:t>
            </a:r>
            <a:r>
              <a:rPr lang="es-ES_tradnl" sz="2400" dirty="0">
                <a:solidFill>
                  <a:srgbClr val="3366FF"/>
                </a:solidFill>
              </a:rPr>
              <a:t>OUT[n-1:0]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_tradnl" sz="2400" dirty="0"/>
              <a:t>El valor que se quiere almacenar se proporciona por la entrada </a:t>
            </a:r>
            <a:r>
              <a:rPr lang="es-ES_tradnl" sz="2400" dirty="0">
                <a:solidFill>
                  <a:srgbClr val="3366FF"/>
                </a:solidFill>
              </a:rPr>
              <a:t>IN[n-1:0]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_tradnl" sz="2400" dirty="0"/>
              <a:t>Para almacenar IN en el registro hay que activar la entrada </a:t>
            </a:r>
            <a:r>
              <a:rPr lang="es-ES_tradnl" sz="2400" dirty="0">
                <a:solidFill>
                  <a:srgbClr val="3366FF"/>
                </a:solidFill>
              </a:rPr>
              <a:t>load </a:t>
            </a:r>
            <a:r>
              <a:rPr lang="es-ES_tradnl" sz="2400" dirty="0"/>
              <a:t>y enviar un flanco de bajada por la entrada </a:t>
            </a:r>
            <a:r>
              <a:rPr lang="es-ES_tradnl" sz="2400" dirty="0" err="1">
                <a:solidFill>
                  <a:srgbClr val="3366FF"/>
                </a:solidFill>
              </a:rPr>
              <a:t>clk</a:t>
            </a:r>
            <a:endParaRPr lang="es-ES_tradnl" sz="2400" dirty="0">
              <a:solidFill>
                <a:srgbClr val="3366FF"/>
              </a:solidFill>
            </a:endParaRPr>
          </a:p>
          <a:p>
            <a:pPr lvl="1" fontAlgn="auto">
              <a:spcAft>
                <a:spcPts val="0"/>
              </a:spcAft>
              <a:defRPr/>
            </a:pPr>
            <a:r>
              <a:rPr lang="es-ES_tradnl" sz="2400" dirty="0"/>
              <a:t>La entrada </a:t>
            </a:r>
            <a:r>
              <a:rPr lang="es-ES_tradnl" sz="2400" dirty="0" err="1">
                <a:solidFill>
                  <a:srgbClr val="3366FF"/>
                </a:solidFill>
              </a:rPr>
              <a:t>reset</a:t>
            </a:r>
            <a:r>
              <a:rPr lang="es-ES_tradnl" sz="2400" dirty="0">
                <a:solidFill>
                  <a:srgbClr val="3366FF"/>
                </a:solidFill>
              </a:rPr>
              <a:t> </a:t>
            </a:r>
            <a:r>
              <a:rPr lang="es-ES_tradnl" sz="2400" dirty="0"/>
              <a:t>pone a 0 el contenido del registro </a:t>
            </a:r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grpSp>
        <p:nvGrpSpPr>
          <p:cNvPr id="13315" name="Agrupar 24">
            <a:extLst>
              <a:ext uri="{FF2B5EF4-FFF2-40B4-BE49-F238E27FC236}">
                <a16:creationId xmlns:a16="http://schemas.microsoft.com/office/drawing/2014/main" id="{AD73036C-E4D4-466A-8CA6-79176B6925F9}"/>
              </a:ext>
            </a:extLst>
          </p:cNvPr>
          <p:cNvGrpSpPr>
            <a:grpSpLocks/>
          </p:cNvGrpSpPr>
          <p:nvPr/>
        </p:nvGrpSpPr>
        <p:grpSpPr bwMode="auto">
          <a:xfrm>
            <a:off x="9507538" y="1474788"/>
            <a:ext cx="2036762" cy="1444625"/>
            <a:chOff x="5178422" y="1981200"/>
            <a:chExt cx="2036939" cy="1443317"/>
          </a:xfrm>
        </p:grpSpPr>
        <p:grpSp>
          <p:nvGrpSpPr>
            <p:cNvPr id="13421" name="Agrupar 21">
              <a:extLst>
                <a:ext uri="{FF2B5EF4-FFF2-40B4-BE49-F238E27FC236}">
                  <a16:creationId xmlns:a16="http://schemas.microsoft.com/office/drawing/2014/main" id="{33505D6F-AB3B-42B7-A41C-BEAF7B35CC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78422" y="2209800"/>
              <a:ext cx="2036939" cy="914400"/>
              <a:chOff x="4340222" y="2286000"/>
              <a:chExt cx="2036939" cy="914400"/>
            </a:xfrm>
          </p:grpSpPr>
          <p:sp>
            <p:nvSpPr>
              <p:cNvPr id="11" name="Line 20">
                <a:extLst>
                  <a:ext uri="{FF2B5EF4-FFF2-40B4-BE49-F238E27FC236}">
                    <a16:creationId xmlns:a16="http://schemas.microsoft.com/office/drawing/2014/main" id="{74A816F3-1DC7-47C6-BC75-F4D312329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327733" y="2285793"/>
                <a:ext cx="1587" cy="287077"/>
              </a:xfrm>
              <a:prstGeom prst="line">
                <a:avLst/>
              </a:prstGeom>
              <a:noFill/>
              <a:ln w="38100">
                <a:solidFill>
                  <a:schemeClr val="bg1">
                    <a:lumMod val="10000"/>
                  </a:schemeClr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12" name="Freeform 33">
                <a:extLst>
                  <a:ext uri="{FF2B5EF4-FFF2-40B4-BE49-F238E27FC236}">
                    <a16:creationId xmlns:a16="http://schemas.microsoft.com/office/drawing/2014/main" id="{88F2DB3B-A596-4B0F-A034-33B1584F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928" y="2330203"/>
                <a:ext cx="92083" cy="82475"/>
              </a:xfrm>
              <a:custGeom>
                <a:avLst/>
                <a:gdLst>
                  <a:gd name="T0" fmla="*/ 0 w 58"/>
                  <a:gd name="T1" fmla="*/ 2147483647 h 52"/>
                  <a:gd name="T2" fmla="*/ 2147483647 w 58"/>
                  <a:gd name="T3" fmla="*/ 0 h 52"/>
                  <a:gd name="T4" fmla="*/ 0 60000 65536"/>
                  <a:gd name="T5" fmla="*/ 0 60000 65536"/>
                  <a:gd name="T6" fmla="*/ 0 w 58"/>
                  <a:gd name="T7" fmla="*/ 0 h 52"/>
                  <a:gd name="T8" fmla="*/ 58 w 58"/>
                  <a:gd name="T9" fmla="*/ 52 h 5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8" h="52">
                    <a:moveTo>
                      <a:pt x="0" y="52"/>
                    </a:moveTo>
                    <a:lnTo>
                      <a:pt x="58" y="0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13" name="Text Box 36">
                <a:extLst>
                  <a:ext uri="{FF2B5EF4-FFF2-40B4-BE49-F238E27FC236}">
                    <a16:creationId xmlns:a16="http://schemas.microsoft.com/office/drawing/2014/main" id="{A267EE8C-813C-463B-8EEA-5FD921DB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2639" y="2323859"/>
                <a:ext cx="225445" cy="180811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r>
                  <a:rPr lang="es-ES" sz="700">
                    <a:solidFill>
                      <a:schemeClr val="bg1">
                        <a:lumMod val="10000"/>
                      </a:schemeClr>
                    </a:solidFill>
                    <a:latin typeface="+mn-lt"/>
                  </a:rPr>
                  <a:t>n</a:t>
                </a:r>
              </a:p>
            </p:txBody>
          </p:sp>
          <p:sp>
            <p:nvSpPr>
              <p:cNvPr id="14" name="Line 20">
                <a:extLst>
                  <a:ext uri="{FF2B5EF4-FFF2-40B4-BE49-F238E27FC236}">
                    <a16:creationId xmlns:a16="http://schemas.microsoft.com/office/drawing/2014/main" id="{80E795C4-4BC5-44D8-B6B0-B55A76F1C4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327733" y="2913874"/>
                <a:ext cx="1587" cy="287077"/>
              </a:xfrm>
              <a:prstGeom prst="line">
                <a:avLst/>
              </a:prstGeom>
              <a:noFill/>
              <a:ln w="38100">
                <a:solidFill>
                  <a:schemeClr val="bg1">
                    <a:lumMod val="10000"/>
                  </a:schemeClr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15" name="Freeform 33">
                <a:extLst>
                  <a:ext uri="{FF2B5EF4-FFF2-40B4-BE49-F238E27FC236}">
                    <a16:creationId xmlns:a16="http://schemas.microsoft.com/office/drawing/2014/main" id="{DCFFDF57-25A1-4902-9749-811929041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928" y="2958284"/>
                <a:ext cx="92083" cy="82475"/>
              </a:xfrm>
              <a:custGeom>
                <a:avLst/>
                <a:gdLst>
                  <a:gd name="T0" fmla="*/ 0 w 58"/>
                  <a:gd name="T1" fmla="*/ 2147483647 h 52"/>
                  <a:gd name="T2" fmla="*/ 2147483647 w 58"/>
                  <a:gd name="T3" fmla="*/ 0 h 52"/>
                  <a:gd name="T4" fmla="*/ 0 60000 65536"/>
                  <a:gd name="T5" fmla="*/ 0 60000 65536"/>
                  <a:gd name="T6" fmla="*/ 0 w 58"/>
                  <a:gd name="T7" fmla="*/ 0 h 52"/>
                  <a:gd name="T8" fmla="*/ 58 w 58"/>
                  <a:gd name="T9" fmla="*/ 52 h 5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8" h="52">
                    <a:moveTo>
                      <a:pt x="0" y="52"/>
                    </a:moveTo>
                    <a:lnTo>
                      <a:pt x="58" y="0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16" name="Text Box 36">
                <a:extLst>
                  <a:ext uri="{FF2B5EF4-FFF2-40B4-BE49-F238E27FC236}">
                    <a16:creationId xmlns:a16="http://schemas.microsoft.com/office/drawing/2014/main" id="{24BB6F52-7A87-4CF1-81AB-7FC43D5758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2639" y="2951939"/>
                <a:ext cx="225445" cy="179225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r>
                  <a:rPr lang="es-ES" sz="700">
                    <a:solidFill>
                      <a:schemeClr val="bg1">
                        <a:lumMod val="10000"/>
                      </a:schemeClr>
                    </a:solidFill>
                    <a:latin typeface="+mn-lt"/>
                  </a:rPr>
                  <a:t>n</a:t>
                </a:r>
              </a:p>
            </p:txBody>
          </p:sp>
          <p:grpSp>
            <p:nvGrpSpPr>
              <p:cNvPr id="13430" name="Group 12">
                <a:extLst>
                  <a:ext uri="{FF2B5EF4-FFF2-40B4-BE49-F238E27FC236}">
                    <a16:creationId xmlns:a16="http://schemas.microsoft.com/office/drawing/2014/main" id="{4F20F46D-7335-4FC7-B724-408181C9C6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40222" y="2422528"/>
                <a:ext cx="1462086" cy="520701"/>
                <a:chOff x="3275" y="1197"/>
                <a:chExt cx="921" cy="328"/>
              </a:xfrm>
            </p:grpSpPr>
            <p:sp>
              <p:nvSpPr>
                <p:cNvPr id="20" name="Rectangle 13">
                  <a:extLst>
                    <a:ext uri="{FF2B5EF4-FFF2-40B4-BE49-F238E27FC236}">
                      <a16:creationId xmlns:a16="http://schemas.microsoft.com/office/drawing/2014/main" id="{2884CC95-F76A-43C0-BF9C-32B647A00D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06" y="1298"/>
                  <a:ext cx="590" cy="228"/>
                </a:xfrm>
                <a:prstGeom prst="rect">
                  <a:avLst/>
                </a:prstGeom>
                <a:solidFill>
                  <a:schemeClr val="bg1">
                    <a:lumMod val="90000"/>
                  </a:schemeClr>
                </a:solidFill>
                <a:ln w="19050">
                  <a:solidFill>
                    <a:schemeClr val="bg1">
                      <a:lumMod val="10000"/>
                    </a:schemeClr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ctr" eaLnBrk="1" fontAlgn="auto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SzPct val="100000"/>
                    <a:buFont typeface="Wingdings" charset="2"/>
                    <a:buNone/>
                    <a:defRPr/>
                  </a:pPr>
                  <a:r>
                    <a:rPr lang="es-ES" sz="2000" b="1" dirty="0">
                      <a:solidFill>
                        <a:schemeClr val="bg1">
                          <a:lumMod val="10000"/>
                        </a:schemeClr>
                      </a:solidFill>
                      <a:latin typeface="+mn-lt"/>
                    </a:rPr>
                    <a:t>A</a:t>
                  </a:r>
                </a:p>
              </p:txBody>
            </p:sp>
            <p:sp>
              <p:nvSpPr>
                <p:cNvPr id="21" name="Oval 14">
                  <a:extLst>
                    <a:ext uri="{FF2B5EF4-FFF2-40B4-BE49-F238E27FC236}">
                      <a16:creationId xmlns:a16="http://schemas.microsoft.com/office/drawing/2014/main" id="{9AE54C76-CEE5-4B1E-81AC-1CF842BAF6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60" y="1435"/>
                  <a:ext cx="46" cy="45"/>
                </a:xfrm>
                <a:prstGeom prst="ellipse">
                  <a:avLst/>
                </a:prstGeom>
                <a:noFill/>
                <a:ln w="19050">
                  <a:solidFill>
                    <a:schemeClr val="bg1">
                      <a:lumMod val="10000"/>
                    </a:schemeClr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 eaLnBrk="1" fontAlgn="auto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SzPct val="100000"/>
                    <a:buFont typeface="Wingdings" charset="2"/>
                    <a:buNone/>
                    <a:defRPr/>
                  </a:pPr>
                  <a:endParaRPr lang="es-ES_tradnl">
                    <a:latin typeface="+mn-lt"/>
                  </a:endParaRPr>
                </a:p>
              </p:txBody>
            </p:sp>
            <p:sp>
              <p:nvSpPr>
                <p:cNvPr id="22" name="Freeform 15">
                  <a:extLst>
                    <a:ext uri="{FF2B5EF4-FFF2-40B4-BE49-F238E27FC236}">
                      <a16:creationId xmlns:a16="http://schemas.microsoft.com/office/drawing/2014/main" id="{43E35997-1168-49F9-AB39-8019DFFCAC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6" y="1390"/>
                  <a:ext cx="62" cy="136"/>
                </a:xfrm>
                <a:custGeom>
                  <a:avLst/>
                  <a:gdLst>
                    <a:gd name="T0" fmla="*/ 0 w 62"/>
                    <a:gd name="T1" fmla="*/ 0 h 136"/>
                    <a:gd name="T2" fmla="*/ 62 w 62"/>
                    <a:gd name="T3" fmla="*/ 67 h 136"/>
                    <a:gd name="T4" fmla="*/ 0 w 62"/>
                    <a:gd name="T5" fmla="*/ 136 h 136"/>
                    <a:gd name="T6" fmla="*/ 0 60000 65536"/>
                    <a:gd name="T7" fmla="*/ 0 60000 65536"/>
                    <a:gd name="T8" fmla="*/ 0 60000 65536"/>
                    <a:gd name="T9" fmla="*/ 0 w 62"/>
                    <a:gd name="T10" fmla="*/ 0 h 136"/>
                    <a:gd name="T11" fmla="*/ 62 w 62"/>
                    <a:gd name="T12" fmla="*/ 136 h 1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2" h="136">
                      <a:moveTo>
                        <a:pt x="0" y="0"/>
                      </a:moveTo>
                      <a:lnTo>
                        <a:pt x="62" y="67"/>
                      </a:lnTo>
                      <a:lnTo>
                        <a:pt x="0" y="136"/>
                      </a:lnTo>
                    </a:path>
                  </a:pathLst>
                </a:custGeom>
                <a:noFill/>
                <a:ln w="19050">
                  <a:solidFill>
                    <a:schemeClr val="bg1">
                      <a:lumMod val="10000"/>
                    </a:scheme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1" fontAlgn="auto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SzPct val="100000"/>
                    <a:buFont typeface="Wingdings" charset="2"/>
                    <a:buNone/>
                    <a:defRPr/>
                  </a:pPr>
                  <a:endParaRPr lang="es-ES_tradnl">
                    <a:latin typeface="+mn-lt"/>
                  </a:endParaRPr>
                </a:p>
              </p:txBody>
            </p:sp>
            <p:sp>
              <p:nvSpPr>
                <p:cNvPr id="23" name="Line 16">
                  <a:extLst>
                    <a:ext uri="{FF2B5EF4-FFF2-40B4-BE49-F238E27FC236}">
                      <a16:creationId xmlns:a16="http://schemas.microsoft.com/office/drawing/2014/main" id="{5054DEDE-E966-4D8A-A6E0-83B302906E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415" y="1456"/>
                  <a:ext cx="136" cy="0"/>
                </a:xfrm>
                <a:prstGeom prst="line">
                  <a:avLst/>
                </a:prstGeom>
                <a:noFill/>
                <a:ln w="19050">
                  <a:solidFill>
                    <a:schemeClr val="bg1">
                      <a:lumMod val="10000"/>
                    </a:scheme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_tradnl">
                    <a:latin typeface="+mn-lt"/>
                  </a:endParaRPr>
                </a:p>
              </p:txBody>
            </p:sp>
            <p:sp>
              <p:nvSpPr>
                <p:cNvPr id="24" name="Line 17">
                  <a:extLst>
                    <a:ext uri="{FF2B5EF4-FFF2-40B4-BE49-F238E27FC236}">
                      <a16:creationId xmlns:a16="http://schemas.microsoft.com/office/drawing/2014/main" id="{CE368778-852B-4AB0-88AF-DCA4C08A55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424" y="1344"/>
                  <a:ext cx="182" cy="0"/>
                </a:xfrm>
                <a:prstGeom prst="line">
                  <a:avLst/>
                </a:prstGeom>
                <a:noFill/>
                <a:ln w="19050">
                  <a:solidFill>
                    <a:schemeClr val="bg1">
                      <a:lumMod val="10000"/>
                    </a:scheme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_tradnl">
                    <a:latin typeface="+mn-lt"/>
                  </a:endParaRPr>
                </a:p>
              </p:txBody>
            </p:sp>
            <p:sp>
              <p:nvSpPr>
                <p:cNvPr id="25" name="Text Box 18">
                  <a:extLst>
                    <a:ext uri="{FF2B5EF4-FFF2-40B4-BE49-F238E27FC236}">
                      <a16:creationId xmlns:a16="http://schemas.microsoft.com/office/drawing/2014/main" id="{DF59B990-339B-4811-82C8-99B7025D72A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36" y="1310"/>
                  <a:ext cx="268" cy="201"/>
                </a:xfrm>
                <a:prstGeom prst="rect">
                  <a:avLst/>
                </a:prstGeom>
                <a:noFill/>
                <a:ln w="19050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algn="ctr" eaLnBrk="1" fontAlgn="auto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SzPct val="100000"/>
                    <a:buFont typeface="Wingdings" charset="2"/>
                    <a:buNone/>
                    <a:defRPr/>
                  </a:pPr>
                  <a:r>
                    <a:rPr lang="es-ES" dirty="0" err="1">
                      <a:solidFill>
                        <a:schemeClr val="bg1">
                          <a:lumMod val="10000"/>
                        </a:schemeClr>
                      </a:solidFill>
                      <a:latin typeface="+mn-lt"/>
                    </a:rPr>
                    <a:t>clk</a:t>
                  </a:r>
                  <a:endParaRPr lang="es-ES" dirty="0">
                    <a:solidFill>
                      <a:schemeClr val="bg1">
                        <a:lumMod val="10000"/>
                      </a:schemeClr>
                    </a:solidFill>
                    <a:latin typeface="+mn-lt"/>
                  </a:endParaRPr>
                </a:p>
              </p:txBody>
            </p:sp>
            <p:sp>
              <p:nvSpPr>
                <p:cNvPr id="26" name="Text Box 19">
                  <a:extLst>
                    <a:ext uri="{FF2B5EF4-FFF2-40B4-BE49-F238E27FC236}">
                      <a16:creationId xmlns:a16="http://schemas.microsoft.com/office/drawing/2014/main" id="{2942D7F3-89F1-4390-8D1E-3F236C9967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5" y="1197"/>
                  <a:ext cx="381" cy="201"/>
                </a:xfrm>
                <a:prstGeom prst="rect">
                  <a:avLst/>
                </a:prstGeom>
                <a:noFill/>
                <a:ln w="19050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algn="ctr" eaLnBrk="1" fontAlgn="auto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SzPct val="100000"/>
                    <a:buFont typeface="Wingdings" charset="2"/>
                    <a:buNone/>
                    <a:defRPr/>
                  </a:pPr>
                  <a:r>
                    <a:rPr lang="es-ES" dirty="0">
                      <a:solidFill>
                        <a:schemeClr val="bg1">
                          <a:lumMod val="10000"/>
                        </a:schemeClr>
                      </a:solidFill>
                      <a:latin typeface="+mn-lt"/>
                    </a:rPr>
                    <a:t>load</a:t>
                  </a:r>
                </a:p>
              </p:txBody>
            </p:sp>
          </p:grpSp>
          <p:sp>
            <p:nvSpPr>
              <p:cNvPr id="18" name="Line 17">
                <a:extLst>
                  <a:ext uri="{FF2B5EF4-FFF2-40B4-BE49-F238E27FC236}">
                    <a16:creationId xmlns:a16="http://schemas.microsoft.com/office/drawing/2014/main" id="{4D4BB916-71B1-4FDF-862B-D2D1DE65C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807199" y="2666448"/>
                <a:ext cx="288950" cy="0"/>
              </a:xfrm>
              <a:prstGeom prst="line">
                <a:avLst/>
              </a:pr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19" name="Text Box 19">
                <a:extLst>
                  <a:ext uri="{FF2B5EF4-FFF2-40B4-BE49-F238E27FC236}">
                    <a16:creationId xmlns:a16="http://schemas.microsoft.com/office/drawing/2014/main" id="{1A1887E1-3478-4747-9F8D-A267167591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45281" y="2428539"/>
                <a:ext cx="631880" cy="31879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r>
                  <a:rPr lang="es-ES" dirty="0" err="1">
                    <a:solidFill>
                      <a:schemeClr val="bg1">
                        <a:lumMod val="10000"/>
                      </a:schemeClr>
                    </a:solidFill>
                    <a:latin typeface="+mn-lt"/>
                  </a:rPr>
                  <a:t>reset</a:t>
                </a:r>
                <a:endParaRPr lang="es-ES" dirty="0">
                  <a:solidFill>
                    <a:schemeClr val="bg1">
                      <a:lumMod val="10000"/>
                    </a:schemeClr>
                  </a:solidFill>
                  <a:latin typeface="+mn-lt"/>
                </a:endParaRPr>
              </a:p>
            </p:txBody>
          </p:sp>
        </p:grpSp>
        <p:sp>
          <p:nvSpPr>
            <p:cNvPr id="9" name="Text Box 19">
              <a:extLst>
                <a:ext uri="{FF2B5EF4-FFF2-40B4-BE49-F238E27FC236}">
                  <a16:creationId xmlns:a16="http://schemas.microsoft.com/office/drawing/2014/main" id="{A571E420-B744-4A13-9851-69A6FE8AB2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0116" y="1981200"/>
              <a:ext cx="997037" cy="317213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IN[n-1:0]</a:t>
              </a:r>
            </a:p>
          </p:txBody>
        </p:sp>
        <p:sp>
          <p:nvSpPr>
            <p:cNvPr id="10" name="Text Box 19">
              <a:extLst>
                <a:ext uri="{FF2B5EF4-FFF2-40B4-BE49-F238E27FC236}">
                  <a16:creationId xmlns:a16="http://schemas.microsoft.com/office/drawing/2014/main" id="{B3E17034-E21C-431A-8B84-FA8472723E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3269" y="3107304"/>
              <a:ext cx="1209780" cy="317213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OUT[n-1:0]</a:t>
              </a:r>
            </a:p>
          </p:txBody>
        </p:sp>
      </p:grpSp>
      <p:sp>
        <p:nvSpPr>
          <p:cNvPr id="131" name="Rectángulo 130">
            <a:extLst>
              <a:ext uri="{FF2B5EF4-FFF2-40B4-BE49-F238E27FC236}">
                <a16:creationId xmlns:a16="http://schemas.microsoft.com/office/drawing/2014/main" id="{CF61883C-A9D2-4428-A7AC-45FC972E45A3}"/>
              </a:ext>
            </a:extLst>
          </p:cNvPr>
          <p:cNvSpPr/>
          <p:nvPr/>
        </p:nvSpPr>
        <p:spPr bwMode="auto">
          <a:xfrm>
            <a:off x="3719513" y="5106988"/>
            <a:ext cx="4419600" cy="1524000"/>
          </a:xfrm>
          <a:prstGeom prst="rect">
            <a:avLst/>
          </a:prstGeom>
          <a:gradFill>
            <a:gsLst>
              <a:gs pos="0">
                <a:schemeClr val="bg1">
                  <a:lumMod val="90000"/>
                </a:schemeClr>
              </a:gs>
              <a:gs pos="100000">
                <a:schemeClr val="bg1">
                  <a:lumMod val="75000"/>
                </a:schemeClr>
              </a:gs>
            </a:gsLst>
          </a:gradFill>
          <a:ln>
            <a:headEnd type="none" w="med" len="med"/>
            <a:tailEnd type="none" w="med" len="med"/>
          </a:ln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tx1"/>
              </a:solidFill>
              <a:ea typeface="ＭＳ Ｐゴシック" charset="-128"/>
              <a:cs typeface="ＭＳ Ｐゴシック" charset="-128"/>
            </a:endParaRPr>
          </a:p>
        </p:txBody>
      </p:sp>
      <p:cxnSp>
        <p:nvCxnSpPr>
          <p:cNvPr id="132" name="Conector recto 131">
            <a:extLst>
              <a:ext uri="{FF2B5EF4-FFF2-40B4-BE49-F238E27FC236}">
                <a16:creationId xmlns:a16="http://schemas.microsoft.com/office/drawing/2014/main" id="{D85E60EC-1984-49E4-9B22-CBDE3BF164E6}"/>
              </a:ext>
            </a:extLst>
          </p:cNvPr>
          <p:cNvCxnSpPr/>
          <p:nvPr/>
        </p:nvCxnSpPr>
        <p:spPr bwMode="auto">
          <a:xfrm rot="16200000">
            <a:off x="6718300" y="5973763"/>
            <a:ext cx="1160463" cy="1587"/>
          </a:xfrm>
          <a:prstGeom prst="line">
            <a:avLst/>
          </a:prstGeom>
          <a:ln>
            <a:solidFill>
              <a:srgbClr val="FF6600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133" name="Conector recto 132">
            <a:extLst>
              <a:ext uri="{FF2B5EF4-FFF2-40B4-BE49-F238E27FC236}">
                <a16:creationId xmlns:a16="http://schemas.microsoft.com/office/drawing/2014/main" id="{4411851D-6FF1-4CE0-94F5-BBF8501645D3}"/>
              </a:ext>
            </a:extLst>
          </p:cNvPr>
          <p:cNvCxnSpPr/>
          <p:nvPr/>
        </p:nvCxnSpPr>
        <p:spPr bwMode="auto">
          <a:xfrm rot="16200000">
            <a:off x="6342857" y="6190456"/>
            <a:ext cx="692150" cy="1587"/>
          </a:xfrm>
          <a:prstGeom prst="line">
            <a:avLst/>
          </a:prstGeom>
          <a:ln>
            <a:solidFill>
              <a:srgbClr val="FF6600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134" name="Conector recto 133">
            <a:extLst>
              <a:ext uri="{FF2B5EF4-FFF2-40B4-BE49-F238E27FC236}">
                <a16:creationId xmlns:a16="http://schemas.microsoft.com/office/drawing/2014/main" id="{4FFED68F-A643-4175-BAF7-428165265C3C}"/>
              </a:ext>
            </a:extLst>
          </p:cNvPr>
          <p:cNvCxnSpPr/>
          <p:nvPr/>
        </p:nvCxnSpPr>
        <p:spPr bwMode="auto">
          <a:xfrm rot="16200000">
            <a:off x="4127501" y="5943600"/>
            <a:ext cx="1160462" cy="1587"/>
          </a:xfrm>
          <a:prstGeom prst="line">
            <a:avLst/>
          </a:prstGeom>
          <a:ln>
            <a:solidFill>
              <a:srgbClr val="FF6600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135" name="CuadroTexto 25">
            <a:extLst>
              <a:ext uri="{FF2B5EF4-FFF2-40B4-BE49-F238E27FC236}">
                <a16:creationId xmlns:a16="http://schemas.microsoft.com/office/drawing/2014/main" id="{EFABA543-9A3F-4923-B02D-0FCAEB01FC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5195888"/>
            <a:ext cx="482600" cy="1323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s-ES_tradnl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clk</a:t>
            </a:r>
            <a:endParaRPr lang="es-ES_tradnl" sz="12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r"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s-ES_tradnl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load</a:t>
            </a:r>
          </a:p>
          <a:p>
            <a:pPr algn="r"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s-ES_tradnl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reset</a:t>
            </a:r>
            <a:endParaRPr lang="es-ES_tradnl" sz="12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r"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s-ES_tradnl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IN</a:t>
            </a:r>
          </a:p>
          <a:p>
            <a:pPr algn="r"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s-ES_tradnl" sz="1200" dirty="0">
                <a:solidFill>
                  <a:srgbClr val="3366FF"/>
                </a:solidFill>
                <a:latin typeface="+mn-lt"/>
              </a:rPr>
              <a:t>OUT</a:t>
            </a:r>
          </a:p>
        </p:txBody>
      </p:sp>
      <p:grpSp>
        <p:nvGrpSpPr>
          <p:cNvPr id="13321" name="Agrupar 32">
            <a:extLst>
              <a:ext uri="{FF2B5EF4-FFF2-40B4-BE49-F238E27FC236}">
                <a16:creationId xmlns:a16="http://schemas.microsoft.com/office/drawing/2014/main" id="{C2E309C5-889C-4B65-924B-294890BEB17B}"/>
              </a:ext>
            </a:extLst>
          </p:cNvPr>
          <p:cNvGrpSpPr>
            <a:grpSpLocks/>
          </p:cNvGrpSpPr>
          <p:nvPr/>
        </p:nvGrpSpPr>
        <p:grpSpPr bwMode="auto">
          <a:xfrm>
            <a:off x="4402138" y="5241925"/>
            <a:ext cx="296862" cy="153988"/>
            <a:chOff x="1905000" y="5029200"/>
            <a:chExt cx="295530" cy="153988"/>
          </a:xfrm>
        </p:grpSpPr>
        <p:cxnSp>
          <p:nvCxnSpPr>
            <p:cNvPr id="137" name="Conector recto 136">
              <a:extLst>
                <a:ext uri="{FF2B5EF4-FFF2-40B4-BE49-F238E27FC236}">
                  <a16:creationId xmlns:a16="http://schemas.microsoft.com/office/drawing/2014/main" id="{A7FA77D4-2DFE-4546-8B57-22BD605255FF}"/>
                </a:ext>
              </a:extLst>
            </p:cNvPr>
            <p:cNvCxnSpPr/>
            <p:nvPr/>
          </p:nvCxnSpPr>
          <p:spPr bwMode="auto">
            <a:xfrm>
              <a:off x="2048814" y="5029200"/>
              <a:ext cx="151716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38" name="Conector recto 137">
              <a:extLst>
                <a:ext uri="{FF2B5EF4-FFF2-40B4-BE49-F238E27FC236}">
                  <a16:creationId xmlns:a16="http://schemas.microsoft.com/office/drawing/2014/main" id="{36D0AADB-46E1-4252-A7A5-85624AD08D8F}"/>
                </a:ext>
              </a:extLst>
            </p:cNvPr>
            <p:cNvCxnSpPr/>
            <p:nvPr/>
          </p:nvCxnSpPr>
          <p:spPr bwMode="auto">
            <a:xfrm rot="5400000">
              <a:off x="1971824" y="5104610"/>
              <a:ext cx="152400" cy="1580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39" name="Conector recto 138">
              <a:extLst>
                <a:ext uri="{FF2B5EF4-FFF2-40B4-BE49-F238E27FC236}">
                  <a16:creationId xmlns:a16="http://schemas.microsoft.com/office/drawing/2014/main" id="{DCBDB3DF-2A21-4852-9CAB-B78139612AD9}"/>
                </a:ext>
              </a:extLst>
            </p:cNvPr>
            <p:cNvCxnSpPr/>
            <p:nvPr/>
          </p:nvCxnSpPr>
          <p:spPr bwMode="auto">
            <a:xfrm>
              <a:off x="1905000" y="5181600"/>
              <a:ext cx="151716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0" name="Conector recto 139">
              <a:extLst>
                <a:ext uri="{FF2B5EF4-FFF2-40B4-BE49-F238E27FC236}">
                  <a16:creationId xmlns:a16="http://schemas.microsoft.com/office/drawing/2014/main" id="{3ADB5616-B545-4372-B449-58F843ECA982}"/>
                </a:ext>
              </a:extLst>
            </p:cNvPr>
            <p:cNvCxnSpPr/>
            <p:nvPr/>
          </p:nvCxnSpPr>
          <p:spPr bwMode="auto">
            <a:xfrm rot="5400000">
              <a:off x="2123541" y="5104610"/>
              <a:ext cx="152400" cy="1580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3322" name="Agrupar 33">
            <a:extLst>
              <a:ext uri="{FF2B5EF4-FFF2-40B4-BE49-F238E27FC236}">
                <a16:creationId xmlns:a16="http://schemas.microsoft.com/office/drawing/2014/main" id="{419C6778-A7D2-4711-9920-734B061723F6}"/>
              </a:ext>
            </a:extLst>
          </p:cNvPr>
          <p:cNvGrpSpPr>
            <a:grpSpLocks/>
          </p:cNvGrpSpPr>
          <p:nvPr/>
        </p:nvGrpSpPr>
        <p:grpSpPr bwMode="auto">
          <a:xfrm>
            <a:off x="4699000" y="5241925"/>
            <a:ext cx="295275" cy="153988"/>
            <a:chOff x="1905000" y="5029200"/>
            <a:chExt cx="295530" cy="153988"/>
          </a:xfrm>
        </p:grpSpPr>
        <p:cxnSp>
          <p:nvCxnSpPr>
            <p:cNvPr id="142" name="Conector recto 141">
              <a:extLst>
                <a:ext uri="{FF2B5EF4-FFF2-40B4-BE49-F238E27FC236}">
                  <a16:creationId xmlns:a16="http://schemas.microsoft.com/office/drawing/2014/main" id="{1EBAE5C4-C05C-4FE4-8AFB-67EF80B84B02}"/>
                </a:ext>
              </a:extLst>
            </p:cNvPr>
            <p:cNvCxnSpPr/>
            <p:nvPr/>
          </p:nvCxnSpPr>
          <p:spPr bwMode="auto">
            <a:xfrm>
              <a:off x="2047998" y="5029200"/>
              <a:ext cx="152532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3" name="Conector recto 142">
              <a:extLst>
                <a:ext uri="{FF2B5EF4-FFF2-40B4-BE49-F238E27FC236}">
                  <a16:creationId xmlns:a16="http://schemas.microsoft.com/office/drawing/2014/main" id="{7B314EE3-85C9-46C8-BE82-FC8CD0FD6E41}"/>
                </a:ext>
              </a:extLst>
            </p:cNvPr>
            <p:cNvCxnSpPr/>
            <p:nvPr/>
          </p:nvCxnSpPr>
          <p:spPr bwMode="auto">
            <a:xfrm rot="5400000">
              <a:off x="1971005" y="5104605"/>
              <a:ext cx="152400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4" name="Conector recto 143">
              <a:extLst>
                <a:ext uri="{FF2B5EF4-FFF2-40B4-BE49-F238E27FC236}">
                  <a16:creationId xmlns:a16="http://schemas.microsoft.com/office/drawing/2014/main" id="{537C7669-86A3-4039-A273-3FC216C4DDF5}"/>
                </a:ext>
              </a:extLst>
            </p:cNvPr>
            <p:cNvCxnSpPr/>
            <p:nvPr/>
          </p:nvCxnSpPr>
          <p:spPr bwMode="auto">
            <a:xfrm>
              <a:off x="1905000" y="5181600"/>
              <a:ext cx="152532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5" name="Conector recto 144">
              <a:extLst>
                <a:ext uri="{FF2B5EF4-FFF2-40B4-BE49-F238E27FC236}">
                  <a16:creationId xmlns:a16="http://schemas.microsoft.com/office/drawing/2014/main" id="{4B906129-BFAB-46D7-A0F4-0F6C62BE22FF}"/>
                </a:ext>
              </a:extLst>
            </p:cNvPr>
            <p:cNvCxnSpPr/>
            <p:nvPr/>
          </p:nvCxnSpPr>
          <p:spPr bwMode="auto">
            <a:xfrm rot="5400000">
              <a:off x="2123536" y="5104605"/>
              <a:ext cx="152400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3323" name="Agrupar 38">
            <a:extLst>
              <a:ext uri="{FF2B5EF4-FFF2-40B4-BE49-F238E27FC236}">
                <a16:creationId xmlns:a16="http://schemas.microsoft.com/office/drawing/2014/main" id="{BEC975D7-E2C1-4E5D-8762-7F5C6F32FCE3}"/>
              </a:ext>
            </a:extLst>
          </p:cNvPr>
          <p:cNvGrpSpPr>
            <a:grpSpLocks/>
          </p:cNvGrpSpPr>
          <p:nvPr/>
        </p:nvGrpSpPr>
        <p:grpSpPr bwMode="auto">
          <a:xfrm>
            <a:off x="4984750" y="5241925"/>
            <a:ext cx="295275" cy="153988"/>
            <a:chOff x="1905000" y="5029200"/>
            <a:chExt cx="295530" cy="153988"/>
          </a:xfrm>
        </p:grpSpPr>
        <p:cxnSp>
          <p:nvCxnSpPr>
            <p:cNvPr id="147" name="Conector recto 146">
              <a:extLst>
                <a:ext uri="{FF2B5EF4-FFF2-40B4-BE49-F238E27FC236}">
                  <a16:creationId xmlns:a16="http://schemas.microsoft.com/office/drawing/2014/main" id="{FAB35BAC-6F17-4E50-B2B2-B74ECEDD7C76}"/>
                </a:ext>
              </a:extLst>
            </p:cNvPr>
            <p:cNvCxnSpPr/>
            <p:nvPr/>
          </p:nvCxnSpPr>
          <p:spPr bwMode="auto">
            <a:xfrm>
              <a:off x="2047998" y="5029200"/>
              <a:ext cx="152532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8" name="Conector recto 147">
              <a:extLst>
                <a:ext uri="{FF2B5EF4-FFF2-40B4-BE49-F238E27FC236}">
                  <a16:creationId xmlns:a16="http://schemas.microsoft.com/office/drawing/2014/main" id="{9BAD8C1B-5BBB-4378-B377-5B4AEE30E067}"/>
                </a:ext>
              </a:extLst>
            </p:cNvPr>
            <p:cNvCxnSpPr/>
            <p:nvPr/>
          </p:nvCxnSpPr>
          <p:spPr bwMode="auto">
            <a:xfrm rot="5400000">
              <a:off x="1971005" y="5104605"/>
              <a:ext cx="152400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49" name="Conector recto 148">
              <a:extLst>
                <a:ext uri="{FF2B5EF4-FFF2-40B4-BE49-F238E27FC236}">
                  <a16:creationId xmlns:a16="http://schemas.microsoft.com/office/drawing/2014/main" id="{821C4E57-50B9-470C-9FBD-29526CD8D5A7}"/>
                </a:ext>
              </a:extLst>
            </p:cNvPr>
            <p:cNvCxnSpPr/>
            <p:nvPr/>
          </p:nvCxnSpPr>
          <p:spPr bwMode="auto">
            <a:xfrm>
              <a:off x="1905000" y="5181600"/>
              <a:ext cx="152532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50" name="Conector recto 149">
              <a:extLst>
                <a:ext uri="{FF2B5EF4-FFF2-40B4-BE49-F238E27FC236}">
                  <a16:creationId xmlns:a16="http://schemas.microsoft.com/office/drawing/2014/main" id="{AD97E89E-5C84-41E3-8A66-42254171841A}"/>
                </a:ext>
              </a:extLst>
            </p:cNvPr>
            <p:cNvCxnSpPr/>
            <p:nvPr/>
          </p:nvCxnSpPr>
          <p:spPr bwMode="auto">
            <a:xfrm rot="5400000">
              <a:off x="2123536" y="5104605"/>
              <a:ext cx="152400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3324" name="Agrupar 43">
            <a:extLst>
              <a:ext uri="{FF2B5EF4-FFF2-40B4-BE49-F238E27FC236}">
                <a16:creationId xmlns:a16="http://schemas.microsoft.com/office/drawing/2014/main" id="{94023514-9159-4DA7-AF1F-F58D68124109}"/>
              </a:ext>
            </a:extLst>
          </p:cNvPr>
          <p:cNvGrpSpPr>
            <a:grpSpLocks/>
          </p:cNvGrpSpPr>
          <p:nvPr/>
        </p:nvGrpSpPr>
        <p:grpSpPr bwMode="auto">
          <a:xfrm>
            <a:off x="5268913" y="5241925"/>
            <a:ext cx="295275" cy="153988"/>
            <a:chOff x="1905000" y="5029200"/>
            <a:chExt cx="295530" cy="153988"/>
          </a:xfrm>
        </p:grpSpPr>
        <p:cxnSp>
          <p:nvCxnSpPr>
            <p:cNvPr id="152" name="Conector recto 151">
              <a:extLst>
                <a:ext uri="{FF2B5EF4-FFF2-40B4-BE49-F238E27FC236}">
                  <a16:creationId xmlns:a16="http://schemas.microsoft.com/office/drawing/2014/main" id="{86AFF875-A575-4A11-B929-AA3B18BD538D}"/>
                </a:ext>
              </a:extLst>
            </p:cNvPr>
            <p:cNvCxnSpPr/>
            <p:nvPr/>
          </p:nvCxnSpPr>
          <p:spPr bwMode="auto">
            <a:xfrm>
              <a:off x="2047998" y="5029200"/>
              <a:ext cx="152532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53" name="Conector recto 152">
              <a:extLst>
                <a:ext uri="{FF2B5EF4-FFF2-40B4-BE49-F238E27FC236}">
                  <a16:creationId xmlns:a16="http://schemas.microsoft.com/office/drawing/2014/main" id="{96DEA873-7E56-44A5-B504-8F604D033D26}"/>
                </a:ext>
              </a:extLst>
            </p:cNvPr>
            <p:cNvCxnSpPr/>
            <p:nvPr/>
          </p:nvCxnSpPr>
          <p:spPr bwMode="auto">
            <a:xfrm rot="5400000">
              <a:off x="1971004" y="5104605"/>
              <a:ext cx="152400" cy="1589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54" name="Conector recto 153">
              <a:extLst>
                <a:ext uri="{FF2B5EF4-FFF2-40B4-BE49-F238E27FC236}">
                  <a16:creationId xmlns:a16="http://schemas.microsoft.com/office/drawing/2014/main" id="{157C075E-7A17-4221-A6C6-5DF90AA2BD08}"/>
                </a:ext>
              </a:extLst>
            </p:cNvPr>
            <p:cNvCxnSpPr/>
            <p:nvPr/>
          </p:nvCxnSpPr>
          <p:spPr bwMode="auto">
            <a:xfrm>
              <a:off x="1905000" y="5181600"/>
              <a:ext cx="152532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55" name="Conector recto 154">
              <a:extLst>
                <a:ext uri="{FF2B5EF4-FFF2-40B4-BE49-F238E27FC236}">
                  <a16:creationId xmlns:a16="http://schemas.microsoft.com/office/drawing/2014/main" id="{B1EE03E8-045D-4B82-B666-A246D1C60B8B}"/>
                </a:ext>
              </a:extLst>
            </p:cNvPr>
            <p:cNvCxnSpPr/>
            <p:nvPr/>
          </p:nvCxnSpPr>
          <p:spPr bwMode="auto">
            <a:xfrm rot="5400000">
              <a:off x="2123535" y="5104605"/>
              <a:ext cx="152400" cy="1589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3325" name="Agrupar 48">
            <a:extLst>
              <a:ext uri="{FF2B5EF4-FFF2-40B4-BE49-F238E27FC236}">
                <a16:creationId xmlns:a16="http://schemas.microsoft.com/office/drawing/2014/main" id="{AEC7EAE9-3765-48D6-8DF7-AFF0A084C6AF}"/>
              </a:ext>
            </a:extLst>
          </p:cNvPr>
          <p:cNvGrpSpPr>
            <a:grpSpLocks/>
          </p:cNvGrpSpPr>
          <p:nvPr/>
        </p:nvGrpSpPr>
        <p:grpSpPr bwMode="auto">
          <a:xfrm>
            <a:off x="5554663" y="5241925"/>
            <a:ext cx="295275" cy="153988"/>
            <a:chOff x="1905000" y="5029200"/>
            <a:chExt cx="295530" cy="153988"/>
          </a:xfrm>
        </p:grpSpPr>
        <p:cxnSp>
          <p:nvCxnSpPr>
            <p:cNvPr id="157" name="Conector recto 156">
              <a:extLst>
                <a:ext uri="{FF2B5EF4-FFF2-40B4-BE49-F238E27FC236}">
                  <a16:creationId xmlns:a16="http://schemas.microsoft.com/office/drawing/2014/main" id="{822D3113-7504-45BB-9F77-0913A44184A5}"/>
                </a:ext>
              </a:extLst>
            </p:cNvPr>
            <p:cNvCxnSpPr/>
            <p:nvPr/>
          </p:nvCxnSpPr>
          <p:spPr bwMode="auto">
            <a:xfrm>
              <a:off x="2047998" y="5029200"/>
              <a:ext cx="152532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58" name="Conector recto 157">
              <a:extLst>
                <a:ext uri="{FF2B5EF4-FFF2-40B4-BE49-F238E27FC236}">
                  <a16:creationId xmlns:a16="http://schemas.microsoft.com/office/drawing/2014/main" id="{39915F28-317F-4F8F-BFAA-82E0E8FF9403}"/>
                </a:ext>
              </a:extLst>
            </p:cNvPr>
            <p:cNvCxnSpPr/>
            <p:nvPr/>
          </p:nvCxnSpPr>
          <p:spPr bwMode="auto">
            <a:xfrm rot="5400000">
              <a:off x="1971004" y="5104605"/>
              <a:ext cx="152400" cy="1589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59" name="Conector recto 158">
              <a:extLst>
                <a:ext uri="{FF2B5EF4-FFF2-40B4-BE49-F238E27FC236}">
                  <a16:creationId xmlns:a16="http://schemas.microsoft.com/office/drawing/2014/main" id="{F8A8F709-92E2-4978-8B20-CC3341236FF7}"/>
                </a:ext>
              </a:extLst>
            </p:cNvPr>
            <p:cNvCxnSpPr/>
            <p:nvPr/>
          </p:nvCxnSpPr>
          <p:spPr bwMode="auto">
            <a:xfrm>
              <a:off x="1905000" y="5181600"/>
              <a:ext cx="152532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60" name="Conector recto 159">
              <a:extLst>
                <a:ext uri="{FF2B5EF4-FFF2-40B4-BE49-F238E27FC236}">
                  <a16:creationId xmlns:a16="http://schemas.microsoft.com/office/drawing/2014/main" id="{3BF1BD8B-385F-4522-972A-A0D7D4BF4016}"/>
                </a:ext>
              </a:extLst>
            </p:cNvPr>
            <p:cNvCxnSpPr/>
            <p:nvPr/>
          </p:nvCxnSpPr>
          <p:spPr bwMode="auto">
            <a:xfrm rot="5400000">
              <a:off x="2123535" y="5104605"/>
              <a:ext cx="152400" cy="1589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3326" name="Agrupar 53">
            <a:extLst>
              <a:ext uri="{FF2B5EF4-FFF2-40B4-BE49-F238E27FC236}">
                <a16:creationId xmlns:a16="http://schemas.microsoft.com/office/drawing/2014/main" id="{960B4306-9221-4528-BE39-09D3EFB1B33F}"/>
              </a:ext>
            </a:extLst>
          </p:cNvPr>
          <p:cNvGrpSpPr>
            <a:grpSpLocks/>
          </p:cNvGrpSpPr>
          <p:nvPr/>
        </p:nvGrpSpPr>
        <p:grpSpPr bwMode="auto">
          <a:xfrm>
            <a:off x="5849938" y="5241925"/>
            <a:ext cx="296862" cy="153988"/>
            <a:chOff x="1905000" y="5029200"/>
            <a:chExt cx="295530" cy="153988"/>
          </a:xfrm>
        </p:grpSpPr>
        <p:cxnSp>
          <p:nvCxnSpPr>
            <p:cNvPr id="162" name="Conector recto 161">
              <a:extLst>
                <a:ext uri="{FF2B5EF4-FFF2-40B4-BE49-F238E27FC236}">
                  <a16:creationId xmlns:a16="http://schemas.microsoft.com/office/drawing/2014/main" id="{AFAFF4FE-0C32-4352-A2EB-9206B292A08F}"/>
                </a:ext>
              </a:extLst>
            </p:cNvPr>
            <p:cNvCxnSpPr/>
            <p:nvPr/>
          </p:nvCxnSpPr>
          <p:spPr bwMode="auto">
            <a:xfrm>
              <a:off x="2048814" y="5029200"/>
              <a:ext cx="151716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63" name="Conector recto 162">
              <a:extLst>
                <a:ext uri="{FF2B5EF4-FFF2-40B4-BE49-F238E27FC236}">
                  <a16:creationId xmlns:a16="http://schemas.microsoft.com/office/drawing/2014/main" id="{C6DE03BD-E640-45B2-AE1F-D0796DFF9D80}"/>
                </a:ext>
              </a:extLst>
            </p:cNvPr>
            <p:cNvCxnSpPr/>
            <p:nvPr/>
          </p:nvCxnSpPr>
          <p:spPr bwMode="auto">
            <a:xfrm rot="5400000">
              <a:off x="1971824" y="5104610"/>
              <a:ext cx="152400" cy="1580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64" name="Conector recto 163">
              <a:extLst>
                <a:ext uri="{FF2B5EF4-FFF2-40B4-BE49-F238E27FC236}">
                  <a16:creationId xmlns:a16="http://schemas.microsoft.com/office/drawing/2014/main" id="{A90037A4-AE27-4393-90E7-79A6A048EB5B}"/>
                </a:ext>
              </a:extLst>
            </p:cNvPr>
            <p:cNvCxnSpPr/>
            <p:nvPr/>
          </p:nvCxnSpPr>
          <p:spPr bwMode="auto">
            <a:xfrm>
              <a:off x="1905000" y="5181600"/>
              <a:ext cx="151716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65" name="Conector recto 164">
              <a:extLst>
                <a:ext uri="{FF2B5EF4-FFF2-40B4-BE49-F238E27FC236}">
                  <a16:creationId xmlns:a16="http://schemas.microsoft.com/office/drawing/2014/main" id="{657419BA-848D-41B6-AB85-F9AD9E25BB12}"/>
                </a:ext>
              </a:extLst>
            </p:cNvPr>
            <p:cNvCxnSpPr/>
            <p:nvPr/>
          </p:nvCxnSpPr>
          <p:spPr bwMode="auto">
            <a:xfrm rot="5400000">
              <a:off x="2123541" y="5104610"/>
              <a:ext cx="152400" cy="1580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3327" name="Agrupar 58">
            <a:extLst>
              <a:ext uri="{FF2B5EF4-FFF2-40B4-BE49-F238E27FC236}">
                <a16:creationId xmlns:a16="http://schemas.microsoft.com/office/drawing/2014/main" id="{B307992C-C116-4C7F-849F-99B5DC58FFBE}"/>
              </a:ext>
            </a:extLst>
          </p:cNvPr>
          <p:cNvGrpSpPr>
            <a:grpSpLocks/>
          </p:cNvGrpSpPr>
          <p:nvPr/>
        </p:nvGrpSpPr>
        <p:grpSpPr bwMode="auto">
          <a:xfrm>
            <a:off x="6146800" y="5240338"/>
            <a:ext cx="295275" cy="153987"/>
            <a:chOff x="1905000" y="5029200"/>
            <a:chExt cx="295530" cy="153988"/>
          </a:xfrm>
        </p:grpSpPr>
        <p:cxnSp>
          <p:nvCxnSpPr>
            <p:cNvPr id="167" name="Conector recto 166">
              <a:extLst>
                <a:ext uri="{FF2B5EF4-FFF2-40B4-BE49-F238E27FC236}">
                  <a16:creationId xmlns:a16="http://schemas.microsoft.com/office/drawing/2014/main" id="{2B04058B-D900-4AC7-A887-B247204785E3}"/>
                </a:ext>
              </a:extLst>
            </p:cNvPr>
            <p:cNvCxnSpPr/>
            <p:nvPr/>
          </p:nvCxnSpPr>
          <p:spPr bwMode="auto">
            <a:xfrm>
              <a:off x="2047998" y="5029200"/>
              <a:ext cx="152532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68" name="Conector recto 167">
              <a:extLst>
                <a:ext uri="{FF2B5EF4-FFF2-40B4-BE49-F238E27FC236}">
                  <a16:creationId xmlns:a16="http://schemas.microsoft.com/office/drawing/2014/main" id="{DFFCCC9C-4278-4DD4-95B7-B990F496AB41}"/>
                </a:ext>
              </a:extLst>
            </p:cNvPr>
            <p:cNvCxnSpPr/>
            <p:nvPr/>
          </p:nvCxnSpPr>
          <p:spPr bwMode="auto">
            <a:xfrm rot="5400000">
              <a:off x="1971004" y="5104606"/>
              <a:ext cx="152401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69" name="Conector recto 168">
              <a:extLst>
                <a:ext uri="{FF2B5EF4-FFF2-40B4-BE49-F238E27FC236}">
                  <a16:creationId xmlns:a16="http://schemas.microsoft.com/office/drawing/2014/main" id="{8A6BF30F-CC11-4DB3-B90E-0053018883D8}"/>
                </a:ext>
              </a:extLst>
            </p:cNvPr>
            <p:cNvCxnSpPr/>
            <p:nvPr/>
          </p:nvCxnSpPr>
          <p:spPr bwMode="auto">
            <a:xfrm>
              <a:off x="1905000" y="5181601"/>
              <a:ext cx="152532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70" name="Conector recto 169">
              <a:extLst>
                <a:ext uri="{FF2B5EF4-FFF2-40B4-BE49-F238E27FC236}">
                  <a16:creationId xmlns:a16="http://schemas.microsoft.com/office/drawing/2014/main" id="{EE39AD93-78B9-4AAA-AA06-06B1F28FAE53}"/>
                </a:ext>
              </a:extLst>
            </p:cNvPr>
            <p:cNvCxnSpPr/>
            <p:nvPr/>
          </p:nvCxnSpPr>
          <p:spPr bwMode="auto">
            <a:xfrm rot="5400000">
              <a:off x="2123536" y="5104606"/>
              <a:ext cx="152401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3328" name="Agrupar 63">
            <a:extLst>
              <a:ext uri="{FF2B5EF4-FFF2-40B4-BE49-F238E27FC236}">
                <a16:creationId xmlns:a16="http://schemas.microsoft.com/office/drawing/2014/main" id="{2AF6C905-7C59-401A-AB27-30486D697199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5240338"/>
            <a:ext cx="295275" cy="153987"/>
            <a:chOff x="1905000" y="5029200"/>
            <a:chExt cx="295530" cy="153988"/>
          </a:xfrm>
        </p:grpSpPr>
        <p:cxnSp>
          <p:nvCxnSpPr>
            <p:cNvPr id="172" name="Conector recto 171">
              <a:extLst>
                <a:ext uri="{FF2B5EF4-FFF2-40B4-BE49-F238E27FC236}">
                  <a16:creationId xmlns:a16="http://schemas.microsoft.com/office/drawing/2014/main" id="{B1B3A77B-9244-4821-BA79-9731B2FBAB1C}"/>
                </a:ext>
              </a:extLst>
            </p:cNvPr>
            <p:cNvCxnSpPr/>
            <p:nvPr/>
          </p:nvCxnSpPr>
          <p:spPr bwMode="auto">
            <a:xfrm>
              <a:off x="2047998" y="5029200"/>
              <a:ext cx="152532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73" name="Conector recto 172">
              <a:extLst>
                <a:ext uri="{FF2B5EF4-FFF2-40B4-BE49-F238E27FC236}">
                  <a16:creationId xmlns:a16="http://schemas.microsoft.com/office/drawing/2014/main" id="{F3DD55E9-323F-4945-AE7E-3F3FCC4CEC55}"/>
                </a:ext>
              </a:extLst>
            </p:cNvPr>
            <p:cNvCxnSpPr/>
            <p:nvPr/>
          </p:nvCxnSpPr>
          <p:spPr bwMode="auto">
            <a:xfrm rot="5400000">
              <a:off x="1971004" y="5104606"/>
              <a:ext cx="152401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74" name="Conector recto 173">
              <a:extLst>
                <a:ext uri="{FF2B5EF4-FFF2-40B4-BE49-F238E27FC236}">
                  <a16:creationId xmlns:a16="http://schemas.microsoft.com/office/drawing/2014/main" id="{83B5D066-B139-4C82-A51F-67B6B238486E}"/>
                </a:ext>
              </a:extLst>
            </p:cNvPr>
            <p:cNvCxnSpPr/>
            <p:nvPr/>
          </p:nvCxnSpPr>
          <p:spPr bwMode="auto">
            <a:xfrm>
              <a:off x="1905000" y="5181601"/>
              <a:ext cx="152532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75" name="Conector recto 174">
              <a:extLst>
                <a:ext uri="{FF2B5EF4-FFF2-40B4-BE49-F238E27FC236}">
                  <a16:creationId xmlns:a16="http://schemas.microsoft.com/office/drawing/2014/main" id="{BABEB055-37AA-48CA-A58C-BD7EE00D67B5}"/>
                </a:ext>
              </a:extLst>
            </p:cNvPr>
            <p:cNvCxnSpPr/>
            <p:nvPr/>
          </p:nvCxnSpPr>
          <p:spPr bwMode="auto">
            <a:xfrm rot="5400000">
              <a:off x="2123536" y="5104606"/>
              <a:ext cx="152401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3329" name="Agrupar 68">
            <a:extLst>
              <a:ext uri="{FF2B5EF4-FFF2-40B4-BE49-F238E27FC236}">
                <a16:creationId xmlns:a16="http://schemas.microsoft.com/office/drawing/2014/main" id="{2FA62DD1-E715-4368-8B17-F07B3F347EF0}"/>
              </a:ext>
            </a:extLst>
          </p:cNvPr>
          <p:cNvGrpSpPr>
            <a:grpSpLocks/>
          </p:cNvGrpSpPr>
          <p:nvPr/>
        </p:nvGrpSpPr>
        <p:grpSpPr bwMode="auto">
          <a:xfrm>
            <a:off x="6727825" y="5240338"/>
            <a:ext cx="295275" cy="153987"/>
            <a:chOff x="1905000" y="5029200"/>
            <a:chExt cx="295530" cy="153988"/>
          </a:xfrm>
        </p:grpSpPr>
        <p:cxnSp>
          <p:nvCxnSpPr>
            <p:cNvPr id="177" name="Conector recto 176">
              <a:extLst>
                <a:ext uri="{FF2B5EF4-FFF2-40B4-BE49-F238E27FC236}">
                  <a16:creationId xmlns:a16="http://schemas.microsoft.com/office/drawing/2014/main" id="{B97D7005-ABE3-4E7F-B291-2387977AE370}"/>
                </a:ext>
              </a:extLst>
            </p:cNvPr>
            <p:cNvCxnSpPr/>
            <p:nvPr/>
          </p:nvCxnSpPr>
          <p:spPr bwMode="auto">
            <a:xfrm>
              <a:off x="2047998" y="5029200"/>
              <a:ext cx="152532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78" name="Conector recto 177">
              <a:extLst>
                <a:ext uri="{FF2B5EF4-FFF2-40B4-BE49-F238E27FC236}">
                  <a16:creationId xmlns:a16="http://schemas.microsoft.com/office/drawing/2014/main" id="{E6074571-B802-4C3F-8CCD-906FD7BA815F}"/>
                </a:ext>
              </a:extLst>
            </p:cNvPr>
            <p:cNvCxnSpPr/>
            <p:nvPr/>
          </p:nvCxnSpPr>
          <p:spPr bwMode="auto">
            <a:xfrm rot="5400000">
              <a:off x="1971004" y="5104606"/>
              <a:ext cx="152401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79" name="Conector recto 178">
              <a:extLst>
                <a:ext uri="{FF2B5EF4-FFF2-40B4-BE49-F238E27FC236}">
                  <a16:creationId xmlns:a16="http://schemas.microsoft.com/office/drawing/2014/main" id="{8C78CD9F-752C-4640-96FB-9D65EBDCCE28}"/>
                </a:ext>
              </a:extLst>
            </p:cNvPr>
            <p:cNvCxnSpPr/>
            <p:nvPr/>
          </p:nvCxnSpPr>
          <p:spPr bwMode="auto">
            <a:xfrm>
              <a:off x="1905000" y="5181601"/>
              <a:ext cx="152532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80" name="Conector recto 179">
              <a:extLst>
                <a:ext uri="{FF2B5EF4-FFF2-40B4-BE49-F238E27FC236}">
                  <a16:creationId xmlns:a16="http://schemas.microsoft.com/office/drawing/2014/main" id="{049C44E3-CE1B-4D71-A6C3-E85CE1CF7D98}"/>
                </a:ext>
              </a:extLst>
            </p:cNvPr>
            <p:cNvCxnSpPr/>
            <p:nvPr/>
          </p:nvCxnSpPr>
          <p:spPr bwMode="auto">
            <a:xfrm rot="5400000">
              <a:off x="2123536" y="5104606"/>
              <a:ext cx="152401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3330" name="Agrupar 73">
            <a:extLst>
              <a:ext uri="{FF2B5EF4-FFF2-40B4-BE49-F238E27FC236}">
                <a16:creationId xmlns:a16="http://schemas.microsoft.com/office/drawing/2014/main" id="{31EAC08D-14BA-44E2-B4D2-DF255B176B4C}"/>
              </a:ext>
            </a:extLst>
          </p:cNvPr>
          <p:cNvGrpSpPr>
            <a:grpSpLocks/>
          </p:cNvGrpSpPr>
          <p:nvPr/>
        </p:nvGrpSpPr>
        <p:grpSpPr bwMode="auto">
          <a:xfrm>
            <a:off x="7011988" y="5240338"/>
            <a:ext cx="295275" cy="153987"/>
            <a:chOff x="1905000" y="5029200"/>
            <a:chExt cx="295530" cy="153988"/>
          </a:xfrm>
        </p:grpSpPr>
        <p:cxnSp>
          <p:nvCxnSpPr>
            <p:cNvPr id="182" name="Conector recto 181">
              <a:extLst>
                <a:ext uri="{FF2B5EF4-FFF2-40B4-BE49-F238E27FC236}">
                  <a16:creationId xmlns:a16="http://schemas.microsoft.com/office/drawing/2014/main" id="{C63C0CA0-8417-45E8-8A4C-282CF7428C0B}"/>
                </a:ext>
              </a:extLst>
            </p:cNvPr>
            <p:cNvCxnSpPr/>
            <p:nvPr/>
          </p:nvCxnSpPr>
          <p:spPr bwMode="auto">
            <a:xfrm>
              <a:off x="2047998" y="5029200"/>
              <a:ext cx="152532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83" name="Conector recto 182">
              <a:extLst>
                <a:ext uri="{FF2B5EF4-FFF2-40B4-BE49-F238E27FC236}">
                  <a16:creationId xmlns:a16="http://schemas.microsoft.com/office/drawing/2014/main" id="{9AFC9B67-9F7D-4452-925D-D9D56EC2F5DE}"/>
                </a:ext>
              </a:extLst>
            </p:cNvPr>
            <p:cNvCxnSpPr/>
            <p:nvPr/>
          </p:nvCxnSpPr>
          <p:spPr bwMode="auto">
            <a:xfrm rot="5400000">
              <a:off x="1971003" y="5104606"/>
              <a:ext cx="152401" cy="1589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84" name="Conector recto 183">
              <a:extLst>
                <a:ext uri="{FF2B5EF4-FFF2-40B4-BE49-F238E27FC236}">
                  <a16:creationId xmlns:a16="http://schemas.microsoft.com/office/drawing/2014/main" id="{46515376-665F-4F38-A630-7ACB666699F9}"/>
                </a:ext>
              </a:extLst>
            </p:cNvPr>
            <p:cNvCxnSpPr/>
            <p:nvPr/>
          </p:nvCxnSpPr>
          <p:spPr bwMode="auto">
            <a:xfrm>
              <a:off x="1905000" y="5181601"/>
              <a:ext cx="152532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85" name="Conector recto 184">
              <a:extLst>
                <a:ext uri="{FF2B5EF4-FFF2-40B4-BE49-F238E27FC236}">
                  <a16:creationId xmlns:a16="http://schemas.microsoft.com/office/drawing/2014/main" id="{37F56DAE-27F6-4C62-9789-C3F7D449CD18}"/>
                </a:ext>
              </a:extLst>
            </p:cNvPr>
            <p:cNvCxnSpPr/>
            <p:nvPr/>
          </p:nvCxnSpPr>
          <p:spPr bwMode="auto">
            <a:xfrm rot="5400000">
              <a:off x="2123535" y="5104606"/>
              <a:ext cx="152401" cy="1589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3331" name="Agrupar 78">
            <a:extLst>
              <a:ext uri="{FF2B5EF4-FFF2-40B4-BE49-F238E27FC236}">
                <a16:creationId xmlns:a16="http://schemas.microsoft.com/office/drawing/2014/main" id="{0D0F678B-F0E2-4608-964B-54DB1A8BDE08}"/>
              </a:ext>
            </a:extLst>
          </p:cNvPr>
          <p:cNvGrpSpPr>
            <a:grpSpLocks/>
          </p:cNvGrpSpPr>
          <p:nvPr/>
        </p:nvGrpSpPr>
        <p:grpSpPr bwMode="auto">
          <a:xfrm>
            <a:off x="7297738" y="5240338"/>
            <a:ext cx="296862" cy="153987"/>
            <a:chOff x="1905000" y="5029200"/>
            <a:chExt cx="295530" cy="153988"/>
          </a:xfrm>
        </p:grpSpPr>
        <p:cxnSp>
          <p:nvCxnSpPr>
            <p:cNvPr id="187" name="Conector recto 186">
              <a:extLst>
                <a:ext uri="{FF2B5EF4-FFF2-40B4-BE49-F238E27FC236}">
                  <a16:creationId xmlns:a16="http://schemas.microsoft.com/office/drawing/2014/main" id="{86F08846-6E8D-491F-8C7A-0365B8EAAF55}"/>
                </a:ext>
              </a:extLst>
            </p:cNvPr>
            <p:cNvCxnSpPr/>
            <p:nvPr/>
          </p:nvCxnSpPr>
          <p:spPr bwMode="auto">
            <a:xfrm>
              <a:off x="2048814" y="5029200"/>
              <a:ext cx="151716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88" name="Conector recto 187">
              <a:extLst>
                <a:ext uri="{FF2B5EF4-FFF2-40B4-BE49-F238E27FC236}">
                  <a16:creationId xmlns:a16="http://schemas.microsoft.com/office/drawing/2014/main" id="{CB5CC771-1894-48F3-8350-AD7F307FC05E}"/>
                </a:ext>
              </a:extLst>
            </p:cNvPr>
            <p:cNvCxnSpPr/>
            <p:nvPr/>
          </p:nvCxnSpPr>
          <p:spPr bwMode="auto">
            <a:xfrm rot="5400000">
              <a:off x="1971824" y="5104610"/>
              <a:ext cx="152401" cy="1580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89" name="Conector recto 188">
              <a:extLst>
                <a:ext uri="{FF2B5EF4-FFF2-40B4-BE49-F238E27FC236}">
                  <a16:creationId xmlns:a16="http://schemas.microsoft.com/office/drawing/2014/main" id="{C5A7C38E-F10B-4873-A74A-E347F27D426A}"/>
                </a:ext>
              </a:extLst>
            </p:cNvPr>
            <p:cNvCxnSpPr/>
            <p:nvPr/>
          </p:nvCxnSpPr>
          <p:spPr bwMode="auto">
            <a:xfrm>
              <a:off x="1905000" y="5181601"/>
              <a:ext cx="151716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90" name="Conector recto 189">
              <a:extLst>
                <a:ext uri="{FF2B5EF4-FFF2-40B4-BE49-F238E27FC236}">
                  <a16:creationId xmlns:a16="http://schemas.microsoft.com/office/drawing/2014/main" id="{554312E6-19B0-4A02-8B60-3203E8E2B4EC}"/>
                </a:ext>
              </a:extLst>
            </p:cNvPr>
            <p:cNvCxnSpPr/>
            <p:nvPr/>
          </p:nvCxnSpPr>
          <p:spPr bwMode="auto">
            <a:xfrm rot="5400000">
              <a:off x="2123540" y="5104610"/>
              <a:ext cx="152401" cy="1580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grpSp>
        <p:nvGrpSpPr>
          <p:cNvPr id="13332" name="Agrupar 83">
            <a:extLst>
              <a:ext uri="{FF2B5EF4-FFF2-40B4-BE49-F238E27FC236}">
                <a16:creationId xmlns:a16="http://schemas.microsoft.com/office/drawing/2014/main" id="{1B6EA37C-C684-4E5C-9D74-4B4DBC2C761D}"/>
              </a:ext>
            </a:extLst>
          </p:cNvPr>
          <p:cNvGrpSpPr>
            <a:grpSpLocks/>
          </p:cNvGrpSpPr>
          <p:nvPr/>
        </p:nvGrpSpPr>
        <p:grpSpPr bwMode="auto">
          <a:xfrm>
            <a:off x="7594600" y="5240338"/>
            <a:ext cx="295275" cy="153987"/>
            <a:chOff x="1905000" y="5029200"/>
            <a:chExt cx="295530" cy="153988"/>
          </a:xfrm>
        </p:grpSpPr>
        <p:cxnSp>
          <p:nvCxnSpPr>
            <p:cNvPr id="192" name="Conector recto 191">
              <a:extLst>
                <a:ext uri="{FF2B5EF4-FFF2-40B4-BE49-F238E27FC236}">
                  <a16:creationId xmlns:a16="http://schemas.microsoft.com/office/drawing/2014/main" id="{9F15787F-A6D8-44E4-9A24-5F7D1AEEAC96}"/>
                </a:ext>
              </a:extLst>
            </p:cNvPr>
            <p:cNvCxnSpPr/>
            <p:nvPr/>
          </p:nvCxnSpPr>
          <p:spPr bwMode="auto">
            <a:xfrm>
              <a:off x="2047998" y="5029200"/>
              <a:ext cx="152532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93" name="Conector recto 192">
              <a:extLst>
                <a:ext uri="{FF2B5EF4-FFF2-40B4-BE49-F238E27FC236}">
                  <a16:creationId xmlns:a16="http://schemas.microsoft.com/office/drawing/2014/main" id="{F3EE35BE-7172-49E2-ABA8-14292D8D64E2}"/>
                </a:ext>
              </a:extLst>
            </p:cNvPr>
            <p:cNvCxnSpPr/>
            <p:nvPr/>
          </p:nvCxnSpPr>
          <p:spPr bwMode="auto">
            <a:xfrm rot="5400000">
              <a:off x="1971004" y="5104606"/>
              <a:ext cx="152401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94" name="Conector recto 193">
              <a:extLst>
                <a:ext uri="{FF2B5EF4-FFF2-40B4-BE49-F238E27FC236}">
                  <a16:creationId xmlns:a16="http://schemas.microsoft.com/office/drawing/2014/main" id="{9375FB17-8343-4FB4-A258-A546BBF9B1FD}"/>
                </a:ext>
              </a:extLst>
            </p:cNvPr>
            <p:cNvCxnSpPr/>
            <p:nvPr/>
          </p:nvCxnSpPr>
          <p:spPr bwMode="auto">
            <a:xfrm>
              <a:off x="1905000" y="5181601"/>
              <a:ext cx="152532" cy="1587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  <p:cxnSp>
          <p:nvCxnSpPr>
            <p:cNvPr id="195" name="Conector recto 194">
              <a:extLst>
                <a:ext uri="{FF2B5EF4-FFF2-40B4-BE49-F238E27FC236}">
                  <a16:creationId xmlns:a16="http://schemas.microsoft.com/office/drawing/2014/main" id="{A46B8602-A6D0-42CF-BFD4-21A21558B0D7}"/>
                </a:ext>
              </a:extLst>
            </p:cNvPr>
            <p:cNvCxnSpPr/>
            <p:nvPr/>
          </p:nvCxnSpPr>
          <p:spPr bwMode="auto">
            <a:xfrm rot="5400000">
              <a:off x="2123536" y="5104606"/>
              <a:ext cx="152401" cy="1588"/>
            </a:xfrm>
            <a:prstGeom prst="line">
              <a:avLst/>
            </a:prstGeom>
            <a:ln>
              <a:solidFill>
                <a:schemeClr val="bg1">
                  <a:lumMod val="10000"/>
                </a:schemeClr>
              </a:solidFill>
              <a:headEnd type="none" w="med" len="med"/>
              <a:tailEnd type="none" w="med" len="med"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</p:cxnSp>
      </p:grpSp>
      <p:cxnSp>
        <p:nvCxnSpPr>
          <p:cNvPr id="196" name="Conector recto 195">
            <a:extLst>
              <a:ext uri="{FF2B5EF4-FFF2-40B4-BE49-F238E27FC236}">
                <a16:creationId xmlns:a16="http://schemas.microsoft.com/office/drawing/2014/main" id="{99446FE2-BF09-4AAE-9CFC-BE5513214C60}"/>
              </a:ext>
            </a:extLst>
          </p:cNvPr>
          <p:cNvCxnSpPr/>
          <p:nvPr/>
        </p:nvCxnSpPr>
        <p:spPr bwMode="auto">
          <a:xfrm>
            <a:off x="4402138" y="5622925"/>
            <a:ext cx="228600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197" name="Conector recto 196">
            <a:extLst>
              <a:ext uri="{FF2B5EF4-FFF2-40B4-BE49-F238E27FC236}">
                <a16:creationId xmlns:a16="http://schemas.microsoft.com/office/drawing/2014/main" id="{B1E2CD23-87B7-4610-AC49-E63091AA08B3}"/>
              </a:ext>
            </a:extLst>
          </p:cNvPr>
          <p:cNvCxnSpPr/>
          <p:nvPr/>
        </p:nvCxnSpPr>
        <p:spPr bwMode="auto">
          <a:xfrm rot="16200000">
            <a:off x="4553744" y="5545931"/>
            <a:ext cx="152400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198" name="Conector recto 197">
            <a:extLst>
              <a:ext uri="{FF2B5EF4-FFF2-40B4-BE49-F238E27FC236}">
                <a16:creationId xmlns:a16="http://schemas.microsoft.com/office/drawing/2014/main" id="{F436D51C-B353-4B82-9E30-48761AAB507C}"/>
              </a:ext>
            </a:extLst>
          </p:cNvPr>
          <p:cNvCxnSpPr/>
          <p:nvPr/>
        </p:nvCxnSpPr>
        <p:spPr bwMode="auto">
          <a:xfrm>
            <a:off x="4630738" y="5470525"/>
            <a:ext cx="228600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199" name="Conector recto 198">
            <a:extLst>
              <a:ext uri="{FF2B5EF4-FFF2-40B4-BE49-F238E27FC236}">
                <a16:creationId xmlns:a16="http://schemas.microsoft.com/office/drawing/2014/main" id="{E80391ED-F257-4917-B8B7-4817F0CB0706}"/>
              </a:ext>
            </a:extLst>
          </p:cNvPr>
          <p:cNvCxnSpPr/>
          <p:nvPr/>
        </p:nvCxnSpPr>
        <p:spPr bwMode="auto">
          <a:xfrm rot="16200000">
            <a:off x="4783932" y="5545931"/>
            <a:ext cx="152400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200" name="Conector recto 199">
            <a:extLst>
              <a:ext uri="{FF2B5EF4-FFF2-40B4-BE49-F238E27FC236}">
                <a16:creationId xmlns:a16="http://schemas.microsoft.com/office/drawing/2014/main" id="{F19ED47E-9871-46A5-8F60-3CC36BBA71F8}"/>
              </a:ext>
            </a:extLst>
          </p:cNvPr>
          <p:cNvCxnSpPr/>
          <p:nvPr/>
        </p:nvCxnSpPr>
        <p:spPr bwMode="auto">
          <a:xfrm>
            <a:off x="4859338" y="5622925"/>
            <a:ext cx="2286000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201" name="Conector recto 200">
            <a:extLst>
              <a:ext uri="{FF2B5EF4-FFF2-40B4-BE49-F238E27FC236}">
                <a16:creationId xmlns:a16="http://schemas.microsoft.com/office/drawing/2014/main" id="{116C1358-CCF9-4CA2-9EA5-B045FABC8ED8}"/>
              </a:ext>
            </a:extLst>
          </p:cNvPr>
          <p:cNvCxnSpPr/>
          <p:nvPr/>
        </p:nvCxnSpPr>
        <p:spPr bwMode="auto">
          <a:xfrm rot="16200000">
            <a:off x="7066757" y="5545931"/>
            <a:ext cx="152400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202" name="Conector recto 201">
            <a:extLst>
              <a:ext uri="{FF2B5EF4-FFF2-40B4-BE49-F238E27FC236}">
                <a16:creationId xmlns:a16="http://schemas.microsoft.com/office/drawing/2014/main" id="{93D08201-0FD7-424A-BB1F-CE70EDDFFDE6}"/>
              </a:ext>
            </a:extLst>
          </p:cNvPr>
          <p:cNvCxnSpPr/>
          <p:nvPr/>
        </p:nvCxnSpPr>
        <p:spPr bwMode="auto">
          <a:xfrm>
            <a:off x="7143750" y="5470525"/>
            <a:ext cx="228600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203" name="Conector recto 202">
            <a:extLst>
              <a:ext uri="{FF2B5EF4-FFF2-40B4-BE49-F238E27FC236}">
                <a16:creationId xmlns:a16="http://schemas.microsoft.com/office/drawing/2014/main" id="{6A42478E-58CB-4F37-ACB4-5FCA8665DEFC}"/>
              </a:ext>
            </a:extLst>
          </p:cNvPr>
          <p:cNvCxnSpPr/>
          <p:nvPr/>
        </p:nvCxnSpPr>
        <p:spPr bwMode="auto">
          <a:xfrm rot="16200000">
            <a:off x="7296944" y="5545931"/>
            <a:ext cx="152400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204" name="Conector recto 203">
            <a:extLst>
              <a:ext uri="{FF2B5EF4-FFF2-40B4-BE49-F238E27FC236}">
                <a16:creationId xmlns:a16="http://schemas.microsoft.com/office/drawing/2014/main" id="{A307080C-CFD5-4427-8C93-6048D145CA9C}"/>
              </a:ext>
            </a:extLst>
          </p:cNvPr>
          <p:cNvCxnSpPr/>
          <p:nvPr/>
        </p:nvCxnSpPr>
        <p:spPr bwMode="auto">
          <a:xfrm>
            <a:off x="7373938" y="5622925"/>
            <a:ext cx="533400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205" name="Conector recto 204">
            <a:extLst>
              <a:ext uri="{FF2B5EF4-FFF2-40B4-BE49-F238E27FC236}">
                <a16:creationId xmlns:a16="http://schemas.microsoft.com/office/drawing/2014/main" id="{6FB7FE63-3268-4D0C-B724-99BCD4F85F47}"/>
              </a:ext>
            </a:extLst>
          </p:cNvPr>
          <p:cNvCxnSpPr/>
          <p:nvPr/>
        </p:nvCxnSpPr>
        <p:spPr bwMode="auto">
          <a:xfrm>
            <a:off x="4402138" y="5849938"/>
            <a:ext cx="2286000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206" name="Conector recto 205">
            <a:extLst>
              <a:ext uri="{FF2B5EF4-FFF2-40B4-BE49-F238E27FC236}">
                <a16:creationId xmlns:a16="http://schemas.microsoft.com/office/drawing/2014/main" id="{A67C8C3E-8131-48BD-8D9E-943B9976E5A5}"/>
              </a:ext>
            </a:extLst>
          </p:cNvPr>
          <p:cNvCxnSpPr/>
          <p:nvPr/>
        </p:nvCxnSpPr>
        <p:spPr bwMode="auto">
          <a:xfrm rot="16200000">
            <a:off x="6609557" y="5772944"/>
            <a:ext cx="152400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207" name="Conector recto 206">
            <a:extLst>
              <a:ext uri="{FF2B5EF4-FFF2-40B4-BE49-F238E27FC236}">
                <a16:creationId xmlns:a16="http://schemas.microsoft.com/office/drawing/2014/main" id="{83A47E5B-7486-4CD4-A733-07BFD03CBB5D}"/>
              </a:ext>
            </a:extLst>
          </p:cNvPr>
          <p:cNvCxnSpPr/>
          <p:nvPr/>
        </p:nvCxnSpPr>
        <p:spPr bwMode="auto">
          <a:xfrm>
            <a:off x="6686550" y="5697538"/>
            <a:ext cx="228600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208" name="Conector recto 207">
            <a:extLst>
              <a:ext uri="{FF2B5EF4-FFF2-40B4-BE49-F238E27FC236}">
                <a16:creationId xmlns:a16="http://schemas.microsoft.com/office/drawing/2014/main" id="{0EA26214-D1D2-425B-A686-5442907437E5}"/>
              </a:ext>
            </a:extLst>
          </p:cNvPr>
          <p:cNvCxnSpPr/>
          <p:nvPr/>
        </p:nvCxnSpPr>
        <p:spPr bwMode="auto">
          <a:xfrm rot="16200000">
            <a:off x="6839744" y="5772944"/>
            <a:ext cx="152400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209" name="Conector recto 208">
            <a:extLst>
              <a:ext uri="{FF2B5EF4-FFF2-40B4-BE49-F238E27FC236}">
                <a16:creationId xmlns:a16="http://schemas.microsoft.com/office/drawing/2014/main" id="{5E3019D9-55A6-464F-9212-C0E829A656A2}"/>
              </a:ext>
            </a:extLst>
          </p:cNvPr>
          <p:cNvCxnSpPr/>
          <p:nvPr/>
        </p:nvCxnSpPr>
        <p:spPr bwMode="auto">
          <a:xfrm>
            <a:off x="6916738" y="5849938"/>
            <a:ext cx="990600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cxnSp>
        <p:nvCxnSpPr>
          <p:cNvPr id="210" name="Conector recto 209">
            <a:extLst>
              <a:ext uri="{FF2B5EF4-FFF2-40B4-BE49-F238E27FC236}">
                <a16:creationId xmlns:a16="http://schemas.microsoft.com/office/drawing/2014/main" id="{9BF0174C-650D-41DD-8616-F9FBA35C21AF}"/>
              </a:ext>
            </a:extLst>
          </p:cNvPr>
          <p:cNvCxnSpPr/>
          <p:nvPr/>
        </p:nvCxnSpPr>
        <p:spPr bwMode="auto">
          <a:xfrm>
            <a:off x="4402138" y="6003925"/>
            <a:ext cx="1600200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11" name="Conector recto 210">
            <a:extLst>
              <a:ext uri="{FF2B5EF4-FFF2-40B4-BE49-F238E27FC236}">
                <a16:creationId xmlns:a16="http://schemas.microsoft.com/office/drawing/2014/main" id="{3ACC3CF9-15A4-42E7-90F5-C72DF0D88386}"/>
              </a:ext>
            </a:extLst>
          </p:cNvPr>
          <p:cNvCxnSpPr/>
          <p:nvPr/>
        </p:nvCxnSpPr>
        <p:spPr bwMode="auto">
          <a:xfrm>
            <a:off x="4402138" y="6184900"/>
            <a:ext cx="1600200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12" name="Conector recto 211">
            <a:extLst>
              <a:ext uri="{FF2B5EF4-FFF2-40B4-BE49-F238E27FC236}">
                <a16:creationId xmlns:a16="http://schemas.microsoft.com/office/drawing/2014/main" id="{0843BA09-EBC0-44AA-B589-4DAAC37FDA3B}"/>
              </a:ext>
            </a:extLst>
          </p:cNvPr>
          <p:cNvCxnSpPr>
            <a:cxnSpLocks noChangeAspect="1"/>
          </p:cNvCxnSpPr>
          <p:nvPr/>
        </p:nvCxnSpPr>
        <p:spPr bwMode="auto">
          <a:xfrm>
            <a:off x="6078538" y="6184900"/>
            <a:ext cx="1836737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13" name="Conector recto 212">
            <a:extLst>
              <a:ext uri="{FF2B5EF4-FFF2-40B4-BE49-F238E27FC236}">
                <a16:creationId xmlns:a16="http://schemas.microsoft.com/office/drawing/2014/main" id="{7CD4E2CC-49BC-40F3-BCC9-AFFE748A49BB}"/>
              </a:ext>
            </a:extLst>
          </p:cNvPr>
          <p:cNvCxnSpPr/>
          <p:nvPr/>
        </p:nvCxnSpPr>
        <p:spPr bwMode="auto">
          <a:xfrm>
            <a:off x="6078538" y="6003925"/>
            <a:ext cx="1828800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14" name="Conector recto 213">
            <a:extLst>
              <a:ext uri="{FF2B5EF4-FFF2-40B4-BE49-F238E27FC236}">
                <a16:creationId xmlns:a16="http://schemas.microsoft.com/office/drawing/2014/main" id="{BF43606C-B1D5-4599-9D3E-A7DC833973EB}"/>
              </a:ext>
            </a:extLst>
          </p:cNvPr>
          <p:cNvCxnSpPr/>
          <p:nvPr/>
        </p:nvCxnSpPr>
        <p:spPr bwMode="auto">
          <a:xfrm rot="5400000" flipH="1" flipV="1">
            <a:off x="5949950" y="6056313"/>
            <a:ext cx="180975" cy="7620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15" name="Conector recto 214">
            <a:extLst>
              <a:ext uri="{FF2B5EF4-FFF2-40B4-BE49-F238E27FC236}">
                <a16:creationId xmlns:a16="http://schemas.microsoft.com/office/drawing/2014/main" id="{8E24B087-2B4D-417D-A90B-4D782DBC8BEE}"/>
              </a:ext>
            </a:extLst>
          </p:cNvPr>
          <p:cNvCxnSpPr/>
          <p:nvPr/>
        </p:nvCxnSpPr>
        <p:spPr bwMode="auto">
          <a:xfrm rot="16200000" flipV="1">
            <a:off x="5949950" y="6056313"/>
            <a:ext cx="180975" cy="7620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16" name="Conector recto 215">
            <a:extLst>
              <a:ext uri="{FF2B5EF4-FFF2-40B4-BE49-F238E27FC236}">
                <a16:creationId xmlns:a16="http://schemas.microsoft.com/office/drawing/2014/main" id="{50F875D6-B0EE-4C02-A0E9-98E0537247C6}"/>
              </a:ext>
            </a:extLst>
          </p:cNvPr>
          <p:cNvCxnSpPr/>
          <p:nvPr/>
        </p:nvCxnSpPr>
        <p:spPr bwMode="auto">
          <a:xfrm>
            <a:off x="4402138" y="6278563"/>
            <a:ext cx="304800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17" name="Conector recto 216">
            <a:extLst>
              <a:ext uri="{FF2B5EF4-FFF2-40B4-BE49-F238E27FC236}">
                <a16:creationId xmlns:a16="http://schemas.microsoft.com/office/drawing/2014/main" id="{D1D29F7A-49BB-4071-8D82-42C1BD43EC94}"/>
              </a:ext>
            </a:extLst>
          </p:cNvPr>
          <p:cNvCxnSpPr/>
          <p:nvPr/>
        </p:nvCxnSpPr>
        <p:spPr bwMode="auto">
          <a:xfrm>
            <a:off x="4402138" y="6459538"/>
            <a:ext cx="325437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18" name="Conector recto 217">
            <a:extLst>
              <a:ext uri="{FF2B5EF4-FFF2-40B4-BE49-F238E27FC236}">
                <a16:creationId xmlns:a16="http://schemas.microsoft.com/office/drawing/2014/main" id="{C9B340ED-F8B3-4E28-A062-10DDC9F8DC83}"/>
              </a:ext>
            </a:extLst>
          </p:cNvPr>
          <p:cNvCxnSpPr>
            <a:cxnSpLocks noChangeAspect="1"/>
          </p:cNvCxnSpPr>
          <p:nvPr/>
        </p:nvCxnSpPr>
        <p:spPr bwMode="auto">
          <a:xfrm>
            <a:off x="4776788" y="6459538"/>
            <a:ext cx="1908175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19" name="Conector recto 218">
            <a:extLst>
              <a:ext uri="{FF2B5EF4-FFF2-40B4-BE49-F238E27FC236}">
                <a16:creationId xmlns:a16="http://schemas.microsoft.com/office/drawing/2014/main" id="{3B62D434-58C0-4286-90E2-CB2F65E00EF9}"/>
              </a:ext>
            </a:extLst>
          </p:cNvPr>
          <p:cNvCxnSpPr/>
          <p:nvPr/>
        </p:nvCxnSpPr>
        <p:spPr bwMode="auto">
          <a:xfrm>
            <a:off x="4783138" y="6278563"/>
            <a:ext cx="1901825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20" name="Conector recto 219">
            <a:extLst>
              <a:ext uri="{FF2B5EF4-FFF2-40B4-BE49-F238E27FC236}">
                <a16:creationId xmlns:a16="http://schemas.microsoft.com/office/drawing/2014/main" id="{5EC55CEE-2DBD-4985-8C00-F8D976986929}"/>
              </a:ext>
            </a:extLst>
          </p:cNvPr>
          <p:cNvCxnSpPr/>
          <p:nvPr/>
        </p:nvCxnSpPr>
        <p:spPr bwMode="auto">
          <a:xfrm rot="5400000" flipH="1" flipV="1">
            <a:off x="4654550" y="6330951"/>
            <a:ext cx="180975" cy="7620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21" name="Conector recto 220">
            <a:extLst>
              <a:ext uri="{FF2B5EF4-FFF2-40B4-BE49-F238E27FC236}">
                <a16:creationId xmlns:a16="http://schemas.microsoft.com/office/drawing/2014/main" id="{73E08EE9-CA27-4767-A5F7-BD46743B5815}"/>
              </a:ext>
            </a:extLst>
          </p:cNvPr>
          <p:cNvCxnSpPr/>
          <p:nvPr/>
        </p:nvCxnSpPr>
        <p:spPr bwMode="auto">
          <a:xfrm rot="16200000" flipV="1">
            <a:off x="4654550" y="6330951"/>
            <a:ext cx="180975" cy="7620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22" name="Conector recto 221">
            <a:extLst>
              <a:ext uri="{FF2B5EF4-FFF2-40B4-BE49-F238E27FC236}">
                <a16:creationId xmlns:a16="http://schemas.microsoft.com/office/drawing/2014/main" id="{1D53CDCB-8A0D-42BE-A560-8C4791783015}"/>
              </a:ext>
            </a:extLst>
          </p:cNvPr>
          <p:cNvCxnSpPr/>
          <p:nvPr/>
        </p:nvCxnSpPr>
        <p:spPr bwMode="auto">
          <a:xfrm rot="5400000" flipH="1" flipV="1">
            <a:off x="6635750" y="6332538"/>
            <a:ext cx="180975" cy="7620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23" name="Conector recto 222">
            <a:extLst>
              <a:ext uri="{FF2B5EF4-FFF2-40B4-BE49-F238E27FC236}">
                <a16:creationId xmlns:a16="http://schemas.microsoft.com/office/drawing/2014/main" id="{13534319-45FB-4A69-A4A3-34BDEC14E1D3}"/>
              </a:ext>
            </a:extLst>
          </p:cNvPr>
          <p:cNvCxnSpPr/>
          <p:nvPr/>
        </p:nvCxnSpPr>
        <p:spPr bwMode="auto">
          <a:xfrm rot="16200000" flipV="1">
            <a:off x="6635750" y="6332538"/>
            <a:ext cx="180975" cy="7620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24" name="Conector recto 223">
            <a:extLst>
              <a:ext uri="{FF2B5EF4-FFF2-40B4-BE49-F238E27FC236}">
                <a16:creationId xmlns:a16="http://schemas.microsoft.com/office/drawing/2014/main" id="{DE47FAC5-BDBD-437C-9E50-2E0EFAC239E2}"/>
              </a:ext>
            </a:extLst>
          </p:cNvPr>
          <p:cNvCxnSpPr/>
          <p:nvPr/>
        </p:nvCxnSpPr>
        <p:spPr bwMode="auto">
          <a:xfrm>
            <a:off x="6764338" y="6280150"/>
            <a:ext cx="557212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25" name="Conector recto 224">
            <a:extLst>
              <a:ext uri="{FF2B5EF4-FFF2-40B4-BE49-F238E27FC236}">
                <a16:creationId xmlns:a16="http://schemas.microsoft.com/office/drawing/2014/main" id="{8890456B-AE1E-4F85-A49F-DBA578C0684D}"/>
              </a:ext>
            </a:extLst>
          </p:cNvPr>
          <p:cNvCxnSpPr/>
          <p:nvPr/>
        </p:nvCxnSpPr>
        <p:spPr bwMode="auto">
          <a:xfrm>
            <a:off x="6764338" y="6459538"/>
            <a:ext cx="541337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26" name="Conector recto 225">
            <a:extLst>
              <a:ext uri="{FF2B5EF4-FFF2-40B4-BE49-F238E27FC236}">
                <a16:creationId xmlns:a16="http://schemas.microsoft.com/office/drawing/2014/main" id="{AC7AF434-150E-4D0C-AB47-E6D9C8E422DF}"/>
              </a:ext>
            </a:extLst>
          </p:cNvPr>
          <p:cNvCxnSpPr/>
          <p:nvPr/>
        </p:nvCxnSpPr>
        <p:spPr bwMode="auto">
          <a:xfrm rot="5400000" flipH="1" flipV="1">
            <a:off x="7254875" y="6332538"/>
            <a:ext cx="180975" cy="7620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27" name="Conector recto 226">
            <a:extLst>
              <a:ext uri="{FF2B5EF4-FFF2-40B4-BE49-F238E27FC236}">
                <a16:creationId xmlns:a16="http://schemas.microsoft.com/office/drawing/2014/main" id="{8E9A61AF-1370-47B4-886D-7DE6B4F0ECA4}"/>
              </a:ext>
            </a:extLst>
          </p:cNvPr>
          <p:cNvCxnSpPr/>
          <p:nvPr/>
        </p:nvCxnSpPr>
        <p:spPr bwMode="auto">
          <a:xfrm rot="16200000" flipV="1">
            <a:off x="7254875" y="6332538"/>
            <a:ext cx="180975" cy="7620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28" name="Conector recto 227">
            <a:extLst>
              <a:ext uri="{FF2B5EF4-FFF2-40B4-BE49-F238E27FC236}">
                <a16:creationId xmlns:a16="http://schemas.microsoft.com/office/drawing/2014/main" id="{F1B4263C-730B-43D6-BE37-FF6AB93BEA8F}"/>
              </a:ext>
            </a:extLst>
          </p:cNvPr>
          <p:cNvCxnSpPr/>
          <p:nvPr/>
        </p:nvCxnSpPr>
        <p:spPr bwMode="auto">
          <a:xfrm>
            <a:off x="7394575" y="6280150"/>
            <a:ext cx="522288" cy="1588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229" name="Conector recto 228">
            <a:extLst>
              <a:ext uri="{FF2B5EF4-FFF2-40B4-BE49-F238E27FC236}">
                <a16:creationId xmlns:a16="http://schemas.microsoft.com/office/drawing/2014/main" id="{A48B43D3-4B8D-4B22-A335-6C7EC4DDB1FF}"/>
              </a:ext>
            </a:extLst>
          </p:cNvPr>
          <p:cNvCxnSpPr/>
          <p:nvPr/>
        </p:nvCxnSpPr>
        <p:spPr bwMode="auto">
          <a:xfrm>
            <a:off x="7373938" y="6459538"/>
            <a:ext cx="541337" cy="1587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230" name="CuadroTexto 143">
            <a:extLst>
              <a:ext uri="{FF2B5EF4-FFF2-40B4-BE49-F238E27FC236}">
                <a16:creationId xmlns:a16="http://schemas.microsoft.com/office/drawing/2014/main" id="{B9E011F6-F91A-4A23-BACE-406D65AF85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2025" y="5956300"/>
            <a:ext cx="6096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_tradnl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10101</a:t>
            </a:r>
          </a:p>
        </p:txBody>
      </p:sp>
      <p:sp>
        <p:nvSpPr>
          <p:cNvPr id="231" name="CuadroTexto 144">
            <a:extLst>
              <a:ext uri="{FF2B5EF4-FFF2-40B4-BE49-F238E27FC236}">
                <a16:creationId xmlns:a16="http://schemas.microsoft.com/office/drawing/2014/main" id="{24C02407-78C0-4CEF-97A3-991B06D771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5425" y="6232525"/>
            <a:ext cx="6096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_tradnl" sz="1200">
                <a:solidFill>
                  <a:schemeClr val="bg1">
                    <a:lumMod val="10000"/>
                  </a:schemeClr>
                </a:solidFill>
                <a:latin typeface="+mn-lt"/>
              </a:rPr>
              <a:t>10101</a:t>
            </a:r>
          </a:p>
        </p:txBody>
      </p:sp>
      <p:sp>
        <p:nvSpPr>
          <p:cNvPr id="232" name="CuadroTexto 145">
            <a:extLst>
              <a:ext uri="{FF2B5EF4-FFF2-40B4-BE49-F238E27FC236}">
                <a16:creationId xmlns:a16="http://schemas.microsoft.com/office/drawing/2014/main" id="{221CF4CF-ED2F-4C05-9BFE-9C9FC1F3DD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1000" y="6232525"/>
            <a:ext cx="6096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_tradnl" sz="1200">
                <a:solidFill>
                  <a:schemeClr val="bg1">
                    <a:lumMod val="10000"/>
                  </a:schemeClr>
                </a:solidFill>
                <a:latin typeface="+mn-lt"/>
              </a:rPr>
              <a:t>00000</a:t>
            </a:r>
          </a:p>
        </p:txBody>
      </p:sp>
      <p:sp>
        <p:nvSpPr>
          <p:cNvPr id="233" name="CuadroTexto 146">
            <a:extLst>
              <a:ext uri="{FF2B5EF4-FFF2-40B4-BE49-F238E27FC236}">
                <a16:creationId xmlns:a16="http://schemas.microsoft.com/office/drawing/2014/main" id="{984969F4-0172-4A65-8B99-67FCD55C5E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8138" y="5956300"/>
            <a:ext cx="6096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_tradnl" sz="1200">
                <a:solidFill>
                  <a:schemeClr val="bg1">
                    <a:lumMod val="10000"/>
                  </a:schemeClr>
                </a:solidFill>
                <a:latin typeface="+mn-lt"/>
              </a:rPr>
              <a:t>11111</a:t>
            </a:r>
          </a:p>
        </p:txBody>
      </p:sp>
      <p:sp>
        <p:nvSpPr>
          <p:cNvPr id="234" name="CuadroTexto 147">
            <a:extLst>
              <a:ext uri="{FF2B5EF4-FFF2-40B4-BE49-F238E27FC236}">
                <a16:creationId xmlns:a16="http://schemas.microsoft.com/office/drawing/2014/main" id="{5626020C-26B2-41EB-8C9C-6FFE3AB5D4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73938" y="6232525"/>
            <a:ext cx="6096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_tradnl" sz="1200">
                <a:solidFill>
                  <a:schemeClr val="bg1">
                    <a:lumMod val="10000"/>
                  </a:schemeClr>
                </a:solidFill>
                <a:latin typeface="+mn-lt"/>
              </a:rPr>
              <a:t>11111</a:t>
            </a:r>
          </a:p>
        </p:txBody>
      </p:sp>
      <p:sp>
        <p:nvSpPr>
          <p:cNvPr id="29" name="Marcador de número de diapositiva 28">
            <a:extLst>
              <a:ext uri="{FF2B5EF4-FFF2-40B4-BE49-F238E27FC236}">
                <a16:creationId xmlns:a16="http://schemas.microsoft.com/office/drawing/2014/main" id="{ADE94769-4C02-4D39-AA54-85459FF63D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BBDD4F6-596C-435F-80C7-67B52F884CA8}" type="slidenum">
              <a:rPr lang="es-ES" altLang="es-ES">
                <a:solidFill>
                  <a:srgbClr val="171717"/>
                </a:solidFill>
              </a:rPr>
              <a:pPr/>
              <a:t>7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666870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Text Box 19">
            <a:extLst>
              <a:ext uri="{FF2B5EF4-FFF2-40B4-BE49-F238E27FC236}">
                <a16:creationId xmlns:a16="http://schemas.microsoft.com/office/drawing/2014/main" id="{AA8CFD4E-DD40-450A-8389-BA6581C48F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13863" y="5259388"/>
            <a:ext cx="338137" cy="3175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w</a:t>
            </a: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602503B0-A315-4DDE-B581-E3079DC504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elementos de memoria - memoria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810EB55D-1F7B-4B5C-86A8-4E8B44BFC3D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9906000" cy="3430588"/>
          </a:xfrm>
        </p:spPr>
        <p:txBody>
          <a:bodyPr>
            <a:normAutofit fontScale="77500" lnSpcReduction="2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s-ES_tradnl" sz="3000" dirty="0">
                <a:ea typeface="ＭＳ Ｐゴシック" charset="-128"/>
                <a:cs typeface="ＭＳ Ｐゴシック" charset="-128"/>
              </a:rPr>
              <a:t>Elemento para almacenar </a:t>
            </a:r>
            <a:r>
              <a:rPr lang="es-ES_tradnl" sz="3000" dirty="0">
                <a:solidFill>
                  <a:srgbClr val="3366FF"/>
                </a:solidFill>
                <a:ea typeface="ＭＳ Ｐゴシック" charset="-128"/>
                <a:cs typeface="ＭＳ Ｐゴシック" charset="-128"/>
              </a:rPr>
              <a:t>M </a:t>
            </a:r>
            <a:r>
              <a:rPr lang="es-ES_tradnl" sz="3000" dirty="0">
                <a:ea typeface="ＭＳ Ｐゴシック" charset="-128"/>
                <a:cs typeface="ＭＳ Ｐゴシック" charset="-128"/>
              </a:rPr>
              <a:t>palabras de </a:t>
            </a:r>
            <a:r>
              <a:rPr lang="es-ES_tradnl" sz="3000" dirty="0">
                <a:solidFill>
                  <a:srgbClr val="3366FF"/>
                </a:solidFill>
                <a:ea typeface="ＭＳ Ｐゴシック" charset="-128"/>
                <a:cs typeface="ＭＳ Ｐゴシック" charset="-128"/>
              </a:rPr>
              <a:t>n </a:t>
            </a:r>
            <a:r>
              <a:rPr lang="es-ES_tradnl" sz="3000" dirty="0">
                <a:ea typeface="ＭＳ Ｐゴシック" charset="-128"/>
                <a:cs typeface="ＭＳ Ｐゴシック" charset="-128"/>
              </a:rPr>
              <a:t>bits (</a:t>
            </a:r>
            <a:r>
              <a:rPr lang="es-ES_tradnl" sz="3000" dirty="0">
                <a:solidFill>
                  <a:srgbClr val="3366FF"/>
                </a:solidFill>
                <a:ea typeface="ＭＳ Ｐゴシック" charset="-128"/>
                <a:cs typeface="ＭＳ Ｐゴシック" charset="-128"/>
              </a:rPr>
              <a:t>M = 2</a:t>
            </a:r>
            <a:r>
              <a:rPr lang="es-ES_tradnl" sz="3000" baseline="30000" dirty="0">
                <a:solidFill>
                  <a:srgbClr val="3366FF"/>
                </a:solidFill>
                <a:ea typeface="ＭＳ Ｐゴシック" charset="-128"/>
                <a:cs typeface="ＭＳ Ｐゴシック" charset="-128"/>
              </a:rPr>
              <a:t>m</a:t>
            </a:r>
            <a:r>
              <a:rPr lang="es-ES_tradnl" sz="3000" dirty="0">
                <a:ea typeface="ＭＳ Ｐゴシック" charset="-128"/>
                <a:cs typeface="ＭＳ Ｐゴシック" charset="-128"/>
              </a:rPr>
              <a:t>)</a:t>
            </a:r>
          </a:p>
          <a:p>
            <a:pPr fontAlgn="auto">
              <a:spcAft>
                <a:spcPts val="0"/>
              </a:spcAft>
              <a:defRPr/>
            </a:pPr>
            <a:r>
              <a:rPr lang="es-ES_tradnl" sz="3000" dirty="0">
                <a:ea typeface="ＭＳ Ｐゴシック" charset="-128"/>
                <a:cs typeface="ＭＳ Ｐゴシック" charset="-128"/>
              </a:rPr>
              <a:t>Ejemplo: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200" dirty="0" err="1">
                <a:solidFill>
                  <a:srgbClr val="3366FF"/>
                </a:solidFill>
                <a:ea typeface="ＭＳ Ｐゴシック" charset="-128"/>
              </a:rPr>
              <a:t>cs</a:t>
            </a:r>
            <a:r>
              <a:rPr lang="es-ES_tradnl" sz="2200" dirty="0">
                <a:ea typeface="ＭＳ Ｐゴシック" charset="-128"/>
              </a:rPr>
              <a:t>: señal de habilitación del chip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200" dirty="0" err="1">
                <a:solidFill>
                  <a:srgbClr val="3366FF"/>
                </a:solidFill>
                <a:ea typeface="ＭＳ Ｐゴシック" charset="-128"/>
              </a:rPr>
              <a:t>rw</a:t>
            </a:r>
            <a:r>
              <a:rPr lang="es-ES_tradnl" sz="2200" dirty="0">
                <a:ea typeface="ＭＳ Ｐゴシック" charset="-128"/>
              </a:rPr>
              <a:t>: señal de lectura (1) y escritura (0)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200" dirty="0" err="1">
                <a:solidFill>
                  <a:srgbClr val="3366FF"/>
                </a:solidFill>
                <a:ea typeface="ＭＳ Ｐゴシック" charset="-128"/>
              </a:rPr>
              <a:t>clk</a:t>
            </a:r>
            <a:r>
              <a:rPr lang="es-ES_tradnl" sz="2200" dirty="0">
                <a:ea typeface="ＭＳ Ｐゴシック" charset="-128"/>
              </a:rPr>
              <a:t>: señal de reloj para sincronizar escritura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200" dirty="0">
                <a:solidFill>
                  <a:srgbClr val="3366FF"/>
                </a:solidFill>
                <a:ea typeface="ＭＳ Ｐゴシック" charset="-128"/>
              </a:rPr>
              <a:t>I[n-1:0]</a:t>
            </a:r>
            <a:r>
              <a:rPr lang="es-ES_tradnl" sz="2200" dirty="0">
                <a:ea typeface="ＭＳ Ｐゴシック" charset="-128"/>
              </a:rPr>
              <a:t>: entrada de datos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200" dirty="0">
                <a:solidFill>
                  <a:srgbClr val="3366FF"/>
                </a:solidFill>
                <a:ea typeface="ＭＳ Ｐゴシック" charset="-128"/>
              </a:rPr>
              <a:t>A[m-1:0]</a:t>
            </a:r>
            <a:r>
              <a:rPr lang="es-ES_tradnl" sz="2200" dirty="0">
                <a:ea typeface="ＭＳ Ｐゴシック" charset="-128"/>
              </a:rPr>
              <a:t>: entrada de direcciones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200" dirty="0">
                <a:solidFill>
                  <a:srgbClr val="3366FF"/>
                </a:solidFill>
                <a:ea typeface="ＭＳ Ｐゴシック" charset="-128"/>
              </a:rPr>
              <a:t>O[n-1:0]</a:t>
            </a:r>
            <a:r>
              <a:rPr lang="es-ES_tradnl" sz="2200" dirty="0">
                <a:ea typeface="ＭＳ Ｐゴシック" charset="-128"/>
              </a:rPr>
              <a:t>: salida de datos</a:t>
            </a:r>
          </a:p>
          <a:p>
            <a:pPr fontAlgn="auto">
              <a:spcAft>
                <a:spcPts val="0"/>
              </a:spcAft>
              <a:defRPr/>
            </a:pPr>
            <a:r>
              <a:rPr lang="es-ES_tradnl" sz="2600" dirty="0">
                <a:ea typeface="ＭＳ Ｐゴシック" charset="-128"/>
                <a:cs typeface="ＭＳ Ｐゴシック" charset="-128"/>
              </a:rPr>
              <a:t>Memoria 64 Bytes (2</a:t>
            </a:r>
            <a:r>
              <a:rPr lang="es-ES_tradnl" sz="2600" baseline="30000" dirty="0">
                <a:ea typeface="ＭＳ Ｐゴシック" charset="-128"/>
                <a:cs typeface="ＭＳ Ｐゴシック" charset="-128"/>
              </a:rPr>
              <a:t>6</a:t>
            </a:r>
            <a:r>
              <a:rPr lang="es-ES_tradnl" sz="2600" dirty="0">
                <a:ea typeface="ＭＳ Ｐゴシック" charset="-128"/>
                <a:cs typeface="ＭＳ Ｐゴシック" charset="-128"/>
              </a:rPr>
              <a:t> x 1 Byte = 2</a:t>
            </a:r>
            <a:r>
              <a:rPr lang="es-ES_tradnl" sz="2600" baseline="30000" dirty="0">
                <a:ea typeface="ＭＳ Ｐゴシック" charset="-128"/>
                <a:cs typeface="ＭＳ Ｐゴシック" charset="-128"/>
              </a:rPr>
              <a:t>6</a:t>
            </a:r>
            <a:r>
              <a:rPr lang="es-ES_tradnl" sz="2600" dirty="0">
                <a:ea typeface="ＭＳ Ｐゴシック" charset="-128"/>
                <a:cs typeface="ＭＳ Ｐゴシック" charset="-128"/>
              </a:rPr>
              <a:t> x 8 bits)</a:t>
            </a:r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grpSp>
        <p:nvGrpSpPr>
          <p:cNvPr id="15364" name="Agrupar 118">
            <a:extLst>
              <a:ext uri="{FF2B5EF4-FFF2-40B4-BE49-F238E27FC236}">
                <a16:creationId xmlns:a16="http://schemas.microsoft.com/office/drawing/2014/main" id="{FDF187AA-EA4C-460D-90C2-EC9DC191B18A}"/>
              </a:ext>
            </a:extLst>
          </p:cNvPr>
          <p:cNvGrpSpPr>
            <a:grpSpLocks/>
          </p:cNvGrpSpPr>
          <p:nvPr/>
        </p:nvGrpSpPr>
        <p:grpSpPr bwMode="auto">
          <a:xfrm>
            <a:off x="9297988" y="1538288"/>
            <a:ext cx="2247900" cy="1882775"/>
            <a:chOff x="6622625" y="1981200"/>
            <a:chExt cx="2248647" cy="1883054"/>
          </a:xfrm>
        </p:grpSpPr>
        <p:grpSp>
          <p:nvGrpSpPr>
            <p:cNvPr id="15449" name="Agrupar 27">
              <a:extLst>
                <a:ext uri="{FF2B5EF4-FFF2-40B4-BE49-F238E27FC236}">
                  <a16:creationId xmlns:a16="http://schemas.microsoft.com/office/drawing/2014/main" id="{93817E6E-ECB1-404B-9C98-79520C60E1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30403" y="2209800"/>
              <a:ext cx="224755" cy="287338"/>
              <a:chOff x="7930403" y="2209800"/>
              <a:chExt cx="224755" cy="287338"/>
            </a:xfrm>
          </p:grpSpPr>
          <p:sp>
            <p:nvSpPr>
              <p:cNvPr id="47" name="Line 20">
                <a:extLst>
                  <a:ext uri="{FF2B5EF4-FFF2-40B4-BE49-F238E27FC236}">
                    <a16:creationId xmlns:a16="http://schemas.microsoft.com/office/drawing/2014/main" id="{87955CB2-018B-429E-A951-C6F4F9281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994680" y="2209834"/>
                <a:ext cx="1588" cy="287380"/>
              </a:xfrm>
              <a:prstGeom prst="line">
                <a:avLst/>
              </a:prstGeom>
              <a:noFill/>
              <a:ln w="38100">
                <a:solidFill>
                  <a:schemeClr val="bg1">
                    <a:lumMod val="10000"/>
                  </a:schemeClr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48" name="Freeform 33">
                <a:extLst>
                  <a:ext uri="{FF2B5EF4-FFF2-40B4-BE49-F238E27FC236}">
                    <a16:creationId xmlns:a16="http://schemas.microsoft.com/office/drawing/2014/main" id="{5AF4585D-3817-428C-884E-7B272A4E3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3863" y="2254291"/>
                <a:ext cx="92106" cy="82562"/>
              </a:xfrm>
              <a:custGeom>
                <a:avLst/>
                <a:gdLst>
                  <a:gd name="T0" fmla="*/ 0 w 58"/>
                  <a:gd name="T1" fmla="*/ 2147483647 h 52"/>
                  <a:gd name="T2" fmla="*/ 2147483647 w 58"/>
                  <a:gd name="T3" fmla="*/ 0 h 52"/>
                  <a:gd name="T4" fmla="*/ 0 60000 65536"/>
                  <a:gd name="T5" fmla="*/ 0 60000 65536"/>
                  <a:gd name="T6" fmla="*/ 0 w 58"/>
                  <a:gd name="T7" fmla="*/ 0 h 52"/>
                  <a:gd name="T8" fmla="*/ 58 w 58"/>
                  <a:gd name="T9" fmla="*/ 52 h 5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8" h="52">
                    <a:moveTo>
                      <a:pt x="0" y="52"/>
                    </a:moveTo>
                    <a:lnTo>
                      <a:pt x="58" y="0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49" name="Text Box 36">
                <a:extLst>
                  <a:ext uri="{FF2B5EF4-FFF2-40B4-BE49-F238E27FC236}">
                    <a16:creationId xmlns:a16="http://schemas.microsoft.com/office/drawing/2014/main" id="{38720089-47AD-4255-8728-2B682650C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31159" y="2247940"/>
                <a:ext cx="223912" cy="179414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r>
                  <a:rPr lang="es-ES" sz="700">
                    <a:solidFill>
                      <a:schemeClr val="bg1">
                        <a:lumMod val="10000"/>
                      </a:schemeClr>
                    </a:solidFill>
                    <a:latin typeface="+mn-lt"/>
                  </a:rPr>
                  <a:t>n</a:t>
                </a:r>
              </a:p>
            </p:txBody>
          </p:sp>
        </p:grpSp>
        <p:sp>
          <p:nvSpPr>
            <p:cNvPr id="7" name="Line 20">
              <a:extLst>
                <a:ext uri="{FF2B5EF4-FFF2-40B4-BE49-F238E27FC236}">
                  <a16:creationId xmlns:a16="http://schemas.microsoft.com/office/drawing/2014/main" id="{DED99BB5-EB73-4629-AD6D-423E54DED6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94681" y="3276792"/>
              <a:ext cx="1588" cy="287380"/>
            </a:xfrm>
            <a:prstGeom prst="line">
              <a:avLst/>
            </a:prstGeom>
            <a:noFill/>
            <a:ln w="381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latin typeface="+mn-lt"/>
              </a:endParaRPr>
            </a:p>
          </p:txBody>
        </p:sp>
        <p:sp>
          <p:nvSpPr>
            <p:cNvPr id="27" name="Freeform 33">
              <a:extLst>
                <a:ext uri="{FF2B5EF4-FFF2-40B4-BE49-F238E27FC236}">
                  <a16:creationId xmlns:a16="http://schemas.microsoft.com/office/drawing/2014/main" id="{AA599E9E-B8C6-45AD-BD26-E8600262D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3864" y="3321249"/>
              <a:ext cx="92106" cy="82562"/>
            </a:xfrm>
            <a:custGeom>
              <a:avLst/>
              <a:gdLst>
                <a:gd name="T0" fmla="*/ 0 w 58"/>
                <a:gd name="T1" fmla="*/ 2147483647 h 52"/>
                <a:gd name="T2" fmla="*/ 2147483647 w 58"/>
                <a:gd name="T3" fmla="*/ 0 h 52"/>
                <a:gd name="T4" fmla="*/ 0 60000 65536"/>
                <a:gd name="T5" fmla="*/ 0 60000 65536"/>
                <a:gd name="T6" fmla="*/ 0 w 58"/>
                <a:gd name="T7" fmla="*/ 0 h 52"/>
                <a:gd name="T8" fmla="*/ 58 w 58"/>
                <a:gd name="T9" fmla="*/ 52 h 5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8" h="52">
                  <a:moveTo>
                    <a:pt x="0" y="52"/>
                  </a:moveTo>
                  <a:lnTo>
                    <a:pt x="58" y="0"/>
                  </a:lnTo>
                </a:path>
              </a:pathLst>
            </a:cu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latin typeface="+mn-lt"/>
              </a:endParaRPr>
            </a:p>
          </p:txBody>
        </p:sp>
        <p:sp>
          <p:nvSpPr>
            <p:cNvPr id="28" name="Text Box 36">
              <a:extLst>
                <a:ext uri="{FF2B5EF4-FFF2-40B4-BE49-F238E27FC236}">
                  <a16:creationId xmlns:a16="http://schemas.microsoft.com/office/drawing/2014/main" id="{C5FB5007-621E-4E96-B959-73546C9989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1160" y="3314898"/>
              <a:ext cx="223911" cy="179414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sz="7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n</a:t>
              </a:r>
            </a:p>
          </p:txBody>
        </p:sp>
        <p:sp>
          <p:nvSpPr>
            <p:cNvPr id="29" name="Rectangle 13">
              <a:extLst>
                <a:ext uri="{FF2B5EF4-FFF2-40B4-BE49-F238E27FC236}">
                  <a16:creationId xmlns:a16="http://schemas.microsoft.com/office/drawing/2014/main" id="{8B2367F8-3B67-4CD1-A569-4A6C34207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2564" y="2506740"/>
              <a:ext cx="936936" cy="770052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19050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</a:t>
              </a:r>
            </a:p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  <a:r>
                <a:rPr lang="es-ES" b="1" baseline="300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 </a:t>
              </a:r>
              <a:r>
                <a:rPr lang="es-ES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x n</a:t>
              </a:r>
            </a:p>
          </p:txBody>
        </p:sp>
        <p:grpSp>
          <p:nvGrpSpPr>
            <p:cNvPr id="15454" name="Agrupar 25">
              <a:extLst>
                <a:ext uri="{FF2B5EF4-FFF2-40B4-BE49-F238E27FC236}">
                  <a16:creationId xmlns:a16="http://schemas.microsoft.com/office/drawing/2014/main" id="{DCEBFE1E-7033-4BB5-AD75-AEAF813CD9B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61362" y="2984500"/>
              <a:ext cx="401638" cy="215900"/>
              <a:chOff x="7229480" y="2651129"/>
              <a:chExt cx="401638" cy="215900"/>
            </a:xfrm>
          </p:grpSpPr>
          <p:sp>
            <p:nvSpPr>
              <p:cNvPr id="44" name="Oval 14">
                <a:extLst>
                  <a:ext uri="{FF2B5EF4-FFF2-40B4-BE49-F238E27FC236}">
                    <a16:creationId xmlns:a16="http://schemas.microsoft.com/office/drawing/2014/main" id="{F3320937-3B0C-438A-AFAC-657D3FBC0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458" y="2722726"/>
                <a:ext cx="73049" cy="71449"/>
              </a:xfrm>
              <a:prstGeom prst="ellipse">
                <a:avLst/>
              </a:pr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45" name="Freeform 15">
                <a:extLst>
                  <a:ext uri="{FF2B5EF4-FFF2-40B4-BE49-F238E27FC236}">
                    <a16:creationId xmlns:a16="http://schemas.microsoft.com/office/drawing/2014/main" id="{C719D377-56A9-4B6F-B3DF-34F8DB3D7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2507" y="2651278"/>
                <a:ext cx="98458" cy="215932"/>
              </a:xfrm>
              <a:custGeom>
                <a:avLst/>
                <a:gdLst>
                  <a:gd name="T0" fmla="*/ 0 w 62"/>
                  <a:gd name="T1" fmla="*/ 0 h 136"/>
                  <a:gd name="T2" fmla="*/ 2147483647 w 62"/>
                  <a:gd name="T3" fmla="*/ 2147483647 h 136"/>
                  <a:gd name="T4" fmla="*/ 0 w 62"/>
                  <a:gd name="T5" fmla="*/ 2147483647 h 136"/>
                  <a:gd name="T6" fmla="*/ 0 60000 65536"/>
                  <a:gd name="T7" fmla="*/ 0 60000 65536"/>
                  <a:gd name="T8" fmla="*/ 0 60000 65536"/>
                  <a:gd name="T9" fmla="*/ 0 w 62"/>
                  <a:gd name="T10" fmla="*/ 0 h 136"/>
                  <a:gd name="T11" fmla="*/ 62 w 62"/>
                  <a:gd name="T12" fmla="*/ 136 h 1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2" h="136">
                    <a:moveTo>
                      <a:pt x="0" y="0"/>
                    </a:moveTo>
                    <a:lnTo>
                      <a:pt x="62" y="67"/>
                    </a:lnTo>
                    <a:lnTo>
                      <a:pt x="0" y="136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46" name="Line 16">
                <a:extLst>
                  <a:ext uri="{FF2B5EF4-FFF2-40B4-BE49-F238E27FC236}">
                    <a16:creationId xmlns:a16="http://schemas.microsoft.com/office/drawing/2014/main" id="{013B8427-46F8-4E44-9307-A3531D6A4D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229194" y="2756069"/>
                <a:ext cx="215972" cy="0"/>
              </a:xfrm>
              <a:prstGeom prst="line">
                <a:avLst/>
              </a:pr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>
                  <a:latin typeface="+mn-lt"/>
                </a:endParaRPr>
              </a:p>
            </p:txBody>
          </p:sp>
        </p:grpSp>
        <p:sp>
          <p:nvSpPr>
            <p:cNvPr id="31" name="Line 17">
              <a:extLst>
                <a:ext uri="{FF2B5EF4-FFF2-40B4-BE49-F238E27FC236}">
                  <a16:creationId xmlns:a16="http://schemas.microsoft.com/office/drawing/2014/main" id="{616274F6-B758-4A48-AF63-5516593A44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74265" y="2743313"/>
              <a:ext cx="289021" cy="0"/>
            </a:xfrm>
            <a:prstGeom prst="line">
              <a:avLst/>
            </a:pr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latin typeface="+mn-lt"/>
              </a:endParaRPr>
            </a:p>
          </p:txBody>
        </p:sp>
        <p:sp>
          <p:nvSpPr>
            <p:cNvPr id="32" name="Text Box 18">
              <a:extLst>
                <a:ext uri="{FF2B5EF4-FFF2-40B4-BE49-F238E27FC236}">
                  <a16:creationId xmlns:a16="http://schemas.microsoft.com/office/drawing/2014/main" id="{1D86AA98-7520-41B0-97F7-2E761B93DE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0916" y="2854454"/>
              <a:ext cx="425591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clk</a:t>
              </a:r>
              <a:endParaRPr lang="es-ES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19">
              <a:extLst>
                <a:ext uri="{FF2B5EF4-FFF2-40B4-BE49-F238E27FC236}">
                  <a16:creationId xmlns:a16="http://schemas.microsoft.com/office/drawing/2014/main" id="{CBB421F4-8D7D-4CCF-88D5-3F6FFC2CEC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55209" y="2511504"/>
              <a:ext cx="416063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rw</a:t>
              </a:r>
              <a:endParaRPr lang="es-ES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" name="Line 17">
              <a:extLst>
                <a:ext uri="{FF2B5EF4-FFF2-40B4-BE49-F238E27FC236}">
                  <a16:creationId xmlns:a16="http://schemas.microsoft.com/office/drawing/2014/main" id="{EA6FABA1-EDD8-4FFE-BFAE-BA9E01C0B3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74265" y="2590890"/>
              <a:ext cx="289021" cy="0"/>
            </a:xfrm>
            <a:prstGeom prst="line">
              <a:avLst/>
            </a:pr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latin typeface="+mn-lt"/>
              </a:endParaRPr>
            </a:p>
          </p:txBody>
        </p:sp>
        <p:sp>
          <p:nvSpPr>
            <p:cNvPr id="35" name="Text Box 19">
              <a:extLst>
                <a:ext uri="{FF2B5EF4-FFF2-40B4-BE49-F238E27FC236}">
                  <a16:creationId xmlns:a16="http://schemas.microsoft.com/office/drawing/2014/main" id="{3777D60C-70BC-4AB4-BC93-ACAB603D93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52033" y="2352730"/>
              <a:ext cx="350954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cs</a:t>
              </a:r>
              <a:endParaRPr lang="es-ES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Text Box 19">
              <a:extLst>
                <a:ext uri="{FF2B5EF4-FFF2-40B4-BE49-F238E27FC236}">
                  <a16:creationId xmlns:a16="http://schemas.microsoft.com/office/drawing/2014/main" id="{750D9E2F-7EE7-4DFB-9C5E-9B3CE00638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1621" y="1981200"/>
              <a:ext cx="844831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I[n-1:0]</a:t>
              </a:r>
            </a:p>
          </p:txBody>
        </p:sp>
        <p:sp>
          <p:nvSpPr>
            <p:cNvPr id="37" name="Text Box 19">
              <a:extLst>
                <a:ext uri="{FF2B5EF4-FFF2-40B4-BE49-F238E27FC236}">
                  <a16:creationId xmlns:a16="http://schemas.microsoft.com/office/drawing/2014/main" id="{15B57A1B-631B-4527-9F7D-5E540322E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6212" y="3546707"/>
              <a:ext cx="970285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O[n-1:0]</a:t>
              </a:r>
            </a:p>
          </p:txBody>
        </p:sp>
        <p:grpSp>
          <p:nvGrpSpPr>
            <p:cNvPr id="15462" name="Agrupar 28">
              <a:extLst>
                <a:ext uri="{FF2B5EF4-FFF2-40B4-BE49-F238E27FC236}">
                  <a16:creationId xmlns:a16="http://schemas.microsoft.com/office/drawing/2014/main" id="{182D2716-0087-4F6C-AE0A-4BC36EEBD98D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7304500" y="2695163"/>
              <a:ext cx="191263" cy="287338"/>
              <a:chOff x="7943850" y="2209800"/>
              <a:chExt cx="191263" cy="287338"/>
            </a:xfrm>
          </p:grpSpPr>
          <p:sp>
            <p:nvSpPr>
              <p:cNvPr id="41" name="Line 20">
                <a:extLst>
                  <a:ext uri="{FF2B5EF4-FFF2-40B4-BE49-F238E27FC236}">
                    <a16:creationId xmlns:a16="http://schemas.microsoft.com/office/drawing/2014/main" id="{4E524646-8719-4B40-9AA4-87F2C484A0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996868" y="2209584"/>
                <a:ext cx="1587" cy="287433"/>
              </a:xfrm>
              <a:prstGeom prst="line">
                <a:avLst/>
              </a:prstGeom>
              <a:noFill/>
              <a:ln w="38100">
                <a:solidFill>
                  <a:schemeClr val="bg1">
                    <a:lumMod val="10000"/>
                  </a:schemeClr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42" name="Freeform 33">
                <a:extLst>
                  <a:ext uri="{FF2B5EF4-FFF2-40B4-BE49-F238E27FC236}">
                    <a16:creationId xmlns:a16="http://schemas.microsoft.com/office/drawing/2014/main" id="{7A6F4A9E-01DE-44E1-904C-F760C75D1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4473" y="2254049"/>
                <a:ext cx="92088" cy="82577"/>
              </a:xfrm>
              <a:custGeom>
                <a:avLst/>
                <a:gdLst>
                  <a:gd name="T0" fmla="*/ 0 w 58"/>
                  <a:gd name="T1" fmla="*/ 2147483647 h 52"/>
                  <a:gd name="T2" fmla="*/ 2147483647 w 58"/>
                  <a:gd name="T3" fmla="*/ 0 h 52"/>
                  <a:gd name="T4" fmla="*/ 0 60000 65536"/>
                  <a:gd name="T5" fmla="*/ 0 60000 65536"/>
                  <a:gd name="T6" fmla="*/ 0 w 58"/>
                  <a:gd name="T7" fmla="*/ 0 h 52"/>
                  <a:gd name="T8" fmla="*/ 58 w 58"/>
                  <a:gd name="T9" fmla="*/ 52 h 5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8" h="52">
                    <a:moveTo>
                      <a:pt x="0" y="52"/>
                    </a:moveTo>
                    <a:lnTo>
                      <a:pt x="58" y="0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15467" name="Text Box 36">
                <a:extLst>
                  <a:ext uri="{FF2B5EF4-FFF2-40B4-BE49-F238E27FC236}">
                    <a16:creationId xmlns:a16="http://schemas.microsoft.com/office/drawing/2014/main" id="{A2D21B0F-58BA-4E6B-A91D-EEE0C1C0C5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50447" y="2247900"/>
                <a:ext cx="184666" cy="1821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5pPr>
                <a:lvl6pPr marL="2514600" indent="-228600" defTabSz="4572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6pPr>
                <a:lvl7pPr marL="2971800" indent="-228600" defTabSz="4572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7pPr>
                <a:lvl8pPr marL="3429000" indent="-228600" defTabSz="4572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8pPr>
                <a:lvl9pPr marL="3886200" indent="-228600" defTabSz="4572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9pPr>
              </a:lstStyle>
              <a:p>
                <a:pPr algn="ctr" eaLnBrk="1" hangingPunct="1">
                  <a:lnSpc>
                    <a:spcPct val="80000"/>
                  </a:lnSpc>
                  <a:buSzPct val="100000"/>
                  <a:buFont typeface="Wingdings" panose="05000000000000000000" pitchFamily="2" charset="2"/>
                  <a:buNone/>
                </a:pPr>
                <a:endParaRPr lang="es-ES_tradnl" altLang="es-ES" sz="700">
                  <a:solidFill>
                    <a:srgbClr val="009900"/>
                  </a:solidFill>
                </a:endParaRPr>
              </a:p>
            </p:txBody>
          </p:sp>
        </p:grpSp>
        <p:sp>
          <p:nvSpPr>
            <p:cNvPr id="39" name="Text Box 36">
              <a:extLst>
                <a:ext uri="{FF2B5EF4-FFF2-40B4-BE49-F238E27FC236}">
                  <a16:creationId xmlns:a16="http://schemas.microsoft.com/office/drawing/2014/main" id="{21791AA1-EE8C-4D60-AF76-F20FB1DBF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2083" y="2865568"/>
              <a:ext cx="242968" cy="181002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sz="7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</a:t>
              </a:r>
            </a:p>
          </p:txBody>
        </p:sp>
        <p:sp>
          <p:nvSpPr>
            <p:cNvPr id="40" name="Text Box 19">
              <a:extLst>
                <a:ext uri="{FF2B5EF4-FFF2-40B4-BE49-F238E27FC236}">
                  <a16:creationId xmlns:a16="http://schemas.microsoft.com/office/drawing/2014/main" id="{8F16FA93-F1C1-4A1A-BF27-4F75BDAB3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22625" y="2579776"/>
              <a:ext cx="984577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A[m-1:0]</a:t>
              </a:r>
            </a:p>
          </p:txBody>
        </p:sp>
      </p:grpSp>
      <p:sp>
        <p:nvSpPr>
          <p:cNvPr id="50" name="Line 17">
            <a:extLst>
              <a:ext uri="{FF2B5EF4-FFF2-40B4-BE49-F238E27FC236}">
                <a16:creationId xmlns:a16="http://schemas.microsoft.com/office/drawing/2014/main" id="{002A53AF-B65E-4846-8C5A-FB09A3C703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00988" y="6497638"/>
            <a:ext cx="18129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51" name="Line 17">
            <a:extLst>
              <a:ext uri="{FF2B5EF4-FFF2-40B4-BE49-F238E27FC236}">
                <a16:creationId xmlns:a16="http://schemas.microsoft.com/office/drawing/2014/main" id="{27910469-BE88-494C-BF2F-A055A8DEF3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332913" y="5487988"/>
            <a:ext cx="2889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52" name="Line 17">
            <a:extLst>
              <a:ext uri="{FF2B5EF4-FFF2-40B4-BE49-F238E27FC236}">
                <a16:creationId xmlns:a16="http://schemas.microsoft.com/office/drawing/2014/main" id="{11A5604C-29DC-4DE2-89E2-2F5F1D0B5E7B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7016750" y="5762626"/>
            <a:ext cx="17367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53" name="Line 17">
            <a:extLst>
              <a:ext uri="{FF2B5EF4-FFF2-40B4-BE49-F238E27FC236}">
                <a16:creationId xmlns:a16="http://schemas.microsoft.com/office/drawing/2014/main" id="{AB6FEFE2-5E9F-4BEB-BDC7-8A26512F5F88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7431087" y="5762626"/>
            <a:ext cx="17367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54" name="Line 17">
            <a:extLst>
              <a:ext uri="{FF2B5EF4-FFF2-40B4-BE49-F238E27FC236}">
                <a16:creationId xmlns:a16="http://schemas.microsoft.com/office/drawing/2014/main" id="{C91FD4B0-BEF1-40E3-83A1-7BDFD337CD6D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7223125" y="5762626"/>
            <a:ext cx="17367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55" name="Line 17">
            <a:extLst>
              <a:ext uri="{FF2B5EF4-FFF2-40B4-BE49-F238E27FC236}">
                <a16:creationId xmlns:a16="http://schemas.microsoft.com/office/drawing/2014/main" id="{DA21AB7D-ED96-48C7-9AEF-630ABB60725B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7637462" y="5762626"/>
            <a:ext cx="17367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56" name="Line 17">
            <a:extLst>
              <a:ext uri="{FF2B5EF4-FFF2-40B4-BE49-F238E27FC236}">
                <a16:creationId xmlns:a16="http://schemas.microsoft.com/office/drawing/2014/main" id="{73B7E420-BE62-4E14-9AF2-85938E1CFA07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7843837" y="5762626"/>
            <a:ext cx="17367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57" name="Line 17">
            <a:extLst>
              <a:ext uri="{FF2B5EF4-FFF2-40B4-BE49-F238E27FC236}">
                <a16:creationId xmlns:a16="http://schemas.microsoft.com/office/drawing/2014/main" id="{C2469C2A-E143-4DDD-A49C-853F66181B29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8050212" y="5762626"/>
            <a:ext cx="17367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58" name="Line 17">
            <a:extLst>
              <a:ext uri="{FF2B5EF4-FFF2-40B4-BE49-F238E27FC236}">
                <a16:creationId xmlns:a16="http://schemas.microsoft.com/office/drawing/2014/main" id="{BFF46D2E-4701-4906-9F50-3ECA71CD9053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8464550" y="5762626"/>
            <a:ext cx="17367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59" name="Line 17">
            <a:extLst>
              <a:ext uri="{FF2B5EF4-FFF2-40B4-BE49-F238E27FC236}">
                <a16:creationId xmlns:a16="http://schemas.microsoft.com/office/drawing/2014/main" id="{C98C8B8D-3507-496B-998F-E8E4E21B8803}"/>
              </a:ext>
            </a:extLst>
          </p:cNvPr>
          <p:cNvSpPr>
            <a:spLocks noChangeShapeType="1"/>
          </p:cNvSpPr>
          <p:nvPr/>
        </p:nvSpPr>
        <p:spPr bwMode="auto">
          <a:xfrm rot="5400000" flipH="1" flipV="1">
            <a:off x="8258175" y="5762626"/>
            <a:ext cx="17367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grpSp>
        <p:nvGrpSpPr>
          <p:cNvPr id="15375" name="Agrupar 121">
            <a:extLst>
              <a:ext uri="{FF2B5EF4-FFF2-40B4-BE49-F238E27FC236}">
                <a16:creationId xmlns:a16="http://schemas.microsoft.com/office/drawing/2014/main" id="{82D23DD0-B81A-4BB7-9BAC-C1BBB817F1E3}"/>
              </a:ext>
            </a:extLst>
          </p:cNvPr>
          <p:cNvGrpSpPr>
            <a:grpSpLocks/>
          </p:cNvGrpSpPr>
          <p:nvPr/>
        </p:nvGrpSpPr>
        <p:grpSpPr bwMode="auto">
          <a:xfrm>
            <a:off x="2244725" y="4802188"/>
            <a:ext cx="2181225" cy="1882775"/>
            <a:chOff x="913496" y="4648200"/>
            <a:chExt cx="2181303" cy="1883054"/>
          </a:xfrm>
        </p:grpSpPr>
        <p:sp>
          <p:nvSpPr>
            <p:cNvPr id="61" name="Line 20">
              <a:extLst>
                <a:ext uri="{FF2B5EF4-FFF2-40B4-BE49-F238E27FC236}">
                  <a16:creationId xmlns:a16="http://schemas.microsoft.com/office/drawing/2014/main" id="{A96BAB61-3B97-4D74-825D-19B63C238B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6881" y="4876834"/>
              <a:ext cx="1587" cy="287380"/>
            </a:xfrm>
            <a:prstGeom prst="line">
              <a:avLst/>
            </a:prstGeom>
            <a:noFill/>
            <a:ln w="381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Freeform 33">
              <a:extLst>
                <a:ext uri="{FF2B5EF4-FFF2-40B4-BE49-F238E27FC236}">
                  <a16:creationId xmlns:a16="http://schemas.microsoft.com/office/drawing/2014/main" id="{CB0983CF-0CE2-4CCD-B69C-D4EAC392D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079" y="4921290"/>
              <a:ext cx="92078" cy="82562"/>
            </a:xfrm>
            <a:custGeom>
              <a:avLst/>
              <a:gdLst>
                <a:gd name="T0" fmla="*/ 0 w 58"/>
                <a:gd name="T1" fmla="*/ 2147483647 h 52"/>
                <a:gd name="T2" fmla="*/ 2147483647 w 58"/>
                <a:gd name="T3" fmla="*/ 0 h 52"/>
                <a:gd name="T4" fmla="*/ 0 60000 65536"/>
                <a:gd name="T5" fmla="*/ 0 60000 65536"/>
                <a:gd name="T6" fmla="*/ 0 w 58"/>
                <a:gd name="T7" fmla="*/ 0 h 52"/>
                <a:gd name="T8" fmla="*/ 58 w 58"/>
                <a:gd name="T9" fmla="*/ 52 h 5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8" h="52">
                  <a:moveTo>
                    <a:pt x="0" y="52"/>
                  </a:moveTo>
                  <a:lnTo>
                    <a:pt x="58" y="0"/>
                  </a:lnTo>
                </a:path>
              </a:pathLst>
            </a:cu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Text Box 36">
              <a:extLst>
                <a:ext uri="{FF2B5EF4-FFF2-40B4-BE49-F238E27FC236}">
                  <a16:creationId xmlns:a16="http://schemas.microsoft.com/office/drawing/2014/main" id="{5A263F0B-4B92-4BF1-B9A1-D6A7A9BA16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7028" y="4914940"/>
              <a:ext cx="234958" cy="182589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sz="7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8</a:t>
              </a:r>
            </a:p>
          </p:txBody>
        </p:sp>
        <p:sp>
          <p:nvSpPr>
            <p:cNvPr id="128" name="Line 20">
              <a:extLst>
                <a:ext uri="{FF2B5EF4-FFF2-40B4-BE49-F238E27FC236}">
                  <a16:creationId xmlns:a16="http://schemas.microsoft.com/office/drawing/2014/main" id="{4F7643DA-028A-4CC3-8955-6FE9631B4A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6881" y="5943792"/>
              <a:ext cx="1587" cy="287380"/>
            </a:xfrm>
            <a:prstGeom prst="line">
              <a:avLst/>
            </a:prstGeom>
            <a:noFill/>
            <a:ln w="381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Freeform 33">
              <a:extLst>
                <a:ext uri="{FF2B5EF4-FFF2-40B4-BE49-F238E27FC236}">
                  <a16:creationId xmlns:a16="http://schemas.microsoft.com/office/drawing/2014/main" id="{2765C402-04D1-4E8C-B2D5-94257970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079" y="5988249"/>
              <a:ext cx="92078" cy="82562"/>
            </a:xfrm>
            <a:custGeom>
              <a:avLst/>
              <a:gdLst>
                <a:gd name="T0" fmla="*/ 0 w 58"/>
                <a:gd name="T1" fmla="*/ 2147483647 h 52"/>
                <a:gd name="T2" fmla="*/ 2147483647 w 58"/>
                <a:gd name="T3" fmla="*/ 0 h 52"/>
                <a:gd name="T4" fmla="*/ 0 60000 65536"/>
                <a:gd name="T5" fmla="*/ 0 60000 65536"/>
                <a:gd name="T6" fmla="*/ 0 w 58"/>
                <a:gd name="T7" fmla="*/ 0 h 52"/>
                <a:gd name="T8" fmla="*/ 58 w 58"/>
                <a:gd name="T9" fmla="*/ 52 h 5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8" h="52">
                  <a:moveTo>
                    <a:pt x="0" y="52"/>
                  </a:moveTo>
                  <a:lnTo>
                    <a:pt x="58" y="0"/>
                  </a:lnTo>
                </a:path>
              </a:pathLst>
            </a:cu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Text Box 36">
              <a:extLst>
                <a:ext uri="{FF2B5EF4-FFF2-40B4-BE49-F238E27FC236}">
                  <a16:creationId xmlns:a16="http://schemas.microsoft.com/office/drawing/2014/main" id="{468247B4-6E01-4EC9-BF2A-451D4AF06D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7028" y="5981898"/>
              <a:ext cx="234958" cy="182589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sz="7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8</a:t>
              </a:r>
            </a:p>
          </p:txBody>
        </p:sp>
        <p:sp>
          <p:nvSpPr>
            <p:cNvPr id="235" name="Rectangle 13">
              <a:extLst>
                <a:ext uri="{FF2B5EF4-FFF2-40B4-BE49-F238E27FC236}">
                  <a16:creationId xmlns:a16="http://schemas.microsoft.com/office/drawing/2014/main" id="{B8C5B717-1FAA-492C-9F2E-3340501CF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901" y="5173740"/>
              <a:ext cx="936658" cy="770052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19050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</a:t>
              </a:r>
            </a:p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  <a:r>
                <a:rPr lang="es-ES" b="1" baseline="300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6 </a:t>
              </a:r>
              <a:r>
                <a:rPr lang="es-ES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x 8</a:t>
              </a:r>
            </a:p>
          </p:txBody>
        </p:sp>
        <p:sp>
          <p:nvSpPr>
            <p:cNvPr id="236" name="Oval 14">
              <a:extLst>
                <a:ext uri="{FF2B5EF4-FFF2-40B4-BE49-F238E27FC236}">
                  <a16:creationId xmlns:a16="http://schemas.microsoft.com/office/drawing/2014/main" id="{274CEAE5-B192-47A4-B717-BE11CD03C41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697910" y="5723096"/>
              <a:ext cx="73028" cy="71449"/>
            </a:xfrm>
            <a:prstGeom prst="ellipse">
              <a:avLst/>
            </a:pr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Freeform 15">
              <a:extLst>
                <a:ext uri="{FF2B5EF4-FFF2-40B4-BE49-F238E27FC236}">
                  <a16:creationId xmlns:a16="http://schemas.microsoft.com/office/drawing/2014/main" id="{74411296-A54C-43F5-BE92-82B678F2A4F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83606" y="5651649"/>
              <a:ext cx="98429" cy="215932"/>
            </a:xfrm>
            <a:custGeom>
              <a:avLst/>
              <a:gdLst>
                <a:gd name="T0" fmla="*/ 0 w 62"/>
                <a:gd name="T1" fmla="*/ 0 h 136"/>
                <a:gd name="T2" fmla="*/ 2147483647 w 62"/>
                <a:gd name="T3" fmla="*/ 2147483647 h 136"/>
                <a:gd name="T4" fmla="*/ 0 w 62"/>
                <a:gd name="T5" fmla="*/ 2147483647 h 136"/>
                <a:gd name="T6" fmla="*/ 0 60000 65536"/>
                <a:gd name="T7" fmla="*/ 0 60000 65536"/>
                <a:gd name="T8" fmla="*/ 0 60000 65536"/>
                <a:gd name="T9" fmla="*/ 0 w 62"/>
                <a:gd name="T10" fmla="*/ 0 h 136"/>
                <a:gd name="T11" fmla="*/ 62 w 62"/>
                <a:gd name="T12" fmla="*/ 136 h 1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2" h="136">
                  <a:moveTo>
                    <a:pt x="0" y="0"/>
                  </a:moveTo>
                  <a:lnTo>
                    <a:pt x="62" y="67"/>
                  </a:lnTo>
                  <a:lnTo>
                    <a:pt x="0" y="136"/>
                  </a:lnTo>
                </a:path>
              </a:pathLst>
            </a:cu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8" name="Line 16">
              <a:extLst>
                <a:ext uri="{FF2B5EF4-FFF2-40B4-BE49-F238E27FC236}">
                  <a16:creationId xmlns:a16="http://schemas.microsoft.com/office/drawing/2014/main" id="{554826EB-9189-4E87-B0FA-23FABAECD2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9350" y="5756439"/>
              <a:ext cx="215908" cy="0"/>
            </a:xfrm>
            <a:prstGeom prst="line">
              <a:avLst/>
            </a:pr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7">
              <a:extLst>
                <a:ext uri="{FF2B5EF4-FFF2-40B4-BE49-F238E27FC236}">
                  <a16:creationId xmlns:a16="http://schemas.microsoft.com/office/drawing/2014/main" id="{E1D444D0-2FF2-4913-BBFC-F936383F96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96323" y="5410313"/>
              <a:ext cx="288935" cy="0"/>
            </a:xfrm>
            <a:prstGeom prst="line">
              <a:avLst/>
            </a:pr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Text Box 18">
              <a:extLst>
                <a:ext uri="{FF2B5EF4-FFF2-40B4-BE49-F238E27FC236}">
                  <a16:creationId xmlns:a16="http://schemas.microsoft.com/office/drawing/2014/main" id="{ED284512-6D41-4A3B-B75A-8867F9839C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9334" y="5527805"/>
              <a:ext cx="425465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clk</a:t>
              </a:r>
              <a:endParaRPr lang="es-ES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9">
              <a:extLst>
                <a:ext uri="{FF2B5EF4-FFF2-40B4-BE49-F238E27FC236}">
                  <a16:creationId xmlns:a16="http://schemas.microsoft.com/office/drawing/2014/main" id="{870264F5-C926-4223-8C50-9E51A79656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7272" y="5172153"/>
              <a:ext cx="415940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rw</a:t>
              </a:r>
              <a:endParaRPr lang="es-ES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2" name="Line 17">
              <a:extLst>
                <a:ext uri="{FF2B5EF4-FFF2-40B4-BE49-F238E27FC236}">
                  <a16:creationId xmlns:a16="http://schemas.microsoft.com/office/drawing/2014/main" id="{9A7A4E8B-087F-49B6-98CA-93E71217B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96323" y="5257890"/>
              <a:ext cx="288935" cy="0"/>
            </a:xfrm>
            <a:prstGeom prst="line">
              <a:avLst/>
            </a:pr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3" name="Text Box 19">
              <a:extLst>
                <a:ext uri="{FF2B5EF4-FFF2-40B4-BE49-F238E27FC236}">
                  <a16:creationId xmlns:a16="http://schemas.microsoft.com/office/drawing/2014/main" id="{13F0E226-58D5-4A2B-901E-4E5A29A30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4097" y="5026081"/>
              <a:ext cx="349262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cs</a:t>
              </a:r>
              <a:endParaRPr lang="es-ES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Text Box 19">
              <a:extLst>
                <a:ext uri="{FF2B5EF4-FFF2-40B4-BE49-F238E27FC236}">
                  <a16:creationId xmlns:a16="http://schemas.microsoft.com/office/drawing/2014/main" id="{57ED78E7-75E0-47E3-A3CA-67A232698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8420" y="4648200"/>
              <a:ext cx="665186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I[7:0]</a:t>
              </a:r>
            </a:p>
          </p:txBody>
        </p:sp>
        <p:sp>
          <p:nvSpPr>
            <p:cNvPr id="245" name="Text Box 19">
              <a:extLst>
                <a:ext uri="{FF2B5EF4-FFF2-40B4-BE49-F238E27FC236}">
                  <a16:creationId xmlns:a16="http://schemas.microsoft.com/office/drawing/2014/main" id="{D62C0343-1404-4AAD-8920-0CB1AD663C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0466" y="6213707"/>
              <a:ext cx="792190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O[7:0]</a:t>
              </a:r>
            </a:p>
          </p:txBody>
        </p:sp>
        <p:sp>
          <p:nvSpPr>
            <p:cNvPr id="246" name="Line 20">
              <a:extLst>
                <a:ext uri="{FF2B5EF4-FFF2-40B4-BE49-F238E27FC236}">
                  <a16:creationId xmlns:a16="http://schemas.microsoft.com/office/drawing/2014/main" id="{A2A63178-8663-48B6-8EB9-67C4482D8A6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1621546" y="5405565"/>
              <a:ext cx="1588" cy="287348"/>
            </a:xfrm>
            <a:prstGeom prst="line">
              <a:avLst/>
            </a:prstGeom>
            <a:noFill/>
            <a:ln w="381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Freeform 33">
              <a:extLst>
                <a:ext uri="{FF2B5EF4-FFF2-40B4-BE49-F238E27FC236}">
                  <a16:creationId xmlns:a16="http://schemas.microsoft.com/office/drawing/2014/main" id="{38E3CA45-3D39-4526-B713-4A3838F926B4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518349" y="5513521"/>
              <a:ext cx="92089" cy="82553"/>
            </a:xfrm>
            <a:custGeom>
              <a:avLst/>
              <a:gdLst>
                <a:gd name="T0" fmla="*/ 0 w 58"/>
                <a:gd name="T1" fmla="*/ 2147483647 h 52"/>
                <a:gd name="T2" fmla="*/ 2147483647 w 58"/>
                <a:gd name="T3" fmla="*/ 0 h 52"/>
                <a:gd name="T4" fmla="*/ 0 60000 65536"/>
                <a:gd name="T5" fmla="*/ 0 60000 65536"/>
                <a:gd name="T6" fmla="*/ 0 w 58"/>
                <a:gd name="T7" fmla="*/ 0 h 52"/>
                <a:gd name="T8" fmla="*/ 58 w 58"/>
                <a:gd name="T9" fmla="*/ 52 h 5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8" h="52">
                  <a:moveTo>
                    <a:pt x="0" y="52"/>
                  </a:moveTo>
                  <a:lnTo>
                    <a:pt x="58" y="0"/>
                  </a:lnTo>
                </a:path>
              </a:pathLst>
            </a:cu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36">
              <a:extLst>
                <a:ext uri="{FF2B5EF4-FFF2-40B4-BE49-F238E27FC236}">
                  <a16:creationId xmlns:a16="http://schemas.microsoft.com/office/drawing/2014/main" id="{6A2B6DC6-9C15-4F68-A51B-056C3A06E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515170" y="5411910"/>
              <a:ext cx="184177" cy="180981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sz="70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Text Box 36">
              <a:extLst>
                <a:ext uri="{FF2B5EF4-FFF2-40B4-BE49-F238E27FC236}">
                  <a16:creationId xmlns:a16="http://schemas.microsoft.com/office/drawing/2014/main" id="{A578136C-3D18-4A5C-924E-20A122CC0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5001" y="5532568"/>
              <a:ext cx="234958" cy="182590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sz="7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6</a:t>
              </a:r>
            </a:p>
          </p:txBody>
        </p:sp>
        <p:sp>
          <p:nvSpPr>
            <p:cNvPr id="250" name="Text Box 19">
              <a:extLst>
                <a:ext uri="{FF2B5EF4-FFF2-40B4-BE49-F238E27FC236}">
                  <a16:creationId xmlns:a16="http://schemas.microsoft.com/office/drawing/2014/main" id="{867ED3BD-1C2C-4A10-B4AE-540D217C80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496" y="5240425"/>
              <a:ext cx="754090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A[5:0]</a:t>
              </a:r>
            </a:p>
          </p:txBody>
        </p:sp>
      </p:grpSp>
      <p:graphicFrame>
        <p:nvGraphicFramePr>
          <p:cNvPr id="251" name="Tabla 250">
            <a:extLst>
              <a:ext uri="{FF2B5EF4-FFF2-40B4-BE49-F238E27FC236}">
                <a16:creationId xmlns:a16="http://schemas.microsoft.com/office/drawing/2014/main" id="{E6850844-1A31-4448-AA81-E2BC1E719B99}"/>
              </a:ext>
            </a:extLst>
          </p:cNvPr>
          <p:cNvGraphicFramePr>
            <a:graphicFrameLocks noGrp="1"/>
          </p:cNvGraphicFramePr>
          <p:nvPr/>
        </p:nvGraphicFramePr>
        <p:xfrm>
          <a:off x="7742788" y="5178107"/>
          <a:ext cx="1666240" cy="1148080"/>
        </p:xfrm>
        <a:graphic>
          <a:graphicData uri="http://schemas.openxmlformats.org/drawingml/2006/table">
            <a:tbl>
              <a:tblPr bandRow="1">
                <a:tableStyleId>{08FB837D-C827-4EFA-A057-4D05807E0F7C}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62560">
                <a:tc>
                  <a:txBody>
                    <a:bodyPr/>
                    <a:lstStyle/>
                    <a:p>
                      <a:pPr algn="ctr"/>
                      <a:r>
                        <a:rPr lang="es-ES_tradnl" sz="1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2560">
                <a:tc gridSpan="8">
                  <a:txBody>
                    <a:bodyPr/>
                    <a:lstStyle/>
                    <a:p>
                      <a:pPr algn="ctr"/>
                      <a:r>
                        <a:rPr lang="es-ES_tradnl" sz="5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…</a:t>
                      </a: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endParaRPr lang="es-ES_tradnl" sz="80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_tradnl" sz="40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_tradnl" sz="8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_tradnl" sz="8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_tradnl" sz="8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_tradnl" sz="8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_tradnl" sz="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2560"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</a:t>
                      </a:r>
                      <a:endParaRPr lang="es-ES_tradnl" sz="8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_tradnl" sz="8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52" name="Trapecio 251">
            <a:extLst>
              <a:ext uri="{FF2B5EF4-FFF2-40B4-BE49-F238E27FC236}">
                <a16:creationId xmlns:a16="http://schemas.microsoft.com/office/drawing/2014/main" id="{9D334619-5682-440C-B87A-B8E285335A09}"/>
              </a:ext>
            </a:extLst>
          </p:cNvPr>
          <p:cNvSpPr/>
          <p:nvPr/>
        </p:nvSpPr>
        <p:spPr bwMode="auto">
          <a:xfrm rot="16200000">
            <a:off x="6551613" y="5526088"/>
            <a:ext cx="1295400" cy="457200"/>
          </a:xfrm>
          <a:prstGeom prst="trapezoid">
            <a:avLst>
              <a:gd name="adj" fmla="val 64984"/>
            </a:avLst>
          </a:prstGeom>
          <a:solidFill>
            <a:schemeClr val="bg1">
              <a:lumMod val="90000"/>
            </a:schemeClr>
          </a:solidFill>
          <a:ln w="19050" cap="flat" cmpd="sng" algn="ctr">
            <a:solidFill>
              <a:schemeClr val="bg1">
                <a:lumMod val="1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latin typeface="+mn-lt"/>
            </a:endParaRPr>
          </a:p>
        </p:txBody>
      </p:sp>
      <p:sp>
        <p:nvSpPr>
          <p:cNvPr id="253" name="Line 17">
            <a:extLst>
              <a:ext uri="{FF2B5EF4-FFF2-40B4-BE49-F238E27FC236}">
                <a16:creationId xmlns:a16="http://schemas.microsoft.com/office/drawing/2014/main" id="{CA010135-C625-468B-883D-8195571ACE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27913" y="5259388"/>
            <a:ext cx="2889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254" name="Line 17">
            <a:extLst>
              <a:ext uri="{FF2B5EF4-FFF2-40B4-BE49-F238E27FC236}">
                <a16:creationId xmlns:a16="http://schemas.microsoft.com/office/drawing/2014/main" id="{1A2E8144-0150-413D-BBE9-4B44FC9F28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27913" y="6249988"/>
            <a:ext cx="2889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255" name="Line 17">
            <a:extLst>
              <a:ext uri="{FF2B5EF4-FFF2-40B4-BE49-F238E27FC236}">
                <a16:creationId xmlns:a16="http://schemas.microsoft.com/office/drawing/2014/main" id="{4FBB11ED-BF20-49F9-9070-C93EFA76C482}"/>
              </a:ext>
            </a:extLst>
          </p:cNvPr>
          <p:cNvSpPr>
            <a:spLocks noChangeShapeType="1"/>
          </p:cNvSpPr>
          <p:nvPr/>
        </p:nvSpPr>
        <p:spPr bwMode="auto">
          <a:xfrm rot="16200000" flipH="1">
            <a:off x="7169150" y="5762626"/>
            <a:ext cx="8223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prstDash val="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256" name="Text Box 19">
            <a:extLst>
              <a:ext uri="{FF2B5EF4-FFF2-40B4-BE49-F238E27FC236}">
                <a16:creationId xmlns:a16="http://schemas.microsoft.com/office/drawing/2014/main" id="{58049320-1289-48ED-9FA7-E16415F749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3950" y="5030788"/>
            <a:ext cx="254000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257" name="Text Box 19">
            <a:extLst>
              <a:ext uri="{FF2B5EF4-FFF2-40B4-BE49-F238E27FC236}">
                <a16:creationId xmlns:a16="http://schemas.microsoft.com/office/drawing/2014/main" id="{8515D72D-833F-4494-BA0F-061D4E3C0A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2675" y="6245225"/>
            <a:ext cx="325438" cy="2174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63</a:t>
            </a:r>
          </a:p>
        </p:txBody>
      </p:sp>
      <p:sp>
        <p:nvSpPr>
          <p:cNvPr id="258" name="Line 17">
            <a:extLst>
              <a:ext uri="{FF2B5EF4-FFF2-40B4-BE49-F238E27FC236}">
                <a16:creationId xmlns:a16="http://schemas.microsoft.com/office/drawing/2014/main" id="{A2BABB2E-2167-4373-8DCB-78A81CACD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5913" y="5487988"/>
            <a:ext cx="2889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259" name="Line 17">
            <a:extLst>
              <a:ext uri="{FF2B5EF4-FFF2-40B4-BE49-F238E27FC236}">
                <a16:creationId xmlns:a16="http://schemas.microsoft.com/office/drawing/2014/main" id="{2B49E34B-0E17-41FE-A074-A0B0F0E6CB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5913" y="5594350"/>
            <a:ext cx="2889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260" name="Line 17">
            <a:extLst>
              <a:ext uri="{FF2B5EF4-FFF2-40B4-BE49-F238E27FC236}">
                <a16:creationId xmlns:a16="http://schemas.microsoft.com/office/drawing/2014/main" id="{D1A27092-380F-4784-A757-9E3886E371D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5913" y="5700713"/>
            <a:ext cx="2889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261" name="Line 17">
            <a:extLst>
              <a:ext uri="{FF2B5EF4-FFF2-40B4-BE49-F238E27FC236}">
                <a16:creationId xmlns:a16="http://schemas.microsoft.com/office/drawing/2014/main" id="{50C2830F-7498-4C3F-8747-9CC251C9DF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5913" y="5808663"/>
            <a:ext cx="2889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262" name="Line 17">
            <a:extLst>
              <a:ext uri="{FF2B5EF4-FFF2-40B4-BE49-F238E27FC236}">
                <a16:creationId xmlns:a16="http://schemas.microsoft.com/office/drawing/2014/main" id="{059CD026-4401-4E94-9A67-B36BBF1AA4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5913" y="5915025"/>
            <a:ext cx="2889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263" name="Line 17">
            <a:extLst>
              <a:ext uri="{FF2B5EF4-FFF2-40B4-BE49-F238E27FC236}">
                <a16:creationId xmlns:a16="http://schemas.microsoft.com/office/drawing/2014/main" id="{6712C912-74FD-463F-812C-03A95CBDE9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5913" y="6021388"/>
            <a:ext cx="2889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264" name="Text Box 19">
            <a:extLst>
              <a:ext uri="{FF2B5EF4-FFF2-40B4-BE49-F238E27FC236}">
                <a16:creationId xmlns:a16="http://schemas.microsoft.com/office/drawing/2014/main" id="{2DDA2420-7423-41DB-ADC2-786BEF2870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7300" y="5335588"/>
            <a:ext cx="333375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A5</a:t>
            </a:r>
          </a:p>
        </p:txBody>
      </p:sp>
      <p:sp>
        <p:nvSpPr>
          <p:cNvPr id="265" name="Text Box 19">
            <a:extLst>
              <a:ext uri="{FF2B5EF4-FFF2-40B4-BE49-F238E27FC236}">
                <a16:creationId xmlns:a16="http://schemas.microsoft.com/office/drawing/2014/main" id="{70920AE8-8EF1-4A30-AC48-3B586F080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7300" y="5457825"/>
            <a:ext cx="333375" cy="2174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A4</a:t>
            </a:r>
          </a:p>
        </p:txBody>
      </p:sp>
      <p:sp>
        <p:nvSpPr>
          <p:cNvPr id="266" name="Text Box 19">
            <a:extLst>
              <a:ext uri="{FF2B5EF4-FFF2-40B4-BE49-F238E27FC236}">
                <a16:creationId xmlns:a16="http://schemas.microsoft.com/office/drawing/2014/main" id="{5D3FBD27-F1C2-4FF9-8A09-3919E9F08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7300" y="5580063"/>
            <a:ext cx="333375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A3</a:t>
            </a:r>
          </a:p>
        </p:txBody>
      </p:sp>
      <p:sp>
        <p:nvSpPr>
          <p:cNvPr id="267" name="Text Box 19">
            <a:extLst>
              <a:ext uri="{FF2B5EF4-FFF2-40B4-BE49-F238E27FC236}">
                <a16:creationId xmlns:a16="http://schemas.microsoft.com/office/drawing/2014/main" id="{42C5E83E-71D8-45AD-ACAA-2966FCC878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7300" y="5702300"/>
            <a:ext cx="333375" cy="2174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A2</a:t>
            </a:r>
          </a:p>
        </p:txBody>
      </p:sp>
      <p:sp>
        <p:nvSpPr>
          <p:cNvPr id="268" name="Text Box 19">
            <a:extLst>
              <a:ext uri="{FF2B5EF4-FFF2-40B4-BE49-F238E27FC236}">
                <a16:creationId xmlns:a16="http://schemas.microsoft.com/office/drawing/2014/main" id="{D0585A37-C279-4419-831C-55A1AE063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7300" y="5824538"/>
            <a:ext cx="333375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A1</a:t>
            </a:r>
          </a:p>
        </p:txBody>
      </p:sp>
      <p:sp>
        <p:nvSpPr>
          <p:cNvPr id="269" name="Text Box 19">
            <a:extLst>
              <a:ext uri="{FF2B5EF4-FFF2-40B4-BE49-F238E27FC236}">
                <a16:creationId xmlns:a16="http://schemas.microsoft.com/office/drawing/2014/main" id="{55E53777-69BA-4943-B5FF-CACCF5EB8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7300" y="5946775"/>
            <a:ext cx="333375" cy="2174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A0</a:t>
            </a:r>
          </a:p>
        </p:txBody>
      </p:sp>
      <p:sp>
        <p:nvSpPr>
          <p:cNvPr id="15395" name="Text Box 19">
            <a:extLst>
              <a:ext uri="{FF2B5EF4-FFF2-40B4-BE49-F238E27FC236}">
                <a16:creationId xmlns:a16="http://schemas.microsoft.com/office/drawing/2014/main" id="{86D030F6-F740-4412-9453-7AA4D1168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650" y="4678363"/>
            <a:ext cx="296863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000">
                <a:solidFill>
                  <a:srgbClr val="000000"/>
                </a:solidFill>
              </a:rPr>
              <a:t>I7</a:t>
            </a:r>
          </a:p>
        </p:txBody>
      </p:sp>
      <p:sp>
        <p:nvSpPr>
          <p:cNvPr id="15396" name="Text Box 19">
            <a:extLst>
              <a:ext uri="{FF2B5EF4-FFF2-40B4-BE49-F238E27FC236}">
                <a16:creationId xmlns:a16="http://schemas.microsoft.com/office/drawing/2014/main" id="{00AE83A3-E5AD-49A0-AC35-8AB999E15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7025" y="4678363"/>
            <a:ext cx="296863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000">
                <a:solidFill>
                  <a:srgbClr val="000000"/>
                </a:solidFill>
              </a:rPr>
              <a:t>I6</a:t>
            </a:r>
          </a:p>
        </p:txBody>
      </p:sp>
      <p:sp>
        <p:nvSpPr>
          <p:cNvPr id="15397" name="Text Box 19">
            <a:extLst>
              <a:ext uri="{FF2B5EF4-FFF2-40B4-BE49-F238E27FC236}">
                <a16:creationId xmlns:a16="http://schemas.microsoft.com/office/drawing/2014/main" id="{06860110-56F0-4E27-A40F-39E81D985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4988" y="4678363"/>
            <a:ext cx="296862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000">
                <a:solidFill>
                  <a:srgbClr val="000000"/>
                </a:solidFill>
              </a:rPr>
              <a:t>I5</a:t>
            </a:r>
          </a:p>
        </p:txBody>
      </p:sp>
      <p:sp>
        <p:nvSpPr>
          <p:cNvPr id="15398" name="Text Box 19">
            <a:extLst>
              <a:ext uri="{FF2B5EF4-FFF2-40B4-BE49-F238E27FC236}">
                <a16:creationId xmlns:a16="http://schemas.microsoft.com/office/drawing/2014/main" id="{AA71B714-AED1-4234-98BD-8D71B5A41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61363" y="4678363"/>
            <a:ext cx="296862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000">
                <a:solidFill>
                  <a:srgbClr val="000000"/>
                </a:solidFill>
              </a:rPr>
              <a:t>I4</a:t>
            </a:r>
          </a:p>
        </p:txBody>
      </p:sp>
      <p:sp>
        <p:nvSpPr>
          <p:cNvPr id="15399" name="Text Box 19">
            <a:extLst>
              <a:ext uri="{FF2B5EF4-FFF2-40B4-BE49-F238E27FC236}">
                <a16:creationId xmlns:a16="http://schemas.microsoft.com/office/drawing/2014/main" id="{7F2C29AD-5CFC-43A1-8A98-77D27C0AE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67738" y="4678363"/>
            <a:ext cx="296862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000">
                <a:solidFill>
                  <a:srgbClr val="000000"/>
                </a:solidFill>
              </a:rPr>
              <a:t>I3</a:t>
            </a:r>
          </a:p>
        </p:txBody>
      </p:sp>
      <p:sp>
        <p:nvSpPr>
          <p:cNvPr id="15400" name="Text Box 19">
            <a:extLst>
              <a:ext uri="{FF2B5EF4-FFF2-40B4-BE49-F238E27FC236}">
                <a16:creationId xmlns:a16="http://schemas.microsoft.com/office/drawing/2014/main" id="{66AB6C0A-BAED-468B-8358-6721A890E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4113" y="4678363"/>
            <a:ext cx="296862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000">
                <a:solidFill>
                  <a:srgbClr val="000000"/>
                </a:solidFill>
              </a:rPr>
              <a:t>I2</a:t>
            </a:r>
          </a:p>
        </p:txBody>
      </p:sp>
      <p:sp>
        <p:nvSpPr>
          <p:cNvPr id="15401" name="Text Box 19">
            <a:extLst>
              <a:ext uri="{FF2B5EF4-FFF2-40B4-BE49-F238E27FC236}">
                <a16:creationId xmlns:a16="http://schemas.microsoft.com/office/drawing/2014/main" id="{76ADE214-B854-449C-9997-4FB3717B92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2075" y="4678363"/>
            <a:ext cx="296863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000">
                <a:solidFill>
                  <a:srgbClr val="000000"/>
                </a:solidFill>
              </a:rPr>
              <a:t>I1</a:t>
            </a:r>
          </a:p>
        </p:txBody>
      </p:sp>
      <p:sp>
        <p:nvSpPr>
          <p:cNvPr id="15402" name="Text Box 19">
            <a:extLst>
              <a:ext uri="{FF2B5EF4-FFF2-40B4-BE49-F238E27FC236}">
                <a16:creationId xmlns:a16="http://schemas.microsoft.com/office/drawing/2014/main" id="{716A26AF-BA1A-475D-BF88-A2505CF941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88450" y="4678363"/>
            <a:ext cx="296863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000">
                <a:solidFill>
                  <a:srgbClr val="000000"/>
                </a:solidFill>
              </a:rPr>
              <a:t>I0</a:t>
            </a:r>
          </a:p>
        </p:txBody>
      </p:sp>
      <p:sp>
        <p:nvSpPr>
          <p:cNvPr id="278" name="Text Box 19">
            <a:extLst>
              <a:ext uri="{FF2B5EF4-FFF2-40B4-BE49-F238E27FC236}">
                <a16:creationId xmlns:a16="http://schemas.microsoft.com/office/drawing/2014/main" id="{EE681AF2-4437-43BE-A432-E2BFA2D268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61275" y="6630988"/>
            <a:ext cx="354013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O7</a:t>
            </a:r>
          </a:p>
        </p:txBody>
      </p:sp>
      <p:sp>
        <p:nvSpPr>
          <p:cNvPr id="279" name="Text Box 19">
            <a:extLst>
              <a:ext uri="{FF2B5EF4-FFF2-40B4-BE49-F238E27FC236}">
                <a16:creationId xmlns:a16="http://schemas.microsoft.com/office/drawing/2014/main" id="{85D2B745-55FB-467D-826F-31940C675B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0350" y="6630988"/>
            <a:ext cx="354013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O6</a:t>
            </a:r>
          </a:p>
        </p:txBody>
      </p:sp>
      <p:sp>
        <p:nvSpPr>
          <p:cNvPr id="280" name="Text Box 19">
            <a:extLst>
              <a:ext uri="{FF2B5EF4-FFF2-40B4-BE49-F238E27FC236}">
                <a16:creationId xmlns:a16="http://schemas.microsoft.com/office/drawing/2014/main" id="{7FF215CD-C09A-4F9D-9D18-A4C5DC98B8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9425" y="6630988"/>
            <a:ext cx="354013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O5</a:t>
            </a:r>
          </a:p>
        </p:txBody>
      </p:sp>
      <p:sp>
        <p:nvSpPr>
          <p:cNvPr id="281" name="Text Box 19">
            <a:extLst>
              <a:ext uri="{FF2B5EF4-FFF2-40B4-BE49-F238E27FC236}">
                <a16:creationId xmlns:a16="http://schemas.microsoft.com/office/drawing/2014/main" id="{45DC6A1F-5429-4AB1-B04E-ABEF18AB19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8500" y="6630988"/>
            <a:ext cx="354013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O4</a:t>
            </a:r>
          </a:p>
        </p:txBody>
      </p:sp>
      <p:sp>
        <p:nvSpPr>
          <p:cNvPr id="282" name="Text Box 19">
            <a:extLst>
              <a:ext uri="{FF2B5EF4-FFF2-40B4-BE49-F238E27FC236}">
                <a16:creationId xmlns:a16="http://schemas.microsoft.com/office/drawing/2014/main" id="{51C55C6F-7DA0-46BB-80FC-A2AD35D491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5988" y="6630988"/>
            <a:ext cx="355600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O3</a:t>
            </a:r>
          </a:p>
        </p:txBody>
      </p:sp>
      <p:sp>
        <p:nvSpPr>
          <p:cNvPr id="283" name="Text Box 19">
            <a:extLst>
              <a:ext uri="{FF2B5EF4-FFF2-40B4-BE49-F238E27FC236}">
                <a16:creationId xmlns:a16="http://schemas.microsoft.com/office/drawing/2014/main" id="{7046D831-9F65-4663-89B8-B17327DA49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5063" y="6630988"/>
            <a:ext cx="355600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O2</a:t>
            </a:r>
          </a:p>
        </p:txBody>
      </p:sp>
      <p:sp>
        <p:nvSpPr>
          <p:cNvPr id="284" name="Text Box 19">
            <a:extLst>
              <a:ext uri="{FF2B5EF4-FFF2-40B4-BE49-F238E27FC236}">
                <a16:creationId xmlns:a16="http://schemas.microsoft.com/office/drawing/2014/main" id="{40EECE8B-B1A5-43FB-8445-3ABCFC852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4138" y="6630988"/>
            <a:ext cx="355600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O1</a:t>
            </a:r>
          </a:p>
        </p:txBody>
      </p:sp>
      <p:sp>
        <p:nvSpPr>
          <p:cNvPr id="285" name="Text Box 19">
            <a:extLst>
              <a:ext uri="{FF2B5EF4-FFF2-40B4-BE49-F238E27FC236}">
                <a16:creationId xmlns:a16="http://schemas.microsoft.com/office/drawing/2014/main" id="{A757A275-137F-4102-ABA3-0D49C4BCAE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3213" y="6630988"/>
            <a:ext cx="354012" cy="2174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>
                <a:solidFill>
                  <a:schemeClr val="bg1">
                    <a:lumMod val="10000"/>
                  </a:schemeClr>
                </a:solidFill>
                <a:latin typeface="+mn-lt"/>
              </a:rPr>
              <a:t>O0</a:t>
            </a:r>
          </a:p>
        </p:txBody>
      </p:sp>
      <p:grpSp>
        <p:nvGrpSpPr>
          <p:cNvPr id="286" name="Group 38">
            <a:extLst>
              <a:ext uri="{FF2B5EF4-FFF2-40B4-BE49-F238E27FC236}">
                <a16:creationId xmlns:a16="http://schemas.microsoft.com/office/drawing/2014/main" id="{D37AE7A3-70D7-48BF-B354-B8FA28158FC8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9628007" y="5306721"/>
            <a:ext cx="199231" cy="358090"/>
            <a:chOff x="3107" y="3203"/>
            <a:chExt cx="318" cy="545"/>
          </a:xfrm>
          <a:noFill/>
        </p:grpSpPr>
        <p:sp>
          <p:nvSpPr>
            <p:cNvPr id="287" name="Arco 39">
              <a:extLst>
                <a:ext uri="{FF2B5EF4-FFF2-40B4-BE49-F238E27FC236}">
                  <a16:creationId xmlns:a16="http://schemas.microsoft.com/office/drawing/2014/main" id="{9504070F-5256-46FE-A026-18E65130B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3203"/>
              <a:ext cx="227" cy="272"/>
            </a:xfrm>
            <a:custGeom>
              <a:avLst/>
              <a:gdLst>
                <a:gd name="T0" fmla="*/ 0 w 21600"/>
                <a:gd name="T1" fmla="*/ 0 h 21600"/>
                <a:gd name="T2" fmla="*/ 227 w 21600"/>
                <a:gd name="T3" fmla="*/ 272 h 21600"/>
                <a:gd name="T4" fmla="*/ 0 w 21600"/>
                <a:gd name="T5" fmla="*/ 272 h 21600"/>
                <a:gd name="T6" fmla="*/ 0 60000 65536"/>
                <a:gd name="T7" fmla="*/ 0 60000 65536"/>
                <a:gd name="T8" fmla="*/ 0 60000 65536"/>
                <a:gd name="T9" fmla="*/ 0 w 21600"/>
                <a:gd name="T10" fmla="*/ 0 h 21600"/>
                <a:gd name="T11" fmla="*/ 21600 w 21600"/>
                <a:gd name="T12" fmla="*/ 21600 h 21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21600" fill="none" extrusionOk="0">
                  <a:moveTo>
                    <a:pt x="0" y="-1"/>
                  </a:moveTo>
                  <a:cubicBezTo>
                    <a:pt x="11929" y="-1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0" y="-1"/>
                  </a:moveTo>
                  <a:cubicBezTo>
                    <a:pt x="11929" y="-1"/>
                    <a:pt x="21600" y="9670"/>
                    <a:pt x="21600" y="21600"/>
                  </a:cubicBezTo>
                  <a:lnTo>
                    <a:pt x="0" y="21600"/>
                  </a:lnTo>
                  <a:close/>
                </a:path>
              </a:pathLst>
            </a:custGeom>
            <a:grpFill/>
            <a:ln w="2857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pitchFamily="-112" charset="2"/>
                <a:buNone/>
                <a:defRPr/>
              </a:pPr>
              <a:endParaRPr lang="es-ES_tradnl">
                <a:latin typeface="Arial" pitchFamily="-112" charset="0"/>
                <a:ea typeface="ＭＳ Ｐゴシック" pitchFamily="-112" charset="-128"/>
                <a:cs typeface="ＭＳ Ｐゴシック" pitchFamily="-112" charset="-128"/>
              </a:endParaRPr>
            </a:p>
          </p:txBody>
        </p:sp>
        <p:grpSp>
          <p:nvGrpSpPr>
            <p:cNvPr id="288" name="Group 40">
              <a:extLst>
                <a:ext uri="{FF2B5EF4-FFF2-40B4-BE49-F238E27FC236}">
                  <a16:creationId xmlns:a16="http://schemas.microsoft.com/office/drawing/2014/main" id="{C41A32EF-8875-4E14-B9E1-0A35EBE23E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7" y="3203"/>
              <a:ext cx="318" cy="545"/>
              <a:chOff x="3107" y="3203"/>
              <a:chExt cx="318" cy="545"/>
            </a:xfrm>
            <a:grpFill/>
          </p:grpSpPr>
          <p:sp>
            <p:nvSpPr>
              <p:cNvPr id="289" name="Arco 41">
                <a:extLst>
                  <a:ext uri="{FF2B5EF4-FFF2-40B4-BE49-F238E27FC236}">
                    <a16:creationId xmlns:a16="http://schemas.microsoft.com/office/drawing/2014/main" id="{655D58D9-94BB-4FFB-B5DC-33931BC6F2C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H="1">
                <a:off x="3198" y="3475"/>
                <a:ext cx="227" cy="272"/>
              </a:xfrm>
              <a:custGeom>
                <a:avLst/>
                <a:gdLst>
                  <a:gd name="T0" fmla="*/ 0 w 21600"/>
                  <a:gd name="T1" fmla="*/ 0 h 21600"/>
                  <a:gd name="T2" fmla="*/ 227 w 21600"/>
                  <a:gd name="T3" fmla="*/ 272 h 21600"/>
                  <a:gd name="T4" fmla="*/ 0 w 21600"/>
                  <a:gd name="T5" fmla="*/ 272 h 21600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1600"/>
                  <a:gd name="T11" fmla="*/ 21600 w 2160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1600" fill="none" extrusionOk="0">
                    <a:moveTo>
                      <a:pt x="0" y="-1"/>
                    </a:moveTo>
                    <a:cubicBezTo>
                      <a:pt x="11929" y="-1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-1"/>
                    </a:moveTo>
                    <a:cubicBezTo>
                      <a:pt x="11929" y="-1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8575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pitchFamily="-112" charset="2"/>
                  <a:buNone/>
                  <a:defRPr/>
                </a:pPr>
                <a:endParaRPr lang="es-ES_tradnl">
                  <a:latin typeface="Arial" pitchFamily="-112" charset="0"/>
                  <a:ea typeface="ＭＳ Ｐゴシック" pitchFamily="-112" charset="-128"/>
                  <a:cs typeface="ＭＳ Ｐゴシック" pitchFamily="-112" charset="-128"/>
                </a:endParaRPr>
              </a:p>
            </p:txBody>
          </p:sp>
          <p:sp>
            <p:nvSpPr>
              <p:cNvPr id="290" name="Freeform 42">
                <a:extLst>
                  <a:ext uri="{FF2B5EF4-FFF2-40B4-BE49-F238E27FC236}">
                    <a16:creationId xmlns:a16="http://schemas.microsoft.com/office/drawing/2014/main" id="{5A62B327-78E4-430C-A001-0AE4A318F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3203"/>
                <a:ext cx="91" cy="545"/>
              </a:xfrm>
              <a:custGeom>
                <a:avLst/>
                <a:gdLst>
                  <a:gd name="T0" fmla="*/ 91 w 91"/>
                  <a:gd name="T1" fmla="*/ 0 h 545"/>
                  <a:gd name="T2" fmla="*/ 0 w 91"/>
                  <a:gd name="T3" fmla="*/ 0 h 545"/>
                  <a:gd name="T4" fmla="*/ 0 w 91"/>
                  <a:gd name="T5" fmla="*/ 545 h 545"/>
                  <a:gd name="T6" fmla="*/ 91 w 91"/>
                  <a:gd name="T7" fmla="*/ 545 h 54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1"/>
                  <a:gd name="T13" fmla="*/ 0 h 545"/>
                  <a:gd name="T14" fmla="*/ 91 w 91"/>
                  <a:gd name="T15" fmla="*/ 545 h 54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1" h="545">
                    <a:moveTo>
                      <a:pt x="91" y="0"/>
                    </a:moveTo>
                    <a:lnTo>
                      <a:pt x="0" y="0"/>
                    </a:lnTo>
                    <a:lnTo>
                      <a:pt x="0" y="545"/>
                    </a:lnTo>
                    <a:lnTo>
                      <a:pt x="91" y="545"/>
                    </a:lnTo>
                  </a:path>
                </a:pathLst>
              </a:custGeom>
              <a:grpFill/>
              <a:ln w="28575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pitchFamily="-112" charset="2"/>
                  <a:buNone/>
                  <a:defRPr/>
                </a:pPr>
                <a:endParaRPr lang="es-ES_tradnl">
                  <a:latin typeface="Arial" pitchFamily="-112" charset="0"/>
                  <a:ea typeface="ＭＳ Ｐゴシック" pitchFamily="-112" charset="-128"/>
                  <a:cs typeface="ＭＳ Ｐゴシック" pitchFamily="-112" charset="-128"/>
                </a:endParaRPr>
              </a:p>
            </p:txBody>
          </p:sp>
        </p:grpSp>
      </p:grpSp>
      <p:sp>
        <p:nvSpPr>
          <p:cNvPr id="291" name="Line 17">
            <a:extLst>
              <a:ext uri="{FF2B5EF4-FFF2-40B4-BE49-F238E27FC236}">
                <a16:creationId xmlns:a16="http://schemas.microsoft.com/office/drawing/2014/main" id="{D2822529-7F73-4F6A-BF77-5CA49DD73DA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904413" y="5564188"/>
            <a:ext cx="2381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292" name="Text Box 19">
            <a:extLst>
              <a:ext uri="{FF2B5EF4-FFF2-40B4-BE49-F238E27FC236}">
                <a16:creationId xmlns:a16="http://schemas.microsoft.com/office/drawing/2014/main" id="{40C5BFAF-F1B1-4A50-BD46-F7CF3899EF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34563" y="5338763"/>
            <a:ext cx="415925" cy="3175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rw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17">
            <a:extLst>
              <a:ext uri="{FF2B5EF4-FFF2-40B4-BE49-F238E27FC236}">
                <a16:creationId xmlns:a16="http://schemas.microsoft.com/office/drawing/2014/main" id="{79E35E8F-1387-4578-890A-7DBEC60982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834563" y="5411788"/>
            <a:ext cx="288925" cy="0"/>
          </a:xfrm>
          <a:prstGeom prst="lin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latin typeface="+mn-lt"/>
            </a:endParaRPr>
          </a:p>
        </p:txBody>
      </p:sp>
      <p:sp>
        <p:nvSpPr>
          <p:cNvPr id="294" name="Text Box 19">
            <a:extLst>
              <a:ext uri="{FF2B5EF4-FFF2-40B4-BE49-F238E27FC236}">
                <a16:creationId xmlns:a16="http://schemas.microsoft.com/office/drawing/2014/main" id="{F54DA7F7-BE77-488B-B056-4B1D9FBC50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31388" y="5186363"/>
            <a:ext cx="350837" cy="3175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>
                <a:solidFill>
                  <a:schemeClr val="bg1">
                    <a:lumMod val="10000"/>
                  </a:schemeClr>
                </a:solidFill>
                <a:latin typeface="+mn-lt"/>
              </a:rPr>
              <a:t>cs</a:t>
            </a:r>
          </a:p>
        </p:txBody>
      </p:sp>
      <p:sp>
        <p:nvSpPr>
          <p:cNvPr id="296" name="Oval 14">
            <a:extLst>
              <a:ext uri="{FF2B5EF4-FFF2-40B4-BE49-F238E27FC236}">
                <a16:creationId xmlns:a16="http://schemas.microsoft.com/office/drawing/2014/main" id="{11E15CA7-29BA-478C-8299-6040E94B687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31388" y="5521325"/>
            <a:ext cx="73025" cy="71438"/>
          </a:xfrm>
          <a:prstGeom prst="ellipse">
            <a:avLst/>
          </a:prstGeom>
          <a:noFill/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latin typeface="+mn-lt"/>
            </a:endParaRPr>
          </a:p>
        </p:txBody>
      </p:sp>
      <p:sp>
        <p:nvSpPr>
          <p:cNvPr id="297" name="Text Box 19">
            <a:extLst>
              <a:ext uri="{FF2B5EF4-FFF2-40B4-BE49-F238E27FC236}">
                <a16:creationId xmlns:a16="http://schemas.microsoft.com/office/drawing/2014/main" id="{1D1FAF5F-F98C-4FDA-8ABB-DAA6A38493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8963" y="6253163"/>
            <a:ext cx="350837" cy="3175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cs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8" name="Triángulo isósceles 133">
            <a:extLst>
              <a:ext uri="{FF2B5EF4-FFF2-40B4-BE49-F238E27FC236}">
                <a16:creationId xmlns:a16="http://schemas.microsoft.com/office/drawing/2014/main" id="{262B7B98-BD51-4F5B-8862-C29268A19D68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7847013" y="6469063"/>
            <a:ext cx="76200" cy="76200"/>
          </a:xfrm>
          <a:prstGeom prst="triangle">
            <a:avLst>
              <a:gd name="adj" fmla="val 50000"/>
            </a:avLst>
          </a:prstGeom>
          <a:solidFill>
            <a:schemeClr val="bg1"/>
          </a:solidFill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latin typeface="+mn-lt"/>
            </a:endParaRPr>
          </a:p>
        </p:txBody>
      </p:sp>
      <p:sp>
        <p:nvSpPr>
          <p:cNvPr id="299" name="Triángulo isósceles 134">
            <a:extLst>
              <a:ext uri="{FF2B5EF4-FFF2-40B4-BE49-F238E27FC236}">
                <a16:creationId xmlns:a16="http://schemas.microsoft.com/office/drawing/2014/main" id="{0394EC28-6214-4351-A1F0-0DDD7FFA72F1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053388" y="6469063"/>
            <a:ext cx="76200" cy="76200"/>
          </a:xfrm>
          <a:prstGeom prst="triangle">
            <a:avLst>
              <a:gd name="adj" fmla="val 50000"/>
            </a:avLst>
          </a:prstGeom>
          <a:solidFill>
            <a:schemeClr val="bg1"/>
          </a:solidFill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latin typeface="+mn-lt"/>
            </a:endParaRPr>
          </a:p>
        </p:txBody>
      </p:sp>
      <p:sp>
        <p:nvSpPr>
          <p:cNvPr id="300" name="Triángulo isósceles 135">
            <a:extLst>
              <a:ext uri="{FF2B5EF4-FFF2-40B4-BE49-F238E27FC236}">
                <a16:creationId xmlns:a16="http://schemas.microsoft.com/office/drawing/2014/main" id="{52F939A2-3D87-4808-B15C-6A142EE62FD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261350" y="6469063"/>
            <a:ext cx="76200" cy="76200"/>
          </a:xfrm>
          <a:prstGeom prst="triangle">
            <a:avLst>
              <a:gd name="adj" fmla="val 50000"/>
            </a:avLst>
          </a:prstGeom>
          <a:solidFill>
            <a:schemeClr val="bg1"/>
          </a:solidFill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latin typeface="+mn-lt"/>
            </a:endParaRPr>
          </a:p>
        </p:txBody>
      </p:sp>
      <p:sp>
        <p:nvSpPr>
          <p:cNvPr id="301" name="Triángulo isósceles 136">
            <a:extLst>
              <a:ext uri="{FF2B5EF4-FFF2-40B4-BE49-F238E27FC236}">
                <a16:creationId xmlns:a16="http://schemas.microsoft.com/office/drawing/2014/main" id="{9380B027-6C32-4784-B102-B92177DB2BB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67725" y="6469063"/>
            <a:ext cx="76200" cy="76200"/>
          </a:xfrm>
          <a:prstGeom prst="triangle">
            <a:avLst>
              <a:gd name="adj" fmla="val 50000"/>
            </a:avLst>
          </a:prstGeom>
          <a:solidFill>
            <a:schemeClr val="bg1"/>
          </a:solidFill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latin typeface="+mn-lt"/>
            </a:endParaRPr>
          </a:p>
        </p:txBody>
      </p:sp>
      <p:sp>
        <p:nvSpPr>
          <p:cNvPr id="302" name="Triángulo isósceles 137">
            <a:extLst>
              <a:ext uri="{FF2B5EF4-FFF2-40B4-BE49-F238E27FC236}">
                <a16:creationId xmlns:a16="http://schemas.microsoft.com/office/drawing/2014/main" id="{F300FC00-AE94-4A64-91E5-B4AD67BCEA6F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674100" y="6469063"/>
            <a:ext cx="76200" cy="76200"/>
          </a:xfrm>
          <a:prstGeom prst="triangle">
            <a:avLst>
              <a:gd name="adj" fmla="val 50000"/>
            </a:avLst>
          </a:prstGeom>
          <a:solidFill>
            <a:schemeClr val="bg1"/>
          </a:solidFill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latin typeface="+mn-lt"/>
            </a:endParaRPr>
          </a:p>
        </p:txBody>
      </p:sp>
      <p:sp>
        <p:nvSpPr>
          <p:cNvPr id="303" name="Triángulo isósceles 138">
            <a:extLst>
              <a:ext uri="{FF2B5EF4-FFF2-40B4-BE49-F238E27FC236}">
                <a16:creationId xmlns:a16="http://schemas.microsoft.com/office/drawing/2014/main" id="{375C3F17-15F4-4CD6-BDCE-C05671A38D41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880475" y="6469063"/>
            <a:ext cx="76200" cy="76200"/>
          </a:xfrm>
          <a:prstGeom prst="triangle">
            <a:avLst>
              <a:gd name="adj" fmla="val 50000"/>
            </a:avLst>
          </a:prstGeom>
          <a:solidFill>
            <a:schemeClr val="bg1"/>
          </a:solidFill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latin typeface="+mn-lt"/>
            </a:endParaRPr>
          </a:p>
        </p:txBody>
      </p:sp>
      <p:sp>
        <p:nvSpPr>
          <p:cNvPr id="304" name="Triángulo isósceles 139">
            <a:extLst>
              <a:ext uri="{FF2B5EF4-FFF2-40B4-BE49-F238E27FC236}">
                <a16:creationId xmlns:a16="http://schemas.microsoft.com/office/drawing/2014/main" id="{0C2C7CF0-8D71-4F27-B9BC-A18EC74813B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88438" y="6469063"/>
            <a:ext cx="76200" cy="76200"/>
          </a:xfrm>
          <a:prstGeom prst="triangle">
            <a:avLst>
              <a:gd name="adj" fmla="val 50000"/>
            </a:avLst>
          </a:prstGeom>
          <a:solidFill>
            <a:schemeClr val="bg1"/>
          </a:solidFill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latin typeface="+mn-lt"/>
            </a:endParaRPr>
          </a:p>
        </p:txBody>
      </p:sp>
      <p:sp>
        <p:nvSpPr>
          <p:cNvPr id="305" name="Triángulo isósceles 140">
            <a:extLst>
              <a:ext uri="{FF2B5EF4-FFF2-40B4-BE49-F238E27FC236}">
                <a16:creationId xmlns:a16="http://schemas.microsoft.com/office/drawing/2014/main" id="{F37542F3-F7B2-415E-846E-575C1EBEC3A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294813" y="6469063"/>
            <a:ext cx="76200" cy="76200"/>
          </a:xfrm>
          <a:prstGeom prst="triangle">
            <a:avLst>
              <a:gd name="adj" fmla="val 50000"/>
            </a:avLst>
          </a:prstGeom>
          <a:solidFill>
            <a:schemeClr val="bg1"/>
          </a:solidFill>
          <a:ln w="19050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latin typeface="+mn-lt"/>
            </a:endParaRPr>
          </a:p>
        </p:txBody>
      </p:sp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78DBBCB0-81D0-4799-B99F-B93C885647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0B9B83F-10C2-4DF3-9F23-4920CBF33AA2}" type="slidenum">
              <a:rPr lang="es-ES" altLang="es-ES">
                <a:solidFill>
                  <a:srgbClr val="171717"/>
                </a:solidFill>
              </a:rPr>
              <a:pPr/>
              <a:t>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DDA67DC-B587-4918-A13A-45D6D9EDF7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elementos de memoria - memoria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86397660-EDD7-4E60-9FB8-66266C5A8E5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9131300" cy="5137150"/>
          </a:xfrm>
        </p:spPr>
        <p:txBody>
          <a:bodyPr>
            <a:normAutofit fontScale="92500" lnSpcReduction="10000"/>
          </a:bodyPr>
          <a:lstStyle/>
          <a:p>
            <a:pPr lvl="1" fontAlgn="auto">
              <a:spcAft>
                <a:spcPts val="0"/>
              </a:spcAft>
              <a:defRPr/>
            </a:pPr>
            <a:r>
              <a:rPr lang="es-ES_tradnl" sz="2800" dirty="0"/>
              <a:t>Lectura: 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400" dirty="0">
                <a:ea typeface="ＭＳ Ｐゴシック" charset="-128"/>
              </a:rPr>
              <a:t>Poner en entrada 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A[m-1:0]</a:t>
            </a:r>
            <a:r>
              <a:rPr lang="es-ES_tradnl" sz="2400" dirty="0">
                <a:ea typeface="ＭＳ Ｐゴシック" charset="-128"/>
              </a:rPr>
              <a:t> la dirección 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D</a:t>
            </a:r>
            <a:r>
              <a:rPr lang="es-ES_tradnl" sz="2400" dirty="0">
                <a:ea typeface="ＭＳ Ｐゴシック" charset="-128"/>
              </a:rPr>
              <a:t> a leer (binario)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400" dirty="0">
                <a:ea typeface="ＭＳ Ｐゴシック" charset="-128"/>
              </a:rPr>
              <a:t>Poner </a:t>
            </a:r>
            <a:r>
              <a:rPr lang="es-ES_tradnl" sz="2400" dirty="0" err="1">
                <a:solidFill>
                  <a:srgbClr val="3366FF"/>
                </a:solidFill>
                <a:ea typeface="ＭＳ Ｐゴシック" charset="-128"/>
              </a:rPr>
              <a:t>rw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 </a:t>
            </a:r>
            <a:r>
              <a:rPr lang="es-ES_tradnl" sz="2400" dirty="0">
                <a:ea typeface="ＭＳ Ｐゴシック" charset="-128"/>
              </a:rPr>
              <a:t>a 1 y </a:t>
            </a:r>
            <a:r>
              <a:rPr lang="es-ES_tradnl" sz="2400" dirty="0" err="1">
                <a:solidFill>
                  <a:srgbClr val="3366FF"/>
                </a:solidFill>
                <a:ea typeface="ＭＳ Ｐゴシック" charset="-128"/>
              </a:rPr>
              <a:t>cs</a:t>
            </a:r>
            <a:r>
              <a:rPr lang="es-ES_tradnl" sz="2400" dirty="0">
                <a:ea typeface="ＭＳ Ｐゴシック" charset="-128"/>
              </a:rPr>
              <a:t> a 1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400" dirty="0">
                <a:ea typeface="ＭＳ Ｐゴシック" charset="-128"/>
              </a:rPr>
              <a:t>Tras un cierto retraso aparecerá en 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OUT[n-1:0]</a:t>
            </a:r>
            <a:r>
              <a:rPr lang="es-ES_tradnl" sz="2400" dirty="0">
                <a:ea typeface="ＭＳ Ｐゴシック" charset="-128"/>
              </a:rPr>
              <a:t> el dato almacenado en la posición 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D</a:t>
            </a:r>
            <a:r>
              <a:rPr lang="es-ES_tradnl" sz="2400" dirty="0">
                <a:ea typeface="ＭＳ Ｐゴシック" charset="-128"/>
              </a:rPr>
              <a:t> </a:t>
            </a:r>
            <a:endParaRPr lang="es-ES_tradnl" sz="2800" dirty="0">
              <a:ea typeface="ＭＳ Ｐゴシック" charset="-128"/>
            </a:endParaRPr>
          </a:p>
          <a:p>
            <a:pPr lvl="1" fontAlgn="auto">
              <a:spcAft>
                <a:spcPts val="0"/>
              </a:spcAft>
              <a:defRPr/>
            </a:pPr>
            <a:r>
              <a:rPr lang="es-ES_tradnl" sz="2800" dirty="0"/>
              <a:t>Escritura: 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400" dirty="0">
                <a:ea typeface="ＭＳ Ｐゴシック" charset="-128"/>
              </a:rPr>
              <a:t>Poner en entrada 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A[m-1:0]</a:t>
            </a:r>
            <a:r>
              <a:rPr lang="es-ES_tradnl" sz="2400" dirty="0">
                <a:ea typeface="ＭＳ Ｐゴシック" charset="-128"/>
              </a:rPr>
              <a:t> la dirección 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D</a:t>
            </a:r>
            <a:r>
              <a:rPr lang="es-ES_tradnl" sz="2400" dirty="0">
                <a:ea typeface="ＭＳ Ｐゴシック" charset="-128"/>
              </a:rPr>
              <a:t> en la que escribir (binario)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400" dirty="0">
                <a:ea typeface="ＭＳ Ｐゴシック" charset="-128"/>
              </a:rPr>
              <a:t>Poner en entrada 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IN[n-1:0]</a:t>
            </a:r>
            <a:r>
              <a:rPr lang="es-ES_tradnl" sz="2400" dirty="0">
                <a:ea typeface="ＭＳ Ｐゴシック" charset="-128"/>
              </a:rPr>
              <a:t> el dato 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T</a:t>
            </a:r>
            <a:r>
              <a:rPr lang="es-ES_tradnl" sz="2400" dirty="0">
                <a:ea typeface="ＭＳ Ｐゴシック" charset="-128"/>
              </a:rPr>
              <a:t> a escribir (binario)</a:t>
            </a:r>
            <a:endParaRPr lang="es-ES_tradnl" sz="2400" dirty="0">
              <a:solidFill>
                <a:srgbClr val="3366FF"/>
              </a:solidFill>
              <a:ea typeface="ＭＳ Ｐゴシック" charset="-128"/>
            </a:endParaRPr>
          </a:p>
          <a:p>
            <a:pPr lvl="2" fontAlgn="auto">
              <a:spcAft>
                <a:spcPts val="0"/>
              </a:spcAft>
              <a:defRPr/>
            </a:pPr>
            <a:r>
              <a:rPr lang="es-ES_tradnl" sz="2400" dirty="0">
                <a:ea typeface="ＭＳ Ｐゴシック" charset="-128"/>
              </a:rPr>
              <a:t>Poner </a:t>
            </a:r>
            <a:r>
              <a:rPr lang="es-ES_tradnl" sz="2400" dirty="0" err="1">
                <a:solidFill>
                  <a:srgbClr val="3366FF"/>
                </a:solidFill>
                <a:ea typeface="ＭＳ Ｐゴシック" charset="-128"/>
              </a:rPr>
              <a:t>rw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 </a:t>
            </a:r>
            <a:r>
              <a:rPr lang="es-ES_tradnl" sz="2400" dirty="0">
                <a:ea typeface="ＭＳ Ｐゴシック" charset="-128"/>
              </a:rPr>
              <a:t>a 0 y  </a:t>
            </a:r>
            <a:r>
              <a:rPr lang="es-ES_tradnl" sz="2400" dirty="0" err="1">
                <a:solidFill>
                  <a:srgbClr val="3366FF"/>
                </a:solidFill>
                <a:ea typeface="ＭＳ Ｐゴシック" charset="-128"/>
              </a:rPr>
              <a:t>cs</a:t>
            </a:r>
            <a:r>
              <a:rPr lang="es-ES_tradnl" sz="2400" dirty="0">
                <a:ea typeface="ＭＳ Ｐゴシック" charset="-128"/>
              </a:rPr>
              <a:t> a 1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_tradnl" sz="2400" dirty="0">
                <a:ea typeface="ＭＳ Ｐゴシック" charset="-128"/>
              </a:rPr>
              <a:t>Después del flanco de bajada en </a:t>
            </a:r>
            <a:r>
              <a:rPr lang="es-ES_tradnl" sz="2400" dirty="0" err="1">
                <a:ea typeface="ＭＳ Ｐゴシック" charset="-128"/>
              </a:rPr>
              <a:t>clk</a:t>
            </a:r>
            <a:r>
              <a:rPr lang="es-ES_tradnl" sz="2400" dirty="0">
                <a:ea typeface="ＭＳ Ｐゴシック" charset="-128"/>
              </a:rPr>
              <a:t> se almacenará el dato 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T</a:t>
            </a:r>
            <a:r>
              <a:rPr lang="es-ES_tradnl" sz="2400" dirty="0">
                <a:ea typeface="ＭＳ Ｐゴシック" charset="-128"/>
              </a:rPr>
              <a:t> en la posición de memoria </a:t>
            </a:r>
            <a:r>
              <a:rPr lang="es-ES_tradnl" sz="2400" dirty="0">
                <a:solidFill>
                  <a:srgbClr val="3366FF"/>
                </a:solidFill>
                <a:ea typeface="ＭＳ Ｐゴシック" charset="-128"/>
              </a:rPr>
              <a:t>D</a:t>
            </a:r>
            <a:endParaRPr lang="es-ES_tradnl" dirty="0">
              <a:ea typeface="ＭＳ Ｐゴシック" charset="-128"/>
            </a:endParaRPr>
          </a:p>
          <a:p>
            <a:pPr lvl="1" fontAlgn="auto">
              <a:spcAft>
                <a:spcPts val="0"/>
              </a:spcAft>
              <a:buFont typeface="Wingdings" charset="2"/>
              <a:buNone/>
              <a:defRPr/>
            </a:pPr>
            <a:endParaRPr lang="es-ES_tradnl" sz="2400" dirty="0"/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grpSp>
        <p:nvGrpSpPr>
          <p:cNvPr id="17411" name="Agrupar 118">
            <a:extLst>
              <a:ext uri="{FF2B5EF4-FFF2-40B4-BE49-F238E27FC236}">
                <a16:creationId xmlns:a16="http://schemas.microsoft.com/office/drawing/2014/main" id="{B0228913-EDFB-467B-9A03-452B0399B1B3}"/>
              </a:ext>
            </a:extLst>
          </p:cNvPr>
          <p:cNvGrpSpPr>
            <a:grpSpLocks/>
          </p:cNvGrpSpPr>
          <p:nvPr/>
        </p:nvGrpSpPr>
        <p:grpSpPr bwMode="auto">
          <a:xfrm>
            <a:off x="9297988" y="1538288"/>
            <a:ext cx="2247900" cy="1882775"/>
            <a:chOff x="6622625" y="1981200"/>
            <a:chExt cx="2248647" cy="1883054"/>
          </a:xfrm>
        </p:grpSpPr>
        <p:grpSp>
          <p:nvGrpSpPr>
            <p:cNvPr id="17413" name="Agrupar 27">
              <a:extLst>
                <a:ext uri="{FF2B5EF4-FFF2-40B4-BE49-F238E27FC236}">
                  <a16:creationId xmlns:a16="http://schemas.microsoft.com/office/drawing/2014/main" id="{91FF47C1-A05E-44A5-9568-2692347DB5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30403" y="2209800"/>
              <a:ext cx="224755" cy="287338"/>
              <a:chOff x="7930403" y="2209800"/>
              <a:chExt cx="224755" cy="287338"/>
            </a:xfrm>
          </p:grpSpPr>
          <p:sp>
            <p:nvSpPr>
              <p:cNvPr id="134" name="Line 20">
                <a:extLst>
                  <a:ext uri="{FF2B5EF4-FFF2-40B4-BE49-F238E27FC236}">
                    <a16:creationId xmlns:a16="http://schemas.microsoft.com/office/drawing/2014/main" id="{26DEB907-75BF-4417-BA44-15E16ED547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994680" y="2209834"/>
                <a:ext cx="1588" cy="287380"/>
              </a:xfrm>
              <a:prstGeom prst="line">
                <a:avLst/>
              </a:prstGeom>
              <a:noFill/>
              <a:ln w="38100">
                <a:solidFill>
                  <a:schemeClr val="bg1">
                    <a:lumMod val="10000"/>
                  </a:schemeClr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135" name="Freeform 33">
                <a:extLst>
                  <a:ext uri="{FF2B5EF4-FFF2-40B4-BE49-F238E27FC236}">
                    <a16:creationId xmlns:a16="http://schemas.microsoft.com/office/drawing/2014/main" id="{0FC606E8-D635-4D33-8EAD-D74B3D9E7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3863" y="2254291"/>
                <a:ext cx="92106" cy="82562"/>
              </a:xfrm>
              <a:custGeom>
                <a:avLst/>
                <a:gdLst>
                  <a:gd name="T0" fmla="*/ 0 w 58"/>
                  <a:gd name="T1" fmla="*/ 2147483647 h 52"/>
                  <a:gd name="T2" fmla="*/ 2147483647 w 58"/>
                  <a:gd name="T3" fmla="*/ 0 h 52"/>
                  <a:gd name="T4" fmla="*/ 0 60000 65536"/>
                  <a:gd name="T5" fmla="*/ 0 60000 65536"/>
                  <a:gd name="T6" fmla="*/ 0 w 58"/>
                  <a:gd name="T7" fmla="*/ 0 h 52"/>
                  <a:gd name="T8" fmla="*/ 58 w 58"/>
                  <a:gd name="T9" fmla="*/ 52 h 5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8" h="52">
                    <a:moveTo>
                      <a:pt x="0" y="52"/>
                    </a:moveTo>
                    <a:lnTo>
                      <a:pt x="58" y="0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136" name="Text Box 36">
                <a:extLst>
                  <a:ext uri="{FF2B5EF4-FFF2-40B4-BE49-F238E27FC236}">
                    <a16:creationId xmlns:a16="http://schemas.microsoft.com/office/drawing/2014/main" id="{D2CA79FD-E3C7-4DD5-BDB1-FA97922AA9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31159" y="2247940"/>
                <a:ext cx="223912" cy="179414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r>
                  <a:rPr lang="es-ES" sz="700">
                    <a:solidFill>
                      <a:schemeClr val="bg1">
                        <a:lumMod val="10000"/>
                      </a:schemeClr>
                    </a:solidFill>
                    <a:latin typeface="+mn-lt"/>
                  </a:rPr>
                  <a:t>n</a:t>
                </a:r>
              </a:p>
            </p:txBody>
          </p:sp>
        </p:grpSp>
        <p:sp>
          <p:nvSpPr>
            <p:cNvPr id="9" name="Line 20">
              <a:extLst>
                <a:ext uri="{FF2B5EF4-FFF2-40B4-BE49-F238E27FC236}">
                  <a16:creationId xmlns:a16="http://schemas.microsoft.com/office/drawing/2014/main" id="{062F51D8-A82A-48A3-812E-E1145C8B76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94681" y="3276792"/>
              <a:ext cx="1588" cy="287380"/>
            </a:xfrm>
            <a:prstGeom prst="line">
              <a:avLst/>
            </a:prstGeom>
            <a:noFill/>
            <a:ln w="381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latin typeface="+mn-lt"/>
              </a:endParaRPr>
            </a:p>
          </p:txBody>
        </p:sp>
        <p:sp>
          <p:nvSpPr>
            <p:cNvPr id="10" name="Freeform 33">
              <a:extLst>
                <a:ext uri="{FF2B5EF4-FFF2-40B4-BE49-F238E27FC236}">
                  <a16:creationId xmlns:a16="http://schemas.microsoft.com/office/drawing/2014/main" id="{B8049644-6DBD-45E2-927C-937990F90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3864" y="3321249"/>
              <a:ext cx="92106" cy="82562"/>
            </a:xfrm>
            <a:custGeom>
              <a:avLst/>
              <a:gdLst>
                <a:gd name="T0" fmla="*/ 0 w 58"/>
                <a:gd name="T1" fmla="*/ 2147483647 h 52"/>
                <a:gd name="T2" fmla="*/ 2147483647 w 58"/>
                <a:gd name="T3" fmla="*/ 0 h 52"/>
                <a:gd name="T4" fmla="*/ 0 60000 65536"/>
                <a:gd name="T5" fmla="*/ 0 60000 65536"/>
                <a:gd name="T6" fmla="*/ 0 w 58"/>
                <a:gd name="T7" fmla="*/ 0 h 52"/>
                <a:gd name="T8" fmla="*/ 58 w 58"/>
                <a:gd name="T9" fmla="*/ 52 h 5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8" h="52">
                  <a:moveTo>
                    <a:pt x="0" y="52"/>
                  </a:moveTo>
                  <a:lnTo>
                    <a:pt x="58" y="0"/>
                  </a:lnTo>
                </a:path>
              </a:pathLst>
            </a:cu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latin typeface="+mn-lt"/>
              </a:endParaRPr>
            </a:p>
          </p:txBody>
        </p:sp>
        <p:sp>
          <p:nvSpPr>
            <p:cNvPr id="11" name="Text Box 36">
              <a:extLst>
                <a:ext uri="{FF2B5EF4-FFF2-40B4-BE49-F238E27FC236}">
                  <a16:creationId xmlns:a16="http://schemas.microsoft.com/office/drawing/2014/main" id="{99E272B1-2455-4893-9DBD-D746C65BA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31160" y="3314898"/>
              <a:ext cx="223911" cy="179414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sz="7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n</a:t>
              </a:r>
            </a:p>
          </p:txBody>
        </p:sp>
        <p:sp>
          <p:nvSpPr>
            <p:cNvPr id="12" name="Rectangle 13">
              <a:extLst>
                <a:ext uri="{FF2B5EF4-FFF2-40B4-BE49-F238E27FC236}">
                  <a16:creationId xmlns:a16="http://schemas.microsoft.com/office/drawing/2014/main" id="{70F2F9FF-2DBB-4D14-AB4C-322F734B1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2564" y="2506740"/>
              <a:ext cx="936936" cy="770052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19050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</a:t>
              </a:r>
            </a:p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  <a:r>
                <a:rPr lang="es-ES" b="1" baseline="300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 </a:t>
              </a:r>
              <a:r>
                <a:rPr lang="es-ES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x n</a:t>
              </a:r>
            </a:p>
          </p:txBody>
        </p:sp>
        <p:grpSp>
          <p:nvGrpSpPr>
            <p:cNvPr id="17418" name="Agrupar 25">
              <a:extLst>
                <a:ext uri="{FF2B5EF4-FFF2-40B4-BE49-F238E27FC236}">
                  <a16:creationId xmlns:a16="http://schemas.microsoft.com/office/drawing/2014/main" id="{13956D11-08C0-4705-AF16-B758691D6D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61362" y="2984500"/>
              <a:ext cx="401638" cy="215900"/>
              <a:chOff x="7229480" y="2651129"/>
              <a:chExt cx="401638" cy="215900"/>
            </a:xfrm>
          </p:grpSpPr>
          <p:sp>
            <p:nvSpPr>
              <p:cNvPr id="131" name="Oval 14">
                <a:extLst>
                  <a:ext uri="{FF2B5EF4-FFF2-40B4-BE49-F238E27FC236}">
                    <a16:creationId xmlns:a16="http://schemas.microsoft.com/office/drawing/2014/main" id="{ED1C831A-89E4-41C2-892D-433299AA9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458" y="2722726"/>
                <a:ext cx="73049" cy="71449"/>
              </a:xfrm>
              <a:prstGeom prst="ellipse">
                <a:avLst/>
              </a:pr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132" name="Freeform 15">
                <a:extLst>
                  <a:ext uri="{FF2B5EF4-FFF2-40B4-BE49-F238E27FC236}">
                    <a16:creationId xmlns:a16="http://schemas.microsoft.com/office/drawing/2014/main" id="{D42D3035-F468-4A56-8992-31065979C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2507" y="2651278"/>
                <a:ext cx="98458" cy="215932"/>
              </a:xfrm>
              <a:custGeom>
                <a:avLst/>
                <a:gdLst>
                  <a:gd name="T0" fmla="*/ 0 w 62"/>
                  <a:gd name="T1" fmla="*/ 0 h 136"/>
                  <a:gd name="T2" fmla="*/ 2147483647 w 62"/>
                  <a:gd name="T3" fmla="*/ 2147483647 h 136"/>
                  <a:gd name="T4" fmla="*/ 0 w 62"/>
                  <a:gd name="T5" fmla="*/ 2147483647 h 136"/>
                  <a:gd name="T6" fmla="*/ 0 60000 65536"/>
                  <a:gd name="T7" fmla="*/ 0 60000 65536"/>
                  <a:gd name="T8" fmla="*/ 0 60000 65536"/>
                  <a:gd name="T9" fmla="*/ 0 w 62"/>
                  <a:gd name="T10" fmla="*/ 0 h 136"/>
                  <a:gd name="T11" fmla="*/ 62 w 62"/>
                  <a:gd name="T12" fmla="*/ 136 h 1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2" h="136">
                    <a:moveTo>
                      <a:pt x="0" y="0"/>
                    </a:moveTo>
                    <a:lnTo>
                      <a:pt x="62" y="67"/>
                    </a:lnTo>
                    <a:lnTo>
                      <a:pt x="0" y="136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133" name="Line 16">
                <a:extLst>
                  <a:ext uri="{FF2B5EF4-FFF2-40B4-BE49-F238E27FC236}">
                    <a16:creationId xmlns:a16="http://schemas.microsoft.com/office/drawing/2014/main" id="{FC4160F3-06F1-45D2-AC2C-6A0329E387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229194" y="2756069"/>
                <a:ext cx="215972" cy="0"/>
              </a:xfrm>
              <a:prstGeom prst="line">
                <a:avLst/>
              </a:pr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>
                  <a:latin typeface="+mn-lt"/>
                </a:endParaRPr>
              </a:p>
            </p:txBody>
          </p:sp>
        </p:grpSp>
        <p:sp>
          <p:nvSpPr>
            <p:cNvPr id="14" name="Line 17">
              <a:extLst>
                <a:ext uri="{FF2B5EF4-FFF2-40B4-BE49-F238E27FC236}">
                  <a16:creationId xmlns:a16="http://schemas.microsoft.com/office/drawing/2014/main" id="{D0C4A768-C036-4578-97BB-3FC6CB0889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74265" y="2743313"/>
              <a:ext cx="289021" cy="0"/>
            </a:xfrm>
            <a:prstGeom prst="line">
              <a:avLst/>
            </a:pr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latin typeface="+mn-lt"/>
              </a:endParaRPr>
            </a:p>
          </p:txBody>
        </p:sp>
        <p:sp>
          <p:nvSpPr>
            <p:cNvPr id="15" name="Text Box 18">
              <a:extLst>
                <a:ext uri="{FF2B5EF4-FFF2-40B4-BE49-F238E27FC236}">
                  <a16:creationId xmlns:a16="http://schemas.microsoft.com/office/drawing/2014/main" id="{2CB48A5F-C30D-4DEA-AC31-9680AC338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0916" y="2854454"/>
              <a:ext cx="425591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clk</a:t>
              </a:r>
              <a:endParaRPr lang="es-ES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19">
              <a:extLst>
                <a:ext uri="{FF2B5EF4-FFF2-40B4-BE49-F238E27FC236}">
                  <a16:creationId xmlns:a16="http://schemas.microsoft.com/office/drawing/2014/main" id="{48A7EAC0-2BD6-4C6B-9214-E946D64C5C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55209" y="2511504"/>
              <a:ext cx="416063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rw</a:t>
              </a:r>
              <a:endParaRPr lang="es-ES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" name="Line 17">
              <a:extLst>
                <a:ext uri="{FF2B5EF4-FFF2-40B4-BE49-F238E27FC236}">
                  <a16:creationId xmlns:a16="http://schemas.microsoft.com/office/drawing/2014/main" id="{9675FE52-D45F-4B68-8408-06F18276B9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74265" y="2590890"/>
              <a:ext cx="289021" cy="0"/>
            </a:xfrm>
            <a:prstGeom prst="line">
              <a:avLst/>
            </a:prstGeom>
            <a:noFill/>
            <a:ln w="19050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latin typeface="+mn-lt"/>
              </a:endParaRPr>
            </a:p>
          </p:txBody>
        </p:sp>
        <p:sp>
          <p:nvSpPr>
            <p:cNvPr id="18" name="Text Box 19">
              <a:extLst>
                <a:ext uri="{FF2B5EF4-FFF2-40B4-BE49-F238E27FC236}">
                  <a16:creationId xmlns:a16="http://schemas.microsoft.com/office/drawing/2014/main" id="{0A22AC23-612B-481C-A4CE-60C320956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52033" y="2352730"/>
              <a:ext cx="350954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cs</a:t>
              </a:r>
              <a:endParaRPr lang="es-ES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" name="Text Box 19">
              <a:extLst>
                <a:ext uri="{FF2B5EF4-FFF2-40B4-BE49-F238E27FC236}">
                  <a16:creationId xmlns:a16="http://schemas.microsoft.com/office/drawing/2014/main" id="{1FA23B12-4BC7-49E2-AA30-3E6AD1FFEC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1621" y="1981200"/>
              <a:ext cx="844831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I[n-1:0]</a:t>
              </a:r>
            </a:p>
          </p:txBody>
        </p:sp>
        <p:sp>
          <p:nvSpPr>
            <p:cNvPr id="20" name="Text Box 19">
              <a:extLst>
                <a:ext uri="{FF2B5EF4-FFF2-40B4-BE49-F238E27FC236}">
                  <a16:creationId xmlns:a16="http://schemas.microsoft.com/office/drawing/2014/main" id="{A9B896ED-DD6F-40BF-85BD-023C83E93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6212" y="3546707"/>
              <a:ext cx="970285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O[n-1:0]</a:t>
              </a:r>
            </a:p>
          </p:txBody>
        </p:sp>
        <p:grpSp>
          <p:nvGrpSpPr>
            <p:cNvPr id="17426" name="Agrupar 28">
              <a:extLst>
                <a:ext uri="{FF2B5EF4-FFF2-40B4-BE49-F238E27FC236}">
                  <a16:creationId xmlns:a16="http://schemas.microsoft.com/office/drawing/2014/main" id="{57FFA6DF-CEA7-4044-8680-715FACEB5BE9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7304500" y="2695163"/>
              <a:ext cx="191263" cy="287338"/>
              <a:chOff x="7943850" y="2209800"/>
              <a:chExt cx="191263" cy="287338"/>
            </a:xfrm>
          </p:grpSpPr>
          <p:sp>
            <p:nvSpPr>
              <p:cNvPr id="24" name="Line 20">
                <a:extLst>
                  <a:ext uri="{FF2B5EF4-FFF2-40B4-BE49-F238E27FC236}">
                    <a16:creationId xmlns:a16="http://schemas.microsoft.com/office/drawing/2014/main" id="{F5802B72-D73C-42E4-8651-99A6ABB129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996868" y="2209584"/>
                <a:ext cx="1587" cy="287433"/>
              </a:xfrm>
              <a:prstGeom prst="line">
                <a:avLst/>
              </a:prstGeom>
              <a:noFill/>
              <a:ln w="38100">
                <a:solidFill>
                  <a:schemeClr val="bg1">
                    <a:lumMod val="10000"/>
                  </a:schemeClr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25" name="Freeform 33">
                <a:extLst>
                  <a:ext uri="{FF2B5EF4-FFF2-40B4-BE49-F238E27FC236}">
                    <a16:creationId xmlns:a16="http://schemas.microsoft.com/office/drawing/2014/main" id="{DD354E99-D3D7-45CD-B3B3-D4B266569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4473" y="2254049"/>
                <a:ext cx="92088" cy="82577"/>
              </a:xfrm>
              <a:custGeom>
                <a:avLst/>
                <a:gdLst>
                  <a:gd name="T0" fmla="*/ 0 w 58"/>
                  <a:gd name="T1" fmla="*/ 2147483647 h 52"/>
                  <a:gd name="T2" fmla="*/ 2147483647 w 58"/>
                  <a:gd name="T3" fmla="*/ 0 h 52"/>
                  <a:gd name="T4" fmla="*/ 0 60000 65536"/>
                  <a:gd name="T5" fmla="*/ 0 60000 65536"/>
                  <a:gd name="T6" fmla="*/ 0 w 58"/>
                  <a:gd name="T7" fmla="*/ 0 h 52"/>
                  <a:gd name="T8" fmla="*/ 58 w 58"/>
                  <a:gd name="T9" fmla="*/ 52 h 5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8" h="52">
                    <a:moveTo>
                      <a:pt x="0" y="52"/>
                    </a:moveTo>
                    <a:lnTo>
                      <a:pt x="58" y="0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1" fontAlgn="auto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SzPct val="100000"/>
                  <a:buFont typeface="Wingdings" charset="2"/>
                  <a:buNone/>
                  <a:defRPr/>
                </a:pPr>
                <a:endParaRPr lang="es-ES_tradnl">
                  <a:latin typeface="+mn-lt"/>
                </a:endParaRPr>
              </a:p>
            </p:txBody>
          </p:sp>
          <p:sp>
            <p:nvSpPr>
              <p:cNvPr id="17431" name="Text Box 36">
                <a:extLst>
                  <a:ext uri="{FF2B5EF4-FFF2-40B4-BE49-F238E27FC236}">
                    <a16:creationId xmlns:a16="http://schemas.microsoft.com/office/drawing/2014/main" id="{5A260174-9C1E-4AAC-BE61-FD8EC8D085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50447" y="2247900"/>
                <a:ext cx="184666" cy="1821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5pPr>
                <a:lvl6pPr marL="2514600" indent="-228600" defTabSz="4572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6pPr>
                <a:lvl7pPr marL="2971800" indent="-228600" defTabSz="4572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7pPr>
                <a:lvl8pPr marL="3429000" indent="-228600" defTabSz="4572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8pPr>
                <a:lvl9pPr marL="3886200" indent="-228600" defTabSz="4572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w Cen MT" panose="020B0602020104020603" pitchFamily="34" charset="0"/>
                  </a:defRPr>
                </a:lvl9pPr>
              </a:lstStyle>
              <a:p>
                <a:pPr algn="ctr" eaLnBrk="1" hangingPunct="1">
                  <a:lnSpc>
                    <a:spcPct val="80000"/>
                  </a:lnSpc>
                  <a:buSzPct val="100000"/>
                  <a:buFont typeface="Wingdings" panose="05000000000000000000" pitchFamily="2" charset="2"/>
                  <a:buNone/>
                </a:pPr>
                <a:endParaRPr lang="es-ES_tradnl" altLang="es-ES" sz="700">
                  <a:solidFill>
                    <a:srgbClr val="009900"/>
                  </a:solidFill>
                </a:endParaRPr>
              </a:p>
            </p:txBody>
          </p:sp>
        </p:grpSp>
        <p:sp>
          <p:nvSpPr>
            <p:cNvPr id="22" name="Text Box 36">
              <a:extLst>
                <a:ext uri="{FF2B5EF4-FFF2-40B4-BE49-F238E27FC236}">
                  <a16:creationId xmlns:a16="http://schemas.microsoft.com/office/drawing/2014/main" id="{7E2B83D2-332F-4F5E-9DA2-672B2A728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2083" y="2865568"/>
              <a:ext cx="242968" cy="181002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sz="7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</a:t>
              </a:r>
            </a:p>
          </p:txBody>
        </p:sp>
        <p:sp>
          <p:nvSpPr>
            <p:cNvPr id="23" name="Text Box 19">
              <a:extLst>
                <a:ext uri="{FF2B5EF4-FFF2-40B4-BE49-F238E27FC236}">
                  <a16:creationId xmlns:a16="http://schemas.microsoft.com/office/drawing/2014/main" id="{7D77DFA3-EDA1-497A-8F28-EC3198CA08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22625" y="2579776"/>
              <a:ext cx="984577" cy="31754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r>
                <a:rPr lang="es-ES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A[m-1:0]</a:t>
              </a:r>
            </a:p>
          </p:txBody>
        </p:sp>
      </p:grp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1DDC9F8-79B4-454B-8F31-E841C42EDA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882AA43-1AC3-4295-85D0-B65F97F1DEE2}" type="slidenum">
              <a:rPr lang="es-ES" altLang="es-ES">
                <a:solidFill>
                  <a:srgbClr val="171717"/>
                </a:solidFill>
              </a:rPr>
              <a:pPr/>
              <a:t>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9843AB5-CDDD-4929-9F16-06573CF4C6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partes de un procesador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D51DD460-DC43-458F-B74E-156693A9818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9131300" cy="5137150"/>
          </a:xfrm>
        </p:spPr>
        <p:txBody>
          <a:bodyPr>
            <a:normAutofit/>
          </a:bodyPr>
          <a:lstStyle/>
          <a:p>
            <a:pPr lvl="1" fontAlgn="auto">
              <a:spcAft>
                <a:spcPts val="0"/>
              </a:spcAft>
              <a:defRPr/>
            </a:pPr>
            <a:r>
              <a:rPr lang="es-ES_tradnl" sz="2800" dirty="0"/>
              <a:t>Estructura general</a:t>
            </a:r>
            <a:endParaRPr lang="es-ES_tradnl" dirty="0">
              <a:ea typeface="ＭＳ Ｐゴシック" charset="-128"/>
            </a:endParaRPr>
          </a:p>
          <a:p>
            <a:pPr lvl="1" fontAlgn="auto">
              <a:spcAft>
                <a:spcPts val="0"/>
              </a:spcAft>
              <a:buFont typeface="Wingdings" charset="2"/>
              <a:buNone/>
              <a:defRPr/>
            </a:pPr>
            <a:endParaRPr lang="es-ES_tradnl" sz="2400" dirty="0"/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sp>
        <p:nvSpPr>
          <p:cNvPr id="4" name="Rectangle 3" descr="25%">
            <a:extLst>
              <a:ext uri="{FF2B5EF4-FFF2-40B4-BE49-F238E27FC236}">
                <a16:creationId xmlns:a16="http://schemas.microsoft.com/office/drawing/2014/main" id="{2559F7BC-25D5-4584-8915-DD4FDD6B6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2750" y="3871913"/>
            <a:ext cx="2895600" cy="279400"/>
          </a:xfrm>
          <a:prstGeom prst="rect">
            <a:avLst/>
          </a:prstGeom>
          <a:pattFill prst="pct30">
            <a:fgClr>
              <a:srgbClr val="C00000"/>
            </a:fgClr>
            <a:bgClr>
              <a:schemeClr val="bg1"/>
            </a:bgClr>
          </a:pattFill>
          <a:ln w="25400">
            <a:solidFill>
              <a:schemeClr val="bg1">
                <a:lumMod val="10000"/>
              </a:schemeClr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fontAlgn="auto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Memory - I/O Bus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5D13C6A-5200-479A-9377-4325000BE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1263" y="2203450"/>
            <a:ext cx="1358900" cy="1338263"/>
          </a:xfrm>
          <a:prstGeom prst="rect">
            <a:avLst/>
          </a:prstGeom>
          <a:noFill/>
          <a:ln w="25400">
            <a:solidFill>
              <a:schemeClr val="bg1">
                <a:lumMod val="10000"/>
              </a:schemeClr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fontAlgn="auto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Processor</a:t>
            </a:r>
          </a:p>
          <a:p>
            <a:pPr algn="ctr" eaLnBrk="1" fontAlgn="auto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(CPU)</a:t>
            </a:r>
          </a:p>
        </p:txBody>
      </p:sp>
      <p:sp>
        <p:nvSpPr>
          <p:cNvPr id="27" name="Rectangle 11">
            <a:extLst>
              <a:ext uri="{FF2B5EF4-FFF2-40B4-BE49-F238E27FC236}">
                <a16:creationId xmlns:a16="http://schemas.microsoft.com/office/drawing/2014/main" id="{EAD9C914-8E29-4282-8BFB-87111E604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2750" y="4481513"/>
            <a:ext cx="1204913" cy="1193800"/>
          </a:xfrm>
          <a:prstGeom prst="rect">
            <a:avLst/>
          </a:prstGeom>
          <a:noFill/>
          <a:ln w="25400">
            <a:solidFill>
              <a:schemeClr val="bg1">
                <a:lumMod val="10000"/>
              </a:schemeClr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fontAlgn="auto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Memory</a:t>
            </a:r>
          </a:p>
          <a:p>
            <a:pPr algn="ctr" eaLnBrk="1" fontAlgn="auto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(Program </a:t>
            </a:r>
          </a:p>
          <a:p>
            <a:pPr algn="ctr" eaLnBrk="1" fontAlgn="auto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&amp; Data)</a:t>
            </a:r>
          </a:p>
        </p:txBody>
      </p:sp>
      <p:sp>
        <p:nvSpPr>
          <p:cNvPr id="28" name="Rectangle 12">
            <a:extLst>
              <a:ext uri="{FF2B5EF4-FFF2-40B4-BE49-F238E27FC236}">
                <a16:creationId xmlns:a16="http://schemas.microsoft.com/office/drawing/2014/main" id="{D820CC29-74A9-412E-AB23-90BDAA0F9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38" y="4481513"/>
            <a:ext cx="4179887" cy="660400"/>
          </a:xfrm>
          <a:prstGeom prst="rect">
            <a:avLst/>
          </a:prstGeom>
          <a:noFill/>
          <a:ln w="25400">
            <a:solidFill>
              <a:schemeClr val="bg1">
                <a:lumMod val="10000"/>
              </a:schemeClr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fontAlgn="auto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Input/Output</a:t>
            </a:r>
          </a:p>
          <a:p>
            <a:pPr algn="ctr" eaLnBrk="1" fontAlgn="auto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Controllers</a:t>
            </a:r>
          </a:p>
        </p:txBody>
      </p:sp>
      <p:sp>
        <p:nvSpPr>
          <p:cNvPr id="29" name="Line 22">
            <a:extLst>
              <a:ext uri="{FF2B5EF4-FFF2-40B4-BE49-F238E27FC236}">
                <a16:creationId xmlns:a16="http://schemas.microsoft.com/office/drawing/2014/main" id="{D57858D4-CDF0-40C5-AAFF-E93CDB1FE82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54413" y="4151313"/>
            <a:ext cx="0" cy="330200"/>
          </a:xfrm>
          <a:prstGeom prst="line">
            <a:avLst/>
          </a:prstGeom>
          <a:noFill/>
          <a:ln w="50800">
            <a:solidFill>
              <a:schemeClr val="bg1">
                <a:lumMod val="10000"/>
              </a:schemeClr>
            </a:solidFill>
            <a:round/>
            <a:headEnd type="triangle"/>
            <a:tailEnd type="triangle"/>
          </a:ln>
          <a:effectLst/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" name="Line 25">
            <a:extLst>
              <a:ext uri="{FF2B5EF4-FFF2-40B4-BE49-F238E27FC236}">
                <a16:creationId xmlns:a16="http://schemas.microsoft.com/office/drawing/2014/main" id="{EB570E74-D1D9-419A-AA0F-367EB9DC41F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68900" y="4151313"/>
            <a:ext cx="0" cy="330200"/>
          </a:xfrm>
          <a:prstGeom prst="line">
            <a:avLst/>
          </a:prstGeom>
          <a:noFill/>
          <a:ln w="50800">
            <a:solidFill>
              <a:schemeClr val="bg1">
                <a:lumMod val="10000"/>
              </a:schemeClr>
            </a:solidFill>
            <a:round/>
            <a:headEnd type="triangle"/>
            <a:tailEnd type="triangle"/>
          </a:ln>
          <a:effectLst/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" name="Line 26">
            <a:extLst>
              <a:ext uri="{FF2B5EF4-FFF2-40B4-BE49-F238E27FC236}">
                <a16:creationId xmlns:a16="http://schemas.microsoft.com/office/drawing/2014/main" id="{2F0830BD-775A-440C-BBD6-DD11E9BCC5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84725" y="5141913"/>
            <a:ext cx="0" cy="33020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" name="Line 23">
            <a:extLst>
              <a:ext uri="{FF2B5EF4-FFF2-40B4-BE49-F238E27FC236}">
                <a16:creationId xmlns:a16="http://schemas.microsoft.com/office/drawing/2014/main" id="{233870BE-6490-425B-87E2-6DC5BDF61D5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29125" y="3541713"/>
            <a:ext cx="1588" cy="338137"/>
          </a:xfrm>
          <a:prstGeom prst="line">
            <a:avLst/>
          </a:prstGeom>
          <a:noFill/>
          <a:ln w="50800">
            <a:solidFill>
              <a:schemeClr val="bg1">
                <a:lumMod val="10000"/>
              </a:schemeClr>
            </a:solidFill>
            <a:round/>
            <a:headEnd type="triangle"/>
            <a:tailEnd type="triangle"/>
          </a:ln>
          <a:effectLst/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pic>
        <p:nvPicPr>
          <p:cNvPr id="19467" name="Imagen 56" descr="Interfaz de usuario gráfica&#10;&#10;Descripción generada automáticamente">
            <a:extLst>
              <a:ext uri="{FF2B5EF4-FFF2-40B4-BE49-F238E27FC236}">
                <a16:creationId xmlns:a16="http://schemas.microsoft.com/office/drawing/2014/main" id="{C1D45ED7-13D3-4CDC-A813-E2897134F4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3900" y="5372100"/>
            <a:ext cx="822325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468" name="Imagen 60" descr="Imagen que contiene Patrón de fondo&#10;&#10;Descripción generada automáticamente">
            <a:extLst>
              <a:ext uri="{FF2B5EF4-FFF2-40B4-BE49-F238E27FC236}">
                <a16:creationId xmlns:a16="http://schemas.microsoft.com/office/drawing/2014/main" id="{545CFF5B-9968-4FD5-BC7A-4CA0102DC9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05313" y="5372100"/>
            <a:ext cx="768350" cy="766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469" name="Imagen 62" descr="Forma&#10;&#10;Descripción generada automáticamente con confianza baja">
            <a:extLst>
              <a:ext uri="{FF2B5EF4-FFF2-40B4-BE49-F238E27FC236}">
                <a16:creationId xmlns:a16="http://schemas.microsoft.com/office/drawing/2014/main" id="{6601AA4A-00F6-4ADD-A47D-C8552BDD3E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2725" y="5372100"/>
            <a:ext cx="822325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470" name="Imagen 128" descr="Un letrero de color negro&#10;&#10;Descripción generada automáticamente con confianza baja">
            <a:extLst>
              <a:ext uri="{FF2B5EF4-FFF2-40B4-BE49-F238E27FC236}">
                <a16:creationId xmlns:a16="http://schemas.microsoft.com/office/drawing/2014/main" id="{FE5B5CDB-100C-49F2-98EB-8E893FC4D2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6235700" y="5372100"/>
            <a:ext cx="717550" cy="717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471" name="Imagen 136" descr="Imagen que contiene Texto&#10;&#10;Descripción generada automáticamente">
            <a:extLst>
              <a:ext uri="{FF2B5EF4-FFF2-40B4-BE49-F238E27FC236}">
                <a16:creationId xmlns:a16="http://schemas.microsoft.com/office/drawing/2014/main" id="{860C65C3-D626-4DE3-8078-A2B87542EA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16875" y="5372100"/>
            <a:ext cx="771525" cy="77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8" name="Line 26">
            <a:extLst>
              <a:ext uri="{FF2B5EF4-FFF2-40B4-BE49-F238E27FC236}">
                <a16:creationId xmlns:a16="http://schemas.microsoft.com/office/drawing/2014/main" id="{1415A891-11F4-4062-960D-AA5E1854B8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95950" y="5141913"/>
            <a:ext cx="0" cy="33020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0" name="Line 26">
            <a:extLst>
              <a:ext uri="{FF2B5EF4-FFF2-40B4-BE49-F238E27FC236}">
                <a16:creationId xmlns:a16="http://schemas.microsoft.com/office/drawing/2014/main" id="{DCF1277B-2C57-413F-9033-B0EBB9256F8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88125" y="5145088"/>
            <a:ext cx="1588" cy="282575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1" name="Line 26">
            <a:extLst>
              <a:ext uri="{FF2B5EF4-FFF2-40B4-BE49-F238E27FC236}">
                <a16:creationId xmlns:a16="http://schemas.microsoft.com/office/drawing/2014/main" id="{61969E35-0D2D-4D36-B5C3-7B9861E331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485063" y="5141913"/>
            <a:ext cx="0" cy="33020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2" name="Line 26">
            <a:extLst>
              <a:ext uri="{FF2B5EF4-FFF2-40B4-BE49-F238E27FC236}">
                <a16:creationId xmlns:a16="http://schemas.microsoft.com/office/drawing/2014/main" id="{B7724C03-861F-435B-BB91-F17450BBD5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04225" y="5141913"/>
            <a:ext cx="1588" cy="230187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3" name="Text Box 19">
            <a:extLst>
              <a:ext uri="{FF2B5EF4-FFF2-40B4-BE49-F238E27FC236}">
                <a16:creationId xmlns:a16="http://schemas.microsoft.com/office/drawing/2014/main" id="{C7187770-9075-48E9-8C30-1025E4A03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5013" y="6022975"/>
            <a:ext cx="481012" cy="2428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Disks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4" name="Text Box 19">
            <a:extLst>
              <a:ext uri="{FF2B5EF4-FFF2-40B4-BE49-F238E27FC236}">
                <a16:creationId xmlns:a16="http://schemas.microsoft.com/office/drawing/2014/main" id="{261BCF3D-1D20-47E7-B00B-A70C43D5A5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5425" y="6073775"/>
            <a:ext cx="798513" cy="2428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Keyboard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5" name="Text Box 19">
            <a:extLst>
              <a:ext uri="{FF2B5EF4-FFF2-40B4-BE49-F238E27FC236}">
                <a16:creationId xmlns:a16="http://schemas.microsoft.com/office/drawing/2014/main" id="{2FE8792C-8C18-415E-BE1B-BEB11E3542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5388" y="6018213"/>
            <a:ext cx="650875" cy="2428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Monitor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6" name="Text Box 19">
            <a:extLst>
              <a:ext uri="{FF2B5EF4-FFF2-40B4-BE49-F238E27FC236}">
                <a16:creationId xmlns:a16="http://schemas.microsoft.com/office/drawing/2014/main" id="{91A1740A-146B-4534-8522-E9E4C9E68C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5663" y="6073775"/>
            <a:ext cx="582612" cy="2428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Printer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7" name="Text Box 19">
            <a:extLst>
              <a:ext uri="{FF2B5EF4-FFF2-40B4-BE49-F238E27FC236}">
                <a16:creationId xmlns:a16="http://schemas.microsoft.com/office/drawing/2014/main" id="{0D462FE2-CDEC-4233-BFC2-0B9368ED37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7675" y="6130925"/>
            <a:ext cx="703263" cy="2428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Network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6E17CC86-1BC6-4F02-AAEE-D00FDD79E4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1F17337-10BA-48B6-8F36-F357432F5B49}" type="slidenum">
              <a:rPr lang="es-ES" altLang="es-ES">
                <a:solidFill>
                  <a:srgbClr val="171717"/>
                </a:solidFill>
              </a:rPr>
              <a:pPr/>
              <a:t>10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5E279C4-1877-4677-B09B-56B486E115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partes de un procesador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35541C9E-2120-46FE-A98D-A47E1E3F747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9131300" cy="5137150"/>
          </a:xfrm>
        </p:spPr>
        <p:txBody>
          <a:bodyPr>
            <a:normAutofit/>
          </a:bodyPr>
          <a:lstStyle/>
          <a:p>
            <a:pPr lvl="1" fontAlgn="auto">
              <a:spcAft>
                <a:spcPts val="0"/>
              </a:spcAft>
              <a:defRPr/>
            </a:pPr>
            <a:r>
              <a:rPr lang="es-ES_tradnl" sz="2800" dirty="0"/>
              <a:t>Estructura general</a:t>
            </a:r>
            <a:endParaRPr lang="es-ES_tradnl" dirty="0">
              <a:ea typeface="ＭＳ Ｐゴシック" charset="-128"/>
            </a:endParaRPr>
          </a:p>
          <a:p>
            <a:pPr lvl="1" fontAlgn="auto">
              <a:spcAft>
                <a:spcPts val="0"/>
              </a:spcAft>
              <a:buFont typeface="Wingdings" charset="2"/>
              <a:buNone/>
              <a:defRPr/>
            </a:pPr>
            <a:endParaRPr lang="es-ES_tradnl" sz="2400" dirty="0"/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28EE1D88-57AC-4F9A-90FE-3549049A7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2325" y="2914650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Memoria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Programa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y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801F66B-3410-4370-9978-835E8456D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6150" y="2411413"/>
            <a:ext cx="2825750" cy="302418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AB40C522-6CCE-4F6C-A946-CF9DEA200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4088" y="2914650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Entrada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Salida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Text Box 7">
            <a:extLst>
              <a:ext uri="{FF2B5EF4-FFF2-40B4-BE49-F238E27FC236}">
                <a16:creationId xmlns:a16="http://schemas.microsoft.com/office/drawing/2014/main" id="{99572841-1173-49E7-BE7A-E3BEC2FF5B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100" y="1831975"/>
            <a:ext cx="1328738" cy="588963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Procesador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(CPU)</a:t>
            </a: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4A1F466E-1B21-46E9-88C2-3C723F1B9E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7900" y="2451100"/>
            <a:ext cx="2751138" cy="1236663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Control</a:t>
            </a:r>
          </a:p>
        </p:txBody>
      </p:sp>
      <p:sp>
        <p:nvSpPr>
          <p:cNvPr id="12" name="Rectangle 9">
            <a:extLst>
              <a:ext uri="{FF2B5EF4-FFF2-40B4-BE49-F238E27FC236}">
                <a16:creationId xmlns:a16="http://schemas.microsoft.com/office/drawing/2014/main" id="{12E5951F-1246-4B7F-86FD-77BC0A989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7425" y="4125913"/>
            <a:ext cx="2751138" cy="1236662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495EFEA-C788-4214-A705-A9E6233687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298476E-E722-4F94-A456-7C7F77DBCE8D}" type="slidenum">
              <a:rPr lang="es-ES" altLang="es-ES">
                <a:solidFill>
                  <a:srgbClr val="171717"/>
                </a:solidFill>
              </a:rPr>
              <a:pPr/>
              <a:t>11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D0C9574-E56F-42B1-8BDC-A6DCDA7903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partes de un procesador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BB258C16-A96C-4685-9633-551C13759AB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9131300" cy="5137150"/>
          </a:xfrm>
        </p:spPr>
        <p:txBody>
          <a:bodyPr>
            <a:normAutofit/>
          </a:bodyPr>
          <a:lstStyle/>
          <a:p>
            <a:pPr lvl="1" fontAlgn="auto">
              <a:spcAft>
                <a:spcPts val="0"/>
              </a:spcAft>
              <a:defRPr/>
            </a:pPr>
            <a:r>
              <a:rPr lang="es-ES_tradnl" sz="2800" dirty="0"/>
              <a:t>Estructura general</a:t>
            </a:r>
            <a:endParaRPr lang="es-ES_tradnl" dirty="0">
              <a:ea typeface="ＭＳ Ｐゴシック" charset="-128"/>
            </a:endParaRPr>
          </a:p>
          <a:p>
            <a:pPr lvl="1" fontAlgn="auto">
              <a:spcAft>
                <a:spcPts val="0"/>
              </a:spcAft>
              <a:buFont typeface="Wingdings" charset="2"/>
              <a:buNone/>
              <a:defRPr/>
            </a:pPr>
            <a:endParaRPr lang="es-ES_tradnl" sz="2400" dirty="0"/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6C684D7C-3704-4DF5-8E1F-71362ABD8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2325" y="2914650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Memoria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Programa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y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CF8FE096-66BF-4076-ABF7-472EBA938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6150" y="2411413"/>
            <a:ext cx="2825750" cy="302418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B9F6BCB6-9DEA-464A-9544-A1A0CCB63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4088" y="2914650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Entrada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Salida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Text Box 7">
            <a:extLst>
              <a:ext uri="{FF2B5EF4-FFF2-40B4-BE49-F238E27FC236}">
                <a16:creationId xmlns:a16="http://schemas.microsoft.com/office/drawing/2014/main" id="{AC16D4CF-4CD4-4B94-A255-A30E0A1D25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100" y="1831975"/>
            <a:ext cx="1328738" cy="588963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Procesador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(CPU)</a:t>
            </a: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ED2FEA4A-471D-4064-A4A3-818A092A5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7900" y="2451100"/>
            <a:ext cx="2751138" cy="1236663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Control</a:t>
            </a:r>
          </a:p>
        </p:txBody>
      </p:sp>
      <p:sp>
        <p:nvSpPr>
          <p:cNvPr id="12" name="Rectangle 9">
            <a:extLst>
              <a:ext uri="{FF2B5EF4-FFF2-40B4-BE49-F238E27FC236}">
                <a16:creationId xmlns:a16="http://schemas.microsoft.com/office/drawing/2014/main" id="{D5933249-B649-4C52-9E78-D03CD1B20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7425" y="4125913"/>
            <a:ext cx="2751138" cy="1236662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8" name="Rectangle 30">
            <a:extLst>
              <a:ext uri="{FF2B5EF4-FFF2-40B4-BE49-F238E27FC236}">
                <a16:creationId xmlns:a16="http://schemas.microsoft.com/office/drawing/2014/main" id="{E43F608D-E47F-45EC-998B-0F3F4ACE5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5075" y="4786313"/>
            <a:ext cx="1008063" cy="5048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Registros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 general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específ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.)</a:t>
            </a:r>
          </a:p>
        </p:txBody>
      </p:sp>
      <p:sp>
        <p:nvSpPr>
          <p:cNvPr id="39" name="Rectangle 31">
            <a:extLst>
              <a:ext uri="{FF2B5EF4-FFF2-40B4-BE49-F238E27FC236}">
                <a16:creationId xmlns:a16="http://schemas.microsoft.com/office/drawing/2014/main" id="{CCB2A3F0-FD5C-48B5-AAE4-DB7545BCC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7600" y="4643438"/>
            <a:ext cx="1150938" cy="647700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Lógica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encaminamiento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transformación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(ALU…)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ED7AFA4-CC27-47D0-96E7-7A21216857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03F2775-2710-4707-A84A-20459A42257C}" type="slidenum">
              <a:rPr lang="es-ES" altLang="es-ES">
                <a:solidFill>
                  <a:srgbClr val="171717"/>
                </a:solidFill>
              </a:rPr>
              <a:pPr/>
              <a:t>12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C03F8442-EC2D-4598-8F59-BCB1B08A98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partes de un procesador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9F3FFF14-42AE-4A5C-AD07-4FCE184E554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9131300" cy="5137150"/>
          </a:xfrm>
        </p:spPr>
        <p:txBody>
          <a:bodyPr>
            <a:normAutofit/>
          </a:bodyPr>
          <a:lstStyle/>
          <a:p>
            <a:pPr lvl="1" fontAlgn="auto">
              <a:spcAft>
                <a:spcPts val="0"/>
              </a:spcAft>
              <a:defRPr/>
            </a:pPr>
            <a:r>
              <a:rPr lang="es-ES_tradnl" sz="2800" dirty="0"/>
              <a:t>Estructura general</a:t>
            </a:r>
            <a:endParaRPr lang="es-ES_tradnl" dirty="0">
              <a:ea typeface="ＭＳ Ｐゴシック" charset="-128"/>
            </a:endParaRPr>
          </a:p>
          <a:p>
            <a:pPr lvl="1" fontAlgn="auto">
              <a:spcAft>
                <a:spcPts val="0"/>
              </a:spcAft>
              <a:buFont typeface="Wingdings" charset="2"/>
              <a:buNone/>
              <a:defRPr/>
            </a:pPr>
            <a:endParaRPr lang="es-ES_tradnl" sz="2400" dirty="0"/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D5BEEBFF-D4D3-4311-8B69-B327FA104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2325" y="2914650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Memoria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Programa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y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9B1CB8DC-BFF2-4D08-BA10-D416FCC01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6150" y="2411413"/>
            <a:ext cx="2825750" cy="302418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F04E5278-5AA6-4FCE-9CD2-AE0D07382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4088" y="2914650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Entrada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Salida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Text Box 7">
            <a:extLst>
              <a:ext uri="{FF2B5EF4-FFF2-40B4-BE49-F238E27FC236}">
                <a16:creationId xmlns:a16="http://schemas.microsoft.com/office/drawing/2014/main" id="{35A76534-8980-43AB-9C1C-CC8F4E2F59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100" y="1831975"/>
            <a:ext cx="1328738" cy="588963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Procesador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(CPU)</a:t>
            </a: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10B28A14-FFDC-483E-84F8-1EE3CECD4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7900" y="2451100"/>
            <a:ext cx="2751138" cy="1236663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Control</a:t>
            </a:r>
          </a:p>
        </p:txBody>
      </p:sp>
      <p:sp>
        <p:nvSpPr>
          <p:cNvPr id="12" name="Rectangle 9">
            <a:extLst>
              <a:ext uri="{FF2B5EF4-FFF2-40B4-BE49-F238E27FC236}">
                <a16:creationId xmlns:a16="http://schemas.microsoft.com/office/drawing/2014/main" id="{71968BC6-8BDA-4142-8354-A5403E4B6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7425" y="4125913"/>
            <a:ext cx="2751138" cy="1236662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11">
            <a:extLst>
              <a:ext uri="{FF2B5EF4-FFF2-40B4-BE49-F238E27FC236}">
                <a16:creationId xmlns:a16="http://schemas.microsoft.com/office/drawing/2014/main" id="{C32DB52C-6AAD-4633-AC9A-F5F0F7CE1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6363" y="3490913"/>
            <a:ext cx="3175" cy="823912"/>
          </a:xfrm>
          <a:prstGeom prst="line">
            <a:avLst/>
          </a:prstGeom>
          <a:noFill/>
          <a:ln w="28575">
            <a:solidFill>
              <a:srgbClr val="C000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12">
            <a:extLst>
              <a:ext uri="{FF2B5EF4-FFF2-40B4-BE49-F238E27FC236}">
                <a16:creationId xmlns:a16="http://schemas.microsoft.com/office/drawing/2014/main" id="{31AF27B6-693E-4659-98E1-4DDC854759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02488" y="3490913"/>
            <a:ext cx="3175" cy="823912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611" name="Text Box 20">
            <a:extLst>
              <a:ext uri="{FF2B5EF4-FFF2-40B4-BE49-F238E27FC236}">
                <a16:creationId xmlns:a16="http://schemas.microsoft.com/office/drawing/2014/main" id="{4850B79C-7A43-4864-85E6-D1BFD6DA50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3513" y="3768725"/>
            <a:ext cx="74295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chemeClr val="accent2"/>
                </a:solidFill>
              </a:rPr>
              <a:t>estado</a:t>
            </a:r>
          </a:p>
        </p:txBody>
      </p:sp>
      <p:sp>
        <p:nvSpPr>
          <p:cNvPr id="25612" name="Text Box 24">
            <a:extLst>
              <a:ext uri="{FF2B5EF4-FFF2-40B4-BE49-F238E27FC236}">
                <a16:creationId xmlns:a16="http://schemas.microsoft.com/office/drawing/2014/main" id="{DA1A2BD5-CF63-40B4-AEB4-563F8A16DD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2388" y="3768725"/>
            <a:ext cx="7239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38" name="Rectangle 30">
            <a:extLst>
              <a:ext uri="{FF2B5EF4-FFF2-40B4-BE49-F238E27FC236}">
                <a16:creationId xmlns:a16="http://schemas.microsoft.com/office/drawing/2014/main" id="{B003AC20-23F0-49F6-9763-82F93A29F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5075" y="4786313"/>
            <a:ext cx="1008063" cy="5048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Registros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 general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específ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.)</a:t>
            </a:r>
          </a:p>
        </p:txBody>
      </p:sp>
      <p:sp>
        <p:nvSpPr>
          <p:cNvPr id="39" name="Rectangle 31">
            <a:extLst>
              <a:ext uri="{FF2B5EF4-FFF2-40B4-BE49-F238E27FC236}">
                <a16:creationId xmlns:a16="http://schemas.microsoft.com/office/drawing/2014/main" id="{824DB529-2A7A-46BB-954C-C0565A313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7600" y="4643438"/>
            <a:ext cx="1150938" cy="647700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Lógica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encaminamiento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transformación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(ALU…)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52A6F1C-2178-4582-B8BA-33C2782D45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4FA228E4-A66C-47E6-9E1B-160020D73120}" type="slidenum">
              <a:rPr lang="es-ES" altLang="es-ES">
                <a:solidFill>
                  <a:srgbClr val="171717"/>
                </a:solidFill>
              </a:rPr>
              <a:pPr/>
              <a:t>13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103F29C-8696-4070-A6C1-01496E64E7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partes de un procesador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D16936E0-BEE9-4F23-BF81-2E4A467C12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9131300" cy="5137150"/>
          </a:xfrm>
        </p:spPr>
        <p:txBody>
          <a:bodyPr>
            <a:normAutofit/>
          </a:bodyPr>
          <a:lstStyle/>
          <a:p>
            <a:pPr lvl="1" fontAlgn="auto">
              <a:spcAft>
                <a:spcPts val="0"/>
              </a:spcAft>
              <a:defRPr/>
            </a:pPr>
            <a:r>
              <a:rPr lang="es-ES_tradnl" sz="2800" dirty="0"/>
              <a:t>Estructura general</a:t>
            </a:r>
            <a:endParaRPr lang="es-ES_tradnl" dirty="0">
              <a:ea typeface="ＭＳ Ｐゴシック" charset="-128"/>
            </a:endParaRPr>
          </a:p>
          <a:p>
            <a:pPr lvl="1" fontAlgn="auto">
              <a:spcAft>
                <a:spcPts val="0"/>
              </a:spcAft>
              <a:buFont typeface="Wingdings" charset="2"/>
              <a:buNone/>
              <a:defRPr/>
            </a:pPr>
            <a:endParaRPr lang="es-ES_tradnl" sz="2400" dirty="0"/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E552277A-DDBB-47F6-8AA7-12BA54261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2325" y="2914650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Memoria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Programa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y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01D32A43-CC6E-475A-9098-35A0B5482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6150" y="2411413"/>
            <a:ext cx="2825750" cy="302418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06D37BA9-98CB-4BE9-A13E-CF294E5D0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4088" y="2914650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Entrada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Salida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Text Box 7">
            <a:extLst>
              <a:ext uri="{FF2B5EF4-FFF2-40B4-BE49-F238E27FC236}">
                <a16:creationId xmlns:a16="http://schemas.microsoft.com/office/drawing/2014/main" id="{6C900F71-6EDD-48DC-9901-30C5731F9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100" y="1831975"/>
            <a:ext cx="1328738" cy="588963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Procesador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(CPU)</a:t>
            </a: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A67FD9DD-D68A-4841-8EB9-224274F48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7900" y="2451100"/>
            <a:ext cx="2751138" cy="1236663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Control</a:t>
            </a:r>
          </a:p>
        </p:txBody>
      </p:sp>
      <p:sp>
        <p:nvSpPr>
          <p:cNvPr id="12" name="Rectangle 9">
            <a:extLst>
              <a:ext uri="{FF2B5EF4-FFF2-40B4-BE49-F238E27FC236}">
                <a16:creationId xmlns:a16="http://schemas.microsoft.com/office/drawing/2014/main" id="{D5DBF3A4-9E65-43BF-9735-7D62A5725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7425" y="4125913"/>
            <a:ext cx="2751138" cy="1236662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10">
            <a:extLst>
              <a:ext uri="{FF2B5EF4-FFF2-40B4-BE49-F238E27FC236}">
                <a16:creationId xmlns:a16="http://schemas.microsoft.com/office/drawing/2014/main" id="{705EF80D-D77B-47F3-80AC-782A5E2C748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532188" y="3130550"/>
            <a:ext cx="1368425" cy="1588"/>
          </a:xfrm>
          <a:prstGeom prst="line">
            <a:avLst/>
          </a:prstGeom>
          <a:noFill/>
          <a:ln w="28575">
            <a:solidFill>
              <a:srgbClr val="C000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11">
            <a:extLst>
              <a:ext uri="{FF2B5EF4-FFF2-40B4-BE49-F238E27FC236}">
                <a16:creationId xmlns:a16="http://schemas.microsoft.com/office/drawing/2014/main" id="{E44AA918-19DD-4D4F-8830-C9FBF8415C9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6363" y="3490913"/>
            <a:ext cx="3175" cy="823912"/>
          </a:xfrm>
          <a:prstGeom prst="line">
            <a:avLst/>
          </a:prstGeom>
          <a:noFill/>
          <a:ln w="28575">
            <a:solidFill>
              <a:srgbClr val="C000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12">
            <a:extLst>
              <a:ext uri="{FF2B5EF4-FFF2-40B4-BE49-F238E27FC236}">
                <a16:creationId xmlns:a16="http://schemas.microsoft.com/office/drawing/2014/main" id="{69A0E318-DC77-40A4-B1E5-7426FFD9CA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02488" y="3490913"/>
            <a:ext cx="3175" cy="823912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Freeform 13">
            <a:extLst>
              <a:ext uri="{FF2B5EF4-FFF2-40B4-BE49-F238E27FC236}">
                <a16:creationId xmlns:a16="http://schemas.microsoft.com/office/drawing/2014/main" id="{1C5AE6EA-8615-4B9C-8074-0F96C8ED9C72}"/>
              </a:ext>
            </a:extLst>
          </p:cNvPr>
          <p:cNvSpPr>
            <a:spLocks/>
          </p:cNvSpPr>
          <p:nvPr/>
        </p:nvSpPr>
        <p:spPr bwMode="auto">
          <a:xfrm>
            <a:off x="3460750" y="4427538"/>
            <a:ext cx="1439863" cy="287337"/>
          </a:xfrm>
          <a:custGeom>
            <a:avLst/>
            <a:gdLst>
              <a:gd name="T0" fmla="*/ 0 w 907"/>
              <a:gd name="T1" fmla="*/ 0 h 181"/>
              <a:gd name="T2" fmla="*/ 0 w 907"/>
              <a:gd name="T3" fmla="*/ 2147483647 h 181"/>
              <a:gd name="T4" fmla="*/ 2147483647 w 907"/>
              <a:gd name="T5" fmla="*/ 2147483647 h 181"/>
              <a:gd name="T6" fmla="*/ 0 60000 65536"/>
              <a:gd name="T7" fmla="*/ 0 60000 65536"/>
              <a:gd name="T8" fmla="*/ 0 60000 65536"/>
              <a:gd name="T9" fmla="*/ 0 w 907"/>
              <a:gd name="T10" fmla="*/ 0 h 181"/>
              <a:gd name="T11" fmla="*/ 907 w 907"/>
              <a:gd name="T12" fmla="*/ 181 h 1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07" h="181">
                <a:moveTo>
                  <a:pt x="0" y="0"/>
                </a:moveTo>
                <a:lnTo>
                  <a:pt x="0" y="181"/>
                </a:lnTo>
                <a:lnTo>
                  <a:pt x="907" y="181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" name="Freeform 14">
            <a:extLst>
              <a:ext uri="{FF2B5EF4-FFF2-40B4-BE49-F238E27FC236}">
                <a16:creationId xmlns:a16="http://schemas.microsoft.com/office/drawing/2014/main" id="{9B45239A-80B6-4132-A750-0C3EAAF2D90B}"/>
              </a:ext>
            </a:extLst>
          </p:cNvPr>
          <p:cNvSpPr>
            <a:spLocks/>
          </p:cNvSpPr>
          <p:nvPr/>
        </p:nvSpPr>
        <p:spPr bwMode="auto">
          <a:xfrm>
            <a:off x="3173413" y="4354513"/>
            <a:ext cx="1727200" cy="720725"/>
          </a:xfrm>
          <a:custGeom>
            <a:avLst/>
            <a:gdLst>
              <a:gd name="T0" fmla="*/ 2147483647 w 998"/>
              <a:gd name="T1" fmla="*/ 2147483647 h 363"/>
              <a:gd name="T2" fmla="*/ 0 w 998"/>
              <a:gd name="T3" fmla="*/ 2147483647 h 363"/>
              <a:gd name="T4" fmla="*/ 0 w 998"/>
              <a:gd name="T5" fmla="*/ 0 h 363"/>
              <a:gd name="T6" fmla="*/ 0 60000 65536"/>
              <a:gd name="T7" fmla="*/ 0 60000 65536"/>
              <a:gd name="T8" fmla="*/ 0 60000 65536"/>
              <a:gd name="T9" fmla="*/ 0 w 998"/>
              <a:gd name="T10" fmla="*/ 0 h 363"/>
              <a:gd name="T11" fmla="*/ 998 w 998"/>
              <a:gd name="T12" fmla="*/ 363 h 36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98" h="363">
                <a:moveTo>
                  <a:pt x="998" y="363"/>
                </a:moveTo>
                <a:lnTo>
                  <a:pt x="0" y="363"/>
                </a:lnTo>
                <a:lnTo>
                  <a:pt x="0" y="0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662" name="Text Box 19">
            <a:extLst>
              <a:ext uri="{FF2B5EF4-FFF2-40B4-BE49-F238E27FC236}">
                <a16:creationId xmlns:a16="http://schemas.microsoft.com/office/drawing/2014/main" id="{98C46D56-EF3E-4F03-9581-0F00F57BD5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2713" y="2901950"/>
            <a:ext cx="723900" cy="29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27663" name="Text Box 20">
            <a:extLst>
              <a:ext uri="{FF2B5EF4-FFF2-40B4-BE49-F238E27FC236}">
                <a16:creationId xmlns:a16="http://schemas.microsoft.com/office/drawing/2014/main" id="{46C3BAF9-83DD-47B4-94D1-14C8D445B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3513" y="3768725"/>
            <a:ext cx="74295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chemeClr val="accent2"/>
                </a:solidFill>
              </a:rPr>
              <a:t>estado</a:t>
            </a:r>
          </a:p>
        </p:txBody>
      </p:sp>
      <p:sp>
        <p:nvSpPr>
          <p:cNvPr id="25" name="Text Box 22">
            <a:extLst>
              <a:ext uri="{FF2B5EF4-FFF2-40B4-BE49-F238E27FC236}">
                <a16:creationId xmlns:a16="http://schemas.microsoft.com/office/drawing/2014/main" id="{26337FF6-C7FB-4814-BE98-AEA64297DB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4588" y="5075238"/>
            <a:ext cx="1079500" cy="2936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direcciones</a:t>
            </a:r>
          </a:p>
        </p:txBody>
      </p:sp>
      <p:sp>
        <p:nvSpPr>
          <p:cNvPr id="26" name="Text Box 23">
            <a:extLst>
              <a:ext uri="{FF2B5EF4-FFF2-40B4-BE49-F238E27FC236}">
                <a16:creationId xmlns:a16="http://schemas.microsoft.com/office/drawing/2014/main" id="{2BE5ADE8-2CD2-4A16-9427-3563E6F1C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9800" y="4714875"/>
            <a:ext cx="1173163" cy="2936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instrucciones</a:t>
            </a:r>
          </a:p>
        </p:txBody>
      </p:sp>
      <p:sp>
        <p:nvSpPr>
          <p:cNvPr id="27666" name="Text Box 24">
            <a:extLst>
              <a:ext uri="{FF2B5EF4-FFF2-40B4-BE49-F238E27FC236}">
                <a16:creationId xmlns:a16="http://schemas.microsoft.com/office/drawing/2014/main" id="{2320A007-288F-4680-9A3B-BCE4E69766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2388" y="3768725"/>
            <a:ext cx="7239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36" name="Text Box 28">
            <a:extLst>
              <a:ext uri="{FF2B5EF4-FFF2-40B4-BE49-F238E27FC236}">
                <a16:creationId xmlns:a16="http://schemas.microsoft.com/office/drawing/2014/main" id="{7E50E5AF-4322-4AB2-B2A9-FE7B45CEF8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7525" y="5075238"/>
            <a:ext cx="639763" cy="2936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37" name="Text Box 29">
            <a:extLst>
              <a:ext uri="{FF2B5EF4-FFF2-40B4-BE49-F238E27FC236}">
                <a16:creationId xmlns:a16="http://schemas.microsoft.com/office/drawing/2014/main" id="{1DCD17B4-7C56-4650-9656-6D835C28D0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3" y="4462463"/>
            <a:ext cx="639762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38" name="Rectangle 30">
            <a:extLst>
              <a:ext uri="{FF2B5EF4-FFF2-40B4-BE49-F238E27FC236}">
                <a16:creationId xmlns:a16="http://schemas.microsoft.com/office/drawing/2014/main" id="{E07EC878-9DDE-4BE4-83B1-696808845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5075" y="4786313"/>
            <a:ext cx="1008063" cy="5048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Registros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 general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específ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.)</a:t>
            </a:r>
          </a:p>
        </p:txBody>
      </p:sp>
      <p:sp>
        <p:nvSpPr>
          <p:cNvPr id="39" name="Rectangle 31">
            <a:extLst>
              <a:ext uri="{FF2B5EF4-FFF2-40B4-BE49-F238E27FC236}">
                <a16:creationId xmlns:a16="http://schemas.microsoft.com/office/drawing/2014/main" id="{DB726EC3-E60C-4259-90C1-12678914B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7600" y="4643438"/>
            <a:ext cx="1150938" cy="647700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Lógica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encaminamiento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transformación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(ALU…)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CC335C5-D0C8-4CEF-930A-7A3EE8DAB9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4368C27-95B0-4A08-8271-1EF2BD8F6135}" type="slidenum">
              <a:rPr lang="es-ES" altLang="es-ES">
                <a:solidFill>
                  <a:srgbClr val="171717"/>
                </a:solidFill>
              </a:rPr>
              <a:pPr/>
              <a:t>14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D49451F-6171-45E3-9AC3-6523DD8135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partes de un procesador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5E524E36-3650-498A-9CC4-5CCD3C7259B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9131300" cy="5137150"/>
          </a:xfrm>
        </p:spPr>
        <p:txBody>
          <a:bodyPr>
            <a:normAutofit/>
          </a:bodyPr>
          <a:lstStyle/>
          <a:p>
            <a:pPr lvl="1" fontAlgn="auto">
              <a:spcAft>
                <a:spcPts val="0"/>
              </a:spcAft>
              <a:defRPr/>
            </a:pPr>
            <a:r>
              <a:rPr lang="es-ES_tradnl" sz="2800" dirty="0"/>
              <a:t>Estructura general</a:t>
            </a:r>
            <a:endParaRPr lang="es-ES_tradnl" dirty="0">
              <a:ea typeface="ＭＳ Ｐゴシック" charset="-128"/>
            </a:endParaRPr>
          </a:p>
          <a:p>
            <a:pPr lvl="1" fontAlgn="auto">
              <a:spcAft>
                <a:spcPts val="0"/>
              </a:spcAft>
              <a:buFont typeface="Wingdings" charset="2"/>
              <a:buNone/>
              <a:defRPr/>
            </a:pPr>
            <a:endParaRPr lang="es-ES_tradnl" sz="2400" dirty="0"/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C4CD6A0C-CC86-4ECB-8FDB-87847DC9F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2325" y="2914650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Memoria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Programa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y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991ECF5A-7779-4822-B30F-4F336E301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6150" y="2411413"/>
            <a:ext cx="2825750" cy="302418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9D9923A9-3E25-4B92-8544-1F3C17969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4088" y="2914650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Entrada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Salida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Text Box 7">
            <a:extLst>
              <a:ext uri="{FF2B5EF4-FFF2-40B4-BE49-F238E27FC236}">
                <a16:creationId xmlns:a16="http://schemas.microsoft.com/office/drawing/2014/main" id="{6EA3E4B3-6B78-4A52-80AA-1F18B20AE1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100" y="1831975"/>
            <a:ext cx="1328738" cy="588963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Procesador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(CPU)</a:t>
            </a: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E7E20952-3639-45D3-8B15-2FF43FBDD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7900" y="2451100"/>
            <a:ext cx="2751138" cy="1236663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Control</a:t>
            </a:r>
          </a:p>
        </p:txBody>
      </p:sp>
      <p:sp>
        <p:nvSpPr>
          <p:cNvPr id="12" name="Rectangle 9">
            <a:extLst>
              <a:ext uri="{FF2B5EF4-FFF2-40B4-BE49-F238E27FC236}">
                <a16:creationId xmlns:a16="http://schemas.microsoft.com/office/drawing/2014/main" id="{F573EB8F-2387-4C01-9344-5E2DB8C8FA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7425" y="4125913"/>
            <a:ext cx="2751138" cy="1236662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10">
            <a:extLst>
              <a:ext uri="{FF2B5EF4-FFF2-40B4-BE49-F238E27FC236}">
                <a16:creationId xmlns:a16="http://schemas.microsoft.com/office/drawing/2014/main" id="{E37E64B4-020B-4BD9-B109-EECA7E3AB21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532188" y="3130550"/>
            <a:ext cx="1368425" cy="1588"/>
          </a:xfrm>
          <a:prstGeom prst="line">
            <a:avLst/>
          </a:prstGeom>
          <a:noFill/>
          <a:ln w="28575">
            <a:solidFill>
              <a:srgbClr val="C000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11">
            <a:extLst>
              <a:ext uri="{FF2B5EF4-FFF2-40B4-BE49-F238E27FC236}">
                <a16:creationId xmlns:a16="http://schemas.microsoft.com/office/drawing/2014/main" id="{B1E8B34A-3E52-487B-848C-2543BCAE9B38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6363" y="3490913"/>
            <a:ext cx="3175" cy="823912"/>
          </a:xfrm>
          <a:prstGeom prst="line">
            <a:avLst/>
          </a:prstGeom>
          <a:noFill/>
          <a:ln w="28575">
            <a:solidFill>
              <a:srgbClr val="C000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12">
            <a:extLst>
              <a:ext uri="{FF2B5EF4-FFF2-40B4-BE49-F238E27FC236}">
                <a16:creationId xmlns:a16="http://schemas.microsoft.com/office/drawing/2014/main" id="{2AB0AA00-5C66-42D9-9CF1-900F79CD15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02488" y="3490913"/>
            <a:ext cx="3175" cy="823912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Freeform 13">
            <a:extLst>
              <a:ext uri="{FF2B5EF4-FFF2-40B4-BE49-F238E27FC236}">
                <a16:creationId xmlns:a16="http://schemas.microsoft.com/office/drawing/2014/main" id="{5FCC0F37-3374-4C6D-84B8-310C6E459587}"/>
              </a:ext>
            </a:extLst>
          </p:cNvPr>
          <p:cNvSpPr>
            <a:spLocks/>
          </p:cNvSpPr>
          <p:nvPr/>
        </p:nvSpPr>
        <p:spPr bwMode="auto">
          <a:xfrm>
            <a:off x="3460750" y="4427538"/>
            <a:ext cx="1439863" cy="287337"/>
          </a:xfrm>
          <a:custGeom>
            <a:avLst/>
            <a:gdLst>
              <a:gd name="T0" fmla="*/ 0 w 907"/>
              <a:gd name="T1" fmla="*/ 0 h 181"/>
              <a:gd name="T2" fmla="*/ 0 w 907"/>
              <a:gd name="T3" fmla="*/ 2147483647 h 181"/>
              <a:gd name="T4" fmla="*/ 2147483647 w 907"/>
              <a:gd name="T5" fmla="*/ 2147483647 h 181"/>
              <a:gd name="T6" fmla="*/ 0 60000 65536"/>
              <a:gd name="T7" fmla="*/ 0 60000 65536"/>
              <a:gd name="T8" fmla="*/ 0 60000 65536"/>
              <a:gd name="T9" fmla="*/ 0 w 907"/>
              <a:gd name="T10" fmla="*/ 0 h 181"/>
              <a:gd name="T11" fmla="*/ 907 w 907"/>
              <a:gd name="T12" fmla="*/ 181 h 1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07" h="181">
                <a:moveTo>
                  <a:pt x="0" y="0"/>
                </a:moveTo>
                <a:lnTo>
                  <a:pt x="0" y="181"/>
                </a:lnTo>
                <a:lnTo>
                  <a:pt x="907" y="181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" name="Freeform 14">
            <a:extLst>
              <a:ext uri="{FF2B5EF4-FFF2-40B4-BE49-F238E27FC236}">
                <a16:creationId xmlns:a16="http://schemas.microsoft.com/office/drawing/2014/main" id="{A9CF5252-0CF6-438A-8B1E-D7AF64FC9117}"/>
              </a:ext>
            </a:extLst>
          </p:cNvPr>
          <p:cNvSpPr>
            <a:spLocks/>
          </p:cNvSpPr>
          <p:nvPr/>
        </p:nvSpPr>
        <p:spPr bwMode="auto">
          <a:xfrm>
            <a:off x="3173413" y="4354513"/>
            <a:ext cx="1727200" cy="720725"/>
          </a:xfrm>
          <a:custGeom>
            <a:avLst/>
            <a:gdLst>
              <a:gd name="T0" fmla="*/ 2147483647 w 998"/>
              <a:gd name="T1" fmla="*/ 2147483647 h 363"/>
              <a:gd name="T2" fmla="*/ 0 w 998"/>
              <a:gd name="T3" fmla="*/ 2147483647 h 363"/>
              <a:gd name="T4" fmla="*/ 0 w 998"/>
              <a:gd name="T5" fmla="*/ 0 h 363"/>
              <a:gd name="T6" fmla="*/ 0 60000 65536"/>
              <a:gd name="T7" fmla="*/ 0 60000 65536"/>
              <a:gd name="T8" fmla="*/ 0 60000 65536"/>
              <a:gd name="T9" fmla="*/ 0 w 998"/>
              <a:gd name="T10" fmla="*/ 0 h 363"/>
              <a:gd name="T11" fmla="*/ 998 w 998"/>
              <a:gd name="T12" fmla="*/ 363 h 36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98" h="363">
                <a:moveTo>
                  <a:pt x="998" y="363"/>
                </a:moveTo>
                <a:lnTo>
                  <a:pt x="0" y="363"/>
                </a:lnTo>
                <a:lnTo>
                  <a:pt x="0" y="0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8" name="Freeform 15">
            <a:extLst>
              <a:ext uri="{FF2B5EF4-FFF2-40B4-BE49-F238E27FC236}">
                <a16:creationId xmlns:a16="http://schemas.microsoft.com/office/drawing/2014/main" id="{39C86717-3D2E-43F3-80D3-A2838BDEBBBB}"/>
              </a:ext>
            </a:extLst>
          </p:cNvPr>
          <p:cNvSpPr>
            <a:spLocks/>
          </p:cNvSpPr>
          <p:nvPr/>
        </p:nvSpPr>
        <p:spPr bwMode="auto">
          <a:xfrm flipH="1">
            <a:off x="7421563" y="4427538"/>
            <a:ext cx="1439862" cy="287337"/>
          </a:xfrm>
          <a:custGeom>
            <a:avLst/>
            <a:gdLst>
              <a:gd name="T0" fmla="*/ 0 w 907"/>
              <a:gd name="T1" fmla="*/ 0 h 181"/>
              <a:gd name="T2" fmla="*/ 0 w 907"/>
              <a:gd name="T3" fmla="*/ 2147483647 h 181"/>
              <a:gd name="T4" fmla="*/ 2147483647 w 907"/>
              <a:gd name="T5" fmla="*/ 2147483647 h 181"/>
              <a:gd name="T6" fmla="*/ 0 60000 65536"/>
              <a:gd name="T7" fmla="*/ 0 60000 65536"/>
              <a:gd name="T8" fmla="*/ 0 60000 65536"/>
              <a:gd name="T9" fmla="*/ 0 w 907"/>
              <a:gd name="T10" fmla="*/ 0 h 181"/>
              <a:gd name="T11" fmla="*/ 907 w 907"/>
              <a:gd name="T12" fmla="*/ 181 h 1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07" h="181">
                <a:moveTo>
                  <a:pt x="0" y="0"/>
                </a:moveTo>
                <a:lnTo>
                  <a:pt x="0" y="181"/>
                </a:lnTo>
                <a:lnTo>
                  <a:pt x="907" y="181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9" name="Freeform 16">
            <a:extLst>
              <a:ext uri="{FF2B5EF4-FFF2-40B4-BE49-F238E27FC236}">
                <a16:creationId xmlns:a16="http://schemas.microsoft.com/office/drawing/2014/main" id="{0F54FA3A-7DFD-44D5-ACAF-FF7A7F7E3E38}"/>
              </a:ext>
            </a:extLst>
          </p:cNvPr>
          <p:cNvSpPr>
            <a:spLocks/>
          </p:cNvSpPr>
          <p:nvPr/>
        </p:nvSpPr>
        <p:spPr bwMode="auto">
          <a:xfrm flipH="1">
            <a:off x="7421563" y="4354513"/>
            <a:ext cx="1727200" cy="720725"/>
          </a:xfrm>
          <a:custGeom>
            <a:avLst/>
            <a:gdLst>
              <a:gd name="T0" fmla="*/ 2147483647 w 998"/>
              <a:gd name="T1" fmla="*/ 2147483647 h 363"/>
              <a:gd name="T2" fmla="*/ 0 w 998"/>
              <a:gd name="T3" fmla="*/ 2147483647 h 363"/>
              <a:gd name="T4" fmla="*/ 0 w 998"/>
              <a:gd name="T5" fmla="*/ 0 h 363"/>
              <a:gd name="T6" fmla="*/ 0 60000 65536"/>
              <a:gd name="T7" fmla="*/ 0 60000 65536"/>
              <a:gd name="T8" fmla="*/ 0 60000 65536"/>
              <a:gd name="T9" fmla="*/ 0 w 998"/>
              <a:gd name="T10" fmla="*/ 0 h 363"/>
              <a:gd name="T11" fmla="*/ 998 w 998"/>
              <a:gd name="T12" fmla="*/ 363 h 36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98" h="363">
                <a:moveTo>
                  <a:pt x="998" y="363"/>
                </a:moveTo>
                <a:lnTo>
                  <a:pt x="0" y="363"/>
                </a:lnTo>
                <a:lnTo>
                  <a:pt x="0" y="0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" name="Line 17">
            <a:extLst>
              <a:ext uri="{FF2B5EF4-FFF2-40B4-BE49-F238E27FC236}">
                <a16:creationId xmlns:a16="http://schemas.microsoft.com/office/drawing/2014/main" id="{B79C05EC-E31B-4A48-BF50-D297FD428F4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48538" y="3130550"/>
            <a:ext cx="1368425" cy="1588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" name="Line 18">
            <a:extLst>
              <a:ext uri="{FF2B5EF4-FFF2-40B4-BE49-F238E27FC236}">
                <a16:creationId xmlns:a16="http://schemas.microsoft.com/office/drawing/2014/main" id="{CB50AAA8-C61C-40F1-BD71-A6B8473408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48538" y="3275013"/>
            <a:ext cx="1368425" cy="1587"/>
          </a:xfrm>
          <a:prstGeom prst="line">
            <a:avLst/>
          </a:prstGeom>
          <a:noFill/>
          <a:ln w="28575">
            <a:solidFill>
              <a:srgbClr val="CC33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714" name="Text Box 19">
            <a:extLst>
              <a:ext uri="{FF2B5EF4-FFF2-40B4-BE49-F238E27FC236}">
                <a16:creationId xmlns:a16="http://schemas.microsoft.com/office/drawing/2014/main" id="{F537D1B2-3E9A-4606-9DE7-DC25FC391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2713" y="2901950"/>
            <a:ext cx="723900" cy="29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29715" name="Text Box 20">
            <a:extLst>
              <a:ext uri="{FF2B5EF4-FFF2-40B4-BE49-F238E27FC236}">
                <a16:creationId xmlns:a16="http://schemas.microsoft.com/office/drawing/2014/main" id="{BAAD4350-13E9-436F-81F6-795145C55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3513" y="3768725"/>
            <a:ext cx="74295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chemeClr val="accent2"/>
                </a:solidFill>
              </a:rPr>
              <a:t>estado</a:t>
            </a:r>
          </a:p>
        </p:txBody>
      </p:sp>
      <p:sp>
        <p:nvSpPr>
          <p:cNvPr id="24" name="Text Box 21">
            <a:extLst>
              <a:ext uri="{FF2B5EF4-FFF2-40B4-BE49-F238E27FC236}">
                <a16:creationId xmlns:a16="http://schemas.microsoft.com/office/drawing/2014/main" id="{D321F9CE-A3E5-4513-88F4-008C243671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1938" y="4462463"/>
            <a:ext cx="639762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25" name="Text Box 22">
            <a:extLst>
              <a:ext uri="{FF2B5EF4-FFF2-40B4-BE49-F238E27FC236}">
                <a16:creationId xmlns:a16="http://schemas.microsoft.com/office/drawing/2014/main" id="{1A5EA260-9189-4681-99B3-AB58C90172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4588" y="5075238"/>
            <a:ext cx="1079500" cy="2936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direcciones</a:t>
            </a:r>
          </a:p>
        </p:txBody>
      </p:sp>
      <p:sp>
        <p:nvSpPr>
          <p:cNvPr id="26" name="Text Box 23">
            <a:extLst>
              <a:ext uri="{FF2B5EF4-FFF2-40B4-BE49-F238E27FC236}">
                <a16:creationId xmlns:a16="http://schemas.microsoft.com/office/drawing/2014/main" id="{ED8629C9-BC80-4F16-8471-4D8028CBB0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9800" y="4714875"/>
            <a:ext cx="1173163" cy="2936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instrucciones</a:t>
            </a:r>
          </a:p>
        </p:txBody>
      </p:sp>
      <p:sp>
        <p:nvSpPr>
          <p:cNvPr id="29719" name="Text Box 24">
            <a:extLst>
              <a:ext uri="{FF2B5EF4-FFF2-40B4-BE49-F238E27FC236}">
                <a16:creationId xmlns:a16="http://schemas.microsoft.com/office/drawing/2014/main" id="{BB437EA8-6994-4083-A2CD-0113AE52A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2388" y="3768725"/>
            <a:ext cx="7239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29720" name="Text Box 25">
            <a:extLst>
              <a:ext uri="{FF2B5EF4-FFF2-40B4-BE49-F238E27FC236}">
                <a16:creationId xmlns:a16="http://schemas.microsoft.com/office/drawing/2014/main" id="{798BC82B-67C2-443C-B654-C800E9F3BB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7950" y="3233738"/>
            <a:ext cx="723900" cy="293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29721" name="Text Box 26">
            <a:extLst>
              <a:ext uri="{FF2B5EF4-FFF2-40B4-BE49-F238E27FC236}">
                <a16:creationId xmlns:a16="http://schemas.microsoft.com/office/drawing/2014/main" id="{A326A38A-7139-4504-B279-A266E84C85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8425" y="2895600"/>
            <a:ext cx="742950" cy="29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chemeClr val="accent2"/>
                </a:solidFill>
              </a:rPr>
              <a:t>estado</a:t>
            </a:r>
          </a:p>
        </p:txBody>
      </p:sp>
      <p:sp>
        <p:nvSpPr>
          <p:cNvPr id="35" name="Text Box 27">
            <a:extLst>
              <a:ext uri="{FF2B5EF4-FFF2-40B4-BE49-F238E27FC236}">
                <a16:creationId xmlns:a16="http://schemas.microsoft.com/office/drawing/2014/main" id="{830ACA86-EA76-4D4F-9BED-2D62FAFB1C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2575" y="4822825"/>
            <a:ext cx="639763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36" name="Text Box 28">
            <a:extLst>
              <a:ext uri="{FF2B5EF4-FFF2-40B4-BE49-F238E27FC236}">
                <a16:creationId xmlns:a16="http://schemas.microsoft.com/office/drawing/2014/main" id="{E4E436FB-D6B2-4185-B53A-BB4C100999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7525" y="5075238"/>
            <a:ext cx="639763" cy="2936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37" name="Text Box 29">
            <a:extLst>
              <a:ext uri="{FF2B5EF4-FFF2-40B4-BE49-F238E27FC236}">
                <a16:creationId xmlns:a16="http://schemas.microsoft.com/office/drawing/2014/main" id="{40583379-A0DD-4F5F-9D2D-508CB51A17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3" y="4462463"/>
            <a:ext cx="639762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38" name="Rectangle 30">
            <a:extLst>
              <a:ext uri="{FF2B5EF4-FFF2-40B4-BE49-F238E27FC236}">
                <a16:creationId xmlns:a16="http://schemas.microsoft.com/office/drawing/2014/main" id="{5CF6DE2D-A98B-4DB1-9192-47EF77D4D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5075" y="4786313"/>
            <a:ext cx="1008063" cy="5048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Registros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 general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específ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.)</a:t>
            </a:r>
          </a:p>
        </p:txBody>
      </p:sp>
      <p:sp>
        <p:nvSpPr>
          <p:cNvPr id="39" name="Rectangle 31">
            <a:extLst>
              <a:ext uri="{FF2B5EF4-FFF2-40B4-BE49-F238E27FC236}">
                <a16:creationId xmlns:a16="http://schemas.microsoft.com/office/drawing/2014/main" id="{2C292266-83BA-4C33-9F97-A5C87CD35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7600" y="4643438"/>
            <a:ext cx="1150938" cy="647700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Lógica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encaminamiento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transformación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(ALU…)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2231BD4-FB39-4F87-9835-DCF5D14409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4D39F81-CA03-470D-BA7C-818940DD4B3D}" type="slidenum">
              <a:rPr lang="es-ES" altLang="es-ES">
                <a:solidFill>
                  <a:srgbClr val="171717"/>
                </a:solidFill>
              </a:rPr>
              <a:pPr/>
              <a:t>15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CF40B292-29F0-4CC0-9154-49F5784255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introducción: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ciclo de instrucción del procesador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D7160F2B-3D8A-443E-BADE-A6C52D01102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10179050" cy="5137150"/>
          </a:xfrm>
        </p:spPr>
        <p:txBody>
          <a:bodyPr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ea typeface="ＭＳ Ｐゴシック" charset="-128"/>
                <a:cs typeface="ＭＳ Ｐゴシック" charset="-128"/>
              </a:rPr>
              <a:t>Pasos en los que se divide la ejecución de una instrucción</a:t>
            </a:r>
          </a:p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ea typeface="ＭＳ Ｐゴシック" charset="-128"/>
                <a:cs typeface="ＭＳ Ｐゴシック" charset="-128"/>
              </a:rPr>
              <a:t>Ciclo de instrucción (general)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>
                <a:solidFill>
                  <a:schemeClr val="accent2"/>
                </a:solidFill>
              </a:rPr>
              <a:t>Búsqueda de la instrucción (</a:t>
            </a:r>
            <a:r>
              <a:rPr lang="es-ES" sz="2400" dirty="0" err="1">
                <a:solidFill>
                  <a:schemeClr val="accent2"/>
                </a:solidFill>
              </a:rPr>
              <a:t>fetching</a:t>
            </a:r>
            <a:r>
              <a:rPr lang="es-ES" sz="2400" dirty="0">
                <a:solidFill>
                  <a:schemeClr val="accent2"/>
                </a:solidFill>
              </a:rPr>
              <a:t>)</a:t>
            </a:r>
            <a:r>
              <a:rPr lang="es-ES" sz="2400" dirty="0"/>
              <a:t>: el procesador lee de memoria la instrucción a ejecutar. Debe conocer la posición de memoria donde se encuentra dicha instrucción (</a:t>
            </a:r>
            <a:r>
              <a:rPr lang="es-ES" sz="2400" b="1" dirty="0">
                <a:solidFill>
                  <a:schemeClr val="accent2"/>
                </a:solidFill>
              </a:rPr>
              <a:t>PC</a:t>
            </a:r>
            <a:r>
              <a:rPr lang="es-ES" sz="2400" dirty="0">
                <a:solidFill>
                  <a:schemeClr val="accent2"/>
                </a:solidFill>
              </a:rPr>
              <a:t> – </a:t>
            </a:r>
            <a:r>
              <a:rPr lang="es-ES" sz="2400" b="1" dirty="0" err="1">
                <a:solidFill>
                  <a:schemeClr val="accent2"/>
                </a:solidFill>
              </a:rPr>
              <a:t>Program</a:t>
            </a:r>
            <a:r>
              <a:rPr lang="es-ES" sz="2400" b="1" dirty="0">
                <a:solidFill>
                  <a:schemeClr val="accent2"/>
                </a:solidFill>
              </a:rPr>
              <a:t> </a:t>
            </a:r>
            <a:r>
              <a:rPr lang="es-ES" sz="2400" b="1" dirty="0" err="1">
                <a:solidFill>
                  <a:schemeClr val="accent2"/>
                </a:solidFill>
              </a:rPr>
              <a:t>Counter</a:t>
            </a:r>
            <a:r>
              <a:rPr lang="es-ES" sz="2400" dirty="0"/>
              <a:t>).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>
                <a:solidFill>
                  <a:schemeClr val="accent2"/>
                </a:solidFill>
              </a:rPr>
              <a:t>Decodificación de la instrucción</a:t>
            </a:r>
            <a:r>
              <a:rPr lang="es-ES" sz="2400" dirty="0"/>
              <a:t>: Debe determinar el tipo de instrucción y los operandos que utiliza a partir de la instrucción binaria leída de memoria (</a:t>
            </a:r>
            <a:r>
              <a:rPr lang="es-ES" sz="2400" dirty="0">
                <a:solidFill>
                  <a:schemeClr val="accent2"/>
                </a:solidFill>
              </a:rPr>
              <a:t>Formato de instrucción</a:t>
            </a:r>
            <a:r>
              <a:rPr lang="es-ES" sz="2400" dirty="0"/>
              <a:t>).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>
                <a:solidFill>
                  <a:schemeClr val="accent2"/>
                </a:solidFill>
              </a:rPr>
              <a:t>Ejecución de la instrucción</a:t>
            </a:r>
            <a:r>
              <a:rPr lang="es-ES" sz="2400" dirty="0"/>
              <a:t>: Ejecuta la acción expresada por la instrucción con los operandos especificados.</a:t>
            </a:r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24B0C194-CF6B-45FB-8215-1C7166A92C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76DD8DC-00DA-40EE-8AE5-520A7E437232}" type="slidenum">
              <a:rPr lang="es-ES" altLang="es-ES">
                <a:solidFill>
                  <a:srgbClr val="171717"/>
                </a:solidFill>
              </a:rPr>
              <a:pPr/>
              <a:t>16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>
            <a:extLst>
              <a:ext uri="{FF2B5EF4-FFF2-40B4-BE49-F238E27FC236}">
                <a16:creationId xmlns:a16="http://schemas.microsoft.com/office/drawing/2014/main" id="{EB822361-F119-44BC-BAFF-1DF7F2416A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1419225"/>
            <a:ext cx="9906000" cy="2852738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b="1" dirty="0">
                <a:solidFill>
                  <a:schemeClr val="accent2">
                    <a:lumMod val="75000"/>
                  </a:schemeClr>
                </a:solidFill>
              </a:rPr>
              <a:t>camino de datos monociclo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361B9CF5-A12B-4EED-8787-9FBA47FB795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41413" y="4424363"/>
            <a:ext cx="9906000" cy="1374775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2000" dirty="0">
                <a:latin typeface="Rockwell" panose="02060603020205020403" pitchFamily="18" charset="0"/>
              </a:rPr>
              <a:t>Tema 3: implementación del procesador monociclo</a:t>
            </a:r>
            <a:endParaRPr lang="es-ES" dirty="0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BE220718-5878-407B-9B54-F484C072BE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B67A4EA-1E7F-4CB8-96BB-0CE20BBEE20F}" type="slidenum">
              <a:rPr lang="es-ES" altLang="es-ES">
                <a:solidFill>
                  <a:srgbClr val="F1F1F1"/>
                </a:solidFill>
              </a:rPr>
              <a:pPr/>
              <a:t>17</a:t>
            </a:fld>
            <a:endParaRPr lang="es-ES" altLang="es-ES">
              <a:solidFill>
                <a:srgbClr val="F1F1F1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rgbClr val="F4FBFE"/>
            </a:gs>
            <a:gs pos="31000">
              <a:srgbClr val="F4FBFE"/>
            </a:gs>
            <a:gs pos="74001">
              <a:srgbClr val="E6E6E6"/>
            </a:gs>
            <a:gs pos="83000">
              <a:srgbClr val="E6E6E6"/>
            </a:gs>
            <a:gs pos="100000">
              <a:schemeClr val="tx2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868036F-8771-47FA-87EA-77247C4C31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D181CF9D-3DF5-4738-A2AE-2E9C950D524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10179050" cy="5137150"/>
          </a:xfrm>
        </p:spPr>
        <p:txBody>
          <a:bodyPr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ea typeface="ＭＳ Ｐゴシック" charset="-128"/>
                <a:cs typeface="ＭＳ Ｐゴシック" charset="-128"/>
              </a:rPr>
              <a:t>Procesador </a:t>
            </a:r>
            <a:r>
              <a:rPr lang="es-ES" sz="2800" b="1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MONOCICLO</a:t>
            </a:r>
            <a:r>
              <a:rPr lang="es-ES" sz="2800" dirty="0">
                <a:ea typeface="ＭＳ Ｐゴシック" charset="-128"/>
                <a:cs typeface="ＭＳ Ｐゴシック" charset="-128"/>
              </a:rPr>
              <a:t>: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dirty="0">
                <a:solidFill>
                  <a:schemeClr val="accent2"/>
                </a:solidFill>
                <a:ea typeface="ＭＳ Ｐゴシック" charset="-128"/>
              </a:rPr>
              <a:t>Todas las transferencias/transformaciones </a:t>
            </a:r>
            <a:r>
              <a:rPr lang="es-ES" dirty="0">
                <a:ea typeface="ＭＳ Ｐゴシック" charset="-128"/>
              </a:rPr>
              <a:t>implicadas en cada instrucción se ejecutan en un </a:t>
            </a:r>
            <a:r>
              <a:rPr lang="es-ES" dirty="0">
                <a:solidFill>
                  <a:schemeClr val="accent2"/>
                </a:solidFill>
                <a:ea typeface="ＭＳ Ｐゴシック" charset="-128"/>
              </a:rPr>
              <a:t>único ciclo de reloj </a:t>
            </a:r>
            <a:r>
              <a:rPr lang="es-ES" dirty="0">
                <a:ea typeface="ＭＳ Ｐゴシック" charset="-128"/>
              </a:rPr>
              <a:t>(entre dos flancos de la señal CLK)</a:t>
            </a:r>
          </a:p>
          <a:p>
            <a:pPr lvl="1" fontAlgn="auto">
              <a:spcAft>
                <a:spcPts val="0"/>
              </a:spcAft>
              <a:defRPr/>
            </a:pPr>
            <a:endParaRPr lang="es-ES" dirty="0">
              <a:ea typeface="ＭＳ Ｐゴシック" charset="-128"/>
            </a:endParaRPr>
          </a:p>
          <a:p>
            <a:pPr marL="457200" lvl="1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dirty="0">
              <a:ea typeface="ＭＳ Ｐゴシック" charset="-128"/>
            </a:endParaRPr>
          </a:p>
          <a:p>
            <a:pPr lvl="1" fontAlgn="auto">
              <a:spcAft>
                <a:spcPts val="0"/>
              </a:spcAft>
              <a:defRPr/>
            </a:pPr>
            <a:endParaRPr lang="es-ES" dirty="0">
              <a:ea typeface="ＭＳ Ｐゴシック" charset="-128"/>
            </a:endParaRPr>
          </a:p>
          <a:p>
            <a:pPr lvl="2" fontAlgn="auto">
              <a:spcAft>
                <a:spcPts val="0"/>
              </a:spcAft>
              <a:defRPr/>
            </a:pPr>
            <a:r>
              <a:rPr lang="es-ES" dirty="0">
                <a:ea typeface="ＭＳ Ｐゴシック" charset="-128"/>
              </a:rPr>
              <a:t>El </a:t>
            </a:r>
            <a:r>
              <a:rPr lang="es-ES" dirty="0">
                <a:solidFill>
                  <a:schemeClr val="accent2"/>
                </a:solidFill>
                <a:ea typeface="ＭＳ Ｐゴシック" charset="-128"/>
              </a:rPr>
              <a:t>reloj</a:t>
            </a:r>
            <a:r>
              <a:rPr lang="es-ES" dirty="0">
                <a:ea typeface="ＭＳ Ｐゴシック" charset="-128"/>
              </a:rPr>
              <a:t> llega a todos los </a:t>
            </a:r>
            <a:r>
              <a:rPr lang="es-ES" dirty="0">
                <a:solidFill>
                  <a:schemeClr val="accent2"/>
                </a:solidFill>
                <a:ea typeface="ＭＳ Ｐゴシック" charset="-128"/>
              </a:rPr>
              <a:t>elementos de memoria </a:t>
            </a:r>
            <a:r>
              <a:rPr lang="es-ES" dirty="0">
                <a:ea typeface="ＭＳ Ｐゴシック" charset="-128"/>
              </a:rPr>
              <a:t>del procesador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dirty="0">
                <a:ea typeface="ＭＳ Ｐゴシック" charset="-128"/>
              </a:rPr>
              <a:t>En </a:t>
            </a:r>
            <a:r>
              <a:rPr lang="es-ES" dirty="0">
                <a:solidFill>
                  <a:schemeClr val="accent2"/>
                </a:solidFill>
                <a:ea typeface="ＭＳ Ｐゴシック" charset="-128"/>
              </a:rPr>
              <a:t>cada flanco </a:t>
            </a:r>
            <a:r>
              <a:rPr lang="es-ES" dirty="0">
                <a:ea typeface="ＭＳ Ｐゴシック" charset="-128"/>
              </a:rPr>
              <a:t>(subida) se cargan los nuevos valores en todos ellos (comienza ciclo instrucción)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dirty="0">
                <a:ea typeface="ＭＳ Ｐゴシック" charset="-128"/>
              </a:rPr>
              <a:t>Los nuevos valores se </a:t>
            </a:r>
            <a:r>
              <a:rPr lang="es-ES" dirty="0">
                <a:solidFill>
                  <a:schemeClr val="accent2"/>
                </a:solidFill>
                <a:ea typeface="ＭＳ Ｐゴシック" charset="-128"/>
              </a:rPr>
              <a:t>propagan</a:t>
            </a:r>
            <a:r>
              <a:rPr lang="es-ES" dirty="0">
                <a:ea typeface="ＭＳ Ｐゴシック" charset="-128"/>
              </a:rPr>
              <a:t>/transforman a través de los </a:t>
            </a:r>
            <a:r>
              <a:rPr lang="es-ES" dirty="0">
                <a:solidFill>
                  <a:schemeClr val="accent2"/>
                </a:solidFill>
                <a:ea typeface="ＭＳ Ｐゴシック" charset="-128"/>
              </a:rPr>
              <a:t>circuitos combinacionales </a:t>
            </a:r>
            <a:r>
              <a:rPr lang="es-ES" dirty="0">
                <a:ea typeface="ＭＳ Ｐゴシック" charset="-128"/>
              </a:rPr>
              <a:t>y se quedan a las entradas de los elementos de memoria (pero no se cargan)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dirty="0">
                <a:ea typeface="ＭＳ Ｐゴシック" charset="-128"/>
              </a:rPr>
              <a:t>Cuando se han </a:t>
            </a:r>
            <a:r>
              <a:rPr lang="es-ES" dirty="0">
                <a:solidFill>
                  <a:schemeClr val="accent2"/>
                </a:solidFill>
                <a:ea typeface="ＭＳ Ｐゴシック" charset="-128"/>
              </a:rPr>
              <a:t>estabilizado</a:t>
            </a:r>
            <a:r>
              <a:rPr lang="es-ES" dirty="0">
                <a:ea typeface="ＭＳ Ｐゴシック" charset="-128"/>
              </a:rPr>
              <a:t>, puede llegar el siguiente flanco de reloj que carga los nuevos valores en los elementos de memoria y da comienzo a la siguiente instrucción</a:t>
            </a:r>
            <a:endParaRPr lang="es-ES" dirty="0"/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sp>
        <p:nvSpPr>
          <p:cNvPr id="33" name="Rectangle 30">
            <a:extLst>
              <a:ext uri="{FF2B5EF4-FFF2-40B4-BE49-F238E27FC236}">
                <a16:creationId xmlns:a16="http://schemas.microsoft.com/office/drawing/2014/main" id="{B7FC1781-D1F1-4746-8715-882EC85A6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2925" y="3465513"/>
            <a:ext cx="865188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instrucción 1</a:t>
            </a:r>
          </a:p>
        </p:txBody>
      </p:sp>
      <p:sp>
        <p:nvSpPr>
          <p:cNvPr id="34" name="Rectangle 31">
            <a:extLst>
              <a:ext uri="{FF2B5EF4-FFF2-40B4-BE49-F238E27FC236}">
                <a16:creationId xmlns:a16="http://schemas.microsoft.com/office/drawing/2014/main" id="{78C6F2FF-0140-4EE0-A66B-40F242650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1713" y="3465513"/>
            <a:ext cx="863600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instrucción 3</a:t>
            </a:r>
          </a:p>
        </p:txBody>
      </p:sp>
      <p:sp>
        <p:nvSpPr>
          <p:cNvPr id="35" name="Rectangle 33">
            <a:extLst>
              <a:ext uri="{FF2B5EF4-FFF2-40B4-BE49-F238E27FC236}">
                <a16:creationId xmlns:a16="http://schemas.microsoft.com/office/drawing/2014/main" id="{844A1AA2-F8CF-4D9C-9C2A-11F4F66DC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4100" y="3465513"/>
            <a:ext cx="863600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instrucción 6</a:t>
            </a:r>
          </a:p>
        </p:txBody>
      </p:sp>
      <p:sp>
        <p:nvSpPr>
          <p:cNvPr id="42" name="Freeform 87">
            <a:extLst>
              <a:ext uri="{FF2B5EF4-FFF2-40B4-BE49-F238E27FC236}">
                <a16:creationId xmlns:a16="http://schemas.microsoft.com/office/drawing/2014/main" id="{5488425D-B831-4040-9C97-0E2433EF0099}"/>
              </a:ext>
            </a:extLst>
          </p:cNvPr>
          <p:cNvSpPr>
            <a:spLocks/>
          </p:cNvSpPr>
          <p:nvPr/>
        </p:nvSpPr>
        <p:spPr bwMode="auto">
          <a:xfrm flipV="1">
            <a:off x="4406900" y="297180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34824" name="Grupo 66">
            <a:extLst>
              <a:ext uri="{FF2B5EF4-FFF2-40B4-BE49-F238E27FC236}">
                <a16:creationId xmlns:a16="http://schemas.microsoft.com/office/drawing/2014/main" id="{2E9B5CD6-814D-411F-A286-BB2A50AC0A53}"/>
              </a:ext>
            </a:extLst>
          </p:cNvPr>
          <p:cNvGrpSpPr>
            <a:grpSpLocks/>
          </p:cNvGrpSpPr>
          <p:nvPr/>
        </p:nvGrpSpPr>
        <p:grpSpPr bwMode="auto">
          <a:xfrm>
            <a:off x="1812925" y="3328988"/>
            <a:ext cx="5186363" cy="511175"/>
            <a:chOff x="3605128" y="3426569"/>
            <a:chExt cx="5185966" cy="938212"/>
          </a:xfrm>
        </p:grpSpPr>
        <p:sp>
          <p:nvSpPr>
            <p:cNvPr id="36" name="Line 72">
              <a:extLst>
                <a:ext uri="{FF2B5EF4-FFF2-40B4-BE49-F238E27FC236}">
                  <a16:creationId xmlns:a16="http://schemas.microsoft.com/office/drawing/2014/main" id="{E59A3DBA-1C63-43AE-B7F3-C5857D442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128" y="3426569"/>
              <a:ext cx="0" cy="935297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73">
              <a:extLst>
                <a:ext uri="{FF2B5EF4-FFF2-40B4-BE49-F238E27FC236}">
                  <a16:creationId xmlns:a16="http://schemas.microsoft.com/office/drawing/2014/main" id="{BA56D49E-7555-4FBB-B5ED-98D69C275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67075" y="3432396"/>
              <a:ext cx="1587" cy="929470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Line 80">
              <a:extLst>
                <a:ext uri="{FF2B5EF4-FFF2-40B4-BE49-F238E27FC236}">
                  <a16:creationId xmlns:a16="http://schemas.microsoft.com/office/drawing/2014/main" id="{11A99DD1-5AFF-418B-B560-9A3AA16DC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32196" y="3432396"/>
              <a:ext cx="1588" cy="929470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82">
              <a:extLst>
                <a:ext uri="{FF2B5EF4-FFF2-40B4-BE49-F238E27FC236}">
                  <a16:creationId xmlns:a16="http://schemas.microsoft.com/office/drawing/2014/main" id="{3F590CE0-952A-4C1E-99CB-C2BC052871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95730" y="3432396"/>
              <a:ext cx="1588" cy="929470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84">
              <a:extLst>
                <a:ext uri="{FF2B5EF4-FFF2-40B4-BE49-F238E27FC236}">
                  <a16:creationId xmlns:a16="http://schemas.microsoft.com/office/drawing/2014/main" id="{45BFBB6D-E005-41D7-8188-01855D3C0B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59264" y="3432396"/>
              <a:ext cx="1588" cy="929470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86">
              <a:extLst>
                <a:ext uri="{FF2B5EF4-FFF2-40B4-BE49-F238E27FC236}">
                  <a16:creationId xmlns:a16="http://schemas.microsoft.com/office/drawing/2014/main" id="{16F4B172-4567-4D53-A9E7-B281EA3D50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24385" y="3432396"/>
              <a:ext cx="1587" cy="929470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Line 88">
              <a:extLst>
                <a:ext uri="{FF2B5EF4-FFF2-40B4-BE49-F238E27FC236}">
                  <a16:creationId xmlns:a16="http://schemas.microsoft.com/office/drawing/2014/main" id="{F00BDF04-CFC7-4675-B83A-F9EBFA8977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89506" y="3435309"/>
              <a:ext cx="1588" cy="929472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" name="Rectangle 117">
            <a:extLst>
              <a:ext uri="{FF2B5EF4-FFF2-40B4-BE49-F238E27FC236}">
                <a16:creationId xmlns:a16="http://schemas.microsoft.com/office/drawing/2014/main" id="{7FD6D0BD-157D-4BF8-85AA-F155376F9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8113" y="3465513"/>
            <a:ext cx="863600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instrucción 2</a:t>
            </a:r>
          </a:p>
        </p:txBody>
      </p:sp>
      <p:sp>
        <p:nvSpPr>
          <p:cNvPr id="45" name="Rectangle 118">
            <a:extLst>
              <a:ext uri="{FF2B5EF4-FFF2-40B4-BE49-F238E27FC236}">
                <a16:creationId xmlns:a16="http://schemas.microsoft.com/office/drawing/2014/main" id="{D4B33106-785F-42E0-8D22-5948D2B37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3465513"/>
            <a:ext cx="865187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instrucción 4</a:t>
            </a:r>
          </a:p>
        </p:txBody>
      </p:sp>
      <p:sp>
        <p:nvSpPr>
          <p:cNvPr id="46" name="Rectangle 119">
            <a:extLst>
              <a:ext uri="{FF2B5EF4-FFF2-40B4-BE49-F238E27FC236}">
                <a16:creationId xmlns:a16="http://schemas.microsoft.com/office/drawing/2014/main" id="{71E83D7D-7025-4629-993E-9E25AAA09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0500" y="3465513"/>
            <a:ext cx="863600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instrucción 5</a:t>
            </a:r>
          </a:p>
        </p:txBody>
      </p:sp>
      <p:sp>
        <p:nvSpPr>
          <p:cNvPr id="47" name="Text Box 26">
            <a:extLst>
              <a:ext uri="{FF2B5EF4-FFF2-40B4-BE49-F238E27FC236}">
                <a16:creationId xmlns:a16="http://schemas.microsoft.com/office/drawing/2014/main" id="{F6DE2159-EA81-4BEA-89BD-E3E6598C22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950" y="3009900"/>
            <a:ext cx="523875" cy="2936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CLK</a:t>
            </a:r>
          </a:p>
        </p:txBody>
      </p:sp>
      <p:sp>
        <p:nvSpPr>
          <p:cNvPr id="48" name="Freeform 87">
            <a:extLst>
              <a:ext uri="{FF2B5EF4-FFF2-40B4-BE49-F238E27FC236}">
                <a16:creationId xmlns:a16="http://schemas.microsoft.com/office/drawing/2014/main" id="{863A979D-4BF8-4FE8-9702-39C8CDCF7BFF}"/>
              </a:ext>
            </a:extLst>
          </p:cNvPr>
          <p:cNvSpPr>
            <a:spLocks/>
          </p:cNvSpPr>
          <p:nvPr/>
        </p:nvSpPr>
        <p:spPr bwMode="auto">
          <a:xfrm flipV="1">
            <a:off x="1812925" y="2970213"/>
            <a:ext cx="863600" cy="360362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9" name="Freeform 87">
            <a:extLst>
              <a:ext uri="{FF2B5EF4-FFF2-40B4-BE49-F238E27FC236}">
                <a16:creationId xmlns:a16="http://schemas.microsoft.com/office/drawing/2014/main" id="{6BE890A3-B030-4EA7-A9B1-CEBD5DC8ECDE}"/>
              </a:ext>
            </a:extLst>
          </p:cNvPr>
          <p:cNvSpPr>
            <a:spLocks/>
          </p:cNvSpPr>
          <p:nvPr/>
        </p:nvSpPr>
        <p:spPr bwMode="auto">
          <a:xfrm flipV="1">
            <a:off x="2678113" y="2970213"/>
            <a:ext cx="863600" cy="360362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0" name="Freeform 87">
            <a:extLst>
              <a:ext uri="{FF2B5EF4-FFF2-40B4-BE49-F238E27FC236}">
                <a16:creationId xmlns:a16="http://schemas.microsoft.com/office/drawing/2014/main" id="{3B4F3681-6004-4BEC-9041-56475F65F57F}"/>
              </a:ext>
            </a:extLst>
          </p:cNvPr>
          <p:cNvSpPr>
            <a:spLocks/>
          </p:cNvSpPr>
          <p:nvPr/>
        </p:nvSpPr>
        <p:spPr bwMode="auto">
          <a:xfrm flipV="1">
            <a:off x="3541713" y="2970213"/>
            <a:ext cx="863600" cy="360362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" name="Freeform 87">
            <a:extLst>
              <a:ext uri="{FF2B5EF4-FFF2-40B4-BE49-F238E27FC236}">
                <a16:creationId xmlns:a16="http://schemas.microsoft.com/office/drawing/2014/main" id="{75A69579-1D61-4494-82E1-4AB3B4D90C58}"/>
              </a:ext>
            </a:extLst>
          </p:cNvPr>
          <p:cNvSpPr>
            <a:spLocks/>
          </p:cNvSpPr>
          <p:nvPr/>
        </p:nvSpPr>
        <p:spPr bwMode="auto">
          <a:xfrm flipV="1">
            <a:off x="5270500" y="297180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2" name="Freeform 87">
            <a:extLst>
              <a:ext uri="{FF2B5EF4-FFF2-40B4-BE49-F238E27FC236}">
                <a16:creationId xmlns:a16="http://schemas.microsoft.com/office/drawing/2014/main" id="{376E8321-3ED2-4D84-854E-7D1C0BBD06D5}"/>
              </a:ext>
            </a:extLst>
          </p:cNvPr>
          <p:cNvSpPr>
            <a:spLocks/>
          </p:cNvSpPr>
          <p:nvPr/>
        </p:nvSpPr>
        <p:spPr bwMode="auto">
          <a:xfrm flipV="1">
            <a:off x="6134100" y="297180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8" name="Conector recto 57">
            <a:extLst>
              <a:ext uri="{FF2B5EF4-FFF2-40B4-BE49-F238E27FC236}">
                <a16:creationId xmlns:a16="http://schemas.microsoft.com/office/drawing/2014/main" id="{1B812A3E-1868-4948-9CCB-B147D7BFD677}"/>
              </a:ext>
            </a:extLst>
          </p:cNvPr>
          <p:cNvCxnSpPr>
            <a:cxnSpLocks/>
          </p:cNvCxnSpPr>
          <p:nvPr/>
        </p:nvCxnSpPr>
        <p:spPr>
          <a:xfrm>
            <a:off x="1549400" y="3333750"/>
            <a:ext cx="5803900" cy="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Conector recto 59">
            <a:extLst>
              <a:ext uri="{FF2B5EF4-FFF2-40B4-BE49-F238E27FC236}">
                <a16:creationId xmlns:a16="http://schemas.microsoft.com/office/drawing/2014/main" id="{A717C69A-162F-4696-A2AA-E970CFE81A77}"/>
              </a:ext>
            </a:extLst>
          </p:cNvPr>
          <p:cNvCxnSpPr>
            <a:cxnSpLocks/>
          </p:cNvCxnSpPr>
          <p:nvPr/>
        </p:nvCxnSpPr>
        <p:spPr>
          <a:xfrm>
            <a:off x="1539875" y="2968625"/>
            <a:ext cx="5803900" cy="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 Box 26">
            <a:extLst>
              <a:ext uri="{FF2B5EF4-FFF2-40B4-BE49-F238E27FC236}">
                <a16:creationId xmlns:a16="http://schemas.microsoft.com/office/drawing/2014/main" id="{8D1B3D8E-0525-40B6-ACD9-478B442056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7163" y="3238500"/>
            <a:ext cx="165100" cy="1920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  <a:endParaRPr lang="es-ES" sz="16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2" name="Text Box 26">
            <a:extLst>
              <a:ext uri="{FF2B5EF4-FFF2-40B4-BE49-F238E27FC236}">
                <a16:creationId xmlns:a16="http://schemas.microsoft.com/office/drawing/2014/main" id="{72A5DA96-E4FA-46FB-9F25-F22990295B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7638" y="2873375"/>
            <a:ext cx="165100" cy="1920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  <a:endParaRPr lang="es-ES" sz="16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64" name="Conector recto de flecha 63">
            <a:extLst>
              <a:ext uri="{FF2B5EF4-FFF2-40B4-BE49-F238E27FC236}">
                <a16:creationId xmlns:a16="http://schemas.microsoft.com/office/drawing/2014/main" id="{12857BE6-D1FF-48A7-A6B0-680DF7AE76FA}"/>
              </a:ext>
            </a:extLst>
          </p:cNvPr>
          <p:cNvCxnSpPr>
            <a:cxnSpLocks/>
            <a:stCxn id="36" idx="0"/>
          </p:cNvCxnSpPr>
          <p:nvPr/>
        </p:nvCxnSpPr>
        <p:spPr>
          <a:xfrm flipH="1" flipV="1">
            <a:off x="1812925" y="2968625"/>
            <a:ext cx="0" cy="360363"/>
          </a:xfrm>
          <a:prstGeom prst="straightConnector1">
            <a:avLst/>
          </a:prstGeom>
          <a:ln w="28575">
            <a:solidFill>
              <a:schemeClr val="bg1">
                <a:lumMod val="1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Rectángulo 67">
            <a:extLst>
              <a:ext uri="{FF2B5EF4-FFF2-40B4-BE49-F238E27FC236}">
                <a16:creationId xmlns:a16="http://schemas.microsoft.com/office/drawing/2014/main" id="{902ABD9F-49EF-4BCA-9F05-30DDF3A48CF8}"/>
              </a:ext>
            </a:extLst>
          </p:cNvPr>
          <p:cNvSpPr/>
          <p:nvPr/>
        </p:nvSpPr>
        <p:spPr>
          <a:xfrm>
            <a:off x="8065743" y="3118059"/>
            <a:ext cx="503853" cy="498690"/>
          </a:xfrm>
          <a:prstGeom prst="rect">
            <a:avLst/>
          </a:prstGeom>
          <a:gradFill>
            <a:gsLst>
              <a:gs pos="51000">
                <a:srgbClr val="C00000">
                  <a:alpha val="50000"/>
                </a:srgbClr>
              </a:gs>
              <a:gs pos="50000">
                <a:schemeClr val="bg1">
                  <a:lumMod val="90000"/>
                </a:schemeClr>
              </a:gs>
              <a:gs pos="0">
                <a:schemeClr val="bg1">
                  <a:lumMod val="90000"/>
                </a:schemeClr>
              </a:gs>
              <a:gs pos="100000">
                <a:srgbClr val="C00000">
                  <a:alpha val="50000"/>
                </a:srgbClr>
              </a:gs>
            </a:gsLst>
            <a:lin ang="0" scaled="0"/>
          </a:gra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dirty="0">
                <a:solidFill>
                  <a:schemeClr val="bg1">
                    <a:lumMod val="10000"/>
                  </a:schemeClr>
                </a:solidFill>
              </a:rPr>
              <a:t>D</a:t>
            </a:r>
            <a:r>
              <a:rPr lang="es-ES" dirty="0"/>
              <a:t>  </a:t>
            </a:r>
            <a:r>
              <a:rPr lang="es-ES" dirty="0">
                <a:solidFill>
                  <a:srgbClr val="C00000"/>
                </a:solidFill>
              </a:rPr>
              <a:t>Q</a:t>
            </a:r>
          </a:p>
        </p:txBody>
      </p:sp>
      <p:sp>
        <p:nvSpPr>
          <p:cNvPr id="70" name="Rectángulo 69">
            <a:extLst>
              <a:ext uri="{FF2B5EF4-FFF2-40B4-BE49-F238E27FC236}">
                <a16:creationId xmlns:a16="http://schemas.microsoft.com/office/drawing/2014/main" id="{40501271-322A-4ED3-A6A4-93422EA7C828}"/>
              </a:ext>
            </a:extLst>
          </p:cNvPr>
          <p:cNvSpPr/>
          <p:nvPr/>
        </p:nvSpPr>
        <p:spPr>
          <a:xfrm rot="10800000">
            <a:off x="10378350" y="3118060"/>
            <a:ext cx="503853" cy="498690"/>
          </a:xfrm>
          <a:prstGeom prst="rect">
            <a:avLst/>
          </a:prstGeom>
          <a:gradFill>
            <a:gsLst>
              <a:gs pos="51000">
                <a:srgbClr val="C00000">
                  <a:alpha val="50000"/>
                </a:srgbClr>
              </a:gs>
              <a:gs pos="50000">
                <a:schemeClr val="bg1">
                  <a:lumMod val="90000"/>
                </a:schemeClr>
              </a:gs>
              <a:gs pos="0">
                <a:schemeClr val="bg1">
                  <a:lumMod val="90000"/>
                </a:schemeClr>
              </a:gs>
              <a:gs pos="100000">
                <a:srgbClr val="C00000">
                  <a:alpha val="50000"/>
                </a:srgbClr>
              </a:gs>
            </a:gsLst>
            <a:lin ang="0" scaled="0"/>
          </a:gra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dirty="0"/>
          </a:p>
        </p:txBody>
      </p:sp>
      <p:sp>
        <p:nvSpPr>
          <p:cNvPr id="71" name="Nube 70">
            <a:extLst>
              <a:ext uri="{FF2B5EF4-FFF2-40B4-BE49-F238E27FC236}">
                <a16:creationId xmlns:a16="http://schemas.microsoft.com/office/drawing/2014/main" id="{8728D55F-AE94-414A-8744-777BDB9536A7}"/>
              </a:ext>
            </a:extLst>
          </p:cNvPr>
          <p:cNvSpPr/>
          <p:nvPr/>
        </p:nvSpPr>
        <p:spPr>
          <a:xfrm>
            <a:off x="8804275" y="3105150"/>
            <a:ext cx="1409700" cy="525463"/>
          </a:xfrm>
          <a:prstGeom prst="cloud">
            <a:avLst/>
          </a:prstGeom>
          <a:solidFill>
            <a:srgbClr val="C00000">
              <a:alpha val="49641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</a:rPr>
              <a:t>Lógica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</a:rPr>
              <a:t>Combinacional</a:t>
            </a:r>
          </a:p>
        </p:txBody>
      </p:sp>
      <p:cxnSp>
        <p:nvCxnSpPr>
          <p:cNvPr id="73" name="Conector recto de flecha 72">
            <a:extLst>
              <a:ext uri="{FF2B5EF4-FFF2-40B4-BE49-F238E27FC236}">
                <a16:creationId xmlns:a16="http://schemas.microsoft.com/office/drawing/2014/main" id="{C46D18E2-77C8-48F4-8ABC-DAACB03B1125}"/>
              </a:ext>
            </a:extLst>
          </p:cNvPr>
          <p:cNvCxnSpPr>
            <a:cxnSpLocks/>
            <a:stCxn id="0" idx="3"/>
            <a:endCxn id="71" idx="2"/>
          </p:cNvCxnSpPr>
          <p:nvPr/>
        </p:nvCxnSpPr>
        <p:spPr>
          <a:xfrm>
            <a:off x="8569325" y="3367088"/>
            <a:ext cx="239713" cy="0"/>
          </a:xfrm>
          <a:prstGeom prst="straightConnector1">
            <a:avLst/>
          </a:prstGeom>
          <a:ln w="254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Conector recto de flecha 74">
            <a:extLst>
              <a:ext uri="{FF2B5EF4-FFF2-40B4-BE49-F238E27FC236}">
                <a16:creationId xmlns:a16="http://schemas.microsoft.com/office/drawing/2014/main" id="{74CD3AD4-9F1C-4894-9754-CC0AC755A1E7}"/>
              </a:ext>
            </a:extLst>
          </p:cNvPr>
          <p:cNvCxnSpPr>
            <a:cxnSpLocks/>
            <a:stCxn id="71" idx="0"/>
            <a:endCxn id="0" idx="3"/>
          </p:cNvCxnSpPr>
          <p:nvPr/>
        </p:nvCxnSpPr>
        <p:spPr>
          <a:xfrm>
            <a:off x="10212388" y="3367088"/>
            <a:ext cx="166687" cy="0"/>
          </a:xfrm>
          <a:prstGeom prst="straightConnector1">
            <a:avLst/>
          </a:prstGeom>
          <a:ln w="254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Forma libre 78">
            <a:extLst>
              <a:ext uri="{FF2B5EF4-FFF2-40B4-BE49-F238E27FC236}">
                <a16:creationId xmlns:a16="http://schemas.microsoft.com/office/drawing/2014/main" id="{E9069289-7482-4D3D-8976-48344B3E1C53}"/>
              </a:ext>
            </a:extLst>
          </p:cNvPr>
          <p:cNvSpPr/>
          <p:nvPr/>
        </p:nvSpPr>
        <p:spPr>
          <a:xfrm>
            <a:off x="8261350" y="3554413"/>
            <a:ext cx="123825" cy="63500"/>
          </a:xfrm>
          <a:custGeom>
            <a:avLst/>
            <a:gdLst>
              <a:gd name="connsiteX0" fmla="*/ 0 w 123825"/>
              <a:gd name="connsiteY0" fmla="*/ 63500 h 63500"/>
              <a:gd name="connsiteX1" fmla="*/ 63500 w 123825"/>
              <a:gd name="connsiteY1" fmla="*/ 0 h 63500"/>
              <a:gd name="connsiteX2" fmla="*/ 123825 w 123825"/>
              <a:gd name="connsiteY2" fmla="*/ 60325 h 6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3825" h="63500">
                <a:moveTo>
                  <a:pt x="0" y="63500"/>
                </a:moveTo>
                <a:lnTo>
                  <a:pt x="63500" y="0"/>
                </a:lnTo>
                <a:lnTo>
                  <a:pt x="123825" y="60325"/>
                </a:lnTo>
              </a:path>
            </a:pathLst>
          </a:custGeom>
          <a:noFill/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0" name="Forma libre 79">
            <a:extLst>
              <a:ext uri="{FF2B5EF4-FFF2-40B4-BE49-F238E27FC236}">
                <a16:creationId xmlns:a16="http://schemas.microsoft.com/office/drawing/2014/main" id="{61929127-4AF7-4A77-9442-1F0C2E396632}"/>
              </a:ext>
            </a:extLst>
          </p:cNvPr>
          <p:cNvSpPr/>
          <p:nvPr/>
        </p:nvSpPr>
        <p:spPr>
          <a:xfrm>
            <a:off x="10561638" y="3554413"/>
            <a:ext cx="123825" cy="63500"/>
          </a:xfrm>
          <a:custGeom>
            <a:avLst/>
            <a:gdLst>
              <a:gd name="connsiteX0" fmla="*/ 0 w 123825"/>
              <a:gd name="connsiteY0" fmla="*/ 63500 h 63500"/>
              <a:gd name="connsiteX1" fmla="*/ 63500 w 123825"/>
              <a:gd name="connsiteY1" fmla="*/ 0 h 63500"/>
              <a:gd name="connsiteX2" fmla="*/ 123825 w 123825"/>
              <a:gd name="connsiteY2" fmla="*/ 60325 h 6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3825" h="63500">
                <a:moveTo>
                  <a:pt x="0" y="63500"/>
                </a:moveTo>
                <a:lnTo>
                  <a:pt x="63500" y="0"/>
                </a:lnTo>
                <a:lnTo>
                  <a:pt x="123825" y="60325"/>
                </a:lnTo>
              </a:path>
            </a:pathLst>
          </a:custGeom>
          <a:noFill/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1" name="Forma libre 80">
            <a:extLst>
              <a:ext uri="{FF2B5EF4-FFF2-40B4-BE49-F238E27FC236}">
                <a16:creationId xmlns:a16="http://schemas.microsoft.com/office/drawing/2014/main" id="{ED2106CA-64F6-4383-8409-0C40BC56D58A}"/>
              </a:ext>
            </a:extLst>
          </p:cNvPr>
          <p:cNvSpPr/>
          <p:nvPr/>
        </p:nvSpPr>
        <p:spPr>
          <a:xfrm>
            <a:off x="8032750" y="3614738"/>
            <a:ext cx="2593975" cy="212725"/>
          </a:xfrm>
          <a:custGeom>
            <a:avLst/>
            <a:gdLst>
              <a:gd name="connsiteX0" fmla="*/ 0 w 2593975"/>
              <a:gd name="connsiteY0" fmla="*/ 212725 h 212725"/>
              <a:gd name="connsiteX1" fmla="*/ 2593975 w 2593975"/>
              <a:gd name="connsiteY1" fmla="*/ 212725 h 212725"/>
              <a:gd name="connsiteX2" fmla="*/ 2593975 w 2593975"/>
              <a:gd name="connsiteY2" fmla="*/ 3175 h 212725"/>
              <a:gd name="connsiteX3" fmla="*/ 2590800 w 2593975"/>
              <a:gd name="connsiteY3" fmla="*/ 0 h 21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3975" h="212725">
                <a:moveTo>
                  <a:pt x="0" y="212725"/>
                </a:moveTo>
                <a:lnTo>
                  <a:pt x="2593975" y="212725"/>
                </a:lnTo>
                <a:lnTo>
                  <a:pt x="2593975" y="3175"/>
                </a:lnTo>
                <a:lnTo>
                  <a:pt x="2590800" y="0"/>
                </a:lnTo>
              </a:path>
            </a:pathLst>
          </a:custGeom>
          <a:noFill/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2" name="Forma libre 81">
            <a:extLst>
              <a:ext uri="{FF2B5EF4-FFF2-40B4-BE49-F238E27FC236}">
                <a16:creationId xmlns:a16="http://schemas.microsoft.com/office/drawing/2014/main" id="{CA09A065-10D7-4D60-8A15-E9FACB9BB930}"/>
              </a:ext>
            </a:extLst>
          </p:cNvPr>
          <p:cNvSpPr/>
          <p:nvPr/>
        </p:nvSpPr>
        <p:spPr>
          <a:xfrm>
            <a:off x="8321675" y="3617913"/>
            <a:ext cx="0" cy="212725"/>
          </a:xfrm>
          <a:custGeom>
            <a:avLst/>
            <a:gdLst>
              <a:gd name="connsiteX0" fmla="*/ 0 w 0"/>
              <a:gd name="connsiteY0" fmla="*/ 0 h 212725"/>
              <a:gd name="connsiteX1" fmla="*/ 0 w 0"/>
              <a:gd name="connsiteY1" fmla="*/ 212725 h 21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212725">
                <a:moveTo>
                  <a:pt x="0" y="0"/>
                </a:moveTo>
                <a:lnTo>
                  <a:pt x="0" y="212725"/>
                </a:lnTo>
              </a:path>
            </a:pathLst>
          </a:cu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3" name="Text Box 26">
            <a:extLst>
              <a:ext uri="{FF2B5EF4-FFF2-40B4-BE49-F238E27FC236}">
                <a16:creationId xmlns:a16="http://schemas.microsoft.com/office/drawing/2014/main" id="{62E2E4E7-8F38-4F8C-A74B-A933B3488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0" y="3681413"/>
            <a:ext cx="522288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CLK</a:t>
            </a:r>
          </a:p>
        </p:txBody>
      </p:sp>
      <p:sp>
        <p:nvSpPr>
          <p:cNvPr id="85" name="CuadroTexto 84">
            <a:extLst>
              <a:ext uri="{FF2B5EF4-FFF2-40B4-BE49-F238E27FC236}">
                <a16:creationId xmlns:a16="http://schemas.microsoft.com/office/drawing/2014/main" id="{4F931B2A-EDC1-4733-B09D-488314876305}"/>
              </a:ext>
            </a:extLst>
          </p:cNvPr>
          <p:cNvSpPr txBox="1"/>
          <p:nvPr/>
        </p:nvSpPr>
        <p:spPr>
          <a:xfrm>
            <a:off x="10323513" y="3171825"/>
            <a:ext cx="639762" cy="36988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dirty="0">
                <a:solidFill>
                  <a:srgbClr val="C00000"/>
                </a:solidFill>
                <a:latin typeface="+mn-lt"/>
              </a:rPr>
              <a:t>D</a:t>
            </a:r>
            <a:r>
              <a:rPr lang="es-ES" dirty="0">
                <a:latin typeface="+mn-lt"/>
              </a:rPr>
              <a:t> 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Q</a:t>
            </a:r>
          </a:p>
        </p:txBody>
      </p:sp>
      <p:sp>
        <p:nvSpPr>
          <p:cNvPr id="86" name="Text Box 26">
            <a:extLst>
              <a:ext uri="{FF2B5EF4-FFF2-40B4-BE49-F238E27FC236}">
                <a16:creationId xmlns:a16="http://schemas.microsoft.com/office/drawing/2014/main" id="{D33C37C8-21AC-470E-9664-69B354358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6863" y="2800350"/>
            <a:ext cx="823912" cy="354013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elemento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de memoria</a:t>
            </a:r>
          </a:p>
        </p:txBody>
      </p:sp>
      <p:sp>
        <p:nvSpPr>
          <p:cNvPr id="87" name="Text Box 26">
            <a:extLst>
              <a:ext uri="{FF2B5EF4-FFF2-40B4-BE49-F238E27FC236}">
                <a16:creationId xmlns:a16="http://schemas.microsoft.com/office/drawing/2014/main" id="{D43A61CB-435D-4BD1-84EE-965D5E392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2388" y="2800350"/>
            <a:ext cx="823912" cy="354013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elemento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de memoria</a:t>
            </a:r>
          </a:p>
        </p:txBody>
      </p:sp>
      <p:sp>
        <p:nvSpPr>
          <p:cNvPr id="88" name="Freeform 87">
            <a:extLst>
              <a:ext uri="{FF2B5EF4-FFF2-40B4-BE49-F238E27FC236}">
                <a16:creationId xmlns:a16="http://schemas.microsoft.com/office/drawing/2014/main" id="{23F936FE-EE3F-4996-89DF-C4E2CF24DA82}"/>
              </a:ext>
            </a:extLst>
          </p:cNvPr>
          <p:cNvSpPr>
            <a:spLocks/>
          </p:cNvSpPr>
          <p:nvPr/>
        </p:nvSpPr>
        <p:spPr bwMode="auto">
          <a:xfrm flipV="1">
            <a:off x="8321675" y="3959225"/>
            <a:ext cx="2305050" cy="180975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89" name="Conector recto de flecha 88">
            <a:extLst>
              <a:ext uri="{FF2B5EF4-FFF2-40B4-BE49-F238E27FC236}">
                <a16:creationId xmlns:a16="http://schemas.microsoft.com/office/drawing/2014/main" id="{507AEC9B-CC9D-4EA5-B4FD-B58E0DF769FD}"/>
              </a:ext>
            </a:extLst>
          </p:cNvPr>
          <p:cNvCxnSpPr>
            <a:cxnSpLocks/>
          </p:cNvCxnSpPr>
          <p:nvPr/>
        </p:nvCxnSpPr>
        <p:spPr>
          <a:xfrm flipV="1">
            <a:off x="8323263" y="3957638"/>
            <a:ext cx="0" cy="180975"/>
          </a:xfrm>
          <a:prstGeom prst="straightConnector1">
            <a:avLst/>
          </a:prstGeom>
          <a:ln w="28575">
            <a:solidFill>
              <a:schemeClr val="bg1">
                <a:lumMod val="1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240FF485-72A6-4C0E-A4EF-C49853954A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45F1B0F0-9245-4EDD-A17C-828BD3BC4B33}" type="slidenum">
              <a:rPr lang="es-ES" altLang="es-ES">
                <a:solidFill>
                  <a:srgbClr val="171717"/>
                </a:solidFill>
              </a:rPr>
              <a:pPr/>
              <a:t>18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3D24421-9867-4EC3-8F5D-1F406E4839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4EFA2E3C-3E6E-4BC0-9E31-B4E055F3A36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10179050" cy="5137150"/>
          </a:xfrm>
        </p:spPr>
        <p:txBody>
          <a:bodyPr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ea typeface="ＭＳ Ｐゴシック" charset="-128"/>
                <a:cs typeface="ＭＳ Ｐゴシック" charset="-128"/>
              </a:rPr>
              <a:t>Circuito </a:t>
            </a: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secuencial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dirty="0">
                <a:ea typeface="ＭＳ Ｐゴシック" charset="-128"/>
              </a:rPr>
              <a:t>Señal de reloj (CLK) sincroniza los cambios de estado</a:t>
            </a:r>
          </a:p>
          <a:p>
            <a:pPr fontAlgn="auto">
              <a:spcAft>
                <a:spcPts val="0"/>
              </a:spcAft>
              <a:defRPr/>
            </a:pPr>
            <a:r>
              <a:rPr lang="es-ES" dirty="0">
                <a:solidFill>
                  <a:schemeClr val="accent2"/>
                </a:solidFill>
                <a:ea typeface="ＭＳ Ｐゴシック" charset="-128"/>
              </a:rPr>
              <a:t>OBJETIVO</a:t>
            </a:r>
            <a:r>
              <a:rPr lang="es-ES" dirty="0">
                <a:ea typeface="ＭＳ Ｐゴシック" charset="-128"/>
              </a:rPr>
              <a:t>: ejecutar las acciones indicadas por las instrucciones </a:t>
            </a:r>
            <a:endParaRPr lang="es-ES" dirty="0"/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2F73983-93F6-4AA3-A560-CEFBA7E62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4010025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Memoria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Programa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y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CAB4BEED-705D-47A9-B456-BC4A09052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25" y="3506788"/>
            <a:ext cx="2825750" cy="302418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91675E6F-CCAA-4DBF-9D39-E6EA3D8E0E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1063" y="4010025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Entrada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Salida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Text Box 7">
            <a:extLst>
              <a:ext uri="{FF2B5EF4-FFF2-40B4-BE49-F238E27FC236}">
                <a16:creationId xmlns:a16="http://schemas.microsoft.com/office/drawing/2014/main" id="{4CB11FB9-6F88-4ACB-94A8-0D40A1F13C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6075" y="2927350"/>
            <a:ext cx="1328738" cy="588963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Procesador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(CPU)</a:t>
            </a:r>
          </a:p>
        </p:txBody>
      </p:sp>
      <p:sp>
        <p:nvSpPr>
          <p:cNvPr id="8" name="Rectangle 8">
            <a:extLst>
              <a:ext uri="{FF2B5EF4-FFF2-40B4-BE49-F238E27FC236}">
                <a16:creationId xmlns:a16="http://schemas.microsoft.com/office/drawing/2014/main" id="{33175825-0DA0-4E5F-8977-6D16EFDD5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4875" y="3546475"/>
            <a:ext cx="2751138" cy="1236663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Control</a:t>
            </a:r>
          </a:p>
        </p:txBody>
      </p:sp>
      <p:sp>
        <p:nvSpPr>
          <p:cNvPr id="9" name="Rectangle 9">
            <a:extLst>
              <a:ext uri="{FF2B5EF4-FFF2-40B4-BE49-F238E27FC236}">
                <a16:creationId xmlns:a16="http://schemas.microsoft.com/office/drawing/2014/main" id="{8C94F252-4ADE-49D3-85F8-8BE63931E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5221288"/>
            <a:ext cx="2751138" cy="1236662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2113E075-671B-4103-BDF4-C24A67E8E06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459163" y="4225925"/>
            <a:ext cx="1368425" cy="1588"/>
          </a:xfrm>
          <a:prstGeom prst="line">
            <a:avLst/>
          </a:prstGeom>
          <a:noFill/>
          <a:ln w="28575">
            <a:solidFill>
              <a:srgbClr val="C000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" name="Line 11">
            <a:extLst>
              <a:ext uri="{FF2B5EF4-FFF2-40B4-BE49-F238E27FC236}">
                <a16:creationId xmlns:a16="http://schemas.microsoft.com/office/drawing/2014/main" id="{1DE6CD65-E2CE-4668-99C6-170557F0B97C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3338" y="4586288"/>
            <a:ext cx="3175" cy="823912"/>
          </a:xfrm>
          <a:prstGeom prst="line">
            <a:avLst/>
          </a:prstGeom>
          <a:noFill/>
          <a:ln w="28575">
            <a:solidFill>
              <a:srgbClr val="C000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Line 12">
            <a:extLst>
              <a:ext uri="{FF2B5EF4-FFF2-40B4-BE49-F238E27FC236}">
                <a16:creationId xmlns:a16="http://schemas.microsoft.com/office/drawing/2014/main" id="{074AD8CC-1643-4204-92AC-4508DF3F91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29463" y="4586288"/>
            <a:ext cx="3175" cy="823912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49120C56-9795-4D62-9496-FE09A2D5B95D}"/>
              </a:ext>
            </a:extLst>
          </p:cNvPr>
          <p:cNvSpPr>
            <a:spLocks/>
          </p:cNvSpPr>
          <p:nvPr/>
        </p:nvSpPr>
        <p:spPr bwMode="auto">
          <a:xfrm>
            <a:off x="3387725" y="5522913"/>
            <a:ext cx="1439863" cy="287337"/>
          </a:xfrm>
          <a:custGeom>
            <a:avLst/>
            <a:gdLst>
              <a:gd name="T0" fmla="*/ 0 w 907"/>
              <a:gd name="T1" fmla="*/ 0 h 181"/>
              <a:gd name="T2" fmla="*/ 0 w 907"/>
              <a:gd name="T3" fmla="*/ 2147483647 h 181"/>
              <a:gd name="T4" fmla="*/ 2147483647 w 907"/>
              <a:gd name="T5" fmla="*/ 2147483647 h 181"/>
              <a:gd name="T6" fmla="*/ 0 60000 65536"/>
              <a:gd name="T7" fmla="*/ 0 60000 65536"/>
              <a:gd name="T8" fmla="*/ 0 60000 65536"/>
              <a:gd name="T9" fmla="*/ 0 w 907"/>
              <a:gd name="T10" fmla="*/ 0 h 181"/>
              <a:gd name="T11" fmla="*/ 907 w 907"/>
              <a:gd name="T12" fmla="*/ 181 h 1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07" h="181">
                <a:moveTo>
                  <a:pt x="0" y="0"/>
                </a:moveTo>
                <a:lnTo>
                  <a:pt x="0" y="181"/>
                </a:lnTo>
                <a:lnTo>
                  <a:pt x="907" y="181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40F0BC0B-CCE0-4709-BE5A-DE6FBFCDFCB6}"/>
              </a:ext>
            </a:extLst>
          </p:cNvPr>
          <p:cNvSpPr>
            <a:spLocks/>
          </p:cNvSpPr>
          <p:nvPr/>
        </p:nvSpPr>
        <p:spPr bwMode="auto">
          <a:xfrm>
            <a:off x="3100388" y="5449888"/>
            <a:ext cx="1727200" cy="720725"/>
          </a:xfrm>
          <a:custGeom>
            <a:avLst/>
            <a:gdLst>
              <a:gd name="T0" fmla="*/ 2147483647 w 998"/>
              <a:gd name="T1" fmla="*/ 2147483647 h 363"/>
              <a:gd name="T2" fmla="*/ 0 w 998"/>
              <a:gd name="T3" fmla="*/ 2147483647 h 363"/>
              <a:gd name="T4" fmla="*/ 0 w 998"/>
              <a:gd name="T5" fmla="*/ 0 h 363"/>
              <a:gd name="T6" fmla="*/ 0 60000 65536"/>
              <a:gd name="T7" fmla="*/ 0 60000 65536"/>
              <a:gd name="T8" fmla="*/ 0 60000 65536"/>
              <a:gd name="T9" fmla="*/ 0 w 998"/>
              <a:gd name="T10" fmla="*/ 0 h 363"/>
              <a:gd name="T11" fmla="*/ 998 w 998"/>
              <a:gd name="T12" fmla="*/ 363 h 36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98" h="363">
                <a:moveTo>
                  <a:pt x="998" y="363"/>
                </a:moveTo>
                <a:lnTo>
                  <a:pt x="0" y="363"/>
                </a:lnTo>
                <a:lnTo>
                  <a:pt x="0" y="0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0117CDF9-6064-4BD0-9567-F2D834E869EF}"/>
              </a:ext>
            </a:extLst>
          </p:cNvPr>
          <p:cNvSpPr>
            <a:spLocks/>
          </p:cNvSpPr>
          <p:nvPr/>
        </p:nvSpPr>
        <p:spPr bwMode="auto">
          <a:xfrm flipH="1">
            <a:off x="7348538" y="5522913"/>
            <a:ext cx="1439862" cy="287337"/>
          </a:xfrm>
          <a:custGeom>
            <a:avLst/>
            <a:gdLst>
              <a:gd name="T0" fmla="*/ 0 w 907"/>
              <a:gd name="T1" fmla="*/ 0 h 181"/>
              <a:gd name="T2" fmla="*/ 0 w 907"/>
              <a:gd name="T3" fmla="*/ 2147483647 h 181"/>
              <a:gd name="T4" fmla="*/ 2147483647 w 907"/>
              <a:gd name="T5" fmla="*/ 2147483647 h 181"/>
              <a:gd name="T6" fmla="*/ 0 60000 65536"/>
              <a:gd name="T7" fmla="*/ 0 60000 65536"/>
              <a:gd name="T8" fmla="*/ 0 60000 65536"/>
              <a:gd name="T9" fmla="*/ 0 w 907"/>
              <a:gd name="T10" fmla="*/ 0 h 181"/>
              <a:gd name="T11" fmla="*/ 907 w 907"/>
              <a:gd name="T12" fmla="*/ 181 h 1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07" h="181">
                <a:moveTo>
                  <a:pt x="0" y="0"/>
                </a:moveTo>
                <a:lnTo>
                  <a:pt x="0" y="181"/>
                </a:lnTo>
                <a:lnTo>
                  <a:pt x="907" y="181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6C7DAA71-118C-422A-B7EB-4ED98FBA0E85}"/>
              </a:ext>
            </a:extLst>
          </p:cNvPr>
          <p:cNvSpPr>
            <a:spLocks/>
          </p:cNvSpPr>
          <p:nvPr/>
        </p:nvSpPr>
        <p:spPr bwMode="auto">
          <a:xfrm flipH="1">
            <a:off x="7348538" y="5449888"/>
            <a:ext cx="1727200" cy="720725"/>
          </a:xfrm>
          <a:custGeom>
            <a:avLst/>
            <a:gdLst>
              <a:gd name="T0" fmla="*/ 2147483647 w 998"/>
              <a:gd name="T1" fmla="*/ 2147483647 h 363"/>
              <a:gd name="T2" fmla="*/ 0 w 998"/>
              <a:gd name="T3" fmla="*/ 2147483647 h 363"/>
              <a:gd name="T4" fmla="*/ 0 w 998"/>
              <a:gd name="T5" fmla="*/ 0 h 363"/>
              <a:gd name="T6" fmla="*/ 0 60000 65536"/>
              <a:gd name="T7" fmla="*/ 0 60000 65536"/>
              <a:gd name="T8" fmla="*/ 0 60000 65536"/>
              <a:gd name="T9" fmla="*/ 0 w 998"/>
              <a:gd name="T10" fmla="*/ 0 h 363"/>
              <a:gd name="T11" fmla="*/ 998 w 998"/>
              <a:gd name="T12" fmla="*/ 363 h 36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98" h="363">
                <a:moveTo>
                  <a:pt x="998" y="363"/>
                </a:moveTo>
                <a:lnTo>
                  <a:pt x="0" y="363"/>
                </a:lnTo>
                <a:lnTo>
                  <a:pt x="0" y="0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" name="Line 17">
            <a:extLst>
              <a:ext uri="{FF2B5EF4-FFF2-40B4-BE49-F238E27FC236}">
                <a16:creationId xmlns:a16="http://schemas.microsoft.com/office/drawing/2014/main" id="{C76D7569-401D-4717-9591-74078C2CDD7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75513" y="4225925"/>
            <a:ext cx="1368425" cy="1588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8" name="Line 18">
            <a:extLst>
              <a:ext uri="{FF2B5EF4-FFF2-40B4-BE49-F238E27FC236}">
                <a16:creationId xmlns:a16="http://schemas.microsoft.com/office/drawing/2014/main" id="{51EA3032-EC0F-4484-A36C-9E14DE32534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5513" y="4370388"/>
            <a:ext cx="1368425" cy="1587"/>
          </a:xfrm>
          <a:prstGeom prst="line">
            <a:avLst/>
          </a:prstGeom>
          <a:noFill/>
          <a:ln w="28575">
            <a:solidFill>
              <a:srgbClr val="CC33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6882" name="Text Box 19">
            <a:extLst>
              <a:ext uri="{FF2B5EF4-FFF2-40B4-BE49-F238E27FC236}">
                <a16:creationId xmlns:a16="http://schemas.microsoft.com/office/drawing/2014/main" id="{CD33D2B7-0298-4F0D-8731-932A76C3A2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688" y="3997325"/>
            <a:ext cx="725487" cy="29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36883" name="Text Box 20">
            <a:extLst>
              <a:ext uri="{FF2B5EF4-FFF2-40B4-BE49-F238E27FC236}">
                <a16:creationId xmlns:a16="http://schemas.microsoft.com/office/drawing/2014/main" id="{AC195AE5-0FE7-4F72-AB48-4900FF224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075" y="4864100"/>
            <a:ext cx="74136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chemeClr val="accent2"/>
                </a:solidFill>
              </a:rPr>
              <a:t>estado</a:t>
            </a:r>
          </a:p>
        </p:txBody>
      </p:sp>
      <p:sp>
        <p:nvSpPr>
          <p:cNvPr id="21" name="Text Box 21">
            <a:extLst>
              <a:ext uri="{FF2B5EF4-FFF2-40B4-BE49-F238E27FC236}">
                <a16:creationId xmlns:a16="http://schemas.microsoft.com/office/drawing/2014/main" id="{3F0C5D1F-DF31-4764-A617-AC647EF28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8913" y="5557838"/>
            <a:ext cx="641350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22" name="Text Box 22">
            <a:extLst>
              <a:ext uri="{FF2B5EF4-FFF2-40B4-BE49-F238E27FC236}">
                <a16:creationId xmlns:a16="http://schemas.microsoft.com/office/drawing/2014/main" id="{A5F534B2-D6D9-4239-B9C5-BFB7F9CDB6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1563" y="6170613"/>
            <a:ext cx="1081087" cy="2936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direcciones</a:t>
            </a:r>
          </a:p>
        </p:txBody>
      </p:sp>
      <p:sp>
        <p:nvSpPr>
          <p:cNvPr id="23" name="Text Box 23">
            <a:extLst>
              <a:ext uri="{FF2B5EF4-FFF2-40B4-BE49-F238E27FC236}">
                <a16:creationId xmlns:a16="http://schemas.microsoft.com/office/drawing/2014/main" id="{A52792B0-6E86-4BB9-AAD6-1A50C71162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8363" y="5810250"/>
            <a:ext cx="1171575" cy="2936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instrucciones</a:t>
            </a:r>
          </a:p>
        </p:txBody>
      </p:sp>
      <p:sp>
        <p:nvSpPr>
          <p:cNvPr id="36887" name="Text Box 24">
            <a:extLst>
              <a:ext uri="{FF2B5EF4-FFF2-40B4-BE49-F238E27FC236}">
                <a16:creationId xmlns:a16="http://schemas.microsoft.com/office/drawing/2014/main" id="{C1DC07C0-60C0-4782-8626-2240FF9FD6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0950" y="4864100"/>
            <a:ext cx="7239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36888" name="Text Box 25">
            <a:extLst>
              <a:ext uri="{FF2B5EF4-FFF2-40B4-BE49-F238E27FC236}">
                <a16:creationId xmlns:a16="http://schemas.microsoft.com/office/drawing/2014/main" id="{A7C11491-33B5-49AD-92A4-93176C8639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6513" y="4330700"/>
            <a:ext cx="7239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36889" name="Text Box 26">
            <a:extLst>
              <a:ext uri="{FF2B5EF4-FFF2-40B4-BE49-F238E27FC236}">
                <a16:creationId xmlns:a16="http://schemas.microsoft.com/office/drawing/2014/main" id="{A03404F4-32B7-4E3D-8A3B-DF426E80E2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46988" y="3992563"/>
            <a:ext cx="74295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chemeClr val="accent2"/>
                </a:solidFill>
              </a:rPr>
              <a:t>estado</a:t>
            </a:r>
          </a:p>
        </p:txBody>
      </p:sp>
      <p:sp>
        <p:nvSpPr>
          <p:cNvPr id="27" name="Text Box 27">
            <a:extLst>
              <a:ext uri="{FF2B5EF4-FFF2-40B4-BE49-F238E27FC236}">
                <a16:creationId xmlns:a16="http://schemas.microsoft.com/office/drawing/2014/main" id="{E5230A76-769A-46A5-A9F8-EE8C54C88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9550" y="5918200"/>
            <a:ext cx="641350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28" name="Text Box 28">
            <a:extLst>
              <a:ext uri="{FF2B5EF4-FFF2-40B4-BE49-F238E27FC236}">
                <a16:creationId xmlns:a16="http://schemas.microsoft.com/office/drawing/2014/main" id="{DD75BBC8-715E-4E91-86C4-4C9792D137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4500" y="6170613"/>
            <a:ext cx="641350" cy="2936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29" name="Text Box 29">
            <a:extLst>
              <a:ext uri="{FF2B5EF4-FFF2-40B4-BE49-F238E27FC236}">
                <a16:creationId xmlns:a16="http://schemas.microsoft.com/office/drawing/2014/main" id="{3377AE73-9C54-4039-B974-F79891AC0E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6488" y="5557838"/>
            <a:ext cx="639762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30" name="Rectangle 30">
            <a:extLst>
              <a:ext uri="{FF2B5EF4-FFF2-40B4-BE49-F238E27FC236}">
                <a16:creationId xmlns:a16="http://schemas.microsoft.com/office/drawing/2014/main" id="{70E2FD1E-4F69-4942-B15F-B5B209F15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2050" y="5881688"/>
            <a:ext cx="1008063" cy="5048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Registros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 general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específ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.)</a:t>
            </a:r>
          </a:p>
        </p:txBody>
      </p:sp>
      <p:sp>
        <p:nvSpPr>
          <p:cNvPr id="31" name="Rectangle 31">
            <a:extLst>
              <a:ext uri="{FF2B5EF4-FFF2-40B4-BE49-F238E27FC236}">
                <a16:creationId xmlns:a16="http://schemas.microsoft.com/office/drawing/2014/main" id="{3040EAAB-54C6-4481-9E86-B9A6A6C22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4575" y="5738813"/>
            <a:ext cx="1150938" cy="647700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Lógica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encaminamiento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transformación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(ALU…)</a:t>
            </a:r>
          </a:p>
        </p:txBody>
      </p:sp>
      <p:sp>
        <p:nvSpPr>
          <p:cNvPr id="32" name="Elipse 31">
            <a:extLst>
              <a:ext uri="{FF2B5EF4-FFF2-40B4-BE49-F238E27FC236}">
                <a16:creationId xmlns:a16="http://schemas.microsoft.com/office/drawing/2014/main" id="{E14BDE88-1FC9-4C22-83D3-F43A4C141703}"/>
              </a:ext>
            </a:extLst>
          </p:cNvPr>
          <p:cNvSpPr/>
          <p:nvPr/>
        </p:nvSpPr>
        <p:spPr>
          <a:xfrm>
            <a:off x="4265613" y="4864100"/>
            <a:ext cx="3725862" cy="2006600"/>
          </a:xfrm>
          <a:prstGeom prst="ellipse">
            <a:avLst/>
          </a:prstGeom>
          <a:solidFill>
            <a:srgbClr val="C00000">
              <a:alpha val="16406"/>
            </a:srgbClr>
          </a:solidFill>
          <a:ln w="4445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5" name="Marcador de número de diapositiva 34">
            <a:extLst>
              <a:ext uri="{FF2B5EF4-FFF2-40B4-BE49-F238E27FC236}">
                <a16:creationId xmlns:a16="http://schemas.microsoft.com/office/drawing/2014/main" id="{19DF5BB1-DF5A-4914-9B69-FFA895B399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BDFFE75-232A-4644-BF46-6B0C48AF93E1}" type="slidenum">
              <a:rPr lang="es-ES" altLang="es-ES">
                <a:solidFill>
                  <a:srgbClr val="171717"/>
                </a:solidFill>
              </a:rPr>
              <a:pPr/>
              <a:t>19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9F1A2C0-F2F0-4808-925A-2F2F202963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 err="1">
                <a:solidFill>
                  <a:schemeClr val="accent2"/>
                </a:solidFill>
                <a:latin typeface="Rockwell" panose="02060603020205020403" pitchFamily="18" charset="0"/>
              </a:rPr>
              <a:t>Risc</a:t>
            </a: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-V reducido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D34170F2-889F-4A35-8C26-D5FD22492CD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10179050" cy="5137150"/>
          </a:xfrm>
        </p:spPr>
        <p:txBody>
          <a:bodyPr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ea typeface="ＭＳ Ｐゴシック" charset="-128"/>
                <a:cs typeface="ＭＳ Ｐゴシック" charset="-128"/>
              </a:rPr>
              <a:t>Diseño de la unidad de datos monociclo de un procesador </a:t>
            </a: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RISC-V</a:t>
            </a:r>
            <a:r>
              <a:rPr lang="es-ES" sz="2800" dirty="0">
                <a:ea typeface="ＭＳ Ｐゴシック" charset="-128"/>
                <a:cs typeface="ＭＳ Ｐゴシック" charset="-128"/>
              </a:rPr>
              <a:t> (32 bits) con </a:t>
            </a: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conjunto reducido de instrucciones</a:t>
            </a:r>
            <a:endParaRPr lang="es-ES" dirty="0">
              <a:solidFill>
                <a:schemeClr val="accent2"/>
              </a:solidFill>
            </a:endParaRPr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graphicFrame>
        <p:nvGraphicFramePr>
          <p:cNvPr id="33" name="Marcador de contenido 5">
            <a:extLst>
              <a:ext uri="{FF2B5EF4-FFF2-40B4-BE49-F238E27FC236}">
                <a16:creationId xmlns:a16="http://schemas.microsoft.com/office/drawing/2014/main" id="{9A444CEE-D846-405C-B6FC-00792E4F4A27}"/>
              </a:ext>
            </a:extLst>
          </p:cNvPr>
          <p:cNvGraphicFramePr>
            <a:graphicFrameLocks/>
          </p:cNvGraphicFramePr>
          <p:nvPr/>
        </p:nvGraphicFramePr>
        <p:xfrm>
          <a:off x="1779588" y="2619375"/>
          <a:ext cx="8875712" cy="39624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58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10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92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8986">
                <a:tc>
                  <a:txBody>
                    <a:bodyPr/>
                    <a:lstStyle/>
                    <a:p>
                      <a:pPr algn="l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4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4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31" marR="91431"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MEM[rs1 +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tipo-I</a:t>
                      </a:r>
                    </a:p>
                  </a:txBody>
                  <a:tcPr marL="91431" marR="91431"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8986">
                <a:tc>
                  <a:txBody>
                    <a:bodyPr/>
                    <a:lstStyle/>
                    <a:p>
                      <a:pPr algn="l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rs2, imm</a:t>
                      </a:r>
                      <a:r>
                        <a:rPr lang="es-ES" sz="14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31" marR="91431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MEM[rs1 +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  rs2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tipo-S</a:t>
                      </a:r>
                    </a:p>
                  </a:txBody>
                  <a:tcPr marL="91431" marR="91431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1917">
                <a:tc>
                  <a:txBody>
                    <a:bodyPr/>
                    <a:lstStyle/>
                    <a:p>
                      <a:pPr algn="l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add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4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rs1 + rs2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tipo-R</a:t>
                      </a: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191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sub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4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31" marR="91431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rs1 - rs2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tipo-R</a:t>
                      </a:r>
                    </a:p>
                  </a:txBody>
                  <a:tcPr marL="91431" marR="91431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8986">
                <a:tc>
                  <a:txBody>
                    <a:bodyPr/>
                    <a:lstStyle/>
                    <a:p>
                      <a:pPr algn="l"/>
                      <a:r>
                        <a:rPr lang="es-ES" sz="14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and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4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rs1 &amp; rs2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tipo-R</a:t>
                      </a: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898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or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4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31" marR="91431">
                    <a:solidFill>
                      <a:srgbClr val="E9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rs1 | rs2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solidFill>
                      <a:srgbClr val="E9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tipo-R</a:t>
                      </a:r>
                    </a:p>
                  </a:txBody>
                  <a:tcPr marL="91431" marR="91431">
                    <a:solidFill>
                      <a:srgbClr val="E9EA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191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slt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4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31" marR="91431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D2E8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if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(rs1 &lt; rs2)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then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1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else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0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D2E8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tipo-R</a:t>
                      </a:r>
                    </a:p>
                  </a:txBody>
                  <a:tcPr marL="91431" marR="91431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D2E8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3652">
                <a:tc>
                  <a:txBody>
                    <a:bodyPr/>
                    <a:lstStyle/>
                    <a:p>
                      <a:pPr algn="l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addi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4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imm</a:t>
                      </a:r>
                      <a:r>
                        <a:rPr lang="es-ES" sz="14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AEA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rs1 +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tipo-I</a:t>
                      </a: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9EA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1917">
                <a:tc>
                  <a:txBody>
                    <a:bodyPr/>
                    <a:lstStyle/>
                    <a:p>
                      <a:pPr algn="l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andi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4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imm</a:t>
                      </a:r>
                      <a:r>
                        <a:rPr lang="es-ES" sz="14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F7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rs1 &amp;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tipo-I</a:t>
                      </a: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1917">
                <a:tc>
                  <a:txBody>
                    <a:bodyPr/>
                    <a:lstStyle/>
                    <a:p>
                      <a:pPr algn="l"/>
                      <a:r>
                        <a:rPr lang="es-ES" sz="14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ori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4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imm</a:t>
                      </a:r>
                      <a:r>
                        <a:rPr lang="es-ES" sz="14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rs1 |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tipo-I</a:t>
                      </a: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1917">
                <a:tc>
                  <a:txBody>
                    <a:bodyPr/>
                    <a:lstStyle/>
                    <a:p>
                      <a:pPr algn="l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slti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4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imm</a:t>
                      </a:r>
                      <a:r>
                        <a:rPr lang="es-ES" sz="14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if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(rs1 &lt;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))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then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1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else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0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tipo-I</a:t>
                      </a:r>
                    </a:p>
                  </a:txBody>
                  <a:tcPr marL="91431" marR="91431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8986">
                <a:tc>
                  <a:txBody>
                    <a:bodyPr/>
                    <a:lstStyle/>
                    <a:p>
                      <a:pPr algn="l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4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(rs1 = rs2)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PC +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(imm</a:t>
                      </a:r>
                      <a:r>
                        <a:rPr lang="es-ES" sz="1400" b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&lt;&lt; 1)) </a:t>
                      </a:r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</a:t>
                      </a:r>
                      <a:r>
                        <a:rPr lang="es-ES" sz="14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(PC + 4)</a:t>
                      </a:r>
                      <a:endParaRPr lang="es-ES" sz="14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tipo-B</a:t>
                      </a: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898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4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4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21b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 </a:t>
                      </a:r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PC +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(imm</a:t>
                      </a:r>
                      <a:r>
                        <a:rPr lang="es-ES" sz="1400" b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20:1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&lt;&lt; 1), </a:t>
                      </a:r>
                      <a:r>
                        <a:rPr lang="es-ES" sz="14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rd</a:t>
                      </a:r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 PC + 4</a:t>
                      </a:r>
                      <a:endParaRPr lang="es-ES" sz="14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dirty="0">
                          <a:solidFill>
                            <a:schemeClr val="accent2"/>
                          </a:solidFill>
                          <a:latin typeface="+mn-lt"/>
                        </a:rPr>
                        <a:t>tipo-J</a:t>
                      </a:r>
                    </a:p>
                  </a:txBody>
                  <a:tcPr marL="91431" marR="91431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38961" name="CuadroTexto 3">
            <a:extLst>
              <a:ext uri="{FF2B5EF4-FFF2-40B4-BE49-F238E27FC236}">
                <a16:creationId xmlns:a16="http://schemas.microsoft.com/office/drawing/2014/main" id="{8C7A290F-991A-49CE-AEC6-A338F5D777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950" y="3806825"/>
            <a:ext cx="58737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chemeClr val="accent2"/>
                </a:solidFill>
              </a:rPr>
              <a:t>ALU</a:t>
            </a:r>
          </a:p>
        </p:txBody>
      </p:sp>
      <p:sp>
        <p:nvSpPr>
          <p:cNvPr id="5" name="Abrir llave 4">
            <a:extLst>
              <a:ext uri="{FF2B5EF4-FFF2-40B4-BE49-F238E27FC236}">
                <a16:creationId xmlns:a16="http://schemas.microsoft.com/office/drawing/2014/main" id="{B295675A-6C4B-4E92-9DD3-BD991C15A93C}"/>
              </a:ext>
            </a:extLst>
          </p:cNvPr>
          <p:cNvSpPr/>
          <p:nvPr/>
        </p:nvSpPr>
        <p:spPr>
          <a:xfrm>
            <a:off x="1584325" y="3233738"/>
            <a:ext cx="195263" cy="1525587"/>
          </a:xfrm>
          <a:prstGeom prst="leftBrace">
            <a:avLst>
              <a:gd name="adj1" fmla="val 85630"/>
              <a:gd name="adj2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8963" name="CuadroTexto 5">
            <a:extLst>
              <a:ext uri="{FF2B5EF4-FFF2-40B4-BE49-F238E27FC236}">
                <a16:creationId xmlns:a16="http://schemas.microsoft.com/office/drawing/2014/main" id="{2F40AA8D-AF49-4429-9477-47E4D15391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038" y="5173663"/>
            <a:ext cx="64611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chemeClr val="accent2"/>
                </a:solidFill>
              </a:rPr>
              <a:t>ALUI</a:t>
            </a:r>
          </a:p>
        </p:txBody>
      </p:sp>
      <p:sp>
        <p:nvSpPr>
          <p:cNvPr id="7" name="Abrir llave 6">
            <a:extLst>
              <a:ext uri="{FF2B5EF4-FFF2-40B4-BE49-F238E27FC236}">
                <a16:creationId xmlns:a16="http://schemas.microsoft.com/office/drawing/2014/main" id="{ABA45E96-672B-4493-8ABA-5A35AACC83ED}"/>
              </a:ext>
            </a:extLst>
          </p:cNvPr>
          <p:cNvSpPr/>
          <p:nvPr/>
        </p:nvSpPr>
        <p:spPr>
          <a:xfrm>
            <a:off x="1584325" y="4759325"/>
            <a:ext cx="195263" cy="1208088"/>
          </a:xfrm>
          <a:prstGeom prst="leftBrace">
            <a:avLst>
              <a:gd name="adj1" fmla="val 85630"/>
              <a:gd name="adj2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" name="Marcador de número de diapositiva 9">
            <a:extLst>
              <a:ext uri="{FF2B5EF4-FFF2-40B4-BE49-F238E27FC236}">
                <a16:creationId xmlns:a16="http://schemas.microsoft.com/office/drawing/2014/main" id="{157553A3-5DA8-4A14-ABD7-324515597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3F9FEBF-BAC6-445B-ADE8-19083018E14F}" type="slidenum">
              <a:rPr lang="es-ES" altLang="es-ES">
                <a:solidFill>
                  <a:srgbClr val="171717"/>
                </a:solidFill>
              </a:rPr>
              <a:pPr/>
              <a:t>20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CA7CAC0-35F3-4DA2-94DF-F0333192AF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 err="1">
                <a:solidFill>
                  <a:schemeClr val="accent2"/>
                </a:solidFill>
                <a:latin typeface="Rockwell" panose="02060603020205020403" pitchFamily="18" charset="0"/>
              </a:rPr>
              <a:t>Risc</a:t>
            </a: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-V reducido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836D302F-A8D7-46F9-B5AE-0E08EEA8B3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138238"/>
            <a:ext cx="10179050" cy="5137150"/>
          </a:xfrm>
        </p:spPr>
        <p:txBody>
          <a:bodyPr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ea typeface="ＭＳ Ｐゴシック" charset="-128"/>
                <a:cs typeface="ＭＳ Ｐゴシック" charset="-128"/>
              </a:rPr>
              <a:t>Estos son los distintos </a:t>
            </a: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tipos de formato</a:t>
            </a:r>
            <a:r>
              <a:rPr lang="es-ES" sz="2800" dirty="0">
                <a:ea typeface="ＭＳ Ｐゴシック" charset="-128"/>
                <a:cs typeface="ＭＳ Ｐゴシック" charset="-128"/>
              </a:rPr>
              <a:t> de instrucciones</a:t>
            </a:r>
            <a:endParaRPr lang="es-ES" dirty="0">
              <a:solidFill>
                <a:schemeClr val="accent2"/>
              </a:solidFill>
            </a:endParaRPr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871A85D6-CBB0-409B-AA90-F1F97D9D4E97}"/>
              </a:ext>
            </a:extLst>
          </p:cNvPr>
          <p:cNvGraphicFramePr>
            <a:graphicFrameLocks noGrp="1"/>
          </p:cNvGraphicFramePr>
          <p:nvPr/>
        </p:nvGraphicFramePr>
        <p:xfrm>
          <a:off x="2416175" y="1558925"/>
          <a:ext cx="6835771" cy="1497013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648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273"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funct7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rs2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9273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11:0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9273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11:5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rs2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4:0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9273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rs2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4:1,11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9273">
                <a:tc gridSpan="20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20,10:1,11,19:12</a:t>
                      </a: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54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3701956E-AADE-4317-A994-8B6627801587}"/>
              </a:ext>
            </a:extLst>
          </p:cNvPr>
          <p:cNvGraphicFramePr>
            <a:graphicFrameLocks noGrp="1"/>
          </p:cNvGraphicFramePr>
          <p:nvPr/>
        </p:nvGraphicFramePr>
        <p:xfrm>
          <a:off x="9251950" y="1558925"/>
          <a:ext cx="1458912" cy="1497013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084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00648"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273">
                <a:tc gridSpan="7">
                  <a:txBody>
                    <a:bodyPr/>
                    <a:lstStyle/>
                    <a:p>
                      <a:pPr algn="l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tipo-R</a:t>
                      </a:r>
                    </a:p>
                  </a:txBody>
                  <a:tcPr marL="91399" marR="91399" marT="0" marB="45754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9273">
                <a:tc gridSpan="7">
                  <a:txBody>
                    <a:bodyPr/>
                    <a:lstStyle/>
                    <a:p>
                      <a:pPr algn="l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tipo-I</a:t>
                      </a:r>
                    </a:p>
                  </a:txBody>
                  <a:tcPr marL="91399" marR="91399" marT="0" marB="45754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9273">
                <a:tc gridSpan="7">
                  <a:txBody>
                    <a:bodyPr/>
                    <a:lstStyle/>
                    <a:p>
                      <a:pPr algn="l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tipo-S</a:t>
                      </a:r>
                    </a:p>
                  </a:txBody>
                  <a:tcPr marL="91399" marR="91399" marT="0" marB="45754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9273">
                <a:tc gridSpan="7">
                  <a:txBody>
                    <a:bodyPr/>
                    <a:lstStyle/>
                    <a:p>
                      <a:pPr algn="l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tipo-B</a:t>
                      </a:r>
                    </a:p>
                  </a:txBody>
                  <a:tcPr marL="91399" marR="91399" marT="0" marB="45754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9273">
                <a:tc gridSpan="7">
                  <a:txBody>
                    <a:bodyPr/>
                    <a:lstStyle/>
                    <a:p>
                      <a:pPr algn="l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tipo-J</a:t>
                      </a:r>
                    </a:p>
                  </a:txBody>
                  <a:tcPr marL="91399" marR="91399" marT="0" marB="45754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6" name="Marcador de contenido 5">
            <a:extLst>
              <a:ext uri="{FF2B5EF4-FFF2-40B4-BE49-F238E27FC236}">
                <a16:creationId xmlns:a16="http://schemas.microsoft.com/office/drawing/2014/main" id="{A3ACE66A-804A-4FA9-8AEE-FE1E1B03F5A4}"/>
              </a:ext>
            </a:extLst>
          </p:cNvPr>
          <p:cNvGraphicFramePr>
            <a:graphicFrameLocks/>
          </p:cNvGraphicFramePr>
          <p:nvPr/>
        </p:nvGraphicFramePr>
        <p:xfrm>
          <a:off x="1854200" y="3168650"/>
          <a:ext cx="8629648" cy="362744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85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75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578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578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25784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9103"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Instrucción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Tipo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funct7 (31:25)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funct3 (14:12)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</a:t>
                      </a:r>
                      <a:r>
                        <a:rPr lang="es-ES" sz="1400" b="1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 (6:0)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-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010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0000011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S</a:t>
                      </a:r>
                    </a:p>
                  </a:txBody>
                  <a:tcPr marL="91428" marR="91428" marT="0" marB="45724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-</a:t>
                      </a:r>
                    </a:p>
                  </a:txBody>
                  <a:tcPr marL="91428" marR="91428" marT="0" marB="45724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010</a:t>
                      </a:r>
                    </a:p>
                  </a:txBody>
                  <a:tcPr marL="91428" marR="91428" marT="0" marB="45724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0100011</a:t>
                      </a:r>
                    </a:p>
                  </a:txBody>
                  <a:tcPr marL="91428" marR="91428" marT="0" marB="45724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add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R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0000000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000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0110011</a:t>
                      </a:r>
                    </a:p>
                  </a:txBody>
                  <a:tcPr marL="91428" marR="91428" marT="0" marB="45724" anchor="ctr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sub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R</a:t>
                      </a:r>
                    </a:p>
                  </a:txBody>
                  <a:tcPr marL="91428" marR="91428" marT="0" marB="45724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0100000</a:t>
                      </a:r>
                    </a:p>
                  </a:txBody>
                  <a:tcPr marL="91428" marR="91428" marT="0" marB="45724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000</a:t>
                      </a:r>
                    </a:p>
                  </a:txBody>
                  <a:tcPr marL="91428" marR="91428" marT="0" marB="45724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T="0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and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R</a:t>
                      </a: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0000000</a:t>
                      </a: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111</a:t>
                      </a: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T="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or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R</a:t>
                      </a:r>
                    </a:p>
                  </a:txBody>
                  <a:tcPr marL="91428" marR="91428" marT="0" marB="45724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0000000</a:t>
                      </a:r>
                    </a:p>
                  </a:txBody>
                  <a:tcPr marL="91428" marR="91428" marT="0" marB="45724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110</a:t>
                      </a:r>
                    </a:p>
                  </a:txBody>
                  <a:tcPr marL="91428" marR="91428" marT="0" marB="45724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T="0"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slt</a:t>
                      </a:r>
                      <a:endParaRPr lang="es-ES" sz="14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D2E8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R</a:t>
                      </a:r>
                    </a:p>
                  </a:txBody>
                  <a:tcPr marL="91428" marR="91428" marT="0" marB="45724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D2E8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0000000</a:t>
                      </a:r>
                    </a:p>
                  </a:txBody>
                  <a:tcPr marL="91428" marR="91428" marT="0" marB="45724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D2E8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010</a:t>
                      </a:r>
                    </a:p>
                  </a:txBody>
                  <a:tcPr marL="91428" marR="91428" marT="0" marB="45724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D2E8F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T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addi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-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000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0010011</a:t>
                      </a:r>
                    </a:p>
                  </a:txBody>
                  <a:tcPr marL="91428" marR="91428" marT="0" marB="45724" anchor="ctr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E7E7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andi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</a:t>
                      </a:r>
                    </a:p>
                  </a:txBody>
                  <a:tcPr marL="91428" marR="91428" marT="0" marB="45724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-</a:t>
                      </a:r>
                    </a:p>
                  </a:txBody>
                  <a:tcPr marL="91428" marR="91428" marT="0" marB="45724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111</a:t>
                      </a:r>
                    </a:p>
                  </a:txBody>
                  <a:tcPr marL="91428" marR="91428" marT="0" marB="45724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T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ori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</a:t>
                      </a: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-</a:t>
                      </a: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110</a:t>
                      </a: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T="0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slti</a:t>
                      </a:r>
                      <a:endParaRPr lang="es-ES" sz="14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</a:t>
                      </a: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-</a:t>
                      </a: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010</a:t>
                      </a:r>
                    </a:p>
                  </a:txBody>
                  <a:tcPr marL="91428" marR="91428" marT="0" marB="45724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T="0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algn="ctr"/>
                      <a:r>
                        <a:rPr lang="es-ES" sz="14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B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-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000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1100011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59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4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4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J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-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-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1101111</a:t>
                      </a:r>
                    </a:p>
                  </a:txBody>
                  <a:tcPr marL="91428" marR="91428" marT="0" marB="45724">
                    <a:lnT w="63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41122" name="CuadroTexto 6">
            <a:extLst>
              <a:ext uri="{FF2B5EF4-FFF2-40B4-BE49-F238E27FC236}">
                <a16:creationId xmlns:a16="http://schemas.microsoft.com/office/drawing/2014/main" id="{38B56179-453F-4156-AE25-98A75F8C8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088" y="4432300"/>
            <a:ext cx="5873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chemeClr val="accent2"/>
                </a:solidFill>
              </a:rPr>
              <a:t>ALU</a:t>
            </a:r>
          </a:p>
        </p:txBody>
      </p:sp>
      <p:sp>
        <p:nvSpPr>
          <p:cNvPr id="8" name="Abrir llave 7">
            <a:extLst>
              <a:ext uri="{FF2B5EF4-FFF2-40B4-BE49-F238E27FC236}">
                <a16:creationId xmlns:a16="http://schemas.microsoft.com/office/drawing/2014/main" id="{7B3A741B-A5F9-44DB-81F9-0759FCBB4E8D}"/>
              </a:ext>
            </a:extLst>
          </p:cNvPr>
          <p:cNvSpPr/>
          <p:nvPr/>
        </p:nvSpPr>
        <p:spPr>
          <a:xfrm>
            <a:off x="1671638" y="3933825"/>
            <a:ext cx="195262" cy="1287463"/>
          </a:xfrm>
          <a:prstGeom prst="leftBrace">
            <a:avLst>
              <a:gd name="adj1" fmla="val 85630"/>
              <a:gd name="adj2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124" name="CuadroTexto 8">
            <a:extLst>
              <a:ext uri="{FF2B5EF4-FFF2-40B4-BE49-F238E27FC236}">
                <a16:creationId xmlns:a16="http://schemas.microsoft.com/office/drawing/2014/main" id="{8832BAB0-426F-4EB3-844D-843641A74F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3938" y="5440363"/>
            <a:ext cx="6461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chemeClr val="accent2"/>
                </a:solidFill>
              </a:rPr>
              <a:t>ALUI</a:t>
            </a:r>
          </a:p>
        </p:txBody>
      </p:sp>
      <p:sp>
        <p:nvSpPr>
          <p:cNvPr id="10" name="Abrir llave 9">
            <a:extLst>
              <a:ext uri="{FF2B5EF4-FFF2-40B4-BE49-F238E27FC236}">
                <a16:creationId xmlns:a16="http://schemas.microsoft.com/office/drawing/2014/main" id="{2CDA6C9B-1951-49FD-804F-436B40609DE0}"/>
              </a:ext>
            </a:extLst>
          </p:cNvPr>
          <p:cNvSpPr/>
          <p:nvPr/>
        </p:nvSpPr>
        <p:spPr>
          <a:xfrm>
            <a:off x="1671638" y="5254625"/>
            <a:ext cx="195262" cy="1020763"/>
          </a:xfrm>
          <a:prstGeom prst="leftBrace">
            <a:avLst>
              <a:gd name="adj1" fmla="val 85630"/>
              <a:gd name="adj2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Marcador de número de diapositiva 12">
            <a:extLst>
              <a:ext uri="{FF2B5EF4-FFF2-40B4-BE49-F238E27FC236}">
                <a16:creationId xmlns:a16="http://schemas.microsoft.com/office/drawing/2014/main" id="{FF77042E-7454-46C8-8833-50F5FC6BAB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41439AA-48E9-46E3-89EE-64DCC0DF0253}" type="slidenum">
              <a:rPr lang="es-ES" altLang="es-ES">
                <a:solidFill>
                  <a:srgbClr val="171717"/>
                </a:solidFill>
              </a:rPr>
              <a:pPr/>
              <a:t>21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7F70185-B16B-415E-8453-145EC6948E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unidad de datos – elementos hardware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43010" name="Rectangle 3">
            <a:extLst>
              <a:ext uri="{FF2B5EF4-FFF2-40B4-BE49-F238E27FC236}">
                <a16:creationId xmlns:a16="http://schemas.microsoft.com/office/drawing/2014/main" id="{AB613A77-A7F8-4F4A-8A31-CED240E7C0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504950"/>
            <a:ext cx="8229600" cy="529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Banco de registros (BR)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</a:rPr>
              <a:t>32 registros de 32 bits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</a:rPr>
              <a:t>Dos puertos de lectura (A,B) y otro de escritura (C)</a:t>
            </a:r>
          </a:p>
          <a:p>
            <a:pPr lvl="2" defTabSz="914400" eaLnBrk="1" hangingPunct="1"/>
            <a:r>
              <a:rPr lang="es-ES" altLang="es-ES" sz="2000">
                <a:solidFill>
                  <a:srgbClr val="171717"/>
                </a:solidFill>
                <a:ea typeface="ＭＳ Ｐゴシック" panose="020B0600070205080204" pitchFamily="34" charset="-128"/>
              </a:rPr>
              <a:t>Posibilidad de leer dos registros y escribir en un tercero a la vez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</a:rPr>
              <a:t>Interfaz:</a:t>
            </a:r>
          </a:p>
          <a:p>
            <a:pPr lvl="2" defTabSz="914400" eaLnBrk="1" hangingPunct="1"/>
            <a:r>
              <a:rPr lang="es-ES" altLang="es-ES" sz="2000">
                <a:solidFill>
                  <a:schemeClr val="accent2"/>
                </a:solidFill>
              </a:rPr>
              <a:t>DA</a:t>
            </a:r>
            <a:r>
              <a:rPr lang="es-ES" altLang="es-ES" sz="2000">
                <a:solidFill>
                  <a:srgbClr val="171717"/>
                </a:solidFill>
              </a:rPr>
              <a:t>: código registro a leer por </a:t>
            </a:r>
            <a:r>
              <a:rPr lang="es-ES" altLang="es-ES" sz="2000">
                <a:solidFill>
                  <a:schemeClr val="accent2"/>
                </a:solidFill>
              </a:rPr>
              <a:t>A</a:t>
            </a:r>
          </a:p>
          <a:p>
            <a:pPr lvl="2" defTabSz="914400" eaLnBrk="1" hangingPunct="1"/>
            <a:r>
              <a:rPr lang="es-ES" altLang="es-ES" sz="2000">
                <a:solidFill>
                  <a:schemeClr val="accent2"/>
                </a:solidFill>
              </a:rPr>
              <a:t>DB</a:t>
            </a:r>
            <a:r>
              <a:rPr lang="es-ES" altLang="es-ES" sz="2000">
                <a:solidFill>
                  <a:srgbClr val="171717"/>
                </a:solidFill>
              </a:rPr>
              <a:t>: código registro a leer por </a:t>
            </a:r>
            <a:r>
              <a:rPr lang="es-ES" altLang="es-ES" sz="2000">
                <a:solidFill>
                  <a:schemeClr val="accent2"/>
                </a:solidFill>
              </a:rPr>
              <a:t>B</a:t>
            </a:r>
          </a:p>
          <a:p>
            <a:pPr lvl="2" defTabSz="914400" eaLnBrk="1" hangingPunct="1"/>
            <a:r>
              <a:rPr lang="es-ES" altLang="es-ES" sz="2000">
                <a:solidFill>
                  <a:schemeClr val="accent2"/>
                </a:solidFill>
              </a:rPr>
              <a:t>DC</a:t>
            </a:r>
            <a:r>
              <a:rPr lang="es-ES" altLang="es-ES" sz="2000">
                <a:solidFill>
                  <a:srgbClr val="171717"/>
                </a:solidFill>
              </a:rPr>
              <a:t>: código registro a escribir con el contenido que entre por </a:t>
            </a:r>
            <a:r>
              <a:rPr lang="es-ES" altLang="es-ES" sz="2000">
                <a:solidFill>
                  <a:schemeClr val="accent2"/>
                </a:solidFill>
              </a:rPr>
              <a:t>C</a:t>
            </a:r>
          </a:p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</a:rPr>
              <a:t>PC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</a:rPr>
              <a:t>Registro de 32 bits con carga paralela síncrona</a:t>
            </a:r>
          </a:p>
          <a:p>
            <a:pPr lvl="1" defTabSz="914400" eaLnBrk="1" hangingPunct="1"/>
            <a:endParaRPr lang="es-ES" altLang="es-ES" sz="2200">
              <a:solidFill>
                <a:srgbClr val="171717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43011" name="Grupo 60">
            <a:extLst>
              <a:ext uri="{FF2B5EF4-FFF2-40B4-BE49-F238E27FC236}">
                <a16:creationId xmlns:a16="http://schemas.microsoft.com/office/drawing/2014/main" id="{43416971-7016-4DE1-BC80-D7B85D7F47E0}"/>
              </a:ext>
            </a:extLst>
          </p:cNvPr>
          <p:cNvGrpSpPr>
            <a:grpSpLocks/>
          </p:cNvGrpSpPr>
          <p:nvPr/>
        </p:nvGrpSpPr>
        <p:grpSpPr bwMode="auto">
          <a:xfrm>
            <a:off x="9639300" y="2951163"/>
            <a:ext cx="1446213" cy="1117600"/>
            <a:chOff x="9571881" y="2328958"/>
            <a:chExt cx="1446213" cy="1117601"/>
          </a:xfrm>
        </p:grpSpPr>
        <p:sp>
          <p:nvSpPr>
            <p:cNvPr id="13" name="Rectangle 6">
              <a:extLst>
                <a:ext uri="{FF2B5EF4-FFF2-40B4-BE49-F238E27FC236}">
                  <a16:creationId xmlns:a16="http://schemas.microsoft.com/office/drawing/2014/main" id="{117D1BC7-EA40-4968-A7E3-55ADEF504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2869" y="2473420"/>
              <a:ext cx="936625" cy="93503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Line 8">
              <a:extLst>
                <a:ext uri="{FF2B5EF4-FFF2-40B4-BE49-F238E27FC236}">
                  <a16:creationId xmlns:a16="http://schemas.microsoft.com/office/drawing/2014/main" id="{DA96A5F1-2234-4B25-92C7-E713028D7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36969" y="2835370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9">
              <a:extLst>
                <a:ext uri="{FF2B5EF4-FFF2-40B4-BE49-F238E27FC236}">
                  <a16:creationId xmlns:a16="http://schemas.microsoft.com/office/drawing/2014/main" id="{DFAD4868-FC88-4F95-8544-EE47CF37C7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6969" y="2763933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10">
              <a:extLst>
                <a:ext uri="{FF2B5EF4-FFF2-40B4-BE49-F238E27FC236}">
                  <a16:creationId xmlns:a16="http://schemas.microsoft.com/office/drawing/2014/main" id="{B67AE3BB-2F16-4AAF-9EDC-1341F28E6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881" y="2775045"/>
              <a:ext cx="24130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0" name="Line 12">
              <a:extLst>
                <a:ext uri="{FF2B5EF4-FFF2-40B4-BE49-F238E27FC236}">
                  <a16:creationId xmlns:a16="http://schemas.microsoft.com/office/drawing/2014/main" id="{BF93724D-D7CE-459D-9440-6DB3ABE70A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99019" y="2689320"/>
              <a:ext cx="217487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13">
              <a:extLst>
                <a:ext uri="{FF2B5EF4-FFF2-40B4-BE49-F238E27FC236}">
                  <a16:creationId xmlns:a16="http://schemas.microsoft.com/office/drawing/2014/main" id="{85A48522-C825-45AC-AAB2-C6F3B44644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70456" y="2617883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Text Box 14">
              <a:extLst>
                <a:ext uri="{FF2B5EF4-FFF2-40B4-BE49-F238E27FC236}">
                  <a16:creationId xmlns:a16="http://schemas.microsoft.com/office/drawing/2014/main" id="{6AB8C5DD-D988-46F2-A686-F85FBEF5FF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1706" y="2530570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15">
              <a:extLst>
                <a:ext uri="{FF2B5EF4-FFF2-40B4-BE49-F238E27FC236}">
                  <a16:creationId xmlns:a16="http://schemas.microsoft.com/office/drawing/2014/main" id="{FBFE9C47-D2E5-4D16-A8B0-28FC15868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98894" y="2744883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17" name="Text Box 16">
              <a:extLst>
                <a:ext uri="{FF2B5EF4-FFF2-40B4-BE49-F238E27FC236}">
                  <a16:creationId xmlns:a16="http://schemas.microsoft.com/office/drawing/2014/main" id="{D3A49DDB-095F-4B65-A8D5-772D673857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81531" y="2571845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8" name="Text Box 17">
              <a:extLst>
                <a:ext uri="{FF2B5EF4-FFF2-40B4-BE49-F238E27FC236}">
                  <a16:creationId xmlns:a16="http://schemas.microsoft.com/office/drawing/2014/main" id="{E18C1CDB-F0B6-4E1D-AA67-B4B50CAF72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79881" y="2424208"/>
              <a:ext cx="420688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19" name="Line 18">
              <a:extLst>
                <a:ext uri="{FF2B5EF4-FFF2-40B4-BE49-F238E27FC236}">
                  <a16:creationId xmlns:a16="http://schemas.microsoft.com/office/drawing/2014/main" id="{275FA18C-1FC0-4D26-9172-0B8B77A36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84669" y="2328958"/>
              <a:ext cx="0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20">
              <a:extLst>
                <a:ext uri="{FF2B5EF4-FFF2-40B4-BE49-F238E27FC236}">
                  <a16:creationId xmlns:a16="http://schemas.microsoft.com/office/drawing/2014/main" id="{4EC462D9-3D3D-455A-823A-EEEF204832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00606" y="3194146"/>
              <a:ext cx="217488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Line 21">
              <a:extLst>
                <a:ext uri="{FF2B5EF4-FFF2-40B4-BE49-F238E27FC236}">
                  <a16:creationId xmlns:a16="http://schemas.microsoft.com/office/drawing/2014/main" id="{915D56F4-2084-4F4B-B8D6-F2F2DB5286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72044" y="3122709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Text Box 22">
              <a:extLst>
                <a:ext uri="{FF2B5EF4-FFF2-40B4-BE49-F238E27FC236}">
                  <a16:creationId xmlns:a16="http://schemas.microsoft.com/office/drawing/2014/main" id="{8F1E4C34-CD14-4177-A1C9-7DB25A2D8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1706" y="3029046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" name="Text Box 23">
              <a:extLst>
                <a:ext uri="{FF2B5EF4-FFF2-40B4-BE49-F238E27FC236}">
                  <a16:creationId xmlns:a16="http://schemas.microsoft.com/office/drawing/2014/main" id="{33034191-9E56-4DB9-9A4D-1AD0AAF60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83119" y="3076671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4" name="Line 25">
              <a:extLst>
                <a:ext uri="{FF2B5EF4-FFF2-40B4-BE49-F238E27FC236}">
                  <a16:creationId xmlns:a16="http://schemas.microsoft.com/office/drawing/2014/main" id="{8D115A75-8383-4C58-B803-96DDE81F14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6494" y="2619470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" name="Line 26">
              <a:extLst>
                <a:ext uri="{FF2B5EF4-FFF2-40B4-BE49-F238E27FC236}">
                  <a16:creationId xmlns:a16="http://schemas.microsoft.com/office/drawing/2014/main" id="{1CC17D5B-385F-430F-A902-F578D99AF0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46494" y="2548033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Text Box 27">
              <a:extLst>
                <a:ext uri="{FF2B5EF4-FFF2-40B4-BE49-F238E27FC236}">
                  <a16:creationId xmlns:a16="http://schemas.microsoft.com/office/drawing/2014/main" id="{788BBC17-9191-495C-B28A-FB30352A9A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8231" y="2559145"/>
              <a:ext cx="24130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" name="Text Box 28">
              <a:extLst>
                <a:ext uri="{FF2B5EF4-FFF2-40B4-BE49-F238E27FC236}">
                  <a16:creationId xmlns:a16="http://schemas.microsoft.com/office/drawing/2014/main" id="{CC55A682-7DF3-46B4-8BE8-5B584F0267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08419" y="2528983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1" name="Line 30">
              <a:extLst>
                <a:ext uri="{FF2B5EF4-FFF2-40B4-BE49-F238E27FC236}">
                  <a16:creationId xmlns:a16="http://schemas.microsoft.com/office/drawing/2014/main" id="{9520FDD6-EE08-4D64-BA25-8788B84EDE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6494" y="3067146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31">
              <a:extLst>
                <a:ext uri="{FF2B5EF4-FFF2-40B4-BE49-F238E27FC236}">
                  <a16:creationId xmlns:a16="http://schemas.microsoft.com/office/drawing/2014/main" id="{1A94810F-E1C3-42A9-A975-83C6A46811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46494" y="2995709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32">
              <a:extLst>
                <a:ext uri="{FF2B5EF4-FFF2-40B4-BE49-F238E27FC236}">
                  <a16:creationId xmlns:a16="http://schemas.microsoft.com/office/drawing/2014/main" id="{FC9D62E7-1366-4BA0-B611-471D003412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1406" y="3003646"/>
              <a:ext cx="24130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5" name="Text Box 33">
              <a:extLst>
                <a:ext uri="{FF2B5EF4-FFF2-40B4-BE49-F238E27FC236}">
                  <a16:creationId xmlns:a16="http://schemas.microsoft.com/office/drawing/2014/main" id="{C2A818F6-F23C-47ED-BD0B-D592B16451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08419" y="2976659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8" name="Line 35">
              <a:extLst>
                <a:ext uri="{FF2B5EF4-FFF2-40B4-BE49-F238E27FC236}">
                  <a16:creationId xmlns:a16="http://schemas.microsoft.com/office/drawing/2014/main" id="{F9F4358A-C5C4-4BFC-B376-CFA5F3F23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6494" y="3283046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" name="Line 36">
              <a:extLst>
                <a:ext uri="{FF2B5EF4-FFF2-40B4-BE49-F238E27FC236}">
                  <a16:creationId xmlns:a16="http://schemas.microsoft.com/office/drawing/2014/main" id="{32D1A938-AE07-4076-A4A9-49B9315EE4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46494" y="3211609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" name="Text Box 37">
              <a:extLst>
                <a:ext uri="{FF2B5EF4-FFF2-40B4-BE49-F238E27FC236}">
                  <a16:creationId xmlns:a16="http://schemas.microsoft.com/office/drawing/2014/main" id="{6291E46C-531A-4155-A05E-068D41D2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1406" y="3232246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" name="Text Box 38">
              <a:extLst>
                <a:ext uri="{FF2B5EF4-FFF2-40B4-BE49-F238E27FC236}">
                  <a16:creationId xmlns:a16="http://schemas.microsoft.com/office/drawing/2014/main" id="{D93CA373-FEA2-47B1-A11D-79788079AD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08419" y="3192559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12" name="Text Box 39">
              <a:extLst>
                <a:ext uri="{FF2B5EF4-FFF2-40B4-BE49-F238E27FC236}">
                  <a16:creationId xmlns:a16="http://schemas.microsoft.com/office/drawing/2014/main" id="{485F03F0-3B29-443D-9649-57985873DC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06856" y="2760758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7561804D-DBC0-4976-A334-C5CC0452E097}"/>
                </a:ext>
              </a:extLst>
            </p:cNvPr>
            <p:cNvSpPr/>
            <p:nvPr/>
          </p:nvSpPr>
          <p:spPr>
            <a:xfrm>
              <a:off x="10267206" y="335289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43012" name="Grupo 61">
            <a:extLst>
              <a:ext uri="{FF2B5EF4-FFF2-40B4-BE49-F238E27FC236}">
                <a16:creationId xmlns:a16="http://schemas.microsoft.com/office/drawing/2014/main" id="{8C8ADF19-B141-4B10-84D3-2BC9495EA5D8}"/>
              </a:ext>
            </a:extLst>
          </p:cNvPr>
          <p:cNvGrpSpPr>
            <a:grpSpLocks/>
          </p:cNvGrpSpPr>
          <p:nvPr/>
        </p:nvGrpSpPr>
        <p:grpSpPr bwMode="auto">
          <a:xfrm>
            <a:off x="10026650" y="5556250"/>
            <a:ext cx="711200" cy="433388"/>
            <a:chOff x="9983044" y="5009695"/>
            <a:chExt cx="711199" cy="433484"/>
          </a:xfrm>
        </p:grpSpPr>
        <p:sp>
          <p:nvSpPr>
            <p:cNvPr id="48" name="Rectangle 43">
              <a:extLst>
                <a:ext uri="{FF2B5EF4-FFF2-40B4-BE49-F238E27FC236}">
                  <a16:creationId xmlns:a16="http://schemas.microsoft.com/office/drawing/2014/main" id="{5E842306-03D6-420E-8091-5F91B8CCB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6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44">
              <a:extLst>
                <a:ext uri="{FF2B5EF4-FFF2-40B4-BE49-F238E27FC236}">
                  <a16:creationId xmlns:a16="http://schemas.microsoft.com/office/drawing/2014/main" id="{CD8A0D57-8A96-4336-A7F1-44A404952B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Line 45">
              <a:extLst>
                <a:ext uri="{FF2B5EF4-FFF2-40B4-BE49-F238E27FC236}">
                  <a16:creationId xmlns:a16="http://schemas.microsoft.com/office/drawing/2014/main" id="{8ACE6863-72E1-4BC9-8C37-82F51D252D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" name="Line 46">
              <a:extLst>
                <a:ext uri="{FF2B5EF4-FFF2-40B4-BE49-F238E27FC236}">
                  <a16:creationId xmlns:a16="http://schemas.microsoft.com/office/drawing/2014/main" id="{E3045A5B-C999-4AAE-A0A5-B6A2B86259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90"/>
              <a:ext cx="73025" cy="1444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Text Box 47">
              <a:extLst>
                <a:ext uri="{FF2B5EF4-FFF2-40B4-BE49-F238E27FC236}">
                  <a16:creationId xmlns:a16="http://schemas.microsoft.com/office/drawing/2014/main" id="{197D38D0-4C4F-4F52-891E-59C5590DF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" name="Line 48">
              <a:extLst>
                <a:ext uri="{FF2B5EF4-FFF2-40B4-BE49-F238E27FC236}">
                  <a16:creationId xmlns:a16="http://schemas.microsoft.com/office/drawing/2014/main" id="{5D348668-4DBB-43F4-9E29-B6D51A4D8F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90"/>
              <a:ext cx="73025" cy="1444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Text Box 49">
              <a:extLst>
                <a:ext uri="{FF2B5EF4-FFF2-40B4-BE49-F238E27FC236}">
                  <a16:creationId xmlns:a16="http://schemas.microsoft.com/office/drawing/2014/main" id="{6D830A53-384B-4390-90ED-9EB26C5137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40F7FB11-D7EE-4468-A720-524B46672F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3"/>
              <a:ext cx="327025" cy="24611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60" name="Forma libre 59">
              <a:extLst>
                <a:ext uri="{FF2B5EF4-FFF2-40B4-BE49-F238E27FC236}">
                  <a16:creationId xmlns:a16="http://schemas.microsoft.com/office/drawing/2014/main" id="{962BCE42-40A5-4EFB-B63C-3BE0BB3895F6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30D3035-B824-4622-94E8-523ABB34B6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unidad de datos – elementos hardware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F33A7A8-540B-4D77-9B2B-86FAA9F0CB31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504950"/>
            <a:ext cx="8229600" cy="5294313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Banco de registros (BR)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200" dirty="0">
                <a:ea typeface="ＭＳ Ｐゴシック" charset="-128"/>
              </a:rPr>
              <a:t>Lectura del banco de registros: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000" dirty="0">
                <a:solidFill>
                  <a:srgbClr val="C00000"/>
                </a:solidFill>
                <a:ea typeface="ＭＳ Ｐゴシック" charset="-128"/>
              </a:rPr>
              <a:t>Destino</a:t>
            </a:r>
            <a:r>
              <a:rPr lang="es-ES" sz="2000" dirty="0">
                <a:ea typeface="ＭＳ Ｐゴシック" charset="-128"/>
              </a:rPr>
              <a:t> </a:t>
            </a:r>
            <a:r>
              <a:rPr lang="es-ES" sz="2000" dirty="0">
                <a:ea typeface="ＭＳ Ｐゴシック" charset="-128"/>
                <a:sym typeface="Wingdings" pitchFamily="2" charset="2"/>
              </a:rPr>
              <a:t> BR[</a:t>
            </a:r>
            <a:r>
              <a:rPr lang="es-ES" sz="2000" dirty="0" err="1">
                <a:solidFill>
                  <a:schemeClr val="accent5"/>
                </a:solidFill>
                <a:ea typeface="ＭＳ Ｐゴシック" charset="-128"/>
                <a:sym typeface="Wingdings" pitchFamily="2" charset="2"/>
              </a:rPr>
              <a:t>NumReg</a:t>
            </a:r>
            <a:r>
              <a:rPr lang="es-ES" sz="2000" dirty="0">
                <a:ea typeface="ＭＳ Ｐゴシック" charset="-128"/>
                <a:sym typeface="Wingdings" pitchFamily="2" charset="2"/>
              </a:rPr>
              <a:t>]</a:t>
            </a:r>
          </a:p>
          <a:p>
            <a:pPr lvl="2" fontAlgn="auto">
              <a:spcAft>
                <a:spcPts val="0"/>
              </a:spcAft>
              <a:defRPr/>
            </a:pPr>
            <a:endParaRPr lang="es-ES" sz="2000" dirty="0">
              <a:ea typeface="ＭＳ Ｐゴシック" charset="-128"/>
              <a:sym typeface="Wingdings" pitchFamily="2" charset="2"/>
            </a:endParaRPr>
          </a:p>
          <a:p>
            <a:pPr lvl="2" fontAlgn="auto">
              <a:spcAft>
                <a:spcPts val="0"/>
              </a:spcAft>
              <a:defRPr/>
            </a:pPr>
            <a:endParaRPr lang="es-ES" sz="2000" dirty="0">
              <a:ea typeface="ＭＳ Ｐゴシック" charset="-128"/>
              <a:sym typeface="Wingdings" pitchFamily="2" charset="2"/>
            </a:endParaRPr>
          </a:p>
          <a:p>
            <a:pPr lvl="1" fontAlgn="auto">
              <a:spcAft>
                <a:spcPts val="0"/>
              </a:spcAft>
              <a:defRPr/>
            </a:pPr>
            <a:r>
              <a:rPr lang="es-ES" sz="2200" dirty="0">
                <a:ea typeface="ＭＳ Ｐゴシック" charset="-128"/>
                <a:sym typeface="Wingdings" pitchFamily="2" charset="2"/>
              </a:rPr>
              <a:t>Escritura en el banco de registros: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000" dirty="0">
                <a:ea typeface="ＭＳ Ｐゴシック" charset="-128"/>
                <a:sym typeface="Wingdings" pitchFamily="2" charset="2"/>
              </a:rPr>
              <a:t>BR[</a:t>
            </a:r>
            <a:r>
              <a:rPr lang="es-ES" sz="2000" dirty="0" err="1">
                <a:solidFill>
                  <a:schemeClr val="accent5"/>
                </a:solidFill>
                <a:ea typeface="ＭＳ Ｐゴシック" charset="-128"/>
                <a:sym typeface="Wingdings" pitchFamily="2" charset="2"/>
              </a:rPr>
              <a:t>NumReg</a:t>
            </a:r>
            <a:r>
              <a:rPr lang="es-ES" sz="2000" dirty="0">
                <a:ea typeface="ＭＳ Ｐゴシック" charset="-128"/>
                <a:sym typeface="Wingdings" pitchFamily="2" charset="2"/>
              </a:rPr>
              <a:t>]  </a:t>
            </a:r>
            <a:r>
              <a:rPr lang="es-ES" sz="2000" dirty="0">
                <a:solidFill>
                  <a:srgbClr val="C00000"/>
                </a:solidFill>
                <a:ea typeface="ＭＳ Ｐゴシック" charset="-128"/>
                <a:sym typeface="Wingdings" pitchFamily="2" charset="2"/>
              </a:rPr>
              <a:t>Fuente</a:t>
            </a:r>
            <a:endParaRPr lang="es-ES" sz="2000" dirty="0">
              <a:solidFill>
                <a:srgbClr val="C00000"/>
              </a:solidFill>
              <a:ea typeface="ＭＳ Ｐゴシック" charset="-128"/>
            </a:endParaRPr>
          </a:p>
        </p:txBody>
      </p:sp>
      <p:grpSp>
        <p:nvGrpSpPr>
          <p:cNvPr id="45059" name="Grupo 60">
            <a:extLst>
              <a:ext uri="{FF2B5EF4-FFF2-40B4-BE49-F238E27FC236}">
                <a16:creationId xmlns:a16="http://schemas.microsoft.com/office/drawing/2014/main" id="{EE911EC7-0012-41A3-88A5-FB2A09612FAF}"/>
              </a:ext>
            </a:extLst>
          </p:cNvPr>
          <p:cNvGrpSpPr>
            <a:grpSpLocks/>
          </p:cNvGrpSpPr>
          <p:nvPr/>
        </p:nvGrpSpPr>
        <p:grpSpPr bwMode="auto">
          <a:xfrm>
            <a:off x="5994400" y="2517775"/>
            <a:ext cx="1446213" cy="1117600"/>
            <a:chOff x="9571881" y="2328958"/>
            <a:chExt cx="1446213" cy="1117601"/>
          </a:xfrm>
        </p:grpSpPr>
        <p:sp>
          <p:nvSpPr>
            <p:cNvPr id="13" name="Rectangle 6">
              <a:extLst>
                <a:ext uri="{FF2B5EF4-FFF2-40B4-BE49-F238E27FC236}">
                  <a16:creationId xmlns:a16="http://schemas.microsoft.com/office/drawing/2014/main" id="{CB561E11-6995-49D5-A720-3C56AC2B1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2869" y="2473421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Line 8">
              <a:extLst>
                <a:ext uri="{FF2B5EF4-FFF2-40B4-BE49-F238E27FC236}">
                  <a16:creationId xmlns:a16="http://schemas.microsoft.com/office/drawing/2014/main" id="{AB998218-AD85-4C62-813D-8E8E4324CE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36969" y="2835371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9">
              <a:extLst>
                <a:ext uri="{FF2B5EF4-FFF2-40B4-BE49-F238E27FC236}">
                  <a16:creationId xmlns:a16="http://schemas.microsoft.com/office/drawing/2014/main" id="{96599B20-04AD-4D80-930E-D285096479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6969" y="2763933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10">
              <a:extLst>
                <a:ext uri="{FF2B5EF4-FFF2-40B4-BE49-F238E27FC236}">
                  <a16:creationId xmlns:a16="http://schemas.microsoft.com/office/drawing/2014/main" id="{9EB27A41-F6D2-4AE6-B9FA-BFB888293F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881" y="277504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0" name="Line 12">
              <a:extLst>
                <a:ext uri="{FF2B5EF4-FFF2-40B4-BE49-F238E27FC236}">
                  <a16:creationId xmlns:a16="http://schemas.microsoft.com/office/drawing/2014/main" id="{829D2E0C-2437-41FB-8357-401B9656A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99019" y="2689321"/>
              <a:ext cx="217487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13">
              <a:extLst>
                <a:ext uri="{FF2B5EF4-FFF2-40B4-BE49-F238E27FC236}">
                  <a16:creationId xmlns:a16="http://schemas.microsoft.com/office/drawing/2014/main" id="{07D5A995-189D-40C2-A6B1-CC003C0E2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70456" y="2617883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Text Box 14">
              <a:extLst>
                <a:ext uri="{FF2B5EF4-FFF2-40B4-BE49-F238E27FC236}">
                  <a16:creationId xmlns:a16="http://schemas.microsoft.com/office/drawing/2014/main" id="{F167D76A-91BF-4EA9-BB25-E8B6DDA29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1706" y="2530571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15">
              <a:extLst>
                <a:ext uri="{FF2B5EF4-FFF2-40B4-BE49-F238E27FC236}">
                  <a16:creationId xmlns:a16="http://schemas.microsoft.com/office/drawing/2014/main" id="{76B2F89C-AA6A-4F0E-B98C-B411F1E73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98894" y="2744883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17" name="Text Box 16">
              <a:extLst>
                <a:ext uri="{FF2B5EF4-FFF2-40B4-BE49-F238E27FC236}">
                  <a16:creationId xmlns:a16="http://schemas.microsoft.com/office/drawing/2014/main" id="{4E9E2E62-DD95-403E-AE15-CE55729EA2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81531" y="2571846"/>
              <a:ext cx="252413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8" name="Text Box 17">
              <a:extLst>
                <a:ext uri="{FF2B5EF4-FFF2-40B4-BE49-F238E27FC236}">
                  <a16:creationId xmlns:a16="http://schemas.microsoft.com/office/drawing/2014/main" id="{D51E98BD-EED7-4CB5-8DE5-72BFA1FDDA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79881" y="2424208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19" name="Line 18">
              <a:extLst>
                <a:ext uri="{FF2B5EF4-FFF2-40B4-BE49-F238E27FC236}">
                  <a16:creationId xmlns:a16="http://schemas.microsoft.com/office/drawing/2014/main" id="{E0666278-E367-40D1-944E-772F0AA651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84669" y="2328958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20">
              <a:extLst>
                <a:ext uri="{FF2B5EF4-FFF2-40B4-BE49-F238E27FC236}">
                  <a16:creationId xmlns:a16="http://schemas.microsoft.com/office/drawing/2014/main" id="{90FE304E-795C-4082-9FD7-888DF7186D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00606" y="3194147"/>
              <a:ext cx="217488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Line 21">
              <a:extLst>
                <a:ext uri="{FF2B5EF4-FFF2-40B4-BE49-F238E27FC236}">
                  <a16:creationId xmlns:a16="http://schemas.microsoft.com/office/drawing/2014/main" id="{69762EB6-E62E-4EAF-BB83-5D1C2DE04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72044" y="3122709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Text Box 22">
              <a:extLst>
                <a:ext uri="{FF2B5EF4-FFF2-40B4-BE49-F238E27FC236}">
                  <a16:creationId xmlns:a16="http://schemas.microsoft.com/office/drawing/2014/main" id="{3324F156-F817-41A8-869B-C8656BA09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1706" y="3029047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" name="Text Box 23">
              <a:extLst>
                <a:ext uri="{FF2B5EF4-FFF2-40B4-BE49-F238E27FC236}">
                  <a16:creationId xmlns:a16="http://schemas.microsoft.com/office/drawing/2014/main" id="{4161DB0A-9D21-4045-851E-716C47A7C0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83119" y="3076672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4" name="Line 25">
              <a:extLst>
                <a:ext uri="{FF2B5EF4-FFF2-40B4-BE49-F238E27FC236}">
                  <a16:creationId xmlns:a16="http://schemas.microsoft.com/office/drawing/2014/main" id="{F3D58682-D31D-47CD-BF71-B9B1ACC37B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6494" y="2619471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" name="Line 26">
              <a:extLst>
                <a:ext uri="{FF2B5EF4-FFF2-40B4-BE49-F238E27FC236}">
                  <a16:creationId xmlns:a16="http://schemas.microsoft.com/office/drawing/2014/main" id="{B13E9798-0603-437A-907A-4C06CF5F5A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46494" y="2548033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Text Box 27">
              <a:extLst>
                <a:ext uri="{FF2B5EF4-FFF2-40B4-BE49-F238E27FC236}">
                  <a16:creationId xmlns:a16="http://schemas.microsoft.com/office/drawing/2014/main" id="{DC4CBAAA-0345-4AEB-A946-108E811FFF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8231" y="255914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" name="Text Box 28">
              <a:extLst>
                <a:ext uri="{FF2B5EF4-FFF2-40B4-BE49-F238E27FC236}">
                  <a16:creationId xmlns:a16="http://schemas.microsoft.com/office/drawing/2014/main" id="{34EA1437-B8BD-49B6-8CB2-3CCC32D504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08419" y="2528983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1" name="Line 30">
              <a:extLst>
                <a:ext uri="{FF2B5EF4-FFF2-40B4-BE49-F238E27FC236}">
                  <a16:creationId xmlns:a16="http://schemas.microsoft.com/office/drawing/2014/main" id="{0A35A8BB-4471-4049-BB56-D340F1E546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6494" y="3067147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31">
              <a:extLst>
                <a:ext uri="{FF2B5EF4-FFF2-40B4-BE49-F238E27FC236}">
                  <a16:creationId xmlns:a16="http://schemas.microsoft.com/office/drawing/2014/main" id="{09E9E198-2378-4D6E-83B5-978D201D07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46494" y="2995709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32">
              <a:extLst>
                <a:ext uri="{FF2B5EF4-FFF2-40B4-BE49-F238E27FC236}">
                  <a16:creationId xmlns:a16="http://schemas.microsoft.com/office/drawing/2014/main" id="{3BA8AABD-ED21-48C1-A3DC-FE871337A8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1406" y="3003647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5" name="Text Box 33">
              <a:extLst>
                <a:ext uri="{FF2B5EF4-FFF2-40B4-BE49-F238E27FC236}">
                  <a16:creationId xmlns:a16="http://schemas.microsoft.com/office/drawing/2014/main" id="{999DD08A-74F5-47A2-A499-7D3409932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08419" y="2976659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8" name="Line 35">
              <a:extLst>
                <a:ext uri="{FF2B5EF4-FFF2-40B4-BE49-F238E27FC236}">
                  <a16:creationId xmlns:a16="http://schemas.microsoft.com/office/drawing/2014/main" id="{4F6760E4-66DE-4619-B4FD-FAC8D28A2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6494" y="3283047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" name="Line 36">
              <a:extLst>
                <a:ext uri="{FF2B5EF4-FFF2-40B4-BE49-F238E27FC236}">
                  <a16:creationId xmlns:a16="http://schemas.microsoft.com/office/drawing/2014/main" id="{FC80FF9D-2EB8-4C77-8ECE-5363076C31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46494" y="3211609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" name="Text Box 37">
              <a:extLst>
                <a:ext uri="{FF2B5EF4-FFF2-40B4-BE49-F238E27FC236}">
                  <a16:creationId xmlns:a16="http://schemas.microsoft.com/office/drawing/2014/main" id="{4F08F054-28C0-4C39-B15E-BAD71E4B00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1406" y="3232247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" name="Text Box 38">
              <a:extLst>
                <a:ext uri="{FF2B5EF4-FFF2-40B4-BE49-F238E27FC236}">
                  <a16:creationId xmlns:a16="http://schemas.microsoft.com/office/drawing/2014/main" id="{A316D49D-9A57-47C8-95D1-5024F1B2E3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08419" y="3192559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12" name="Text Box 39">
              <a:extLst>
                <a:ext uri="{FF2B5EF4-FFF2-40B4-BE49-F238E27FC236}">
                  <a16:creationId xmlns:a16="http://schemas.microsoft.com/office/drawing/2014/main" id="{83C886D1-F148-4BF5-978D-608414B763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06856" y="2760758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9E70D335-75FD-45D8-8C08-A63C19FA34D1}"/>
                </a:ext>
              </a:extLst>
            </p:cNvPr>
            <p:cNvSpPr/>
            <p:nvPr/>
          </p:nvSpPr>
          <p:spPr>
            <a:xfrm>
              <a:off x="10267206" y="3352897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4" name="Text Box 39">
            <a:extLst>
              <a:ext uri="{FF2B5EF4-FFF2-40B4-BE49-F238E27FC236}">
                <a16:creationId xmlns:a16="http://schemas.microsoft.com/office/drawing/2014/main" id="{EE41BDFC-F194-463D-9CF2-12471D5A67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6875" y="2668588"/>
            <a:ext cx="644525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 err="1">
                <a:solidFill>
                  <a:schemeClr val="accent5"/>
                </a:solidFill>
                <a:latin typeface="+mn-lt"/>
              </a:rPr>
              <a:t>NumReg</a:t>
            </a:r>
            <a:endParaRPr lang="es-ES" sz="1000" b="1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45061" name="Text Box 39">
            <a:extLst>
              <a:ext uri="{FF2B5EF4-FFF2-40B4-BE49-F238E27FC236}">
                <a16:creationId xmlns:a16="http://schemas.microsoft.com/office/drawing/2014/main" id="{F19B32CB-E97D-4E66-83A6-F01FFB73A3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3650" y="2744788"/>
            <a:ext cx="584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Destino</a:t>
            </a:r>
          </a:p>
        </p:txBody>
      </p:sp>
      <p:cxnSp>
        <p:nvCxnSpPr>
          <p:cNvPr id="7" name="Conector recto 6">
            <a:extLst>
              <a:ext uri="{FF2B5EF4-FFF2-40B4-BE49-F238E27FC236}">
                <a16:creationId xmlns:a16="http://schemas.microsoft.com/office/drawing/2014/main" id="{659B342C-7A7B-47BE-8D30-3CA21176FD6B}"/>
              </a:ext>
            </a:extLst>
          </p:cNvPr>
          <p:cNvCxnSpPr>
            <a:cxnSpLocks/>
          </p:cNvCxnSpPr>
          <p:nvPr/>
        </p:nvCxnSpPr>
        <p:spPr>
          <a:xfrm flipV="1">
            <a:off x="7439025" y="2874963"/>
            <a:ext cx="252413" cy="4762"/>
          </a:xfrm>
          <a:prstGeom prst="line">
            <a:avLst/>
          </a:prstGeom>
          <a:ln w="31750">
            <a:solidFill>
              <a:srgbClr val="C0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063" name="Grupo 9">
            <a:extLst>
              <a:ext uri="{FF2B5EF4-FFF2-40B4-BE49-F238E27FC236}">
                <a16:creationId xmlns:a16="http://schemas.microsoft.com/office/drawing/2014/main" id="{2A8E49FB-09D3-4C35-BFBF-0444D208C6BD}"/>
              </a:ext>
            </a:extLst>
          </p:cNvPr>
          <p:cNvGrpSpPr>
            <a:grpSpLocks/>
          </p:cNvGrpSpPr>
          <p:nvPr/>
        </p:nvGrpSpPr>
        <p:grpSpPr bwMode="auto">
          <a:xfrm>
            <a:off x="5995988" y="4260850"/>
            <a:ext cx="1446212" cy="1117600"/>
            <a:chOff x="9571881" y="2328958"/>
            <a:chExt cx="1446213" cy="1117601"/>
          </a:xfrm>
        </p:grpSpPr>
        <p:sp>
          <p:nvSpPr>
            <p:cNvPr id="11" name="Rectangle 6">
              <a:extLst>
                <a:ext uri="{FF2B5EF4-FFF2-40B4-BE49-F238E27FC236}">
                  <a16:creationId xmlns:a16="http://schemas.microsoft.com/office/drawing/2014/main" id="{7DFCBD18-FE50-4D29-9F3D-53510ADE1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2868" y="2473421"/>
              <a:ext cx="936626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" name="Line 8">
              <a:extLst>
                <a:ext uri="{FF2B5EF4-FFF2-40B4-BE49-F238E27FC236}">
                  <a16:creationId xmlns:a16="http://schemas.microsoft.com/office/drawing/2014/main" id="{FF3D583B-8366-4B02-B9E4-04C1E8043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36968" y="2835371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" name="Line 9">
              <a:extLst>
                <a:ext uri="{FF2B5EF4-FFF2-40B4-BE49-F238E27FC236}">
                  <a16:creationId xmlns:a16="http://schemas.microsoft.com/office/drawing/2014/main" id="{8DCF8D84-7B21-44E7-BED3-162EC0D2FF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6968" y="2763933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" name="Text Box 10">
              <a:extLst>
                <a:ext uri="{FF2B5EF4-FFF2-40B4-BE49-F238E27FC236}">
                  <a16:creationId xmlns:a16="http://schemas.microsoft.com/office/drawing/2014/main" id="{2C3DE168-04FD-4FBB-8F18-401711E219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881" y="277504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2" name="Line 12">
              <a:extLst>
                <a:ext uri="{FF2B5EF4-FFF2-40B4-BE49-F238E27FC236}">
                  <a16:creationId xmlns:a16="http://schemas.microsoft.com/office/drawing/2014/main" id="{A589F517-9751-4F91-AC80-3065523C6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99019" y="2689321"/>
              <a:ext cx="217488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E6937282-723C-4FF2-8B32-9C0A963DF5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70457" y="2617883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CF7904F2-3EBF-460F-8D7A-2A58C0E9A7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1707" y="2530571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" name="Text Box 15">
              <a:extLst>
                <a:ext uri="{FF2B5EF4-FFF2-40B4-BE49-F238E27FC236}">
                  <a16:creationId xmlns:a16="http://schemas.microsoft.com/office/drawing/2014/main" id="{98DCEDF0-1626-47A1-8DC8-47B5103C71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98893" y="2744883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47" name="Text Box 16">
              <a:extLst>
                <a:ext uri="{FF2B5EF4-FFF2-40B4-BE49-F238E27FC236}">
                  <a16:creationId xmlns:a16="http://schemas.microsoft.com/office/drawing/2014/main" id="{DB1D68C7-D857-430A-AC8A-3FE7D15C6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81532" y="2571846"/>
              <a:ext cx="252412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55" name="Text Box 17">
              <a:extLst>
                <a:ext uri="{FF2B5EF4-FFF2-40B4-BE49-F238E27FC236}">
                  <a16:creationId xmlns:a16="http://schemas.microsoft.com/office/drawing/2014/main" id="{6C2C46B7-FAC0-4FD2-8747-9824F4CC2A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79881" y="2424208"/>
              <a:ext cx="420687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56" name="Line 18">
              <a:extLst>
                <a:ext uri="{FF2B5EF4-FFF2-40B4-BE49-F238E27FC236}">
                  <a16:creationId xmlns:a16="http://schemas.microsoft.com/office/drawing/2014/main" id="{71B9C877-21CC-4969-85F5-0C9E049193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84668" y="2328958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Line 20">
              <a:extLst>
                <a:ext uri="{FF2B5EF4-FFF2-40B4-BE49-F238E27FC236}">
                  <a16:creationId xmlns:a16="http://schemas.microsoft.com/office/drawing/2014/main" id="{4D53159B-9EFE-40D2-BB94-D7FD173E6D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00607" y="3194147"/>
              <a:ext cx="217487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21">
              <a:extLst>
                <a:ext uri="{FF2B5EF4-FFF2-40B4-BE49-F238E27FC236}">
                  <a16:creationId xmlns:a16="http://schemas.microsoft.com/office/drawing/2014/main" id="{ABC37A32-C2F8-4F38-9E70-7D831E437B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72044" y="3122709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4" name="Text Box 22">
              <a:extLst>
                <a:ext uri="{FF2B5EF4-FFF2-40B4-BE49-F238E27FC236}">
                  <a16:creationId xmlns:a16="http://schemas.microsoft.com/office/drawing/2014/main" id="{FCFCA753-3732-4B1F-B05F-EC4550A43B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1707" y="3029047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23">
              <a:extLst>
                <a:ext uri="{FF2B5EF4-FFF2-40B4-BE49-F238E27FC236}">
                  <a16:creationId xmlns:a16="http://schemas.microsoft.com/office/drawing/2014/main" id="{1CED8746-374D-40E3-BCA2-58DAD3C9A7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83119" y="3076672"/>
              <a:ext cx="236538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66" name="Line 25">
              <a:extLst>
                <a:ext uri="{FF2B5EF4-FFF2-40B4-BE49-F238E27FC236}">
                  <a16:creationId xmlns:a16="http://schemas.microsoft.com/office/drawing/2014/main" id="{C6D2955A-9436-4DB1-92EF-D020B44149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6493" y="2619471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26">
              <a:extLst>
                <a:ext uri="{FF2B5EF4-FFF2-40B4-BE49-F238E27FC236}">
                  <a16:creationId xmlns:a16="http://schemas.microsoft.com/office/drawing/2014/main" id="{EDD42286-29D1-42E1-BE75-1A85DC554B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46493" y="2548033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8" name="Text Box 27">
              <a:extLst>
                <a:ext uri="{FF2B5EF4-FFF2-40B4-BE49-F238E27FC236}">
                  <a16:creationId xmlns:a16="http://schemas.microsoft.com/office/drawing/2014/main" id="{65A7909E-AF41-42C6-B16E-F4CA3EF4F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8231" y="255914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69" name="Text Box 28">
              <a:extLst>
                <a:ext uri="{FF2B5EF4-FFF2-40B4-BE49-F238E27FC236}">
                  <a16:creationId xmlns:a16="http://schemas.microsoft.com/office/drawing/2014/main" id="{539FCE8A-0A88-49C4-9D5C-BB1AA9C53B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08418" y="2528983"/>
              <a:ext cx="309563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70" name="Line 30">
              <a:extLst>
                <a:ext uri="{FF2B5EF4-FFF2-40B4-BE49-F238E27FC236}">
                  <a16:creationId xmlns:a16="http://schemas.microsoft.com/office/drawing/2014/main" id="{CFCD4A16-F4C0-4D4A-85DB-F0C275CE9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6493" y="3067147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31">
              <a:extLst>
                <a:ext uri="{FF2B5EF4-FFF2-40B4-BE49-F238E27FC236}">
                  <a16:creationId xmlns:a16="http://schemas.microsoft.com/office/drawing/2014/main" id="{42AB3976-D7F4-4460-BC46-9A004A583D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46493" y="2995709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32">
              <a:extLst>
                <a:ext uri="{FF2B5EF4-FFF2-40B4-BE49-F238E27FC236}">
                  <a16:creationId xmlns:a16="http://schemas.microsoft.com/office/drawing/2014/main" id="{D018842C-12ED-4F38-ADEA-6E46F0C65E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1406" y="3003647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73" name="Text Box 33">
              <a:extLst>
                <a:ext uri="{FF2B5EF4-FFF2-40B4-BE49-F238E27FC236}">
                  <a16:creationId xmlns:a16="http://schemas.microsoft.com/office/drawing/2014/main" id="{D8F116AB-4370-44DE-AA20-A086B78DE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08418" y="2976659"/>
              <a:ext cx="309563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74" name="Line 35">
              <a:extLst>
                <a:ext uri="{FF2B5EF4-FFF2-40B4-BE49-F238E27FC236}">
                  <a16:creationId xmlns:a16="http://schemas.microsoft.com/office/drawing/2014/main" id="{FEED6E0A-71D8-4780-951D-41F603B513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6493" y="3283047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5" name="Line 36">
              <a:extLst>
                <a:ext uri="{FF2B5EF4-FFF2-40B4-BE49-F238E27FC236}">
                  <a16:creationId xmlns:a16="http://schemas.microsoft.com/office/drawing/2014/main" id="{AD8B48FB-BF48-485E-85CA-BDA981B0FC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46493" y="3211609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6" name="Text Box 37">
              <a:extLst>
                <a:ext uri="{FF2B5EF4-FFF2-40B4-BE49-F238E27FC236}">
                  <a16:creationId xmlns:a16="http://schemas.microsoft.com/office/drawing/2014/main" id="{BD09B16E-5515-45A6-8445-0FF575463A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1406" y="3232247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7" name="Text Box 38">
              <a:extLst>
                <a:ext uri="{FF2B5EF4-FFF2-40B4-BE49-F238E27FC236}">
                  <a16:creationId xmlns:a16="http://schemas.microsoft.com/office/drawing/2014/main" id="{FF14C01E-08B0-4130-8F82-6989AC16AC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08418" y="3192559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78" name="Text Box 39">
              <a:extLst>
                <a:ext uri="{FF2B5EF4-FFF2-40B4-BE49-F238E27FC236}">
                  <a16:creationId xmlns:a16="http://schemas.microsoft.com/office/drawing/2014/main" id="{84C68BA6-2815-4C51-AC30-8FF68ACDE8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06856" y="2760758"/>
              <a:ext cx="671512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79" name="Forma libre 78">
              <a:extLst>
                <a:ext uri="{FF2B5EF4-FFF2-40B4-BE49-F238E27FC236}">
                  <a16:creationId xmlns:a16="http://schemas.microsoft.com/office/drawing/2014/main" id="{2E3D198E-F10D-4685-B32A-DF85463097EB}"/>
                </a:ext>
              </a:extLst>
            </p:cNvPr>
            <p:cNvSpPr/>
            <p:nvPr/>
          </p:nvSpPr>
          <p:spPr>
            <a:xfrm>
              <a:off x="10267206" y="3352897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80" name="Text Box 39">
            <a:extLst>
              <a:ext uri="{FF2B5EF4-FFF2-40B4-BE49-F238E27FC236}">
                <a16:creationId xmlns:a16="http://schemas.microsoft.com/office/drawing/2014/main" id="{F01BFC3A-09D7-4FC1-88BF-8C9A89AEEA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8463" y="5081588"/>
            <a:ext cx="644525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 err="1">
                <a:solidFill>
                  <a:schemeClr val="accent5"/>
                </a:solidFill>
                <a:latin typeface="+mn-lt"/>
              </a:rPr>
              <a:t>NumReg</a:t>
            </a:r>
            <a:endParaRPr lang="es-ES" sz="1000" b="1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45065" name="Text Box 39">
            <a:extLst>
              <a:ext uri="{FF2B5EF4-FFF2-40B4-BE49-F238E27FC236}">
                <a16:creationId xmlns:a16="http://schemas.microsoft.com/office/drawing/2014/main" id="{543C61A2-5517-41C2-836B-9218E6B69D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4870450"/>
            <a:ext cx="5349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Fuente</a:t>
            </a:r>
          </a:p>
        </p:txBody>
      </p:sp>
      <p:cxnSp>
        <p:nvCxnSpPr>
          <p:cNvPr id="82" name="Conector recto 81">
            <a:extLst>
              <a:ext uri="{FF2B5EF4-FFF2-40B4-BE49-F238E27FC236}">
                <a16:creationId xmlns:a16="http://schemas.microsoft.com/office/drawing/2014/main" id="{87CA5E3C-E119-47E1-8755-024224979BE1}"/>
              </a:ext>
            </a:extLst>
          </p:cNvPr>
          <p:cNvCxnSpPr>
            <a:cxnSpLocks/>
          </p:cNvCxnSpPr>
          <p:nvPr/>
        </p:nvCxnSpPr>
        <p:spPr>
          <a:xfrm flipV="1">
            <a:off x="5845175" y="5000625"/>
            <a:ext cx="252413" cy="4763"/>
          </a:xfrm>
          <a:prstGeom prst="line">
            <a:avLst/>
          </a:prstGeom>
          <a:ln w="31750">
            <a:solidFill>
              <a:srgbClr val="C0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067" name="Text Box 39">
            <a:extLst>
              <a:ext uri="{FF2B5EF4-FFF2-40B4-BE49-F238E27FC236}">
                <a16:creationId xmlns:a16="http://schemas.microsoft.com/office/drawing/2014/main" id="{4F2739D4-21A9-40BD-BBA6-CCFFCDBB1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1775" y="4041775"/>
            <a:ext cx="2508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C89B7D6C-D4DB-4B0F-B7F5-0B64D9C7BC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unidad de datos – elementos hardware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F24008E3-49AC-49A1-A387-0918699CC7A4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504950"/>
            <a:ext cx="8229600" cy="5294313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Bancos de memoria (MEM)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/>
              <a:t>2 Bancos de memoria de 2</a:t>
            </a:r>
            <a:r>
              <a:rPr lang="es-ES" sz="2400" baseline="30000" dirty="0"/>
              <a:t>30</a:t>
            </a:r>
            <a:r>
              <a:rPr lang="es-ES" sz="2400" dirty="0"/>
              <a:t> palabras de 32 bits 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/>
              <a:t>Direccionables a nivel de byte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/>
              <a:t>Memoria Instrucciones: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000" dirty="0" err="1">
                <a:solidFill>
                  <a:schemeClr val="accent2"/>
                </a:solidFill>
                <a:ea typeface="ＭＳ Ｐゴシック" charset="-128"/>
              </a:rPr>
              <a:t>Dir</a:t>
            </a:r>
            <a:r>
              <a:rPr lang="es-ES" sz="2000" dirty="0">
                <a:ea typeface="ＭＳ Ｐゴシック" charset="-128"/>
              </a:rPr>
              <a:t>: Dirección de memoria a leer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000" dirty="0" err="1">
                <a:solidFill>
                  <a:schemeClr val="accent2"/>
                </a:solidFill>
                <a:ea typeface="ＭＳ Ｐゴシック" charset="-128"/>
              </a:rPr>
              <a:t>Instr</a:t>
            </a:r>
            <a:r>
              <a:rPr lang="es-ES" sz="2000" dirty="0">
                <a:ea typeface="ＭＳ Ｐゴシック" charset="-128"/>
              </a:rPr>
              <a:t>: Instrucción leída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000" dirty="0">
                <a:ea typeface="ＭＳ Ｐゴシック" charset="-128"/>
              </a:rPr>
              <a:t>Sólo lectura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/>
              <a:t>Memoria de datos: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000" dirty="0" err="1">
                <a:solidFill>
                  <a:schemeClr val="accent2"/>
                </a:solidFill>
                <a:ea typeface="ＭＳ Ｐゴシック" charset="-128"/>
              </a:rPr>
              <a:t>Dir</a:t>
            </a:r>
            <a:r>
              <a:rPr lang="es-ES" sz="2000" dirty="0">
                <a:ea typeface="ＭＳ Ｐゴシック" charset="-128"/>
              </a:rPr>
              <a:t>: Dirección de memoria a leer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000" dirty="0">
                <a:solidFill>
                  <a:schemeClr val="accent2"/>
                </a:solidFill>
                <a:ea typeface="ＭＳ Ｐゴシック" charset="-128"/>
              </a:rPr>
              <a:t>Data W</a:t>
            </a:r>
            <a:r>
              <a:rPr lang="es-ES" sz="2000" dirty="0">
                <a:ea typeface="ＭＳ Ｐゴシック" charset="-128"/>
              </a:rPr>
              <a:t>: Dato a escribir en memoria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000" dirty="0">
                <a:solidFill>
                  <a:schemeClr val="accent2"/>
                </a:solidFill>
                <a:ea typeface="ＭＳ Ｐゴシック" charset="-128"/>
              </a:rPr>
              <a:t>Data R</a:t>
            </a:r>
            <a:r>
              <a:rPr lang="es-ES" sz="2000" dirty="0">
                <a:ea typeface="ＭＳ Ｐゴシック" charset="-128"/>
              </a:rPr>
              <a:t>: Dato leído de memoria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000" dirty="0" err="1">
                <a:solidFill>
                  <a:schemeClr val="accent2"/>
                </a:solidFill>
                <a:ea typeface="ＭＳ Ｐゴシック" charset="-128"/>
              </a:rPr>
              <a:t>Read</a:t>
            </a:r>
            <a:r>
              <a:rPr lang="es-ES" sz="2000" dirty="0">
                <a:ea typeface="ＭＳ Ｐゴシック" charset="-128"/>
              </a:rPr>
              <a:t>: lectura; </a:t>
            </a:r>
            <a:r>
              <a:rPr lang="es-ES" sz="2000" dirty="0" err="1">
                <a:solidFill>
                  <a:schemeClr val="accent2"/>
                </a:solidFill>
                <a:ea typeface="ＭＳ Ｐゴシック" charset="-128"/>
              </a:rPr>
              <a:t>Write</a:t>
            </a:r>
            <a:r>
              <a:rPr lang="es-ES" sz="2000" dirty="0">
                <a:ea typeface="ＭＳ Ｐゴシック" charset="-128"/>
              </a:rPr>
              <a:t>: escritura; </a:t>
            </a:r>
            <a:r>
              <a:rPr lang="es-ES" sz="2000" dirty="0">
                <a:solidFill>
                  <a:schemeClr val="accent2"/>
                </a:solidFill>
                <a:ea typeface="ＭＳ Ｐゴシック" charset="-128"/>
              </a:rPr>
              <a:t>CS</a:t>
            </a:r>
            <a:r>
              <a:rPr lang="es-ES" sz="2000" dirty="0">
                <a:ea typeface="ＭＳ Ｐゴシック" charset="-128"/>
              </a:rPr>
              <a:t>: chip </a:t>
            </a:r>
            <a:r>
              <a:rPr lang="es-ES" sz="2000" dirty="0" err="1">
                <a:ea typeface="ＭＳ Ｐゴシック" charset="-128"/>
              </a:rPr>
              <a:t>select</a:t>
            </a:r>
            <a:endParaRPr lang="es-ES" sz="2000" dirty="0">
              <a:ea typeface="ＭＳ Ｐゴシック" charset="-128"/>
            </a:endParaRPr>
          </a:p>
          <a:p>
            <a:pPr lvl="1" fontAlgn="auto">
              <a:spcAft>
                <a:spcPts val="0"/>
              </a:spcAft>
              <a:defRPr/>
            </a:pPr>
            <a:endParaRPr lang="es-ES" sz="2400" dirty="0"/>
          </a:p>
        </p:txBody>
      </p:sp>
      <p:grpSp>
        <p:nvGrpSpPr>
          <p:cNvPr id="47107" name="Grupo 86">
            <a:extLst>
              <a:ext uri="{FF2B5EF4-FFF2-40B4-BE49-F238E27FC236}">
                <a16:creationId xmlns:a16="http://schemas.microsoft.com/office/drawing/2014/main" id="{1ACADDBD-06A5-4753-A005-868D556F8D7A}"/>
              </a:ext>
            </a:extLst>
          </p:cNvPr>
          <p:cNvGrpSpPr>
            <a:grpSpLocks/>
          </p:cNvGrpSpPr>
          <p:nvPr/>
        </p:nvGrpSpPr>
        <p:grpSpPr bwMode="auto">
          <a:xfrm>
            <a:off x="8824913" y="2824163"/>
            <a:ext cx="1431925" cy="947737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00E5CBCE-B75F-422C-9758-DAE2597E7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5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44">
              <a:extLst>
                <a:ext uri="{FF2B5EF4-FFF2-40B4-BE49-F238E27FC236}">
                  <a16:creationId xmlns:a16="http://schemas.microsoft.com/office/drawing/2014/main" id="{17D26351-2222-4467-AF10-4D0B353D5B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5" y="3341592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Line 45">
              <a:extLst>
                <a:ext uri="{FF2B5EF4-FFF2-40B4-BE49-F238E27FC236}">
                  <a16:creationId xmlns:a16="http://schemas.microsoft.com/office/drawing/2014/main" id="{B115D63B-3F28-4DB7-B6B0-918D4654C9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5" y="3270154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6">
              <a:extLst>
                <a:ext uri="{FF2B5EF4-FFF2-40B4-BE49-F238E27FC236}">
                  <a16:creationId xmlns:a16="http://schemas.microsoft.com/office/drawing/2014/main" id="{39EDF513-EE1F-4DED-AB27-5E482DA735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2" name="Line 48">
              <a:extLst>
                <a:ext uri="{FF2B5EF4-FFF2-40B4-BE49-F238E27FC236}">
                  <a16:creationId xmlns:a16="http://schemas.microsoft.com/office/drawing/2014/main" id="{7C74E2C3-8544-4453-BF5F-1BC5E6B41A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1" y="3341592"/>
              <a:ext cx="217488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49">
              <a:extLst>
                <a:ext uri="{FF2B5EF4-FFF2-40B4-BE49-F238E27FC236}">
                  <a16:creationId xmlns:a16="http://schemas.microsoft.com/office/drawing/2014/main" id="{766E0059-2DEA-48FB-9AA0-612FA03948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4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Text Box 50">
              <a:extLst>
                <a:ext uri="{FF2B5EF4-FFF2-40B4-BE49-F238E27FC236}">
                  <a16:creationId xmlns:a16="http://schemas.microsoft.com/office/drawing/2014/main" id="{302EE168-F07C-4272-8CE0-D33ADA7E9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6" y="3179667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" name="Text Box 51">
              <a:extLst>
                <a:ext uri="{FF2B5EF4-FFF2-40B4-BE49-F238E27FC236}">
                  <a16:creationId xmlns:a16="http://schemas.microsoft.com/office/drawing/2014/main" id="{36B38C85-510A-40DA-94F1-EED1AE2B1F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0" y="3251104"/>
              <a:ext cx="325438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8" name="Text Box 52">
              <a:extLst>
                <a:ext uri="{FF2B5EF4-FFF2-40B4-BE49-F238E27FC236}">
                  <a16:creationId xmlns:a16="http://schemas.microsoft.com/office/drawing/2014/main" id="{01395F5E-2834-42D3-8B27-3E6C93284C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" name="Text Box 53">
              <a:extLst>
                <a:ext uri="{FF2B5EF4-FFF2-40B4-BE49-F238E27FC236}">
                  <a16:creationId xmlns:a16="http://schemas.microsoft.com/office/drawing/2014/main" id="{487654F1-4967-4BD9-BB8A-75A8FFD3DF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47108" name="Grupo 87">
            <a:extLst>
              <a:ext uri="{FF2B5EF4-FFF2-40B4-BE49-F238E27FC236}">
                <a16:creationId xmlns:a16="http://schemas.microsoft.com/office/drawing/2014/main" id="{BDBD11AE-7E33-4524-A63A-912B7ACF448B}"/>
              </a:ext>
            </a:extLst>
          </p:cNvPr>
          <p:cNvGrpSpPr>
            <a:grpSpLocks/>
          </p:cNvGrpSpPr>
          <p:nvPr/>
        </p:nvGrpSpPr>
        <p:grpSpPr bwMode="auto">
          <a:xfrm>
            <a:off x="8836025" y="4429125"/>
            <a:ext cx="1431925" cy="1092200"/>
            <a:chOff x="8836576" y="4429028"/>
            <a:chExt cx="1431925" cy="1092200"/>
          </a:xfrm>
        </p:grpSpPr>
        <p:sp>
          <p:nvSpPr>
            <p:cNvPr id="64" name="Rectangle 59">
              <a:extLst>
                <a:ext uri="{FF2B5EF4-FFF2-40B4-BE49-F238E27FC236}">
                  <a16:creationId xmlns:a16="http://schemas.microsoft.com/office/drawing/2014/main" id="{AF8CCB1D-F09A-4FFA-84E5-27BB2BBBC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4389" y="4573491"/>
              <a:ext cx="936625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2" name="Line 61">
              <a:extLst>
                <a:ext uri="{FF2B5EF4-FFF2-40B4-BE49-F238E27FC236}">
                  <a16:creationId xmlns:a16="http://schemas.microsoft.com/office/drawing/2014/main" id="{B1A8C7FC-B1C8-4CC9-A0F0-0F0AEDBBE0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98489" y="4808441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3" name="Line 62">
              <a:extLst>
                <a:ext uri="{FF2B5EF4-FFF2-40B4-BE49-F238E27FC236}">
                  <a16:creationId xmlns:a16="http://schemas.microsoft.com/office/drawing/2014/main" id="{DA11DD18-1710-4462-9B74-9320BC776B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98489" y="4737003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4" name="Text Box 63">
              <a:extLst>
                <a:ext uri="{FF2B5EF4-FFF2-40B4-BE49-F238E27FC236}">
                  <a16:creationId xmlns:a16="http://schemas.microsoft.com/office/drawing/2014/main" id="{0260A333-6A4E-4C33-BB9C-9440536E7C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36576" y="475446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9" name="Line 65">
              <a:extLst>
                <a:ext uri="{FF2B5EF4-FFF2-40B4-BE49-F238E27FC236}">
                  <a16:creationId xmlns:a16="http://schemas.microsoft.com/office/drawing/2014/main" id="{EE65467C-723C-47A5-99A2-8F2737A921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51014" y="5078316"/>
              <a:ext cx="217487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0" name="Line 66">
              <a:extLst>
                <a:ext uri="{FF2B5EF4-FFF2-40B4-BE49-F238E27FC236}">
                  <a16:creationId xmlns:a16="http://schemas.microsoft.com/office/drawing/2014/main" id="{F3D6A97A-1118-4D4B-BB96-6A844EB864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22451" y="500687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1" name="Text Box 67">
              <a:extLst>
                <a:ext uri="{FF2B5EF4-FFF2-40B4-BE49-F238E27FC236}">
                  <a16:creationId xmlns:a16="http://schemas.microsoft.com/office/drawing/2014/main" id="{4C50ECEB-8FFC-48D6-A151-BD6F994DA7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65289" y="4916391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7" name="Text Box 68">
              <a:extLst>
                <a:ext uri="{FF2B5EF4-FFF2-40B4-BE49-F238E27FC236}">
                  <a16:creationId xmlns:a16="http://schemas.microsoft.com/office/drawing/2014/main" id="{A56EBD60-B313-4B9F-8AAD-5C65ADFE46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0414" y="4717953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68" name="Text Box 69">
              <a:extLst>
                <a:ext uri="{FF2B5EF4-FFF2-40B4-BE49-F238E27FC236}">
                  <a16:creationId xmlns:a16="http://schemas.microsoft.com/office/drawing/2014/main" id="{9FAD5933-1A73-4017-B755-5134835B1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57314" y="4960841"/>
              <a:ext cx="4619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69" name="Text Box 70">
              <a:extLst>
                <a:ext uri="{FF2B5EF4-FFF2-40B4-BE49-F238E27FC236}">
                  <a16:creationId xmlns:a16="http://schemas.microsoft.com/office/drawing/2014/main" id="{E61A3511-FBBF-49C7-A251-B68043026F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5676" y="5121178"/>
              <a:ext cx="655638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70" name="Text Box 71">
              <a:extLst>
                <a:ext uri="{FF2B5EF4-FFF2-40B4-BE49-F238E27FC236}">
                  <a16:creationId xmlns:a16="http://schemas.microsoft.com/office/drawing/2014/main" id="{24CEBCAC-2FE3-4CBF-8E14-7707A061CB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93789" y="4530628"/>
              <a:ext cx="4508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72" name="Line 73">
              <a:extLst>
                <a:ext uri="{FF2B5EF4-FFF2-40B4-BE49-F238E27FC236}">
                  <a16:creationId xmlns:a16="http://schemas.microsoft.com/office/drawing/2014/main" id="{3665748C-6FC7-4D29-B40F-9A6238BFD8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19214" y="4429028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4" name="Text Box 76">
              <a:extLst>
                <a:ext uri="{FF2B5EF4-FFF2-40B4-BE49-F238E27FC236}">
                  <a16:creationId xmlns:a16="http://schemas.microsoft.com/office/drawing/2014/main" id="{E03D2A5B-A1B2-427A-BACB-412B1595E8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4539" y="5038628"/>
              <a:ext cx="523875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76" name="Line 78">
              <a:extLst>
                <a:ext uri="{FF2B5EF4-FFF2-40B4-BE49-F238E27FC236}">
                  <a16:creationId xmlns:a16="http://schemas.microsoft.com/office/drawing/2014/main" id="{AE112D3B-143A-46CA-9ECF-D756F9682B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98489" y="5151341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7" name="Line 79">
              <a:extLst>
                <a:ext uri="{FF2B5EF4-FFF2-40B4-BE49-F238E27FC236}">
                  <a16:creationId xmlns:a16="http://schemas.microsoft.com/office/drawing/2014/main" id="{B0BB8034-AD03-4084-AF8B-EC6AE87BD4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98489" y="5079903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8" name="Text Box 80">
              <a:extLst>
                <a:ext uri="{FF2B5EF4-FFF2-40B4-BE49-F238E27FC236}">
                  <a16:creationId xmlns:a16="http://schemas.microsoft.com/office/drawing/2014/main" id="{39DBCD73-AE27-42A9-B81C-3D4E2E4507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36576" y="509736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85" name="Forma libre 84">
              <a:extLst>
                <a:ext uri="{FF2B5EF4-FFF2-40B4-BE49-F238E27FC236}">
                  <a16:creationId xmlns:a16="http://schemas.microsoft.com/office/drawing/2014/main" id="{80D452E4-A05E-4CC3-BDCD-44C53C4B8B20}"/>
                </a:ext>
              </a:extLst>
            </p:cNvPr>
            <p:cNvSpPr/>
            <p:nvPr/>
          </p:nvSpPr>
          <p:spPr>
            <a:xfrm>
              <a:off x="9520789" y="5454553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7378048-CFF7-481E-A132-6FBC3F11D9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unidad de datos – elementos hardware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A1577F9-BEAA-4601-AFE7-E6145181BD53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504950"/>
            <a:ext cx="8229600" cy="5294313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Bancos de memoria (MEM)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200" dirty="0">
                <a:ea typeface="ＭＳ Ｐゴシック" charset="-128"/>
              </a:rPr>
              <a:t>Lectura de la memoria: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000" dirty="0">
                <a:solidFill>
                  <a:srgbClr val="C00000"/>
                </a:solidFill>
                <a:ea typeface="ＭＳ Ｐゴシック" charset="-128"/>
              </a:rPr>
              <a:t>Destino</a:t>
            </a:r>
            <a:r>
              <a:rPr lang="es-ES" sz="2000" dirty="0">
                <a:ea typeface="ＭＳ Ｐゴシック" charset="-128"/>
              </a:rPr>
              <a:t> </a:t>
            </a:r>
            <a:r>
              <a:rPr lang="es-ES" sz="2000" dirty="0">
                <a:ea typeface="ＭＳ Ｐゴシック" charset="-128"/>
                <a:sym typeface="Wingdings" pitchFamily="2" charset="2"/>
              </a:rPr>
              <a:t> MEM[</a:t>
            </a:r>
            <a:r>
              <a:rPr lang="es-ES" sz="2000" dirty="0">
                <a:solidFill>
                  <a:schemeClr val="accent5"/>
                </a:solidFill>
                <a:ea typeface="ＭＳ Ｐゴシック" charset="-128"/>
                <a:sym typeface="Wingdings" pitchFamily="2" charset="2"/>
              </a:rPr>
              <a:t>Dirección</a:t>
            </a:r>
            <a:r>
              <a:rPr lang="es-ES" sz="2000" dirty="0">
                <a:ea typeface="ＭＳ Ｐゴシック" charset="-128"/>
                <a:sym typeface="Wingdings" pitchFamily="2" charset="2"/>
              </a:rPr>
              <a:t>]</a:t>
            </a:r>
          </a:p>
          <a:p>
            <a:pPr lvl="2" fontAlgn="auto">
              <a:spcAft>
                <a:spcPts val="0"/>
              </a:spcAft>
              <a:defRPr/>
            </a:pPr>
            <a:endParaRPr lang="es-ES" sz="2000" dirty="0">
              <a:ea typeface="ＭＳ Ｐゴシック" charset="-128"/>
              <a:sym typeface="Wingdings" pitchFamily="2" charset="2"/>
            </a:endParaRPr>
          </a:p>
          <a:p>
            <a:pPr lvl="2" fontAlgn="auto">
              <a:spcAft>
                <a:spcPts val="0"/>
              </a:spcAft>
              <a:defRPr/>
            </a:pPr>
            <a:endParaRPr lang="es-ES" sz="2000" dirty="0">
              <a:ea typeface="ＭＳ Ｐゴシック" charset="-128"/>
              <a:sym typeface="Wingdings" pitchFamily="2" charset="2"/>
            </a:endParaRPr>
          </a:p>
          <a:p>
            <a:pPr lvl="1" fontAlgn="auto">
              <a:spcAft>
                <a:spcPts val="0"/>
              </a:spcAft>
              <a:defRPr/>
            </a:pPr>
            <a:r>
              <a:rPr lang="es-ES" sz="2200" dirty="0">
                <a:ea typeface="ＭＳ Ｐゴシック" charset="-128"/>
                <a:sym typeface="Wingdings" pitchFamily="2" charset="2"/>
              </a:rPr>
              <a:t>Escritura en la memoria: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000" dirty="0">
                <a:ea typeface="ＭＳ Ｐゴシック" charset="-128"/>
                <a:sym typeface="Wingdings" pitchFamily="2" charset="2"/>
              </a:rPr>
              <a:t>MEM[</a:t>
            </a:r>
            <a:r>
              <a:rPr lang="es-ES" sz="2000" dirty="0">
                <a:solidFill>
                  <a:schemeClr val="accent5"/>
                </a:solidFill>
                <a:ea typeface="ＭＳ Ｐゴシック" charset="-128"/>
                <a:sym typeface="Wingdings" pitchFamily="2" charset="2"/>
              </a:rPr>
              <a:t>Dirección</a:t>
            </a:r>
            <a:r>
              <a:rPr lang="es-ES" sz="2000" dirty="0">
                <a:ea typeface="ＭＳ Ｐゴシック" charset="-128"/>
                <a:sym typeface="Wingdings" pitchFamily="2" charset="2"/>
              </a:rPr>
              <a:t>]  </a:t>
            </a:r>
            <a:r>
              <a:rPr lang="es-ES" sz="2000" dirty="0">
                <a:solidFill>
                  <a:srgbClr val="C00000"/>
                </a:solidFill>
                <a:ea typeface="ＭＳ Ｐゴシック" charset="-128"/>
                <a:sym typeface="Wingdings" pitchFamily="2" charset="2"/>
              </a:rPr>
              <a:t>Fuente</a:t>
            </a:r>
            <a:endParaRPr lang="es-ES" sz="2000" dirty="0">
              <a:solidFill>
                <a:srgbClr val="C00000"/>
              </a:solidFill>
              <a:ea typeface="ＭＳ Ｐゴシック" charset="-128"/>
            </a:endParaRPr>
          </a:p>
        </p:txBody>
      </p:sp>
      <p:sp>
        <p:nvSpPr>
          <p:cNvPr id="4" name="Text Box 39">
            <a:extLst>
              <a:ext uri="{FF2B5EF4-FFF2-40B4-BE49-F238E27FC236}">
                <a16:creationId xmlns:a16="http://schemas.microsoft.com/office/drawing/2014/main" id="{9E7E379B-8D05-434B-9017-EDAFF494E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6875" y="2668588"/>
            <a:ext cx="6715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accent5"/>
                </a:solidFill>
                <a:latin typeface="+mn-lt"/>
              </a:rPr>
              <a:t>Dirección</a:t>
            </a:r>
          </a:p>
        </p:txBody>
      </p:sp>
      <p:sp>
        <p:nvSpPr>
          <p:cNvPr id="49156" name="Text Box 39">
            <a:extLst>
              <a:ext uri="{FF2B5EF4-FFF2-40B4-BE49-F238E27FC236}">
                <a16:creationId xmlns:a16="http://schemas.microsoft.com/office/drawing/2014/main" id="{3CB4ADF7-2804-4B2B-AE05-29E4DC5BB6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5550" y="2963863"/>
            <a:ext cx="584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Destino</a:t>
            </a:r>
          </a:p>
        </p:txBody>
      </p:sp>
      <p:cxnSp>
        <p:nvCxnSpPr>
          <p:cNvPr id="7" name="Conector recto 6">
            <a:extLst>
              <a:ext uri="{FF2B5EF4-FFF2-40B4-BE49-F238E27FC236}">
                <a16:creationId xmlns:a16="http://schemas.microsoft.com/office/drawing/2014/main" id="{1AF40A7B-BF6B-457D-BE40-4B892236787B}"/>
              </a:ext>
            </a:extLst>
          </p:cNvPr>
          <p:cNvCxnSpPr>
            <a:cxnSpLocks/>
          </p:cNvCxnSpPr>
          <p:nvPr/>
        </p:nvCxnSpPr>
        <p:spPr>
          <a:xfrm flipV="1">
            <a:off x="7426325" y="3086100"/>
            <a:ext cx="252413" cy="6350"/>
          </a:xfrm>
          <a:prstGeom prst="line">
            <a:avLst/>
          </a:prstGeom>
          <a:ln w="31750">
            <a:solidFill>
              <a:srgbClr val="C0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Text Box 39">
            <a:extLst>
              <a:ext uri="{FF2B5EF4-FFF2-40B4-BE49-F238E27FC236}">
                <a16:creationId xmlns:a16="http://schemas.microsoft.com/office/drawing/2014/main" id="{CA4E2897-F099-4256-BCD8-F97FE99C54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0" y="4467225"/>
            <a:ext cx="671513" cy="246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accent5"/>
                </a:solidFill>
                <a:latin typeface="+mn-lt"/>
              </a:rPr>
              <a:t>Dirección</a:t>
            </a:r>
          </a:p>
        </p:txBody>
      </p:sp>
      <p:sp>
        <p:nvSpPr>
          <p:cNvPr id="49159" name="Text Box 39">
            <a:extLst>
              <a:ext uri="{FF2B5EF4-FFF2-40B4-BE49-F238E27FC236}">
                <a16:creationId xmlns:a16="http://schemas.microsoft.com/office/drawing/2014/main" id="{6CAF063F-8132-430E-875F-ECBA7AEE56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7963" y="4808538"/>
            <a:ext cx="5349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Fuente</a:t>
            </a:r>
          </a:p>
        </p:txBody>
      </p:sp>
      <p:cxnSp>
        <p:nvCxnSpPr>
          <p:cNvPr id="82" name="Conector recto 81">
            <a:extLst>
              <a:ext uri="{FF2B5EF4-FFF2-40B4-BE49-F238E27FC236}">
                <a16:creationId xmlns:a16="http://schemas.microsoft.com/office/drawing/2014/main" id="{490EDF84-4DAB-4816-BEA3-7A8EA92601B8}"/>
              </a:ext>
            </a:extLst>
          </p:cNvPr>
          <p:cNvCxnSpPr>
            <a:cxnSpLocks/>
          </p:cNvCxnSpPr>
          <p:nvPr/>
        </p:nvCxnSpPr>
        <p:spPr>
          <a:xfrm flipV="1">
            <a:off x="5743575" y="4948238"/>
            <a:ext cx="252413" cy="4762"/>
          </a:xfrm>
          <a:prstGeom prst="line">
            <a:avLst/>
          </a:prstGeom>
          <a:ln w="31750">
            <a:solidFill>
              <a:srgbClr val="C0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161" name="Text Box 39">
            <a:extLst>
              <a:ext uri="{FF2B5EF4-FFF2-40B4-BE49-F238E27FC236}">
                <a16:creationId xmlns:a16="http://schemas.microsoft.com/office/drawing/2014/main" id="{AAB535C6-6B58-4F50-856D-3D489C8124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1775" y="4041775"/>
            <a:ext cx="2508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1</a:t>
            </a:r>
          </a:p>
        </p:txBody>
      </p:sp>
      <p:grpSp>
        <p:nvGrpSpPr>
          <p:cNvPr id="49162" name="Grupo 2">
            <a:extLst>
              <a:ext uri="{FF2B5EF4-FFF2-40B4-BE49-F238E27FC236}">
                <a16:creationId xmlns:a16="http://schemas.microsoft.com/office/drawing/2014/main" id="{235C14EA-642D-4BAF-A8E0-5BB363C21424}"/>
              </a:ext>
            </a:extLst>
          </p:cNvPr>
          <p:cNvGrpSpPr>
            <a:grpSpLocks/>
          </p:cNvGrpSpPr>
          <p:nvPr/>
        </p:nvGrpSpPr>
        <p:grpSpPr bwMode="auto">
          <a:xfrm>
            <a:off x="5991225" y="2436813"/>
            <a:ext cx="1431925" cy="1092200"/>
            <a:chOff x="8836576" y="4429028"/>
            <a:chExt cx="1431925" cy="1092200"/>
          </a:xfrm>
        </p:grpSpPr>
        <p:sp>
          <p:nvSpPr>
            <p:cNvPr id="6" name="Rectangle 59">
              <a:extLst>
                <a:ext uri="{FF2B5EF4-FFF2-40B4-BE49-F238E27FC236}">
                  <a16:creationId xmlns:a16="http://schemas.microsoft.com/office/drawing/2014/main" id="{FEDDE490-6972-4BF5-9650-830341529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4389" y="457349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Line 61">
              <a:extLst>
                <a:ext uri="{FF2B5EF4-FFF2-40B4-BE49-F238E27FC236}">
                  <a16:creationId xmlns:a16="http://schemas.microsoft.com/office/drawing/2014/main" id="{242DF84F-B4E1-45BF-97A8-F05117CDEB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98489" y="4808440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" name="Line 62">
              <a:extLst>
                <a:ext uri="{FF2B5EF4-FFF2-40B4-BE49-F238E27FC236}">
                  <a16:creationId xmlns:a16="http://schemas.microsoft.com/office/drawing/2014/main" id="{336C1582-207C-427B-904D-CAFC97195B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98489" y="4737003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Text Box 63">
              <a:extLst>
                <a:ext uri="{FF2B5EF4-FFF2-40B4-BE49-F238E27FC236}">
                  <a16:creationId xmlns:a16="http://schemas.microsoft.com/office/drawing/2014/main" id="{BD2878B9-DD32-4231-953B-6EDE40FE1F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36576" y="4754465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" name="Line 65">
              <a:extLst>
                <a:ext uri="{FF2B5EF4-FFF2-40B4-BE49-F238E27FC236}">
                  <a16:creationId xmlns:a16="http://schemas.microsoft.com/office/drawing/2014/main" id="{3F5CE72C-7B8D-48C0-96B3-275BD34563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51014" y="5078315"/>
              <a:ext cx="217487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" name="Line 66">
              <a:extLst>
                <a:ext uri="{FF2B5EF4-FFF2-40B4-BE49-F238E27FC236}">
                  <a16:creationId xmlns:a16="http://schemas.microsoft.com/office/drawing/2014/main" id="{8BFF3611-FABF-4775-93D4-7798601A2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22451" y="5006878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Text Box 67">
              <a:extLst>
                <a:ext uri="{FF2B5EF4-FFF2-40B4-BE49-F238E27FC236}">
                  <a16:creationId xmlns:a16="http://schemas.microsoft.com/office/drawing/2014/main" id="{2070DEF2-9E62-406F-9557-D6C1EBF47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65289" y="4916390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" name="Text Box 68">
              <a:extLst>
                <a:ext uri="{FF2B5EF4-FFF2-40B4-BE49-F238E27FC236}">
                  <a16:creationId xmlns:a16="http://schemas.microsoft.com/office/drawing/2014/main" id="{046232AE-BD93-488C-B18B-DB80565772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0414" y="4717953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54" name="Text Box 69">
              <a:extLst>
                <a:ext uri="{FF2B5EF4-FFF2-40B4-BE49-F238E27FC236}">
                  <a16:creationId xmlns:a16="http://schemas.microsoft.com/office/drawing/2014/main" id="{98982C50-DB6B-4D6B-9C30-1E4760410F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57314" y="4960840"/>
              <a:ext cx="4619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58" name="Text Box 70">
              <a:extLst>
                <a:ext uri="{FF2B5EF4-FFF2-40B4-BE49-F238E27FC236}">
                  <a16:creationId xmlns:a16="http://schemas.microsoft.com/office/drawing/2014/main" id="{5A3C6B15-84AA-45C9-83A7-7ED91AC2FE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5676" y="5121178"/>
              <a:ext cx="655638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60" name="Text Box 71">
              <a:extLst>
                <a:ext uri="{FF2B5EF4-FFF2-40B4-BE49-F238E27FC236}">
                  <a16:creationId xmlns:a16="http://schemas.microsoft.com/office/drawing/2014/main" id="{08E5A190-A5DC-432B-97A9-035BDDFC4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93789" y="4530628"/>
              <a:ext cx="4508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62" name="Line 73">
              <a:extLst>
                <a:ext uri="{FF2B5EF4-FFF2-40B4-BE49-F238E27FC236}">
                  <a16:creationId xmlns:a16="http://schemas.microsoft.com/office/drawing/2014/main" id="{1495D855-D16F-4694-A0CD-60C0893507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19214" y="4429028"/>
              <a:ext cx="0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4" name="Text Box 76">
              <a:extLst>
                <a:ext uri="{FF2B5EF4-FFF2-40B4-BE49-F238E27FC236}">
                  <a16:creationId xmlns:a16="http://schemas.microsoft.com/office/drawing/2014/main" id="{7C386E45-82B2-464A-848B-BA6124B955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4539" y="5038628"/>
              <a:ext cx="523875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5" name="Line 78">
              <a:extLst>
                <a:ext uri="{FF2B5EF4-FFF2-40B4-BE49-F238E27FC236}">
                  <a16:creationId xmlns:a16="http://schemas.microsoft.com/office/drawing/2014/main" id="{F31EE4CE-D05B-4C78-8DA7-EDE93BEA2C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98489" y="5151340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Line 79">
              <a:extLst>
                <a:ext uri="{FF2B5EF4-FFF2-40B4-BE49-F238E27FC236}">
                  <a16:creationId xmlns:a16="http://schemas.microsoft.com/office/drawing/2014/main" id="{41906BA2-481B-4531-9075-5134E68080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98489" y="5079903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7" name="Text Box 80">
              <a:extLst>
                <a:ext uri="{FF2B5EF4-FFF2-40B4-BE49-F238E27FC236}">
                  <a16:creationId xmlns:a16="http://schemas.microsoft.com/office/drawing/2014/main" id="{B0D7B3BB-3517-44C7-9415-6D6F3D7A25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36576" y="5097365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88" name="Forma libre 87">
              <a:extLst>
                <a:ext uri="{FF2B5EF4-FFF2-40B4-BE49-F238E27FC236}">
                  <a16:creationId xmlns:a16="http://schemas.microsoft.com/office/drawing/2014/main" id="{0207E412-73AD-451B-B440-CA3BA589A24A}"/>
                </a:ext>
              </a:extLst>
            </p:cNvPr>
            <p:cNvSpPr/>
            <p:nvPr/>
          </p:nvSpPr>
          <p:spPr>
            <a:xfrm>
              <a:off x="9520789" y="5454553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49163" name="Grupo 88">
            <a:extLst>
              <a:ext uri="{FF2B5EF4-FFF2-40B4-BE49-F238E27FC236}">
                <a16:creationId xmlns:a16="http://schemas.microsoft.com/office/drawing/2014/main" id="{3353CCCF-15CD-468F-8B87-FBDEAE293A96}"/>
              </a:ext>
            </a:extLst>
          </p:cNvPr>
          <p:cNvGrpSpPr>
            <a:grpSpLocks/>
          </p:cNvGrpSpPr>
          <p:nvPr/>
        </p:nvGrpSpPr>
        <p:grpSpPr bwMode="auto">
          <a:xfrm>
            <a:off x="5921375" y="4224338"/>
            <a:ext cx="1431925" cy="1092200"/>
            <a:chOff x="8836576" y="4429028"/>
            <a:chExt cx="1431925" cy="1092200"/>
          </a:xfrm>
        </p:grpSpPr>
        <p:sp>
          <p:nvSpPr>
            <p:cNvPr id="90" name="Rectangle 59">
              <a:extLst>
                <a:ext uri="{FF2B5EF4-FFF2-40B4-BE49-F238E27FC236}">
                  <a16:creationId xmlns:a16="http://schemas.microsoft.com/office/drawing/2014/main" id="{FE2E3DF6-95D6-403E-BF5B-9DBEDE97E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4389" y="457349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1" name="Line 61">
              <a:extLst>
                <a:ext uri="{FF2B5EF4-FFF2-40B4-BE49-F238E27FC236}">
                  <a16:creationId xmlns:a16="http://schemas.microsoft.com/office/drawing/2014/main" id="{1B8D570C-CF25-4CD7-AAF8-9B257A519B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98489" y="4808440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2" name="Line 62">
              <a:extLst>
                <a:ext uri="{FF2B5EF4-FFF2-40B4-BE49-F238E27FC236}">
                  <a16:creationId xmlns:a16="http://schemas.microsoft.com/office/drawing/2014/main" id="{73EB6321-B946-49B3-A489-C27B386DA0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98489" y="4737003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3" name="Text Box 63">
              <a:extLst>
                <a:ext uri="{FF2B5EF4-FFF2-40B4-BE49-F238E27FC236}">
                  <a16:creationId xmlns:a16="http://schemas.microsoft.com/office/drawing/2014/main" id="{D1ED6787-3F5B-4784-95FD-108016EF89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36576" y="4754465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94" name="Line 65">
              <a:extLst>
                <a:ext uri="{FF2B5EF4-FFF2-40B4-BE49-F238E27FC236}">
                  <a16:creationId xmlns:a16="http://schemas.microsoft.com/office/drawing/2014/main" id="{BA288B9A-90B4-458A-8DD8-0B5C584BA3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51014" y="5078315"/>
              <a:ext cx="217487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5" name="Line 66">
              <a:extLst>
                <a:ext uri="{FF2B5EF4-FFF2-40B4-BE49-F238E27FC236}">
                  <a16:creationId xmlns:a16="http://schemas.microsoft.com/office/drawing/2014/main" id="{F9C4CA8C-BEF7-4508-A5A3-FD8A7D3FEC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22451" y="5006878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6" name="Text Box 67">
              <a:extLst>
                <a:ext uri="{FF2B5EF4-FFF2-40B4-BE49-F238E27FC236}">
                  <a16:creationId xmlns:a16="http://schemas.microsoft.com/office/drawing/2014/main" id="{DF89BDF5-3227-440D-A6A0-4433E2095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65289" y="4916390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97" name="Text Box 68">
              <a:extLst>
                <a:ext uri="{FF2B5EF4-FFF2-40B4-BE49-F238E27FC236}">
                  <a16:creationId xmlns:a16="http://schemas.microsoft.com/office/drawing/2014/main" id="{05145C54-CBC1-40FC-B011-F407FD1868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0414" y="4717953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98" name="Text Box 69">
              <a:extLst>
                <a:ext uri="{FF2B5EF4-FFF2-40B4-BE49-F238E27FC236}">
                  <a16:creationId xmlns:a16="http://schemas.microsoft.com/office/drawing/2014/main" id="{422EEF1B-7BB0-4FEB-8B0C-295A1332E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57314" y="4960840"/>
              <a:ext cx="4619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99" name="Text Box 70">
              <a:extLst>
                <a:ext uri="{FF2B5EF4-FFF2-40B4-BE49-F238E27FC236}">
                  <a16:creationId xmlns:a16="http://schemas.microsoft.com/office/drawing/2014/main" id="{9707EE32-9092-4326-BF2C-E3F41FBE4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5676" y="5121178"/>
              <a:ext cx="655638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00" name="Text Box 71">
              <a:extLst>
                <a:ext uri="{FF2B5EF4-FFF2-40B4-BE49-F238E27FC236}">
                  <a16:creationId xmlns:a16="http://schemas.microsoft.com/office/drawing/2014/main" id="{58E61855-746E-4746-A056-1E98C40118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93789" y="4530628"/>
              <a:ext cx="4508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01" name="Line 73">
              <a:extLst>
                <a:ext uri="{FF2B5EF4-FFF2-40B4-BE49-F238E27FC236}">
                  <a16:creationId xmlns:a16="http://schemas.microsoft.com/office/drawing/2014/main" id="{D28C8B29-0F25-4A99-B9D9-3C04EDC32E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19214" y="4429028"/>
              <a:ext cx="0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2" name="Text Box 76">
              <a:extLst>
                <a:ext uri="{FF2B5EF4-FFF2-40B4-BE49-F238E27FC236}">
                  <a16:creationId xmlns:a16="http://schemas.microsoft.com/office/drawing/2014/main" id="{54B0D4E1-47F8-4EF4-8543-26768A6E1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4539" y="5038628"/>
              <a:ext cx="523875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03" name="Line 78">
              <a:extLst>
                <a:ext uri="{FF2B5EF4-FFF2-40B4-BE49-F238E27FC236}">
                  <a16:creationId xmlns:a16="http://schemas.microsoft.com/office/drawing/2014/main" id="{A18F2460-8422-49EB-ABFD-57F70273F2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98489" y="5151340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4" name="Line 79">
              <a:extLst>
                <a:ext uri="{FF2B5EF4-FFF2-40B4-BE49-F238E27FC236}">
                  <a16:creationId xmlns:a16="http://schemas.microsoft.com/office/drawing/2014/main" id="{6D69874C-30C8-46BC-9475-76AB2F1F30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98489" y="5079903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5" name="Text Box 80">
              <a:extLst>
                <a:ext uri="{FF2B5EF4-FFF2-40B4-BE49-F238E27FC236}">
                  <a16:creationId xmlns:a16="http://schemas.microsoft.com/office/drawing/2014/main" id="{6B4DA277-EF4F-4588-A6FF-6502A0D8D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36576" y="5097365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6" name="Forma libre 105">
              <a:extLst>
                <a:ext uri="{FF2B5EF4-FFF2-40B4-BE49-F238E27FC236}">
                  <a16:creationId xmlns:a16="http://schemas.microsoft.com/office/drawing/2014/main" id="{EED426B8-AEB7-47B3-A4F1-DFA633A853BC}"/>
                </a:ext>
              </a:extLst>
            </p:cNvPr>
            <p:cNvSpPr/>
            <p:nvPr/>
          </p:nvSpPr>
          <p:spPr>
            <a:xfrm>
              <a:off x="9520789" y="5454553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CED5DED-7356-4CD4-A171-95A519CA40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elementos hardware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51202" name="Rectangle 3">
            <a:extLst>
              <a:ext uri="{FF2B5EF4-FFF2-40B4-BE49-F238E27FC236}">
                <a16:creationId xmlns:a16="http://schemas.microsoft.com/office/drawing/2014/main" id="{AD58C968-A331-4352-B8CF-C4583C21D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504950"/>
            <a:ext cx="8229600" cy="529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ALU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</a:rPr>
              <a:t>Unidad aritmético-lógica de dos entradas de 32 bits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</a:rPr>
              <a:t>Salida de estado Z (resultado 0)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</a:rPr>
              <a:t>8 operaciones:</a:t>
            </a:r>
          </a:p>
        </p:txBody>
      </p:sp>
      <p:graphicFrame>
        <p:nvGraphicFramePr>
          <p:cNvPr id="6" name="Marcador de contenido 5">
            <a:extLst>
              <a:ext uri="{FF2B5EF4-FFF2-40B4-BE49-F238E27FC236}">
                <a16:creationId xmlns:a16="http://schemas.microsoft.com/office/drawing/2014/main" id="{0A35C97C-A2BF-4311-8AEA-311693800378}"/>
              </a:ext>
            </a:extLst>
          </p:cNvPr>
          <p:cNvGraphicFramePr>
            <a:graphicFrameLocks/>
          </p:cNvGraphicFramePr>
          <p:nvPr/>
        </p:nvGraphicFramePr>
        <p:xfrm>
          <a:off x="2027238" y="3732213"/>
          <a:ext cx="4114800" cy="24384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87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77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58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26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OP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Nemo</a:t>
                      </a:r>
                      <a:r>
                        <a:rPr kumimoji="0" lang="es-E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.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Operación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000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ADD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ALU = A+B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001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SUB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ALU = A-B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010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AND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ALU = A AND B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011</a:t>
                      </a:r>
                    </a:p>
                  </a:txBody>
                  <a:tcPr marL="0" marR="0" marT="0" marB="0" anchor="ctr" horzOverflow="overflow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OR</a:t>
                      </a:r>
                    </a:p>
                  </a:txBody>
                  <a:tcPr marL="0" marR="0" marT="0" marB="0" anchor="ctr" horzOverflow="overflow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ALU = A OR B</a:t>
                      </a:r>
                    </a:p>
                  </a:txBody>
                  <a:tcPr marL="0" marR="0" marT="0" marB="0" anchor="ctr" horzOverflow="overflow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100</a:t>
                      </a:r>
                    </a:p>
                  </a:txBody>
                  <a:tcPr marL="0" marR="0" marT="0" marB="0" anchor="ctr" horzOverflow="overflow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SLT</a:t>
                      </a:r>
                    </a:p>
                  </a:txBody>
                  <a:tcPr marL="0" marR="0" marT="0" marB="0" anchor="ctr" horzOverflow="overflow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IF (A &lt; B) </a:t>
                      </a:r>
                      <a:r>
                        <a:rPr kumimoji="0" lang="es-E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then</a:t>
                      </a: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 ALU = 1         </a:t>
                      </a:r>
                      <a:r>
                        <a:rPr kumimoji="0" lang="es-E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else</a:t>
                      </a: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 ALU = 0 </a:t>
                      </a:r>
                    </a:p>
                  </a:txBody>
                  <a:tcPr marL="0" marR="0" marT="0" marB="0" anchor="ctr" horzOverflow="overflow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101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SRL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ALU = 0,A[31:1]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26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110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SLL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ALU = A[30:0],0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26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111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SRA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ALU = A[31],A[31:1]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51234" name="Grupo 44">
            <a:extLst>
              <a:ext uri="{FF2B5EF4-FFF2-40B4-BE49-F238E27FC236}">
                <a16:creationId xmlns:a16="http://schemas.microsoft.com/office/drawing/2014/main" id="{CC97B698-F570-4373-9CEC-6133DE694B44}"/>
              </a:ext>
            </a:extLst>
          </p:cNvPr>
          <p:cNvGrpSpPr>
            <a:grpSpLocks/>
          </p:cNvGrpSpPr>
          <p:nvPr/>
        </p:nvGrpSpPr>
        <p:grpSpPr bwMode="auto">
          <a:xfrm>
            <a:off x="8081963" y="3960813"/>
            <a:ext cx="874712" cy="1068387"/>
            <a:chOff x="8081800" y="3961299"/>
            <a:chExt cx="874713" cy="1067968"/>
          </a:xfrm>
        </p:grpSpPr>
        <p:sp>
          <p:nvSpPr>
            <p:cNvPr id="13" name="Freeform 44">
              <a:extLst>
                <a:ext uri="{FF2B5EF4-FFF2-40B4-BE49-F238E27FC236}">
                  <a16:creationId xmlns:a16="http://schemas.microsoft.com/office/drawing/2014/main" id="{4212A7EB-6213-48AB-A095-0D1DB9EC2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025" y="4148551"/>
              <a:ext cx="360362" cy="863261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1120AE85-5F05-444B-9EDE-676BFB6AA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801" y="4724587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Line 47">
              <a:extLst>
                <a:ext uri="{FF2B5EF4-FFF2-40B4-BE49-F238E27FC236}">
                  <a16:creationId xmlns:a16="http://schemas.microsoft.com/office/drawing/2014/main" id="{E0DCCAD9-4501-4EC6-964E-C612DCE0AB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801" y="4653178"/>
              <a:ext cx="73025" cy="14440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Text Box 48">
              <a:extLst>
                <a:ext uri="{FF2B5EF4-FFF2-40B4-BE49-F238E27FC236}">
                  <a16:creationId xmlns:a16="http://schemas.microsoft.com/office/drawing/2014/main" id="{17C900CF-798B-4869-BF3C-3D4884BF4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8063" y="4669046"/>
              <a:ext cx="298450" cy="2142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" name="Text Box 49">
              <a:extLst>
                <a:ext uri="{FF2B5EF4-FFF2-40B4-BE49-F238E27FC236}">
                  <a16:creationId xmlns:a16="http://schemas.microsoft.com/office/drawing/2014/main" id="{3AC0B089-80DF-4B44-BBD4-609B7003B6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05650" y="4581768"/>
              <a:ext cx="349250" cy="2158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39" name="Line 51">
              <a:extLst>
                <a:ext uri="{FF2B5EF4-FFF2-40B4-BE49-F238E27FC236}">
                  <a16:creationId xmlns:a16="http://schemas.microsoft.com/office/drawing/2014/main" id="{45024DD1-8ADC-4D3B-AF30-F246023C8D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0537" y="4870579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52">
              <a:extLst>
                <a:ext uri="{FF2B5EF4-FFF2-40B4-BE49-F238E27FC236}">
                  <a16:creationId xmlns:a16="http://schemas.microsoft.com/office/drawing/2014/main" id="{00BC6540-B1C9-46B3-973D-6407451F0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0537" y="4799170"/>
              <a:ext cx="73025" cy="14440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53">
              <a:extLst>
                <a:ext uri="{FF2B5EF4-FFF2-40B4-BE49-F238E27FC236}">
                  <a16:creationId xmlns:a16="http://schemas.microsoft.com/office/drawing/2014/main" id="{C1C70C9F-39D1-40E1-9506-D32362A815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81800" y="4815039"/>
              <a:ext cx="298450" cy="2142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6" name="Line 55">
              <a:extLst>
                <a:ext uri="{FF2B5EF4-FFF2-40B4-BE49-F238E27FC236}">
                  <a16:creationId xmlns:a16="http://schemas.microsoft.com/office/drawing/2014/main" id="{C51C5669-BE22-4166-ABAF-92676DB75C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0537" y="4367540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56">
              <a:extLst>
                <a:ext uri="{FF2B5EF4-FFF2-40B4-BE49-F238E27FC236}">
                  <a16:creationId xmlns:a16="http://schemas.microsoft.com/office/drawing/2014/main" id="{66E9DCB5-2900-4533-8590-203BB71187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0537" y="4296130"/>
              <a:ext cx="73025" cy="14440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57">
              <a:extLst>
                <a:ext uri="{FF2B5EF4-FFF2-40B4-BE49-F238E27FC236}">
                  <a16:creationId xmlns:a16="http://schemas.microsoft.com/office/drawing/2014/main" id="{92E29E39-4BAB-4CFF-B868-FC541F7C7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81800" y="4311998"/>
              <a:ext cx="298450" cy="2142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3" name="Line 59">
              <a:extLst>
                <a:ext uri="{FF2B5EF4-FFF2-40B4-BE49-F238E27FC236}">
                  <a16:creationId xmlns:a16="http://schemas.microsoft.com/office/drawing/2014/main" id="{09BE4D10-A8C3-4CD3-AE5A-BE716F23C6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801" y="4437362"/>
              <a:ext cx="215900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" name="Line 60">
              <a:extLst>
                <a:ext uri="{FF2B5EF4-FFF2-40B4-BE49-F238E27FC236}">
                  <a16:creationId xmlns:a16="http://schemas.microsoft.com/office/drawing/2014/main" id="{04D5D5E8-5CE5-4B96-8137-66E15552C4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801" y="4365952"/>
              <a:ext cx="73025" cy="14440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" name="Text Box 61">
              <a:extLst>
                <a:ext uri="{FF2B5EF4-FFF2-40B4-BE49-F238E27FC236}">
                  <a16:creationId xmlns:a16="http://schemas.microsoft.com/office/drawing/2014/main" id="{BE995E30-1BB7-4B71-BA0E-AAD2555497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8063" y="4394516"/>
              <a:ext cx="241300" cy="2142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3" name="Text Box 62">
              <a:extLst>
                <a:ext uri="{FF2B5EF4-FFF2-40B4-BE49-F238E27FC236}">
                  <a16:creationId xmlns:a16="http://schemas.microsoft.com/office/drawing/2014/main" id="{208EDC3D-A0CB-4E99-A696-2F8F79E9C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23126" y="4326281"/>
              <a:ext cx="236537" cy="2158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5" name="Text Box 63">
              <a:extLst>
                <a:ext uri="{FF2B5EF4-FFF2-40B4-BE49-F238E27FC236}">
                  <a16:creationId xmlns:a16="http://schemas.microsoft.com/office/drawing/2014/main" id="{106B01BE-502D-4E03-981A-87B5088E7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5000" y="4292956"/>
              <a:ext cx="252412" cy="2142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7" name="Text Box 64">
              <a:extLst>
                <a:ext uri="{FF2B5EF4-FFF2-40B4-BE49-F238E27FC236}">
                  <a16:creationId xmlns:a16="http://schemas.microsoft.com/office/drawing/2014/main" id="{984723C7-1CC6-45D1-9066-65CDF62AE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5000" y="4726174"/>
              <a:ext cx="236537" cy="2158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" name="Line 70">
              <a:extLst>
                <a:ext uri="{FF2B5EF4-FFF2-40B4-BE49-F238E27FC236}">
                  <a16:creationId xmlns:a16="http://schemas.microsoft.com/office/drawing/2014/main" id="{12BAC798-4BE9-4672-AB93-96ACB586F49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451730" y="4132682"/>
              <a:ext cx="215815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71">
              <a:extLst>
                <a:ext uri="{FF2B5EF4-FFF2-40B4-BE49-F238E27FC236}">
                  <a16:creationId xmlns:a16="http://schemas.microsoft.com/office/drawing/2014/main" id="{5480FC23-EDC3-4BC1-BD1E-892E838A61C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538221" y="4030300"/>
              <a:ext cx="72996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Text Box 72">
              <a:extLst>
                <a:ext uri="{FF2B5EF4-FFF2-40B4-BE49-F238E27FC236}">
                  <a16:creationId xmlns:a16="http://schemas.microsoft.com/office/drawing/2014/main" id="{66647097-895B-4759-B466-2C0AF9C011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00900" y="3961299"/>
              <a:ext cx="241300" cy="2142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29" name="Text Box 144">
              <a:extLst>
                <a:ext uri="{FF2B5EF4-FFF2-40B4-BE49-F238E27FC236}">
                  <a16:creationId xmlns:a16="http://schemas.microsoft.com/office/drawing/2014/main" id="{FE806AB0-7BF7-4260-9DB3-6888445CF5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5012" y="4235828"/>
              <a:ext cx="314325" cy="2158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42D8729E-ABCA-4BCB-80BE-87D5DD4403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BCB9BC7-2B43-4817-A2C5-DBFFA52C932F}" type="slidenum">
              <a:rPr lang="es-ES" altLang="es-ES">
                <a:solidFill>
                  <a:srgbClr val="171717"/>
                </a:solidFill>
              </a:rPr>
              <a:pPr/>
              <a:t>26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DE01556-5398-4C73-91F0-74C01A7D1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53250" name="Rectangle 3">
            <a:extLst>
              <a:ext uri="{FF2B5EF4-FFF2-40B4-BE49-F238E27FC236}">
                <a16:creationId xmlns:a16="http://schemas.microsoft.com/office/drawing/2014/main" id="{09DF693A-B28C-47AD-9080-A00F2DDF8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Búsqueda secuencial de las instrucciones</a:t>
            </a:r>
          </a:p>
          <a:p>
            <a:pPr lvl="1" defTabSz="914400" eaLnBrk="1" hangingPunct="1"/>
            <a:r>
              <a:rPr lang="es-ES" altLang="es-ES" sz="2400">
                <a:solidFill>
                  <a:schemeClr val="accent2"/>
                </a:solidFill>
              </a:rPr>
              <a:t>PC</a:t>
            </a:r>
            <a:r>
              <a:rPr lang="es-ES" altLang="es-ES" sz="2400">
                <a:solidFill>
                  <a:srgbClr val="171717"/>
                </a:solidFill>
              </a:rPr>
              <a:t> contiene la dirección de memoria de la instrucción actual</a:t>
            </a:r>
          </a:p>
        </p:txBody>
      </p:sp>
      <p:grpSp>
        <p:nvGrpSpPr>
          <p:cNvPr id="53251" name="Grupo 2">
            <a:extLst>
              <a:ext uri="{FF2B5EF4-FFF2-40B4-BE49-F238E27FC236}">
                <a16:creationId xmlns:a16="http://schemas.microsoft.com/office/drawing/2014/main" id="{5AE49EB6-55F1-482A-AFE7-48ADF063A274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00E8784A-A0EF-4184-97B7-C4465D017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98F202F2-5E22-4E1D-B1F5-6A8111D030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42D2B0E5-ADE4-4824-ABD0-9D6CD7DA10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1B0D77FB-DE2C-4F3E-A97E-B3DBFCCA5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C6AF1750-1055-400E-81A6-EA58C6954A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5DA9DE07-CFBB-403E-80E1-CE276FBAAF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925E98C4-7AFB-4CE2-A65C-C0F4BD3C60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C055B424-C908-4C69-A85B-F8D72CE6A4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C58554C2-555C-4852-9467-37ABFF39C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2719A0C8-4F1D-4AF8-9F8E-9124DC4D1A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53252" name="Grupo 49">
            <a:extLst>
              <a:ext uri="{FF2B5EF4-FFF2-40B4-BE49-F238E27FC236}">
                <a16:creationId xmlns:a16="http://schemas.microsoft.com/office/drawing/2014/main" id="{478D7EDD-5818-4044-81BD-6626BC1E715C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B4A53436-705A-4329-B8DB-21C19F7D0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C2DE0508-5411-406D-A3AE-8483F030B0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76639C57-012F-42A2-8C07-3646E4136D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B672A6F0-0831-4E6C-A24C-3F65E82C58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53D70135-3C50-435B-8EB4-D9C79E806F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9358FB4F-E5E5-4A83-85A5-332264ABBF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CA0CA53D-97F4-41C1-B1BE-9DCCDC671C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7C15B4EE-9D2D-4E8E-A8D8-7CAE813C0D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B7864D06-1253-41B0-8AD2-4B66F52E5E65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74" name="Forma libre 273">
            <a:extLst>
              <a:ext uri="{FF2B5EF4-FFF2-40B4-BE49-F238E27FC236}">
                <a16:creationId xmlns:a16="http://schemas.microsoft.com/office/drawing/2014/main" id="{584201E3-32C0-44D7-B2AA-2F0EA1944D6C}"/>
              </a:ext>
            </a:extLst>
          </p:cNvPr>
          <p:cNvSpPr/>
          <p:nvPr/>
        </p:nvSpPr>
        <p:spPr>
          <a:xfrm>
            <a:off x="1866900" y="3638550"/>
            <a:ext cx="509588" cy="871538"/>
          </a:xfrm>
          <a:custGeom>
            <a:avLst/>
            <a:gdLst>
              <a:gd name="connsiteX0" fmla="*/ 24138 w 509330"/>
              <a:gd name="connsiteY0" fmla="*/ 0 h 870857"/>
              <a:gd name="connsiteX1" fmla="*/ 55240 w 509330"/>
              <a:gd name="connsiteY1" fmla="*/ 429208 h 870857"/>
              <a:gd name="connsiteX2" fmla="*/ 509330 w 509330"/>
              <a:gd name="connsiteY2" fmla="*/ 870857 h 870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9330" h="870857">
                <a:moveTo>
                  <a:pt x="24138" y="0"/>
                </a:moveTo>
                <a:cubicBezTo>
                  <a:pt x="-744" y="142032"/>
                  <a:pt x="-25625" y="284065"/>
                  <a:pt x="55240" y="429208"/>
                </a:cubicBezTo>
                <a:cubicBezTo>
                  <a:pt x="136105" y="574351"/>
                  <a:pt x="322717" y="722604"/>
                  <a:pt x="509330" y="870857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5" name="Text Box 50">
            <a:extLst>
              <a:ext uri="{FF2B5EF4-FFF2-40B4-BE49-F238E27FC236}">
                <a16:creationId xmlns:a16="http://schemas.microsoft.com/office/drawing/2014/main" id="{A02E086B-2FB8-44A9-85E9-438EC31C3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0488" y="3241675"/>
            <a:ext cx="1362075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Dirección de memoria 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de la instrucción actual</a:t>
            </a:r>
          </a:p>
        </p:txBody>
      </p:sp>
      <p:sp>
        <p:nvSpPr>
          <p:cNvPr id="17" name="Marcador de número de diapositiva 16">
            <a:extLst>
              <a:ext uri="{FF2B5EF4-FFF2-40B4-BE49-F238E27FC236}">
                <a16:creationId xmlns:a16="http://schemas.microsoft.com/office/drawing/2014/main" id="{5FDD90E4-AD26-41C5-9FB9-4F6809C292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06BC58C-CC03-45B3-B282-3E0667DC8810}" type="slidenum">
              <a:rPr lang="es-ES" altLang="es-ES">
                <a:solidFill>
                  <a:srgbClr val="171717"/>
                </a:solidFill>
              </a:rPr>
              <a:pPr/>
              <a:t>27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Forma libre 232">
            <a:extLst>
              <a:ext uri="{FF2B5EF4-FFF2-40B4-BE49-F238E27FC236}">
                <a16:creationId xmlns:a16="http://schemas.microsoft.com/office/drawing/2014/main" id="{6639544F-0F3A-4736-A352-4D491D04460F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29394E26-6679-4335-BCFC-AD96E52EB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55299" name="Rectangle 3">
            <a:extLst>
              <a:ext uri="{FF2B5EF4-FFF2-40B4-BE49-F238E27FC236}">
                <a16:creationId xmlns:a16="http://schemas.microsoft.com/office/drawing/2014/main" id="{1C2BD20E-B9A9-4C8E-BB68-C637D99BC2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Búsqueda secuencial de las instrucciones</a:t>
            </a:r>
          </a:p>
          <a:p>
            <a:pPr lvl="1" defTabSz="914400" eaLnBrk="1" hangingPunct="1"/>
            <a:r>
              <a:rPr lang="es-ES" altLang="es-ES" sz="2400">
                <a:solidFill>
                  <a:schemeClr val="accent2"/>
                </a:solidFill>
              </a:rPr>
              <a:t>PC</a:t>
            </a:r>
            <a:r>
              <a:rPr lang="es-ES" altLang="es-ES" sz="2400">
                <a:solidFill>
                  <a:srgbClr val="171717"/>
                </a:solidFill>
              </a:rPr>
              <a:t> contiene la dirección de memoria de la instrucción actual</a:t>
            </a:r>
          </a:p>
        </p:txBody>
      </p:sp>
      <p:grpSp>
        <p:nvGrpSpPr>
          <p:cNvPr id="55300" name="Grupo 2">
            <a:extLst>
              <a:ext uri="{FF2B5EF4-FFF2-40B4-BE49-F238E27FC236}">
                <a16:creationId xmlns:a16="http://schemas.microsoft.com/office/drawing/2014/main" id="{A3E5267A-53B0-471A-8E1F-05EA79FEB329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D8DD6FA6-A26A-4B88-9D76-C4A5A7812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A2547FED-061D-4303-A8BC-183C7C6CA4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0A9FB760-0121-4A9D-B511-70E4EB603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C292FF27-BE8F-45EF-BE3F-12B8474DFA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8F1C5D60-F9C2-48AC-8804-794399F802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99005C94-EBFB-483E-BCB2-E75C4CE9C2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2A5555F3-248F-4FD5-AB5F-9496E457B1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A31777AA-19C0-4EAC-A9CC-D215BB33E6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C7387525-516C-4A21-91CA-F75AB6EC59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2B0A6CF7-F714-4658-BB06-EDCE6A8D89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55301" name="Grupo 49">
            <a:extLst>
              <a:ext uri="{FF2B5EF4-FFF2-40B4-BE49-F238E27FC236}">
                <a16:creationId xmlns:a16="http://schemas.microsoft.com/office/drawing/2014/main" id="{8F1C0977-67E4-400C-93F7-68D0FFE6BBD1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CFE6A4A8-1E67-4BD6-8360-92E657E047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5730612A-CA6F-4716-869D-01E63063D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E029E8D2-2743-4DC2-BEF8-8394FB819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85E90B8A-254A-4860-ABBB-9F412525F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7C966CDE-04F3-4882-96A9-1E3880E338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7245BF95-EDFB-4303-9B92-6345E4CCFE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81690240-FB79-4B1A-8396-F027DBB1C4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4B6772D6-A0E0-4232-8E2E-F337750D2A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6727998F-1997-43D0-914B-28F84BF1D410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8766BE9D-1DCF-470E-B04A-87D2D33F1DB1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Box 50">
            <a:extLst>
              <a:ext uri="{FF2B5EF4-FFF2-40B4-BE49-F238E27FC236}">
                <a16:creationId xmlns:a16="http://schemas.microsoft.com/office/drawing/2014/main" id="{F5BEAB1C-279F-4298-82D4-B304EB99D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0488" y="3241675"/>
            <a:ext cx="1362075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Dirección de memoria 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de la instrucción actual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1CC7F0F6-F429-4AD0-9CA7-1D223F5E03F1}"/>
              </a:ext>
            </a:extLst>
          </p:cNvPr>
          <p:cNvSpPr/>
          <p:nvPr/>
        </p:nvSpPr>
        <p:spPr>
          <a:xfrm>
            <a:off x="1866900" y="3638550"/>
            <a:ext cx="509588" cy="871538"/>
          </a:xfrm>
          <a:custGeom>
            <a:avLst/>
            <a:gdLst>
              <a:gd name="connsiteX0" fmla="*/ 24138 w 509330"/>
              <a:gd name="connsiteY0" fmla="*/ 0 h 870857"/>
              <a:gd name="connsiteX1" fmla="*/ 55240 w 509330"/>
              <a:gd name="connsiteY1" fmla="*/ 429208 h 870857"/>
              <a:gd name="connsiteX2" fmla="*/ 509330 w 509330"/>
              <a:gd name="connsiteY2" fmla="*/ 870857 h 870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9330" h="870857">
                <a:moveTo>
                  <a:pt x="24138" y="0"/>
                </a:moveTo>
                <a:cubicBezTo>
                  <a:pt x="-744" y="142032"/>
                  <a:pt x="-25625" y="284065"/>
                  <a:pt x="55240" y="429208"/>
                </a:cubicBezTo>
                <a:cubicBezTo>
                  <a:pt x="136105" y="574351"/>
                  <a:pt x="322717" y="722604"/>
                  <a:pt x="509330" y="870857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" name="Text Box 50">
            <a:extLst>
              <a:ext uri="{FF2B5EF4-FFF2-40B4-BE49-F238E27FC236}">
                <a16:creationId xmlns:a16="http://schemas.microsoft.com/office/drawing/2014/main" id="{7B2E5E79-4B92-4CA1-933A-B9C8CBD103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0775" y="3211513"/>
            <a:ext cx="1393825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Codificación binaria de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la instrucción actual</a:t>
            </a:r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988DF994-903A-4A87-85ED-5E2754C56B48}"/>
              </a:ext>
            </a:extLst>
          </p:cNvPr>
          <p:cNvSpPr/>
          <p:nvPr/>
        </p:nvSpPr>
        <p:spPr>
          <a:xfrm>
            <a:off x="4024313" y="3582988"/>
            <a:ext cx="311150" cy="989012"/>
          </a:xfrm>
          <a:custGeom>
            <a:avLst/>
            <a:gdLst>
              <a:gd name="connsiteX0" fmla="*/ 0 w 311020"/>
              <a:gd name="connsiteY0" fmla="*/ 0 h 989045"/>
              <a:gd name="connsiteX1" fmla="*/ 62204 w 311020"/>
              <a:gd name="connsiteY1" fmla="*/ 311021 h 989045"/>
              <a:gd name="connsiteX2" fmla="*/ 311020 w 311020"/>
              <a:gd name="connsiteY2" fmla="*/ 989045 h 989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1020" h="989045">
                <a:moveTo>
                  <a:pt x="0" y="0"/>
                </a:moveTo>
                <a:cubicBezTo>
                  <a:pt x="5183" y="73090"/>
                  <a:pt x="10367" y="146180"/>
                  <a:pt x="62204" y="311021"/>
                </a:cubicBezTo>
                <a:cubicBezTo>
                  <a:pt x="114041" y="475862"/>
                  <a:pt x="212530" y="732453"/>
                  <a:pt x="311020" y="989045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Marcador de número de diapositiva 20">
            <a:extLst>
              <a:ext uri="{FF2B5EF4-FFF2-40B4-BE49-F238E27FC236}">
                <a16:creationId xmlns:a16="http://schemas.microsoft.com/office/drawing/2014/main" id="{3270BD7B-5FF1-4C1E-9827-8F9CEE2D90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EC6636F-7AC6-4B8D-AC2B-DAC1EB60BDFA}" type="slidenum">
              <a:rPr lang="es-ES" altLang="es-ES">
                <a:solidFill>
                  <a:srgbClr val="171717"/>
                </a:solidFill>
              </a:rPr>
              <a:pPr/>
              <a:t>28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D504F74-2000-46BF-B30B-8E48B0CF7F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57346" name="Rectangle 3">
            <a:extLst>
              <a:ext uri="{FF2B5EF4-FFF2-40B4-BE49-F238E27FC236}">
                <a16:creationId xmlns:a16="http://schemas.microsoft.com/office/drawing/2014/main" id="{AC33C297-7306-441B-B01B-D72BA642C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Búsqueda secuencial de las instrucciones</a:t>
            </a:r>
          </a:p>
          <a:p>
            <a:pPr lvl="1" defTabSz="914400" eaLnBrk="1" hangingPunct="1"/>
            <a:r>
              <a:rPr lang="es-ES" altLang="es-ES" sz="2400">
                <a:solidFill>
                  <a:schemeClr val="accent2"/>
                </a:solidFill>
              </a:rPr>
              <a:t>PC</a:t>
            </a:r>
            <a:r>
              <a:rPr lang="es-ES" altLang="es-ES" sz="2400">
                <a:solidFill>
                  <a:srgbClr val="171717"/>
                </a:solidFill>
              </a:rPr>
              <a:t> contiene la dirección de memoria de la instrucción actual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</a:rPr>
              <a:t>PC debe </a:t>
            </a:r>
            <a:r>
              <a:rPr lang="es-ES" altLang="es-ES" sz="2400">
                <a:solidFill>
                  <a:schemeClr val="accent2"/>
                </a:solidFill>
              </a:rPr>
              <a:t>incrementarse</a:t>
            </a:r>
            <a:r>
              <a:rPr lang="es-ES" altLang="es-ES" sz="2400">
                <a:solidFill>
                  <a:srgbClr val="171717"/>
                </a:solidFill>
              </a:rPr>
              <a:t> al final del ciclo para apuntar a la siguiente instrucción</a:t>
            </a:r>
          </a:p>
        </p:txBody>
      </p:sp>
      <p:grpSp>
        <p:nvGrpSpPr>
          <p:cNvPr id="57347" name="Grupo 2">
            <a:extLst>
              <a:ext uri="{FF2B5EF4-FFF2-40B4-BE49-F238E27FC236}">
                <a16:creationId xmlns:a16="http://schemas.microsoft.com/office/drawing/2014/main" id="{A4911CBC-893C-4161-B514-F3B40DA74813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D4644433-100D-499B-9BC2-39FD0570F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DB863043-01A1-4DF1-9CC4-E1E7D02B6B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3EF1EAE9-B2D4-452F-8916-A3C523710E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AEFCB86F-3261-4E03-9163-3E834B4631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D443311E-131F-446C-99F3-C57C887677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638CE6AE-AEFD-49D5-88EC-E4E2F985A0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8C9C916A-B572-4E46-8A22-495C39FDE0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E8ACE0B9-6FFC-458C-B332-6154E7F0F9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2DB7D95F-F633-41D9-A5CD-A5524ECD52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B5FF322E-6749-4B17-A116-DFCC77E53A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57348" name="Grupo 49">
            <a:extLst>
              <a:ext uri="{FF2B5EF4-FFF2-40B4-BE49-F238E27FC236}">
                <a16:creationId xmlns:a16="http://schemas.microsoft.com/office/drawing/2014/main" id="{516B682F-329B-4A72-893B-3B4DE5486DA6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6FE40D6C-1E10-4977-B9D3-4AD0DAC7E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44B32D64-6412-4365-84AD-4F474EE31F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B40D27DA-D695-41A1-899A-DDA5970A04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CA6975D8-84BE-49EC-BFA8-F7422979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9D974A65-7C9D-4456-893F-05A61A13F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21E7C9CD-DE5D-4B8D-B5DF-25E1E25B29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EC0F3AED-2737-40A9-B76C-B91C92F388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B686EBA8-BDE1-4049-8901-03AB7F26E4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F4339379-BB94-41A0-8914-8344DDAEF7A4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DC56862C-55DE-4088-934D-04069756580E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AA012D9C-C0FE-4BCD-A27D-FFD27421631B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351" name="Grupo 5">
            <a:extLst>
              <a:ext uri="{FF2B5EF4-FFF2-40B4-BE49-F238E27FC236}">
                <a16:creationId xmlns:a16="http://schemas.microsoft.com/office/drawing/2014/main" id="{B19B82C9-0F0F-4EFB-B707-387E7F054D7C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" name="Freeform 44">
              <a:extLst>
                <a:ext uri="{FF2B5EF4-FFF2-40B4-BE49-F238E27FC236}">
                  <a16:creationId xmlns:a16="http://schemas.microsoft.com/office/drawing/2014/main" id="{DD86F9E6-9570-4E66-B29C-D21157271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" name="Line 46">
              <a:extLst>
                <a:ext uri="{FF2B5EF4-FFF2-40B4-BE49-F238E27FC236}">
                  <a16:creationId xmlns:a16="http://schemas.microsoft.com/office/drawing/2014/main" id="{149DFF3B-CD1C-4BEA-9D11-DA0F116DDD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" name="Line 47">
              <a:extLst>
                <a:ext uri="{FF2B5EF4-FFF2-40B4-BE49-F238E27FC236}">
                  <a16:creationId xmlns:a16="http://schemas.microsoft.com/office/drawing/2014/main" id="{4ED83CC8-CB46-47CB-8FBE-F38F8F3158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" name="Text Box 48">
              <a:extLst>
                <a:ext uri="{FF2B5EF4-FFF2-40B4-BE49-F238E27FC236}">
                  <a16:creationId xmlns:a16="http://schemas.microsoft.com/office/drawing/2014/main" id="{ABC9AA5E-6CF1-4591-9B04-0AFDF6B454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49">
              <a:extLst>
                <a:ext uri="{FF2B5EF4-FFF2-40B4-BE49-F238E27FC236}">
                  <a16:creationId xmlns:a16="http://schemas.microsoft.com/office/drawing/2014/main" id="{E6FA37C8-9650-40CE-AA97-027B9049DD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51">
              <a:extLst>
                <a:ext uri="{FF2B5EF4-FFF2-40B4-BE49-F238E27FC236}">
                  <a16:creationId xmlns:a16="http://schemas.microsoft.com/office/drawing/2014/main" id="{8636B426-77EC-4C3E-8953-9E335D8BAF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52">
              <a:extLst>
                <a:ext uri="{FF2B5EF4-FFF2-40B4-BE49-F238E27FC236}">
                  <a16:creationId xmlns:a16="http://schemas.microsoft.com/office/drawing/2014/main" id="{6538BDC7-9B39-499E-A07E-174371476E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53">
              <a:extLst>
                <a:ext uri="{FF2B5EF4-FFF2-40B4-BE49-F238E27FC236}">
                  <a16:creationId xmlns:a16="http://schemas.microsoft.com/office/drawing/2014/main" id="{7D7B7D91-CA84-4BED-96B6-3E657E949B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" name="Line 55">
              <a:extLst>
                <a:ext uri="{FF2B5EF4-FFF2-40B4-BE49-F238E27FC236}">
                  <a16:creationId xmlns:a16="http://schemas.microsoft.com/office/drawing/2014/main" id="{F09084F3-E656-4C42-9802-9FAC58F8F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56">
              <a:extLst>
                <a:ext uri="{FF2B5EF4-FFF2-40B4-BE49-F238E27FC236}">
                  <a16:creationId xmlns:a16="http://schemas.microsoft.com/office/drawing/2014/main" id="{44B5CAE6-C81F-492F-BFDD-5EE0CC95E5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Text Box 57">
              <a:extLst>
                <a:ext uri="{FF2B5EF4-FFF2-40B4-BE49-F238E27FC236}">
                  <a16:creationId xmlns:a16="http://schemas.microsoft.com/office/drawing/2014/main" id="{C0632E9F-EE73-49ED-B471-116C52DEB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</p:grpSp>
      <p:sp>
        <p:nvSpPr>
          <p:cNvPr id="29" name="Marcador de número de diapositiva 28">
            <a:extLst>
              <a:ext uri="{FF2B5EF4-FFF2-40B4-BE49-F238E27FC236}">
                <a16:creationId xmlns:a16="http://schemas.microsoft.com/office/drawing/2014/main" id="{692896F3-B923-4423-BFE0-4879830556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B1056F6-FAD6-4D31-910C-7C811EFAFCA3}" type="slidenum">
              <a:rPr lang="es-ES" altLang="es-ES">
                <a:solidFill>
                  <a:srgbClr val="171717"/>
                </a:solidFill>
              </a:rPr>
              <a:pPr/>
              <a:t>29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a libre 233">
            <a:extLst>
              <a:ext uri="{FF2B5EF4-FFF2-40B4-BE49-F238E27FC236}">
                <a16:creationId xmlns:a16="http://schemas.microsoft.com/office/drawing/2014/main" id="{92464719-8B0A-4BBD-9308-EE496F3C3194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1F762718-BBF3-45C8-A0C6-A536BA4C6B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59395" name="Rectangle 3">
            <a:extLst>
              <a:ext uri="{FF2B5EF4-FFF2-40B4-BE49-F238E27FC236}">
                <a16:creationId xmlns:a16="http://schemas.microsoft.com/office/drawing/2014/main" id="{9F8C4106-C29F-40FD-863A-F3E9A619FF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Búsqueda secuencial de las instrucciones</a:t>
            </a:r>
          </a:p>
          <a:p>
            <a:pPr lvl="1" defTabSz="914400" eaLnBrk="1" hangingPunct="1"/>
            <a:r>
              <a:rPr lang="es-ES" altLang="es-ES" sz="2400">
                <a:solidFill>
                  <a:schemeClr val="accent2"/>
                </a:solidFill>
              </a:rPr>
              <a:t>PC</a:t>
            </a:r>
            <a:r>
              <a:rPr lang="es-ES" altLang="es-ES" sz="2400">
                <a:solidFill>
                  <a:srgbClr val="171717"/>
                </a:solidFill>
              </a:rPr>
              <a:t> contiene la dirección de memoria de la instrucción actual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</a:rPr>
              <a:t>PC debe </a:t>
            </a:r>
            <a:r>
              <a:rPr lang="es-ES" altLang="es-ES" sz="2400">
                <a:solidFill>
                  <a:schemeClr val="accent2"/>
                </a:solidFill>
              </a:rPr>
              <a:t>incrementarse</a:t>
            </a:r>
            <a:r>
              <a:rPr lang="es-ES" altLang="es-ES" sz="2400">
                <a:solidFill>
                  <a:srgbClr val="171717"/>
                </a:solidFill>
              </a:rPr>
              <a:t> al final del ciclo para apuntar a la siguiente instrucción</a:t>
            </a:r>
          </a:p>
        </p:txBody>
      </p:sp>
      <p:grpSp>
        <p:nvGrpSpPr>
          <p:cNvPr id="59396" name="Grupo 2">
            <a:extLst>
              <a:ext uri="{FF2B5EF4-FFF2-40B4-BE49-F238E27FC236}">
                <a16:creationId xmlns:a16="http://schemas.microsoft.com/office/drawing/2014/main" id="{070F6B19-13C7-4784-934F-DCEF04B9B7B3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7EDFEBBB-B100-4651-8A4C-C3A47D5E4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2752A762-C3DA-4763-B5D7-7E9881DA5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C872DB8F-CEAF-4A90-8353-338BF504A7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C6C848F4-7C67-42D5-BA39-EFCEB124A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077428C4-A930-42E0-B0DB-9DDE6A55E0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1A57806F-3662-43A9-B62B-777782247F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F5169A2A-558B-40EF-AA58-A83D3C3023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46DDC433-5778-4BD9-94BF-3EFDE13561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387AB78B-230A-4133-821C-A51F46220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6433BCA0-B877-4420-8595-C2BFDDB22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59397" name="Grupo 49">
            <a:extLst>
              <a:ext uri="{FF2B5EF4-FFF2-40B4-BE49-F238E27FC236}">
                <a16:creationId xmlns:a16="http://schemas.microsoft.com/office/drawing/2014/main" id="{C9403047-6B45-4AEF-8F14-C42D1B91301D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A3D74C44-E670-4571-A375-CE8D4BFD09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C0108C8A-7C72-4743-9AFC-1ACECCE7F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03C874AF-6BB9-4375-B1CD-3FF0759567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383E2F92-786A-493A-B083-17C39A764B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B621FEAE-3E2D-4EEE-A992-FC1DD74ECB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6510703C-7E8F-4D87-9954-6E3FC6D423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F7A9E223-6AE8-4A13-A340-D1F061E00E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78264A37-8A20-4DC6-91BF-3D2FD2C37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CFBAEE6C-C787-47ED-80E7-7F4D14D3D35D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59398" name="Grupo 129">
            <a:extLst>
              <a:ext uri="{FF2B5EF4-FFF2-40B4-BE49-F238E27FC236}">
                <a16:creationId xmlns:a16="http://schemas.microsoft.com/office/drawing/2014/main" id="{A8BE2B8B-AFB2-481D-B11C-4E189D60BFC3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ADE28617-A9FB-497E-9975-85F29FAD3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716E2039-348A-4C0A-9FC9-E7A8B9466E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48ED3E2A-F00B-4015-BC81-EC17F7453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6CE4FFB7-DAF4-4091-8B0D-CBAF6A95C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BEAEFC61-D9B9-4176-B344-8999417450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40E66178-244D-44D3-B561-1681556261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F5A25E4E-A2C1-481D-838C-752ADD5BFF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D846B6B5-AD9B-4442-8E5A-92BC973C64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642C182B-C58F-4C43-9732-7FC266B995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F8BF1868-7148-4E2B-832B-71954F3A82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7B451ECD-E1A8-4637-B340-6C5E738CE6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1614ACE2-811A-4E9F-896D-2F6D0519CFA2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9400" name="Text Box 46">
            <a:extLst>
              <a:ext uri="{FF2B5EF4-FFF2-40B4-BE49-F238E27FC236}">
                <a16:creationId xmlns:a16="http://schemas.microsoft.com/office/drawing/2014/main" id="{9872FE50-3923-4F97-80E3-A32720EFE2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278CBDC2-72F1-4FD7-A076-59B7EA36AC91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73E764D4-E971-4D25-BD42-158998D55B5E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Text Box 50">
            <a:extLst>
              <a:ext uri="{FF2B5EF4-FFF2-40B4-BE49-F238E27FC236}">
                <a16:creationId xmlns:a16="http://schemas.microsoft.com/office/drawing/2014/main" id="{1B0BE79E-3476-49CA-A73C-B7D6EAA271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3988" y="2940050"/>
            <a:ext cx="1390650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Instrucciones de 32 bits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</a:t>
            </a:r>
            <a:r>
              <a:rPr lang="es-ES" sz="1050" i="1" dirty="0">
                <a:solidFill>
                  <a:srgbClr val="C00000"/>
                </a:solidFill>
                <a:latin typeface="+mn-lt"/>
              </a:rPr>
              <a:t>4</a:t>
            </a: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bytes)</a:t>
            </a:r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3216ADA7-BCBD-4578-BF8B-32F2C1C36845}"/>
              </a:ext>
            </a:extLst>
          </p:cNvPr>
          <p:cNvSpPr/>
          <p:nvPr/>
        </p:nvSpPr>
        <p:spPr>
          <a:xfrm>
            <a:off x="2979738" y="3098800"/>
            <a:ext cx="995362" cy="260350"/>
          </a:xfrm>
          <a:custGeom>
            <a:avLst/>
            <a:gdLst>
              <a:gd name="connsiteX0" fmla="*/ 995265 w 995265"/>
              <a:gd name="connsiteY0" fmla="*/ 36650 h 260584"/>
              <a:gd name="connsiteX1" fmla="*/ 391885 w 995265"/>
              <a:gd name="connsiteY1" fmla="*/ 17988 h 260584"/>
              <a:gd name="connsiteX2" fmla="*/ 0 w 995265"/>
              <a:gd name="connsiteY2" fmla="*/ 260584 h 260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5265" h="260584">
                <a:moveTo>
                  <a:pt x="995265" y="36650"/>
                </a:moveTo>
                <a:cubicBezTo>
                  <a:pt x="776513" y="8658"/>
                  <a:pt x="557762" y="-19334"/>
                  <a:pt x="391885" y="17988"/>
                </a:cubicBezTo>
                <a:cubicBezTo>
                  <a:pt x="226007" y="55310"/>
                  <a:pt x="113003" y="157947"/>
                  <a:pt x="0" y="260584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" name="Elipse 16">
            <a:extLst>
              <a:ext uri="{FF2B5EF4-FFF2-40B4-BE49-F238E27FC236}">
                <a16:creationId xmlns:a16="http://schemas.microsoft.com/office/drawing/2014/main" id="{4DC01DF3-C68C-4041-BD50-76CCBE3DDFFD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" name="Marcador de número de diapositiva 19">
            <a:extLst>
              <a:ext uri="{FF2B5EF4-FFF2-40B4-BE49-F238E27FC236}">
                <a16:creationId xmlns:a16="http://schemas.microsoft.com/office/drawing/2014/main" id="{EA1E30F4-A20C-4CA4-AA17-7D8E09A680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3763A49-8C49-4563-9413-58F20DF1CE43}" type="slidenum">
              <a:rPr lang="es-ES" altLang="es-ES">
                <a:solidFill>
                  <a:srgbClr val="171717"/>
                </a:solidFill>
              </a:rPr>
              <a:pPr/>
              <a:t>30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a libre 233">
            <a:extLst>
              <a:ext uri="{FF2B5EF4-FFF2-40B4-BE49-F238E27FC236}">
                <a16:creationId xmlns:a16="http://schemas.microsoft.com/office/drawing/2014/main" id="{7DBE6C3C-7943-4D8E-90FB-F4C2273D05B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B2A79569-7E26-4673-88EA-F5C505FBCE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61443" name="Rectangle 3">
            <a:extLst>
              <a:ext uri="{FF2B5EF4-FFF2-40B4-BE49-F238E27FC236}">
                <a16:creationId xmlns:a16="http://schemas.microsoft.com/office/drawing/2014/main" id="{9D205BD1-347E-416F-ADF2-2935FA188A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61444" name="Grupo 2">
            <a:extLst>
              <a:ext uri="{FF2B5EF4-FFF2-40B4-BE49-F238E27FC236}">
                <a16:creationId xmlns:a16="http://schemas.microsoft.com/office/drawing/2014/main" id="{A5C91643-7E8D-4EF7-AE5F-7A804C247563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EBDDFFD7-CD3B-41A4-A744-A2451840D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16896B99-595E-4427-8B67-914D03933C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94625832-86CB-4E8E-A1A3-9601D6508D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CBBBE855-8F8A-486B-A344-AC6BD0FB49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4411AFF6-69DE-4250-8211-89DD86A5CA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ECED6301-C285-4E14-898A-1F8A14389E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2B6D658F-77DD-4D52-BBB3-D45838F6F7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D0BE450C-937F-41DC-A16D-088403A47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16684117-D826-4D7E-A66B-557FEC482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06FD972B-B8A8-4E69-83D3-084B0D3792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61445" name="Grupo 49">
            <a:extLst>
              <a:ext uri="{FF2B5EF4-FFF2-40B4-BE49-F238E27FC236}">
                <a16:creationId xmlns:a16="http://schemas.microsoft.com/office/drawing/2014/main" id="{524B1B85-7B11-4E27-90A1-DB68C2F39E00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150FD6DF-AC13-4106-96E4-8F2864287D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589ADD3D-EAD8-4E38-AB31-975A0AFE5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CBE1F0BC-4A53-4909-BE37-13A1870BED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B1CB7789-8BD7-4FD6-8CC7-A4A641ADB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B5492BEB-B0A6-4909-8415-65EB076DC6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906C001B-68EE-4CDE-B169-6A68839307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9F1A33AE-6E0E-419A-9EF0-28AAE84B3D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64A45CBB-A9A7-48D0-8B8E-F6D460F786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3AC1B2CD-C503-461B-902E-CF7AD15FE9D0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61446" name="Grupo 129">
            <a:extLst>
              <a:ext uri="{FF2B5EF4-FFF2-40B4-BE49-F238E27FC236}">
                <a16:creationId xmlns:a16="http://schemas.microsoft.com/office/drawing/2014/main" id="{C95CDA3A-ACB6-4383-9E32-9E7DEAFA4338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63D03F52-708C-40EA-A7AF-6E2BF491D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06615DA0-99C3-493C-BF76-FD3B4EBB0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C74AB6F7-EBC3-47BE-AD28-B44EFC0552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806E84DE-1A5E-44E6-9316-09FC916D8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7D8EF198-AC13-4CB7-9D22-2F761A6F78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AD6A0784-7A47-45DF-94F0-AF5C6D4FA1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F86FDE08-3214-4DC2-8AEA-B60575F66C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35446CA7-81E6-4F70-9B64-5B3C06633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B6B0F439-6B1A-49A2-BB9D-3380639E38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A579DE57-AE73-4CE5-9C4B-FE986A579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0D2F1178-A4C1-43AD-9691-1B6B1F176E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27CEF69D-EA7F-4826-8E04-A4508FE27282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5708C105-7659-4326-BA15-553870C6DE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B194A031-DB14-48BB-9E6D-4B9EAB40FBD1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7D492925-2BD0-4AFF-A4E7-90F4256E3F50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4F84F796-06EA-4CDD-9582-01BC17FA216D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1DCF29BC-57D3-47C3-AB4D-9F12DA5842AE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MEM[BR[rs1]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0F4D1105-2E88-47B2-B86A-4460E2DD7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20" name="Elipse 19">
            <a:extLst>
              <a:ext uri="{FF2B5EF4-FFF2-40B4-BE49-F238E27FC236}">
                <a16:creationId xmlns:a16="http://schemas.microsoft.com/office/drawing/2014/main" id="{490B2612-6AE1-43D2-AF01-B7703C3B211F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Marcador de número de diapositiva 20">
            <a:extLst>
              <a:ext uri="{FF2B5EF4-FFF2-40B4-BE49-F238E27FC236}">
                <a16:creationId xmlns:a16="http://schemas.microsoft.com/office/drawing/2014/main" id="{B4F68098-E252-4EEC-A551-30FE2E9B64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3E07A42-A7A1-4DDC-A78C-1E0231011895}" type="slidenum">
              <a:rPr lang="es-ES" altLang="es-ES">
                <a:solidFill>
                  <a:srgbClr val="171717"/>
                </a:solidFill>
              </a:rPr>
              <a:pPr/>
              <a:t>31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a libre 233">
            <a:extLst>
              <a:ext uri="{FF2B5EF4-FFF2-40B4-BE49-F238E27FC236}">
                <a16:creationId xmlns:a16="http://schemas.microsoft.com/office/drawing/2014/main" id="{16417A5A-2FF8-435F-86C7-C03052FA97F2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2B549436-2DF4-438E-B2A1-A4A2C65396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63491" name="Rectangle 3">
            <a:extLst>
              <a:ext uri="{FF2B5EF4-FFF2-40B4-BE49-F238E27FC236}">
                <a16:creationId xmlns:a16="http://schemas.microsoft.com/office/drawing/2014/main" id="{3D492FD9-728F-40C9-B8A1-3867A67761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63492" name="Grupo 2">
            <a:extLst>
              <a:ext uri="{FF2B5EF4-FFF2-40B4-BE49-F238E27FC236}">
                <a16:creationId xmlns:a16="http://schemas.microsoft.com/office/drawing/2014/main" id="{CAC1626F-CAD3-465D-9291-D3FCD0FA8A7A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20B911BC-FC4B-4287-9580-7D750CF20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F9E30DB1-0FC7-4E35-ABC9-A6E3CA9750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67A20B75-DC07-47FC-9B00-C541012239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44F590A1-7318-45DD-981F-542C74EAF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C6D13EB7-8622-426B-BA41-AA16BA4051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DD51BE20-8096-4112-B159-3A1D940B9C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D880C002-A45F-4DD7-9CDC-98F1B1277D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1AFF42EE-3EBE-4C05-ABFE-CA2FD77A7C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E8364AAE-791C-4BCD-AC53-F7D44D633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D77FED7E-167B-49D5-BB85-F31933317C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63493" name="Grupo 49">
            <a:extLst>
              <a:ext uri="{FF2B5EF4-FFF2-40B4-BE49-F238E27FC236}">
                <a16:creationId xmlns:a16="http://schemas.microsoft.com/office/drawing/2014/main" id="{A0BE3AE1-B9E3-4D58-BCD1-55593810B64A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3A967956-B328-4DDB-A7C1-EB64E76F89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ADBA91FA-B4DF-42B3-8E20-84A60592D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B366434B-F295-492B-9345-EE1B88C68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D1570934-75C3-4FF6-B1E1-06AA9B8E7D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1CAFB762-737C-42D2-8A1E-20E740B462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DF39CBA5-34B5-41BF-862E-06D4D44FEB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4EEFA0EE-0FE4-4AEB-B341-F6D8DFC94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253835AD-0CE9-4BD2-ADDA-62702CC108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DF5D5C2A-ED88-4B44-9FF2-C960E4F8E94A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63494" name="Grupo 129">
            <a:extLst>
              <a:ext uri="{FF2B5EF4-FFF2-40B4-BE49-F238E27FC236}">
                <a16:creationId xmlns:a16="http://schemas.microsoft.com/office/drawing/2014/main" id="{DF5CF1AE-539E-459A-8508-02417E55F8E0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5A47AC03-D63B-4C13-80B7-98C400A7D3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A40EC86A-5261-4959-9C5A-D6D750DF45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5410A197-1850-4563-9BA8-1B54C9CD15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F36DF5F0-73D8-49F4-898D-6063EADD8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2DB767ED-882F-4A72-8941-0B8B83A597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B0436F25-DAB1-47C3-A639-3010480EF3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6676A9A5-5F44-4AA1-AA0B-29E1E4490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5816F193-1FE5-4634-B470-4CEEB619A0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11EC007E-C2A5-4F4A-8C2A-1E3B5DDC29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C2FA4449-919E-47AC-B192-BF397CE7AE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840FF6F6-A84B-4954-AFFF-A71EA407E2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FC7907A5-F8AC-495A-B00F-0EB3BF2E591B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F1DA8EF8-85FC-4DFE-B304-96DCFD9A5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C4EBD431-9FBA-4CBA-B08D-489C0455BB1A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397E3A4A-8181-4ACD-9E5E-9B37E2CDBC08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12616389-142C-41AD-853B-5E5DFA5E7958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43C8E7F0-5339-4C3F-9183-1C9349F379A7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accent5"/>
                          </a:solidFill>
                        </a:rPr>
                        <a:t>BR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[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BR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[rs1]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C70E3326-BB15-4347-BA40-6C9ECF18EA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63554" name="Grupo 12">
            <a:extLst>
              <a:ext uri="{FF2B5EF4-FFF2-40B4-BE49-F238E27FC236}">
                <a16:creationId xmlns:a16="http://schemas.microsoft.com/office/drawing/2014/main" id="{0FE86150-D6E2-4CDD-AA16-E1CB2A95A713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63A84451-B70B-4D07-8E7F-F283E8B53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077A562F-A363-41AC-AB04-69F582E04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94477101-9BA9-44C8-B831-CCDD69458B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09F16378-078E-48F0-9DAB-EB8B6ACD5F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11956547-922E-495E-B8C0-8E7980EE1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92FAD315-2C41-46FD-BF83-77519945F4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1450374B-BFFD-4DA9-BE72-42745CD446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A14091B0-55B8-483E-B014-7784F78FE1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B37A0554-5D4A-4B32-B686-CE393E6A1E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4F8F2479-666F-435C-B8D9-882AE2D6CE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6A8C9C33-6257-4BA3-AABE-608E720D4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4F9F502E-4968-49B1-BA02-2977DFCD5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4A55795C-D45E-4FE5-8BE0-8BC3D05067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3DC27DDE-5056-4F77-BF42-31C448E6D7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2AFFD4DF-9979-4264-A56B-6093E5B411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6AA61E67-A3EF-411C-AED3-EFF288ACFB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58B8B951-FC87-4590-8473-78FE8B12AF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F349AD7C-955A-4F35-8902-9C988FCC7A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C8DF679B-54C3-42D0-A2C9-C559A7E408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A21CC46B-25BF-4D8C-8DD3-8F2C71ED8E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3AF9EF9D-32E7-4720-9CE4-F3B228CE70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C84D5F29-9935-4C9D-B0D5-C67FC3EBD6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1A0DCB8B-BEB9-4D90-8991-09ED200A6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7CCBC73E-5D43-4CF4-B09F-DFD85F5EF4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8F9B29C1-6B0C-49D6-8ED3-BB43383976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0145553B-DC4C-457E-A1E7-C5DADFC7B6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F515871F-EF6B-4C1E-82DB-85AA0A97C1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2FE8E852-D5F3-4E90-8D13-EC791ACA20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7035C9BC-8A1B-4F2D-ABEE-FF827F2788FB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49" name="Forma libre 48">
            <a:extLst>
              <a:ext uri="{FF2B5EF4-FFF2-40B4-BE49-F238E27FC236}">
                <a16:creationId xmlns:a16="http://schemas.microsoft.com/office/drawing/2014/main" id="{8F94D9AA-08AB-418A-A3C1-755345516F82}"/>
              </a:ext>
            </a:extLst>
          </p:cNvPr>
          <p:cNvSpPr/>
          <p:nvPr/>
        </p:nvSpPr>
        <p:spPr>
          <a:xfrm>
            <a:off x="4410075" y="2065338"/>
            <a:ext cx="952500" cy="2046287"/>
          </a:xfrm>
          <a:custGeom>
            <a:avLst/>
            <a:gdLst>
              <a:gd name="connsiteX0" fmla="*/ 0 w 951723"/>
              <a:gd name="connsiteY0" fmla="*/ 0 h 2046514"/>
              <a:gd name="connsiteX1" fmla="*/ 298580 w 951723"/>
              <a:gd name="connsiteY1" fmla="*/ 1368489 h 2046514"/>
              <a:gd name="connsiteX2" fmla="*/ 951723 w 951723"/>
              <a:gd name="connsiteY2" fmla="*/ 2046514 h 2046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1723" h="2046514">
                <a:moveTo>
                  <a:pt x="0" y="0"/>
                </a:moveTo>
                <a:cubicBezTo>
                  <a:pt x="69979" y="513701"/>
                  <a:pt x="139959" y="1027403"/>
                  <a:pt x="298580" y="1368489"/>
                </a:cubicBezTo>
                <a:cubicBezTo>
                  <a:pt x="457201" y="1709575"/>
                  <a:pt x="704462" y="1878044"/>
                  <a:pt x="951723" y="2046514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0" name="Forma libre 59">
            <a:extLst>
              <a:ext uri="{FF2B5EF4-FFF2-40B4-BE49-F238E27FC236}">
                <a16:creationId xmlns:a16="http://schemas.microsoft.com/office/drawing/2014/main" id="{430C5902-8EA6-409F-97E6-6D88C577470C}"/>
              </a:ext>
            </a:extLst>
          </p:cNvPr>
          <p:cNvSpPr/>
          <p:nvPr/>
        </p:nvSpPr>
        <p:spPr>
          <a:xfrm>
            <a:off x="5373688" y="2058988"/>
            <a:ext cx="320675" cy="2068512"/>
          </a:xfrm>
          <a:custGeom>
            <a:avLst/>
            <a:gdLst>
              <a:gd name="connsiteX0" fmla="*/ 236376 w 263997"/>
              <a:gd name="connsiteY0" fmla="*/ 0 h 2015412"/>
              <a:gd name="connsiteX1" fmla="*/ 242596 w 263997"/>
              <a:gd name="connsiteY1" fmla="*/ 1250302 h 2015412"/>
              <a:gd name="connsiteX2" fmla="*/ 0 w 263997"/>
              <a:gd name="connsiteY2" fmla="*/ 2015412 h 2015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3997" h="2015412">
                <a:moveTo>
                  <a:pt x="236376" y="0"/>
                </a:moveTo>
                <a:cubicBezTo>
                  <a:pt x="259184" y="457200"/>
                  <a:pt x="281992" y="914400"/>
                  <a:pt x="242596" y="1250302"/>
                </a:cubicBezTo>
                <a:cubicBezTo>
                  <a:pt x="203200" y="1586204"/>
                  <a:pt x="101600" y="1800808"/>
                  <a:pt x="0" y="2015412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2" name="Elipse 61">
            <a:extLst>
              <a:ext uri="{FF2B5EF4-FFF2-40B4-BE49-F238E27FC236}">
                <a16:creationId xmlns:a16="http://schemas.microsoft.com/office/drawing/2014/main" id="{8EE95BF6-D786-403B-9E6A-44FBC73CFFDE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3" name="Marcador de número de diapositiva 62">
            <a:extLst>
              <a:ext uri="{FF2B5EF4-FFF2-40B4-BE49-F238E27FC236}">
                <a16:creationId xmlns:a16="http://schemas.microsoft.com/office/drawing/2014/main" id="{136A6D8E-D2AC-43CF-9D2E-CBB1EFC2F3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CAAD4AA4-7487-4AFB-B210-ED5B8D498F5C}" type="slidenum">
              <a:rPr lang="es-ES" altLang="es-ES">
                <a:solidFill>
                  <a:srgbClr val="171717"/>
                </a:solidFill>
              </a:rPr>
              <a:pPr/>
              <a:t>32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a libre 233">
            <a:extLst>
              <a:ext uri="{FF2B5EF4-FFF2-40B4-BE49-F238E27FC236}">
                <a16:creationId xmlns:a16="http://schemas.microsoft.com/office/drawing/2014/main" id="{2D97ABDC-6DC0-48A1-95E5-B11D8C380A46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59531A1C-2322-4035-93A1-2B0704AF94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65539" name="Rectangle 3">
            <a:extLst>
              <a:ext uri="{FF2B5EF4-FFF2-40B4-BE49-F238E27FC236}">
                <a16:creationId xmlns:a16="http://schemas.microsoft.com/office/drawing/2014/main" id="{4A7D1839-13C4-43CE-B357-9097EC6308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65540" name="Grupo 2">
            <a:extLst>
              <a:ext uri="{FF2B5EF4-FFF2-40B4-BE49-F238E27FC236}">
                <a16:creationId xmlns:a16="http://schemas.microsoft.com/office/drawing/2014/main" id="{3777C4E6-8590-4F1E-9DC3-8650FA896539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B45B45EE-47C5-4211-A131-8698A97EA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0645630D-DD4C-42F8-8A82-36A48683B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8A54E5EE-C949-4775-81D8-C54F460D12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54053A5C-3838-4326-A7D5-8D8C128242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BB368D1C-6E12-456F-A0BA-87ECC92E6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53037AB8-E0A8-498E-91A0-20CFAD2212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22AD12DF-19C0-462B-A504-41903CFE82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89F788D9-92F0-46EA-A355-BAD876C740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AE539CCE-DE58-4601-BBCA-3D46159FD4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16325B01-82EC-443E-A4AE-9E63DA079F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65541" name="Grupo 49">
            <a:extLst>
              <a:ext uri="{FF2B5EF4-FFF2-40B4-BE49-F238E27FC236}">
                <a16:creationId xmlns:a16="http://schemas.microsoft.com/office/drawing/2014/main" id="{BE79122D-A4DC-453C-9352-80E27CE74F97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E2C96E1C-665B-4182-8D96-C98426924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1A151CF5-6C85-4FF1-B481-78A8F174A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FD044D4E-DFD3-478F-BB6D-F4118E946F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7F41380F-6B60-4F9C-8014-2A82AAF1DF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8B8EDC1F-C641-4B71-A20B-6B0B82C02D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B7F97176-58DA-4909-AE8B-FC8F357671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A67F7379-0B8A-4814-8A17-A638BA9930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675647FC-8214-4A5B-B820-8E36141C3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224C67DE-5AB6-45C6-A2CD-73E230570A6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65542" name="Grupo 129">
            <a:extLst>
              <a:ext uri="{FF2B5EF4-FFF2-40B4-BE49-F238E27FC236}">
                <a16:creationId xmlns:a16="http://schemas.microsoft.com/office/drawing/2014/main" id="{6DFC1900-67DB-4E0A-8330-BA35DDF8E08E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083BA177-BFAB-463F-AEBC-4C2C404DEC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06215149-719A-4295-83DC-63B339AB1F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A9822B04-218D-4322-B4B1-AADC2181EC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42111326-511E-4207-BEDC-492AC2317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F49F9FC1-ADBE-451A-8211-E24B7C6DFA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8CEA7D86-39BD-4509-9AEE-3F8E15F4C2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8D55AD96-1C3B-4800-8093-219A35E92B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76324A72-672E-4237-B935-2B801BAF2C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55FC4375-A802-448E-BF5F-360CD40157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82DB70FF-F0D2-4233-B492-99E129665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11A3ECCF-0210-49D4-9C7E-C0DD4826C1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047E9AFE-D748-40BD-87A4-37CDECC1986E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F5B20B8E-C20A-4990-8E98-20475A7FC4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B37800AF-B5C7-4DE2-9CCD-C6FC60CB9E90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D2AB1EDC-0900-4849-ADE2-AAFD8580C945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7441C747-92CE-4099-96B3-97176035CC62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A053BF0C-8E7E-4342-86BB-2C049BFEF9F8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MEM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[BR[rs1]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23E23A28-DE98-4FC5-B796-080CD5622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65602" name="Grupo 12">
            <a:extLst>
              <a:ext uri="{FF2B5EF4-FFF2-40B4-BE49-F238E27FC236}">
                <a16:creationId xmlns:a16="http://schemas.microsoft.com/office/drawing/2014/main" id="{D8938CCF-36D3-4D82-A380-041450D15C68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A031CC49-2A71-4BC7-BA4B-D19E6126B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BEB85C09-6D44-47C5-BBDC-A0E9D8F74A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F7F5C827-8DD0-4B64-98C4-F13B6CB018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DA9E4E33-548B-41F8-95A3-574DA3A82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19F85CB6-6AF5-44B3-891C-09E8F6854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6E5838EF-A7EE-4B35-8850-6A613D0D2C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157AD207-B13F-4EEF-BCA6-0CB29113C1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27C51B7F-0140-4617-A711-C681107A5E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FCC8D08B-52FC-40FA-8458-9AE0B0C48B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5CA0F0D7-5469-485D-8240-5CC6EF4D68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0E160718-3921-4EDF-9637-CD6A06430E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9326343B-F195-473E-912B-929BE8B245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0CD34468-EACE-4D0F-ADDB-D7E41C472C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9492877B-7766-41D3-ABF3-5BBF624296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C49EFBE0-9A71-4CF2-BBCF-8FA536D62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83DDC1E8-BB44-498E-9A77-E99C85DA8E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98A32C59-3FB7-4B7B-8962-E07DF7FF03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F36F3E2B-19F1-48ED-A5E2-E39C072A8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52D6EB38-C1B6-4299-B84F-0FA2D1732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06C37172-76D1-42C1-9A25-BAD544C308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2C8DA4CF-2C4A-44B5-AAEB-4ABBD23DC3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46AB8242-97C7-4631-B5B9-90C87BE4F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4B8ED1AC-8D31-49E9-B14F-CF216DD5D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C271853F-7987-46F8-AA38-9BF90C5783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9B1CF38D-343A-4914-8D48-632BF7BCB4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7330BE02-5619-451A-A9C8-A6FB05C11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84ED0A2D-67DD-445F-963C-39DD67C311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56B3733C-012F-4BA5-AE6F-42B1B3F8D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F2BF7410-B37A-463C-ADBD-2C109FBB6FFD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49" name="Forma libre 48">
            <a:extLst>
              <a:ext uri="{FF2B5EF4-FFF2-40B4-BE49-F238E27FC236}">
                <a16:creationId xmlns:a16="http://schemas.microsoft.com/office/drawing/2014/main" id="{CC1F00C6-80F4-4697-B0F7-A5CFA3CA4750}"/>
              </a:ext>
            </a:extLst>
          </p:cNvPr>
          <p:cNvSpPr/>
          <p:nvPr/>
        </p:nvSpPr>
        <p:spPr>
          <a:xfrm>
            <a:off x="5284788" y="2035175"/>
            <a:ext cx="3762375" cy="2106613"/>
          </a:xfrm>
          <a:custGeom>
            <a:avLst/>
            <a:gdLst>
              <a:gd name="connsiteX0" fmla="*/ 0 w 951723"/>
              <a:gd name="connsiteY0" fmla="*/ 0 h 2046514"/>
              <a:gd name="connsiteX1" fmla="*/ 298580 w 951723"/>
              <a:gd name="connsiteY1" fmla="*/ 1368489 h 2046514"/>
              <a:gd name="connsiteX2" fmla="*/ 951723 w 951723"/>
              <a:gd name="connsiteY2" fmla="*/ 2046514 h 2046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1723" h="2046514">
                <a:moveTo>
                  <a:pt x="0" y="0"/>
                </a:moveTo>
                <a:cubicBezTo>
                  <a:pt x="69979" y="513701"/>
                  <a:pt x="139959" y="1027403"/>
                  <a:pt x="298580" y="1368489"/>
                </a:cubicBezTo>
                <a:cubicBezTo>
                  <a:pt x="457201" y="1709575"/>
                  <a:pt x="704462" y="1878044"/>
                  <a:pt x="951723" y="2046514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65604" name="Grupo 5">
            <a:extLst>
              <a:ext uri="{FF2B5EF4-FFF2-40B4-BE49-F238E27FC236}">
                <a16:creationId xmlns:a16="http://schemas.microsoft.com/office/drawing/2014/main" id="{E3C33857-8AF5-4C32-8AD5-C29342A04310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63999772-7AFF-43F8-97C3-36D862038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86F21950-64C4-480E-8D2C-3C069675E6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FA37C607-526A-4499-932E-8864C5D711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8CC113EF-8A9D-42CB-94CC-22D5F5C787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35A38129-3DD6-4066-9C13-3D1BEA253B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C5B91E29-3124-4555-AD81-CE48961E08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6BF008D1-8993-4321-B526-71E515685D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7BBFA9FF-1FAE-4607-98BB-FAAFFE1B2A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520561A9-3486-4090-AE69-7913A6A9BF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41BE1075-74D6-4728-BD5A-4A84A7A523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8FEC2A12-EC16-480B-929A-3AACBE4A9B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9B76120F-0CAE-4425-85A5-D86DAEE593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15A3567D-6E1D-4246-962D-62A7F96C18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3A8BE1D3-BDA8-4E99-AB61-6952FF2C7E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7DF44310-8F56-41D6-9C1B-3BFB43F9FD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7AC8CC74-77A0-49A1-8A3E-9A351CB108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02BEBC07-2AE8-4DB4-B1C0-B1DCB7F72471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154" name="Elipse 153">
            <a:extLst>
              <a:ext uri="{FF2B5EF4-FFF2-40B4-BE49-F238E27FC236}">
                <a16:creationId xmlns:a16="http://schemas.microsoft.com/office/drawing/2014/main" id="{E62F03D9-31B2-4B51-BC54-2C833ACC0944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56" name="Marcador de número de diapositiva 155">
            <a:extLst>
              <a:ext uri="{FF2B5EF4-FFF2-40B4-BE49-F238E27FC236}">
                <a16:creationId xmlns:a16="http://schemas.microsoft.com/office/drawing/2014/main" id="{99ACCB7B-E1DA-4873-8F02-645626DFB3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7084A81-8687-4E5B-B2A3-BC78575E82A1}" type="slidenum">
              <a:rPr lang="es-ES" altLang="es-ES">
                <a:solidFill>
                  <a:srgbClr val="171717"/>
                </a:solidFill>
              </a:rPr>
              <a:pPr/>
              <a:t>33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a libre 233">
            <a:extLst>
              <a:ext uri="{FF2B5EF4-FFF2-40B4-BE49-F238E27FC236}">
                <a16:creationId xmlns:a16="http://schemas.microsoft.com/office/drawing/2014/main" id="{CB2738A0-A808-409A-A0E7-75E186E78DB4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3538B291-B4DD-490E-8D96-F322B54DC5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67587" name="Rectangle 3">
            <a:extLst>
              <a:ext uri="{FF2B5EF4-FFF2-40B4-BE49-F238E27FC236}">
                <a16:creationId xmlns:a16="http://schemas.microsoft.com/office/drawing/2014/main" id="{C0FA4292-18BC-4CF6-AC24-4C7CF0686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67588" name="Grupo 2">
            <a:extLst>
              <a:ext uri="{FF2B5EF4-FFF2-40B4-BE49-F238E27FC236}">
                <a16:creationId xmlns:a16="http://schemas.microsoft.com/office/drawing/2014/main" id="{68F99265-835D-4CC1-85C9-88CDE31CB110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A241F5D3-626E-4244-B59C-1AF9EDB13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8373395F-F090-4F19-A72F-44CB87E31F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F795135F-2D55-4900-9631-5449A0CFF6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6419D5EF-0429-4DFB-971A-1510ADFFCD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A96C0FE9-98FC-4625-B266-1126663521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6EF9D552-4EBD-4EA6-9A6E-68E7FE9D50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A6E18C46-967B-40E5-96DE-EDB4712B3D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7DA0C630-D728-487C-86FA-282F20F5FA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203CCFE7-D112-4BC0-98EB-BB4894B3E7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E0A8D08F-3BF4-458D-9774-AAEACAC1D4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67589" name="Grupo 49">
            <a:extLst>
              <a:ext uri="{FF2B5EF4-FFF2-40B4-BE49-F238E27FC236}">
                <a16:creationId xmlns:a16="http://schemas.microsoft.com/office/drawing/2014/main" id="{643C742B-CD48-4EA2-91E3-60332B1F0055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A6476E06-EB3F-4C7A-9617-C73948B1A2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7A6544B9-A600-44F7-9F3E-DEA28EEBF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B762B2DF-0E36-4ABD-9F14-4507BF9EE6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28327141-A1E5-40FA-ACF0-B6987DA8E2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F1809F29-228D-4061-B6E5-0CEE040868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E38794D7-A087-4D3A-9FBE-45DA83FE90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A4CB57EF-9D30-45C5-A86B-845062A189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3F873660-FDFE-407A-A5B4-F0EF844C20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7E9855D2-EB46-4A6E-A75D-1CC284253697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67590" name="Grupo 129">
            <a:extLst>
              <a:ext uri="{FF2B5EF4-FFF2-40B4-BE49-F238E27FC236}">
                <a16:creationId xmlns:a16="http://schemas.microsoft.com/office/drawing/2014/main" id="{3F6CA98B-4CDF-4699-874A-C1A82A97E201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EA45D3F1-2CF8-4F7F-A1E0-C11A5F4B84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EC4ED29B-E850-48C0-BBCC-516BBAA860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494B1426-C65B-49D3-BF2C-0F296DBAC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84995F4C-8F7C-4624-B095-2E5358F36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CDE1F2EA-945B-465B-AEB2-C34C0B40F7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3CA2A915-1DEC-405D-BCEA-C3E1D897E9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05D44112-03E8-4E7E-ABA1-96EB18134C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A7F44D53-0B4F-4ACD-83D8-07CA37B2AC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8520932D-C333-4635-B5F6-A9C6A089AF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FCF66B31-6A30-497C-A081-7FB2BC41B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9BEC177A-994E-4A9B-87D9-F3847A2594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93939D4B-94DB-4350-AEC6-ADE1F3B08C52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C809960F-0106-4E6F-BB47-A229C4C894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3C61F450-7B6F-432A-BC71-CE4DC67DD3AC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F303E2F9-29EF-4663-8144-E49037271656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14C0D5CB-8BB3-4D10-9B89-09C18C8EF2EC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FFF992A7-BD6B-4CBF-A234-BD3DD813D850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MEM[BR[rs1] 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+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3D1B9F1A-4C1A-4C57-AC51-07F0A876D3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67650" name="Grupo 12">
            <a:extLst>
              <a:ext uri="{FF2B5EF4-FFF2-40B4-BE49-F238E27FC236}">
                <a16:creationId xmlns:a16="http://schemas.microsoft.com/office/drawing/2014/main" id="{A4341744-8412-436D-A6D4-B1761F146040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35B9F7BA-C032-48E3-9BF4-39732C879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F9B69E8B-DB8F-46C9-BEA3-5E809F74DC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C22CEFD5-1E44-4C93-BB61-766ECBF986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DD86E70F-CB8D-4C27-85E7-4FB5CDB9FE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8096F614-0B91-4040-BB2F-60FE0156CA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EC0F2D59-4492-46ED-9583-41F5EEBAE9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CB9CF8FC-D7DD-4B8B-94A8-B7EC5366F5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635980E7-8515-448E-A57E-EC66CCFA6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A7AB309B-86AC-4581-9B0F-9A160D0FBB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901BCB44-20FA-43B3-AC5E-51B51B5310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5A7A237B-F812-4277-AB7E-E75FC2690F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694208F2-FE11-4C8B-B287-B33134DF3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6F3C7007-BFBE-4827-908E-9F7B9C52BD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F68E2D40-0670-4310-8E39-FC16CD048E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499388AB-D51F-4858-94A8-AD1717A4C0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5CB55899-DA1A-49FD-9DB5-FF9AB1DB45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F0F02DFB-5539-4886-AAEF-8A40DC046E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E8F1AD06-2009-433D-8CDB-0EC32DA33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85E9271F-34A7-48D8-8788-1C06898D8D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3B769EB3-F8E9-49AB-A010-6EF5D95F0F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2289386F-5191-4F28-AC2C-7CA698E00C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36E08C94-6839-4D5C-B1EA-0362AAEE43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A70175C3-76FF-4B08-BBB7-3DDF4AED3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9790E14B-8EA2-41BA-B4DE-DED838054F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4F04A351-0D7B-404A-9477-47B788B7A4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18BD18CB-1825-47D1-AFA8-B2175E7BCC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8386AB5F-9215-4A46-95FE-3087B83417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9C951ADD-BBBB-47AB-BDB9-001E99CB19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ADBB98C9-E7A3-4DD6-A7B3-06A5E7020A6D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49" name="Forma libre 48">
            <a:extLst>
              <a:ext uri="{FF2B5EF4-FFF2-40B4-BE49-F238E27FC236}">
                <a16:creationId xmlns:a16="http://schemas.microsoft.com/office/drawing/2014/main" id="{B3F8606B-90A7-4AB1-BE14-DE052F8D3EC9}"/>
              </a:ext>
            </a:extLst>
          </p:cNvPr>
          <p:cNvSpPr/>
          <p:nvPr/>
        </p:nvSpPr>
        <p:spPr>
          <a:xfrm>
            <a:off x="6237288" y="2035175"/>
            <a:ext cx="1597025" cy="2106613"/>
          </a:xfrm>
          <a:custGeom>
            <a:avLst/>
            <a:gdLst>
              <a:gd name="connsiteX0" fmla="*/ 0 w 951723"/>
              <a:gd name="connsiteY0" fmla="*/ 0 h 2046514"/>
              <a:gd name="connsiteX1" fmla="*/ 298580 w 951723"/>
              <a:gd name="connsiteY1" fmla="*/ 1368489 h 2046514"/>
              <a:gd name="connsiteX2" fmla="*/ 951723 w 951723"/>
              <a:gd name="connsiteY2" fmla="*/ 2046514 h 2046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1723" h="2046514">
                <a:moveTo>
                  <a:pt x="0" y="0"/>
                </a:moveTo>
                <a:cubicBezTo>
                  <a:pt x="69979" y="513701"/>
                  <a:pt x="139959" y="1027403"/>
                  <a:pt x="298580" y="1368489"/>
                </a:cubicBezTo>
                <a:cubicBezTo>
                  <a:pt x="457201" y="1709575"/>
                  <a:pt x="704462" y="1878044"/>
                  <a:pt x="951723" y="2046514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67652" name="Grupo 5">
            <a:extLst>
              <a:ext uri="{FF2B5EF4-FFF2-40B4-BE49-F238E27FC236}">
                <a16:creationId xmlns:a16="http://schemas.microsoft.com/office/drawing/2014/main" id="{D56E18B1-0CB7-4BAE-A8DC-E6A24CA76A85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5672A435-F7E6-49A4-AA29-2B6C3BF13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000CC689-2481-4AC9-BEA0-FDE87D91E9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DDDBE74E-53B1-4B4A-A5F6-25D2D4BCB5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FC865A4A-237D-432C-9CB7-2E29A8A74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11FB47DE-23ED-45CD-9CED-E78F7CF142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ED09C2D9-529F-43E2-A8F5-E71365667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809A7334-EE99-473E-A41F-9A1EFB248D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2934D86C-6FF4-4F4F-8B18-20E842F0E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BCBF1176-5757-49FF-93F3-FF55610FED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C4B42DD1-7278-457E-9467-4EF435876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988F7C22-AAE5-4EA7-8AB9-C2763D098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99877C4D-B31C-422E-ACBB-7BFD091020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649AA38F-F96E-4C93-8A67-42EECEAFE3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127F223D-53DB-4ED9-8F61-683905B58C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173F01CD-1B20-4EB5-A618-8F743D6CDD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40CE62A0-6F83-47AE-8AF4-E839B2D69C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3E65A8BC-6C13-4C43-8C8E-1F859C66ACE5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67653" name="Grupo 59">
            <a:extLst>
              <a:ext uri="{FF2B5EF4-FFF2-40B4-BE49-F238E27FC236}">
                <a16:creationId xmlns:a16="http://schemas.microsoft.com/office/drawing/2014/main" id="{485E951C-E752-438A-8F0D-0F1177B6AF50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154" name="Freeform 44">
              <a:extLst>
                <a:ext uri="{FF2B5EF4-FFF2-40B4-BE49-F238E27FC236}">
                  <a16:creationId xmlns:a16="http://schemas.microsoft.com/office/drawing/2014/main" id="{F460B6E9-5766-4265-9748-AE8DCB89D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6">
              <a:extLst>
                <a:ext uri="{FF2B5EF4-FFF2-40B4-BE49-F238E27FC236}">
                  <a16:creationId xmlns:a16="http://schemas.microsoft.com/office/drawing/2014/main" id="{1C53DB29-E632-4E12-B1CE-D3C59DE710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47">
              <a:extLst>
                <a:ext uri="{FF2B5EF4-FFF2-40B4-BE49-F238E27FC236}">
                  <a16:creationId xmlns:a16="http://schemas.microsoft.com/office/drawing/2014/main" id="{91A77D10-3C13-4D5F-9A85-5B36B2ECD4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Text Box 48">
              <a:extLst>
                <a:ext uri="{FF2B5EF4-FFF2-40B4-BE49-F238E27FC236}">
                  <a16:creationId xmlns:a16="http://schemas.microsoft.com/office/drawing/2014/main" id="{930E554C-68B1-418F-8739-AC766AFFA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8" name="Text Box 49">
              <a:extLst>
                <a:ext uri="{FF2B5EF4-FFF2-40B4-BE49-F238E27FC236}">
                  <a16:creationId xmlns:a16="http://schemas.microsoft.com/office/drawing/2014/main" id="{C62DDD38-856E-40DB-AABB-9E1BF31EEA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159" name="Line 51">
              <a:extLst>
                <a:ext uri="{FF2B5EF4-FFF2-40B4-BE49-F238E27FC236}">
                  <a16:creationId xmlns:a16="http://schemas.microsoft.com/office/drawing/2014/main" id="{9C07F7DA-F918-4564-AC18-DF0557E34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2">
              <a:extLst>
                <a:ext uri="{FF2B5EF4-FFF2-40B4-BE49-F238E27FC236}">
                  <a16:creationId xmlns:a16="http://schemas.microsoft.com/office/drawing/2014/main" id="{00E6F0CA-6993-4E0C-9CB3-ED12A4110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Text Box 53">
              <a:extLst>
                <a:ext uri="{FF2B5EF4-FFF2-40B4-BE49-F238E27FC236}">
                  <a16:creationId xmlns:a16="http://schemas.microsoft.com/office/drawing/2014/main" id="{D7923FBB-29AA-474F-B171-6D10FBACAC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2" name="Line 55">
              <a:extLst>
                <a:ext uri="{FF2B5EF4-FFF2-40B4-BE49-F238E27FC236}">
                  <a16:creationId xmlns:a16="http://schemas.microsoft.com/office/drawing/2014/main" id="{C2790D50-2897-4217-9571-D509809F58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56">
              <a:extLst>
                <a:ext uri="{FF2B5EF4-FFF2-40B4-BE49-F238E27FC236}">
                  <a16:creationId xmlns:a16="http://schemas.microsoft.com/office/drawing/2014/main" id="{BEE81E19-B5A1-4AE2-806B-CDC1AF3711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Text Box 57">
              <a:extLst>
                <a:ext uri="{FF2B5EF4-FFF2-40B4-BE49-F238E27FC236}">
                  <a16:creationId xmlns:a16="http://schemas.microsoft.com/office/drawing/2014/main" id="{40362403-C1E8-42B4-9C94-83F2B148F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5F82A256-BC4C-479C-8836-A8A7DC8DE3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71172FE3-B751-4867-8A8A-EFAE52337D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Text Box 61">
              <a:extLst>
                <a:ext uri="{FF2B5EF4-FFF2-40B4-BE49-F238E27FC236}">
                  <a16:creationId xmlns:a16="http://schemas.microsoft.com/office/drawing/2014/main" id="{95A7D4C1-1769-4A9F-9FFA-B88F1D1379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05CF4453-5CB2-4441-A858-5A92DC0345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FA68CEE6-A885-4B3A-9A0A-CB23B907D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13BCE5DB-EAD1-4C6D-9DA1-4D489A68D1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71" name="Line 70">
              <a:extLst>
                <a:ext uri="{FF2B5EF4-FFF2-40B4-BE49-F238E27FC236}">
                  <a16:creationId xmlns:a16="http://schemas.microsoft.com/office/drawing/2014/main" id="{15019D89-FB55-4F97-A54C-AFF9F81E499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71">
              <a:extLst>
                <a:ext uri="{FF2B5EF4-FFF2-40B4-BE49-F238E27FC236}">
                  <a16:creationId xmlns:a16="http://schemas.microsoft.com/office/drawing/2014/main" id="{FBA1C349-45A6-4DCB-8A10-84AD7BCE3F2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3" name="Text Box 72">
              <a:extLst>
                <a:ext uri="{FF2B5EF4-FFF2-40B4-BE49-F238E27FC236}">
                  <a16:creationId xmlns:a16="http://schemas.microsoft.com/office/drawing/2014/main" id="{20D92202-2DB0-4FDA-AE51-7114F3A03A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174" name="Text Box 144">
              <a:extLst>
                <a:ext uri="{FF2B5EF4-FFF2-40B4-BE49-F238E27FC236}">
                  <a16:creationId xmlns:a16="http://schemas.microsoft.com/office/drawing/2014/main" id="{8F6208A7-5B89-44D5-B82A-589BA5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sp>
        <p:nvSpPr>
          <p:cNvPr id="175" name="Elipse 174">
            <a:extLst>
              <a:ext uri="{FF2B5EF4-FFF2-40B4-BE49-F238E27FC236}">
                <a16:creationId xmlns:a16="http://schemas.microsoft.com/office/drawing/2014/main" id="{48379602-76CD-4817-8ACB-1348B7BBB7D0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Marcador de número de diapositiva 177">
            <a:extLst>
              <a:ext uri="{FF2B5EF4-FFF2-40B4-BE49-F238E27FC236}">
                <a16:creationId xmlns:a16="http://schemas.microsoft.com/office/drawing/2014/main" id="{5DEB7B1B-B38E-4340-A414-51735F075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48C830B-15DC-44BF-B274-60BA0A7DDB93}" type="slidenum">
              <a:rPr lang="es-ES" altLang="es-ES">
                <a:solidFill>
                  <a:srgbClr val="171717"/>
                </a:solidFill>
              </a:rPr>
              <a:pPr/>
              <a:t>34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a libre 233">
            <a:extLst>
              <a:ext uri="{FF2B5EF4-FFF2-40B4-BE49-F238E27FC236}">
                <a16:creationId xmlns:a16="http://schemas.microsoft.com/office/drawing/2014/main" id="{73103B51-CC95-42AB-AAE1-B7D8528DDDB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D70E7220-82D7-401C-86C6-BE6A683F35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69635" name="Rectangle 3">
            <a:extLst>
              <a:ext uri="{FF2B5EF4-FFF2-40B4-BE49-F238E27FC236}">
                <a16:creationId xmlns:a16="http://schemas.microsoft.com/office/drawing/2014/main" id="{3A5BE5B0-676D-4B37-81F8-EB1EC9D2A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69636" name="Grupo 2">
            <a:extLst>
              <a:ext uri="{FF2B5EF4-FFF2-40B4-BE49-F238E27FC236}">
                <a16:creationId xmlns:a16="http://schemas.microsoft.com/office/drawing/2014/main" id="{3787890F-3783-41E2-B852-D9BEDA698126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FD0423C1-9C97-4C13-B59F-EE456768E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1166A371-3DDD-4BCF-8729-F08CF22D91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ABC23D06-19CE-4902-8B58-9F39FB6F3C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682DB721-D122-4617-8D9D-1603551FA9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2CFDC076-9E20-4927-B0F5-9E31D19B06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86E62925-5D4E-4009-AD23-0795CA96ED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65206F1C-5B68-44FC-BF42-C37312D2E9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5098DE09-0357-490E-8148-1075CAAD93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F70FE4E9-0B31-4F25-AD3D-DC7E8A512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028CAB5F-C86B-40D5-8D90-AA9A84A299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69637" name="Grupo 49">
            <a:extLst>
              <a:ext uri="{FF2B5EF4-FFF2-40B4-BE49-F238E27FC236}">
                <a16:creationId xmlns:a16="http://schemas.microsoft.com/office/drawing/2014/main" id="{EF774D5B-6CDF-478C-BDCF-813FF63F0FD1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E379A600-0E65-429C-81EC-7F4F5B0421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28666174-7D67-4390-A9E0-E778432EF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ECF97708-11A1-42F6-B881-BB1F13FF1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B02596D2-F06E-4C4A-83DB-A602D7F5D4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BE9BBEB0-4B7C-45A5-87F4-F7F876832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74F2841A-2B09-4BD5-9B11-CA2098609F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67D28005-E610-4023-9934-48CCDB9711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04113498-F7EE-49D2-985F-AAD2C2640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508612CF-0348-4B1A-884C-3B0D1AE6070C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69638" name="Grupo 129">
            <a:extLst>
              <a:ext uri="{FF2B5EF4-FFF2-40B4-BE49-F238E27FC236}">
                <a16:creationId xmlns:a16="http://schemas.microsoft.com/office/drawing/2014/main" id="{06860DBB-65F6-49CD-AAAE-49AB6F4ECDA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5C422070-1044-41CB-B194-EAF3300E6E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7D5F87C4-6A2E-4D68-8886-1EE93F5D0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4E308FD3-BD1A-4E40-BB34-DB979FCAE4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4C65ECD3-6251-4298-889E-C8E0D2890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3EFFCA7A-556F-41C9-B9F8-9AB187E956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45012F69-1CFB-49C1-ADF3-AC70393119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3D737C63-5B36-4468-AC19-397ADDB170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F99B43B3-F9C4-49FC-850A-2FA6CB8DA7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0F3C8B63-F69B-44C1-AC39-86BDC9EC2F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66B00D0D-3163-47C7-A9FA-2A79CF26C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136DDD05-34AC-4555-9B15-14926E7D56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4D79F864-CE56-444A-8A68-8315BFEF920E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F03FE9BC-D996-413D-9865-8673CFAD74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93ED75D3-9388-46E7-8A72-DB904C4FA1C3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86D845E0-4C28-4DE0-9B29-05928484C401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8288FAEF-2656-443E-9AE1-8B7EFB58602C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FC632C49-7C12-4CED-82FE-497BB4A1C61B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MEM[BR[rs1] + </a:t>
                      </a:r>
                      <a:r>
                        <a:rPr lang="es-ES" sz="1600" b="0" dirty="0" err="1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7A5FEC8F-84DD-47C3-A96B-B47A293E32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69698" name="Grupo 12">
            <a:extLst>
              <a:ext uri="{FF2B5EF4-FFF2-40B4-BE49-F238E27FC236}">
                <a16:creationId xmlns:a16="http://schemas.microsoft.com/office/drawing/2014/main" id="{28DC9BEE-4EE0-466F-BC72-8997E1D40B29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6DBE1E4C-58C5-4DC8-918C-87C28F80B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7F20D110-79D9-4F00-98DF-3590717B12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10E2E37C-E78D-4CDC-936F-91ECA99732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7D6A733B-8B89-4F3F-A134-9975BED6C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E64AD925-CCAD-4878-8485-6BEC6A456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19EA769B-9C0E-4109-BED2-B0FF2C83F9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40E596E1-B84A-4EE8-B44D-7CD70F63B5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C3D9B80D-854B-4683-9E10-CCA32A9EFA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2C0C920A-AA4A-46EA-A752-B0E7C8E03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BEC3DBE6-3CC2-4DC9-A5B1-D57EA83133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489FF642-B3BF-4288-892A-C83F052088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107C7EAD-EE2A-487C-B411-C22B52BC2A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36586B0B-7942-4E22-8A07-1967B39A3F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9FB4920A-4BF0-45DF-BAE4-69F17F24C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951FA947-7C34-4507-945F-85CA457C5E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F1378D55-49C7-4B4E-94DF-B1AC934FC2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8CF27415-2566-47C2-8EB9-F03839E61D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4E72D0FD-7A77-4586-8804-8CB75DD99E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134FDCAC-5C54-4304-9ECF-B3C1CE27B9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B8B6F4EA-989D-4D4E-89BB-639A3CD133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B41B4278-D0D1-4DAF-A772-53F73CD6DA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222D20AC-7DD9-4BAB-8E72-809B361AD4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07C360F2-8E2B-4A39-BFB1-09EC3CE25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6617A4E1-FB82-4460-853B-EBBB2322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059C2A06-7C7B-46F7-8E9C-629B8DF553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A10301CD-55E1-474A-9C95-712037EA01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F8E6CE11-9C8C-4A8A-BAC7-19E074CABE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C7F48753-E401-4EEC-A88A-B196131CA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0CF9E566-C829-47B9-A66E-2658B9C78B8F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69699" name="Grupo 5">
            <a:extLst>
              <a:ext uri="{FF2B5EF4-FFF2-40B4-BE49-F238E27FC236}">
                <a16:creationId xmlns:a16="http://schemas.microsoft.com/office/drawing/2014/main" id="{326826CB-D14B-4B32-9810-EA26A6FA2AF1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E8CA15EC-7588-42EF-A374-07046796F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9AA4E00C-BB12-4AE3-89B3-1EB823E54D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4B054866-9A80-4438-844F-9603D7D214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117FA7D9-5170-4DA0-856A-F6664D59BB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C39D4206-51BC-41EF-A884-314BB7FB91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AC60012D-1094-4912-81B8-03BD07A3FB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3F6D8338-35D7-4DEF-92DA-551460E48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A4FF60FC-A8FE-489E-B5AD-18C17B0BD9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367CBC64-19ED-4C43-BEBA-52F2102AD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7BF2CCD6-79A9-4BD9-B2B2-2F1ECF607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AE7B56D7-9E9F-41A0-BA91-4A02DBBB51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96F17FEE-7CF9-4026-A06C-0F13384B9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AD88FACD-047E-4B01-B8BC-BB83650344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DE190A17-EE1C-4A6B-8C09-A47E8CE384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D12E9AB2-1654-43F7-8E82-23F7309825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4BAD6A6B-DD13-4971-807F-964D0281E2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D7D6CE38-E14F-46A0-AE9A-9E157095FCD5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69700" name="Grupo 59">
            <a:extLst>
              <a:ext uri="{FF2B5EF4-FFF2-40B4-BE49-F238E27FC236}">
                <a16:creationId xmlns:a16="http://schemas.microsoft.com/office/drawing/2014/main" id="{321AA8B8-7BAF-4A8D-AD05-A4FE3A4EC638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154" name="Freeform 44">
              <a:extLst>
                <a:ext uri="{FF2B5EF4-FFF2-40B4-BE49-F238E27FC236}">
                  <a16:creationId xmlns:a16="http://schemas.microsoft.com/office/drawing/2014/main" id="{2B8CC487-926C-44BA-8834-15734065C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6">
              <a:extLst>
                <a:ext uri="{FF2B5EF4-FFF2-40B4-BE49-F238E27FC236}">
                  <a16:creationId xmlns:a16="http://schemas.microsoft.com/office/drawing/2014/main" id="{5C4189A3-46A8-4134-833E-2B6BF586A2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47">
              <a:extLst>
                <a:ext uri="{FF2B5EF4-FFF2-40B4-BE49-F238E27FC236}">
                  <a16:creationId xmlns:a16="http://schemas.microsoft.com/office/drawing/2014/main" id="{A62DAF5C-FD5D-4FFC-8BBA-C5168AB650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Text Box 48">
              <a:extLst>
                <a:ext uri="{FF2B5EF4-FFF2-40B4-BE49-F238E27FC236}">
                  <a16:creationId xmlns:a16="http://schemas.microsoft.com/office/drawing/2014/main" id="{B2213BAC-DA82-423A-B6ED-B5214152CB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8" name="Text Box 49">
              <a:extLst>
                <a:ext uri="{FF2B5EF4-FFF2-40B4-BE49-F238E27FC236}">
                  <a16:creationId xmlns:a16="http://schemas.microsoft.com/office/drawing/2014/main" id="{D6DA0748-A73F-4BDB-89D9-B133810344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159" name="Line 51">
              <a:extLst>
                <a:ext uri="{FF2B5EF4-FFF2-40B4-BE49-F238E27FC236}">
                  <a16:creationId xmlns:a16="http://schemas.microsoft.com/office/drawing/2014/main" id="{98189C5F-B0DF-4841-ADAB-D71A6B2A4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2">
              <a:extLst>
                <a:ext uri="{FF2B5EF4-FFF2-40B4-BE49-F238E27FC236}">
                  <a16:creationId xmlns:a16="http://schemas.microsoft.com/office/drawing/2014/main" id="{BC2388D1-1053-4F43-8366-52F0C2610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Text Box 53">
              <a:extLst>
                <a:ext uri="{FF2B5EF4-FFF2-40B4-BE49-F238E27FC236}">
                  <a16:creationId xmlns:a16="http://schemas.microsoft.com/office/drawing/2014/main" id="{38382E22-54E6-48EA-9F3D-8DC3F55675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2" name="Line 55">
              <a:extLst>
                <a:ext uri="{FF2B5EF4-FFF2-40B4-BE49-F238E27FC236}">
                  <a16:creationId xmlns:a16="http://schemas.microsoft.com/office/drawing/2014/main" id="{42DA3C2D-478C-4B8C-9187-9530D78C58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56">
              <a:extLst>
                <a:ext uri="{FF2B5EF4-FFF2-40B4-BE49-F238E27FC236}">
                  <a16:creationId xmlns:a16="http://schemas.microsoft.com/office/drawing/2014/main" id="{5165B29E-E893-4BBF-8EF1-2EDDEF89B7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Text Box 57">
              <a:extLst>
                <a:ext uri="{FF2B5EF4-FFF2-40B4-BE49-F238E27FC236}">
                  <a16:creationId xmlns:a16="http://schemas.microsoft.com/office/drawing/2014/main" id="{B5575F0B-61B4-4278-977B-45DF7A273B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09549142-A015-40C4-B96F-6B679A1E0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BBD4CC3C-7527-4CAB-A4A5-D9C7A2073F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Text Box 61">
              <a:extLst>
                <a:ext uri="{FF2B5EF4-FFF2-40B4-BE49-F238E27FC236}">
                  <a16:creationId xmlns:a16="http://schemas.microsoft.com/office/drawing/2014/main" id="{4AFD33A8-73E0-4284-8EDE-E8AC0607FA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7C7DC44C-C119-4D74-B5AE-84E131930F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E4E5E319-C027-4E60-BF37-CAEB5D7A6C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C530F1D3-A1C1-48E1-A084-90BA4C89EC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71" name="Line 70">
              <a:extLst>
                <a:ext uri="{FF2B5EF4-FFF2-40B4-BE49-F238E27FC236}">
                  <a16:creationId xmlns:a16="http://schemas.microsoft.com/office/drawing/2014/main" id="{30E3C237-158F-4AE3-B3AB-CF917999E7D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71">
              <a:extLst>
                <a:ext uri="{FF2B5EF4-FFF2-40B4-BE49-F238E27FC236}">
                  <a16:creationId xmlns:a16="http://schemas.microsoft.com/office/drawing/2014/main" id="{C8A054A8-7D12-46AB-87C1-84626D426DC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3" name="Text Box 72">
              <a:extLst>
                <a:ext uri="{FF2B5EF4-FFF2-40B4-BE49-F238E27FC236}">
                  <a16:creationId xmlns:a16="http://schemas.microsoft.com/office/drawing/2014/main" id="{A264EC45-A406-442F-B525-F02883E1E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174" name="Text Box 144">
              <a:extLst>
                <a:ext uri="{FF2B5EF4-FFF2-40B4-BE49-F238E27FC236}">
                  <a16:creationId xmlns:a16="http://schemas.microsoft.com/office/drawing/2014/main" id="{1998C4EC-C4C2-483C-A2B9-3B696C72A9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69701" name="Grupo 174">
            <a:extLst>
              <a:ext uri="{FF2B5EF4-FFF2-40B4-BE49-F238E27FC236}">
                <a16:creationId xmlns:a16="http://schemas.microsoft.com/office/drawing/2014/main" id="{CEDBA956-E83C-41E1-B36D-C59AB7DFE220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76" name="Forma libre 175">
              <a:extLst>
                <a:ext uri="{FF2B5EF4-FFF2-40B4-BE49-F238E27FC236}">
                  <a16:creationId xmlns:a16="http://schemas.microsoft.com/office/drawing/2014/main" id="{C1280098-B592-47CB-9FCB-59E5A1062595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77" name="Line 46">
              <a:extLst>
                <a:ext uri="{FF2B5EF4-FFF2-40B4-BE49-F238E27FC236}">
                  <a16:creationId xmlns:a16="http://schemas.microsoft.com/office/drawing/2014/main" id="{BAF9420A-B2A9-44AB-ACF3-99010AFDE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8" name="Line 47">
              <a:extLst>
                <a:ext uri="{FF2B5EF4-FFF2-40B4-BE49-F238E27FC236}">
                  <a16:creationId xmlns:a16="http://schemas.microsoft.com/office/drawing/2014/main" id="{85A03D71-E750-47D4-979C-2976130AA9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Text Box 48">
              <a:extLst>
                <a:ext uri="{FF2B5EF4-FFF2-40B4-BE49-F238E27FC236}">
                  <a16:creationId xmlns:a16="http://schemas.microsoft.com/office/drawing/2014/main" id="{DBDAA3B2-6DF7-49A0-95A0-7B18F33844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Line 55">
              <a:extLst>
                <a:ext uri="{FF2B5EF4-FFF2-40B4-BE49-F238E27FC236}">
                  <a16:creationId xmlns:a16="http://schemas.microsoft.com/office/drawing/2014/main" id="{997D46F0-3901-4B3D-A938-FB015CA783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56">
              <a:extLst>
                <a:ext uri="{FF2B5EF4-FFF2-40B4-BE49-F238E27FC236}">
                  <a16:creationId xmlns:a16="http://schemas.microsoft.com/office/drawing/2014/main" id="{7A85AA11-3193-42F7-8354-4E31AEDA3A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57">
              <a:extLst>
                <a:ext uri="{FF2B5EF4-FFF2-40B4-BE49-F238E27FC236}">
                  <a16:creationId xmlns:a16="http://schemas.microsoft.com/office/drawing/2014/main" id="{16492840-8615-45A0-8D18-318BB3948B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</p:grpSp>
      <p:sp>
        <p:nvSpPr>
          <p:cNvPr id="183" name="Forma libre 182">
            <a:extLst>
              <a:ext uri="{FF2B5EF4-FFF2-40B4-BE49-F238E27FC236}">
                <a16:creationId xmlns:a16="http://schemas.microsoft.com/office/drawing/2014/main" id="{B48FF796-97A5-4400-AE4B-9C17CF755D3E}"/>
              </a:ext>
            </a:extLst>
          </p:cNvPr>
          <p:cNvSpPr/>
          <p:nvPr/>
        </p:nvSpPr>
        <p:spPr>
          <a:xfrm>
            <a:off x="6269038" y="2058988"/>
            <a:ext cx="320675" cy="3314700"/>
          </a:xfrm>
          <a:custGeom>
            <a:avLst/>
            <a:gdLst>
              <a:gd name="connsiteX0" fmla="*/ 236376 w 263997"/>
              <a:gd name="connsiteY0" fmla="*/ 0 h 2015412"/>
              <a:gd name="connsiteX1" fmla="*/ 242596 w 263997"/>
              <a:gd name="connsiteY1" fmla="*/ 1250302 h 2015412"/>
              <a:gd name="connsiteX2" fmla="*/ 0 w 263997"/>
              <a:gd name="connsiteY2" fmla="*/ 2015412 h 2015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3997" h="2015412">
                <a:moveTo>
                  <a:pt x="236376" y="0"/>
                </a:moveTo>
                <a:cubicBezTo>
                  <a:pt x="259184" y="457200"/>
                  <a:pt x="281992" y="914400"/>
                  <a:pt x="242596" y="1250302"/>
                </a:cubicBezTo>
                <a:cubicBezTo>
                  <a:pt x="203200" y="1586204"/>
                  <a:pt x="101600" y="1800808"/>
                  <a:pt x="0" y="2015412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5" name="Elipse 184">
            <a:extLst>
              <a:ext uri="{FF2B5EF4-FFF2-40B4-BE49-F238E27FC236}">
                <a16:creationId xmlns:a16="http://schemas.microsoft.com/office/drawing/2014/main" id="{E851FAF3-CB71-484B-924F-D1A942E63830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6" name="Marcador de número de diapositiva 185">
            <a:extLst>
              <a:ext uri="{FF2B5EF4-FFF2-40B4-BE49-F238E27FC236}">
                <a16:creationId xmlns:a16="http://schemas.microsoft.com/office/drawing/2014/main" id="{ADAF5CE8-85D7-4B1B-844E-6EEB5245A6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A06277D-668F-4DFF-86FB-8A01EF55EDD2}" type="slidenum">
              <a:rPr lang="es-ES" altLang="es-ES">
                <a:solidFill>
                  <a:srgbClr val="171717"/>
                </a:solidFill>
              </a:rPr>
              <a:pPr/>
              <a:t>35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a libre 233">
            <a:extLst>
              <a:ext uri="{FF2B5EF4-FFF2-40B4-BE49-F238E27FC236}">
                <a16:creationId xmlns:a16="http://schemas.microsoft.com/office/drawing/2014/main" id="{FE5EAEBD-A20C-4FA2-8813-22DCF73D44EF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E74D7F79-E54F-4494-914F-0F30B54EA3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71683" name="Rectangle 3">
            <a:extLst>
              <a:ext uri="{FF2B5EF4-FFF2-40B4-BE49-F238E27FC236}">
                <a16:creationId xmlns:a16="http://schemas.microsoft.com/office/drawing/2014/main" id="{BBA58E2E-48E1-4607-A5D6-BCA99ED902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71684" name="Grupo 2">
            <a:extLst>
              <a:ext uri="{FF2B5EF4-FFF2-40B4-BE49-F238E27FC236}">
                <a16:creationId xmlns:a16="http://schemas.microsoft.com/office/drawing/2014/main" id="{A2467623-F077-47FE-A0D0-C3FAA6A13E42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698F7C60-A535-47B4-BA5E-1A6A5A973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69165DEE-82A5-4B6C-980A-609364AF31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67AFF4AD-12DB-47F1-858F-D0B45F4F8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FCD5DF4F-8DA5-4DB6-9E39-80316E319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24B3812E-DE57-4C8B-9C9A-6B469C5BA9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9FB737D1-79D8-4E1C-82C1-D676BA698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8574E254-BF0A-4829-AB1A-5B681E24BF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FC4E492D-6B33-4BD7-9730-B9F10C69C1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A735640F-EB61-4A03-8623-16F95BF041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9B75AA5C-E1D3-41CD-A8BC-4583A61ED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71685" name="Grupo 49">
            <a:extLst>
              <a:ext uri="{FF2B5EF4-FFF2-40B4-BE49-F238E27FC236}">
                <a16:creationId xmlns:a16="http://schemas.microsoft.com/office/drawing/2014/main" id="{C682D0DA-595A-4959-B3F2-196696D79C55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4DED049B-0C19-4AF5-916B-F1E7D47CF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27656AA2-4053-4ED4-8C09-1994E1656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C25CAC7C-7D26-4E78-BB2C-BE219D104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E192703E-F761-421F-85B9-41513F2EA6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4FDDEDE2-F556-4C2D-8C00-2AA77976E7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71911CE7-F914-4A50-9220-7DD04BFF16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D4F8AA15-7618-4BD7-8B3D-2D9FFE12E9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4F41CA24-A4C1-405C-989C-A8E2FEE6C2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9B135BE0-EF6A-4C6F-AB52-7C2B4BC747F4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1686" name="Grupo 129">
            <a:extLst>
              <a:ext uri="{FF2B5EF4-FFF2-40B4-BE49-F238E27FC236}">
                <a16:creationId xmlns:a16="http://schemas.microsoft.com/office/drawing/2014/main" id="{6028B139-2E1C-469A-B11D-A70DD479C07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22369350-52C9-4573-B356-B1AE551C7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12AB05E6-3C10-4C66-9BAA-D6DCE25381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E4F809E2-FAC6-4BDB-B67F-41D5C16654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6FF241BF-F8FE-419B-807F-3ECC1ECE6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2AAF33AE-5523-4835-ADD7-51C07BA773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11877AA9-FE7E-426F-ABDC-C1198E06F0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084EF5C1-FB23-4DC2-A098-651362555A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5C122E37-5349-42C7-A341-5702FD469D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54534A8E-B661-4BE0-B597-2A4E818130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17EB3783-FB1F-439E-B387-A638CE3DA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00EC96BA-84C4-4ECD-AA5C-F7DCAEC105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8CDCC619-CF0C-4A02-A4A1-6E97C299C4EB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1A49607A-2803-4632-A341-2B8BFB09B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E52E7069-D34A-4747-A1F0-9B636EB832B3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7517494B-725B-4C23-B165-DA99EE0BAE52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CF191D00-C903-4B3F-8B9F-92B163635A79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2A1587BC-54D8-461C-87DC-4BB2EC329D34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38088D6F-E51A-4AB7-B184-2D2E1BEA2A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71746" name="Grupo 12">
            <a:extLst>
              <a:ext uri="{FF2B5EF4-FFF2-40B4-BE49-F238E27FC236}">
                <a16:creationId xmlns:a16="http://schemas.microsoft.com/office/drawing/2014/main" id="{468BCD89-5ED1-4B48-B6D3-943E213D9607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D87C8E5B-0759-4302-ACA6-71AB3030F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E5210D24-99EB-48FE-AF9F-691CA5720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E147D35F-BE02-4926-B62C-0DF058DA10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C4173841-C580-416B-BFCF-EC364D3711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3B255FB1-8C48-4109-A0FE-84C3F53F26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B50FCD6A-B9B1-4ADE-A242-A678C47196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0DA67176-30EC-4A20-B39F-7618E66C21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EDADF2ED-5395-465B-9C52-DDC6043A15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5FD3A7E6-2814-4DF7-8F0D-9961FC4E4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55F7EC64-B9B2-4D01-9DAF-F6A4FEC0A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F67D1179-BD89-4F8C-B2D1-A813116AEC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9C05DCFB-6F3A-4CDC-A91B-7B038531E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AD0C3058-F0BF-4431-8986-0CDD41B77C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1F341CC6-F189-4EC6-BBF7-4F6BD435BE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D8C94869-C738-4D59-BF92-64354C147C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882981CF-F8DC-41C9-B5B2-375A498F3F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95B76041-6F87-4C87-8145-A095741243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5EACA6A3-72AD-4890-895B-E397D90392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E3F4BA86-620B-4C0B-B32B-ED14B0547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6DBE6F08-25A6-40B2-98AD-2A609BE87B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0FF097AF-AD25-434A-A10D-51E24E7654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C4C424D4-5B8A-4E95-ABF8-93BEA25DAE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6152DBED-D152-408E-AC0A-BCC2FE8C3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F5E734DF-24F7-4611-8419-7AB6539412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FE888B29-C080-4FC6-8155-7923D4D717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06B2640F-19E0-4350-8FCC-383886BAB4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873C49DE-40F2-4DB0-A532-2AB73EA03F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FB721821-AD9C-4B5A-B119-C716C659E6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4B2FDF22-6D62-4F44-856B-3F7813186006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1747" name="Grupo 5">
            <a:extLst>
              <a:ext uri="{FF2B5EF4-FFF2-40B4-BE49-F238E27FC236}">
                <a16:creationId xmlns:a16="http://schemas.microsoft.com/office/drawing/2014/main" id="{36D04C6B-4238-4DF9-807D-57F2E165007F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922FB334-20DA-458B-AD95-1E220CBEA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948786B9-D4D1-4894-8C27-882F329BD9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7ED3E953-6FC4-4C0A-B2BD-C833DCF572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8BCFBF49-8BA6-4C9F-94C2-3CA88FCA17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9691BABD-B2D3-4193-A981-B0551361B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8D1A9F77-782E-44BD-B956-C1C1E7E255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7AEE11B7-ED15-4F25-A561-A2FCE792A7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305A73D2-C712-4D46-9EB6-C33044EFFE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798E61FD-67CC-4754-8ADC-1C5A7673E8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7083714F-B5C1-4303-9670-5E71F38FA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83EA7E6D-D384-4299-ABF1-D163B3A3A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3C2FE538-BE6D-45F6-B336-53DF3812C0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C574DA8C-3A00-46E3-A108-77B092EE17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BABDA01F-4202-4BBB-B5CB-C6EEA78BDA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0CB8878C-799B-441B-B204-5E0F6A5F4C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A658BACA-4908-4CAE-BB10-8695564E5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C2C3233E-A585-4664-B9EB-69CC9911B12B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1748" name="Grupo 59">
            <a:extLst>
              <a:ext uri="{FF2B5EF4-FFF2-40B4-BE49-F238E27FC236}">
                <a16:creationId xmlns:a16="http://schemas.microsoft.com/office/drawing/2014/main" id="{19282EEA-CC24-43A3-AECA-18944ABCE27D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154" name="Freeform 44">
              <a:extLst>
                <a:ext uri="{FF2B5EF4-FFF2-40B4-BE49-F238E27FC236}">
                  <a16:creationId xmlns:a16="http://schemas.microsoft.com/office/drawing/2014/main" id="{82C65527-DF89-4329-8A36-2D952BB7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6">
              <a:extLst>
                <a:ext uri="{FF2B5EF4-FFF2-40B4-BE49-F238E27FC236}">
                  <a16:creationId xmlns:a16="http://schemas.microsoft.com/office/drawing/2014/main" id="{E44B32BB-A35F-4B03-9E7C-C50A359FA6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47">
              <a:extLst>
                <a:ext uri="{FF2B5EF4-FFF2-40B4-BE49-F238E27FC236}">
                  <a16:creationId xmlns:a16="http://schemas.microsoft.com/office/drawing/2014/main" id="{E1DC5EEF-80F7-4F72-BE8C-65715DB947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Text Box 48">
              <a:extLst>
                <a:ext uri="{FF2B5EF4-FFF2-40B4-BE49-F238E27FC236}">
                  <a16:creationId xmlns:a16="http://schemas.microsoft.com/office/drawing/2014/main" id="{153C0335-2F4B-423D-977D-BCBB3AF560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8" name="Text Box 49">
              <a:extLst>
                <a:ext uri="{FF2B5EF4-FFF2-40B4-BE49-F238E27FC236}">
                  <a16:creationId xmlns:a16="http://schemas.microsoft.com/office/drawing/2014/main" id="{DAE16566-4533-49CB-8E2F-6CB7FC850C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159" name="Line 51">
              <a:extLst>
                <a:ext uri="{FF2B5EF4-FFF2-40B4-BE49-F238E27FC236}">
                  <a16:creationId xmlns:a16="http://schemas.microsoft.com/office/drawing/2014/main" id="{3E5671B4-CA7C-462C-9888-62DCB53AF3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2">
              <a:extLst>
                <a:ext uri="{FF2B5EF4-FFF2-40B4-BE49-F238E27FC236}">
                  <a16:creationId xmlns:a16="http://schemas.microsoft.com/office/drawing/2014/main" id="{B0EF9905-FF2C-47B5-BC6D-19B7BFC86E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Text Box 53">
              <a:extLst>
                <a:ext uri="{FF2B5EF4-FFF2-40B4-BE49-F238E27FC236}">
                  <a16:creationId xmlns:a16="http://schemas.microsoft.com/office/drawing/2014/main" id="{51DE73DD-7F96-4CA2-97DD-FEFD453C2F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2" name="Line 55">
              <a:extLst>
                <a:ext uri="{FF2B5EF4-FFF2-40B4-BE49-F238E27FC236}">
                  <a16:creationId xmlns:a16="http://schemas.microsoft.com/office/drawing/2014/main" id="{8A1E6968-C473-4061-A882-3343E071D4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56">
              <a:extLst>
                <a:ext uri="{FF2B5EF4-FFF2-40B4-BE49-F238E27FC236}">
                  <a16:creationId xmlns:a16="http://schemas.microsoft.com/office/drawing/2014/main" id="{B4EAF128-42EB-47BB-A7EA-8A70DA1861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Text Box 57">
              <a:extLst>
                <a:ext uri="{FF2B5EF4-FFF2-40B4-BE49-F238E27FC236}">
                  <a16:creationId xmlns:a16="http://schemas.microsoft.com/office/drawing/2014/main" id="{2C6150E2-7423-4201-B615-826B4847A8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5780F4CA-F793-42A6-AF4E-C1844A7011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E38BAF32-CA28-4E17-B9FE-4947E87C7D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Text Box 61">
              <a:extLst>
                <a:ext uri="{FF2B5EF4-FFF2-40B4-BE49-F238E27FC236}">
                  <a16:creationId xmlns:a16="http://schemas.microsoft.com/office/drawing/2014/main" id="{9BCF671D-B8A2-4507-8230-98C417F4BE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B2F08707-3C86-400F-90BE-933DA3A1F6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C1F759A1-FC6D-4B0B-BC05-CAA9C93FF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FEC22945-E98D-4BA1-976F-462386D07C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71" name="Line 70">
              <a:extLst>
                <a:ext uri="{FF2B5EF4-FFF2-40B4-BE49-F238E27FC236}">
                  <a16:creationId xmlns:a16="http://schemas.microsoft.com/office/drawing/2014/main" id="{4A3BE165-98D2-438A-93D3-A7C0664B0F5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71">
              <a:extLst>
                <a:ext uri="{FF2B5EF4-FFF2-40B4-BE49-F238E27FC236}">
                  <a16:creationId xmlns:a16="http://schemas.microsoft.com/office/drawing/2014/main" id="{35B857CE-B687-49E6-851B-BD0C076B58B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3" name="Text Box 72">
              <a:extLst>
                <a:ext uri="{FF2B5EF4-FFF2-40B4-BE49-F238E27FC236}">
                  <a16:creationId xmlns:a16="http://schemas.microsoft.com/office/drawing/2014/main" id="{611C1C23-DD48-4FCC-9C52-9527D2C373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174" name="Text Box 144">
              <a:extLst>
                <a:ext uri="{FF2B5EF4-FFF2-40B4-BE49-F238E27FC236}">
                  <a16:creationId xmlns:a16="http://schemas.microsoft.com/office/drawing/2014/main" id="{8A8C15FD-F918-490D-8DCE-A99CEDD498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71749" name="Grupo 174">
            <a:extLst>
              <a:ext uri="{FF2B5EF4-FFF2-40B4-BE49-F238E27FC236}">
                <a16:creationId xmlns:a16="http://schemas.microsoft.com/office/drawing/2014/main" id="{6CF5C4F4-CF62-4B18-B609-023449360603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76" name="Forma libre 175">
              <a:extLst>
                <a:ext uri="{FF2B5EF4-FFF2-40B4-BE49-F238E27FC236}">
                  <a16:creationId xmlns:a16="http://schemas.microsoft.com/office/drawing/2014/main" id="{A94A7040-80C4-49D4-AC85-C29F71B2661F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77" name="Line 46">
              <a:extLst>
                <a:ext uri="{FF2B5EF4-FFF2-40B4-BE49-F238E27FC236}">
                  <a16:creationId xmlns:a16="http://schemas.microsoft.com/office/drawing/2014/main" id="{86BCE9D4-5868-4970-B203-6A3F6F9319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8" name="Line 47">
              <a:extLst>
                <a:ext uri="{FF2B5EF4-FFF2-40B4-BE49-F238E27FC236}">
                  <a16:creationId xmlns:a16="http://schemas.microsoft.com/office/drawing/2014/main" id="{3EE42ECB-456A-47F8-BA3B-ED8E79D66F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Text Box 48">
              <a:extLst>
                <a:ext uri="{FF2B5EF4-FFF2-40B4-BE49-F238E27FC236}">
                  <a16:creationId xmlns:a16="http://schemas.microsoft.com/office/drawing/2014/main" id="{87E50368-6869-46B5-A243-3A3B1F3D4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Line 55">
              <a:extLst>
                <a:ext uri="{FF2B5EF4-FFF2-40B4-BE49-F238E27FC236}">
                  <a16:creationId xmlns:a16="http://schemas.microsoft.com/office/drawing/2014/main" id="{15257614-BD76-40D7-B611-914D87907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56">
              <a:extLst>
                <a:ext uri="{FF2B5EF4-FFF2-40B4-BE49-F238E27FC236}">
                  <a16:creationId xmlns:a16="http://schemas.microsoft.com/office/drawing/2014/main" id="{B76EE7CB-C1E4-4C13-B631-6FF1F5CF5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57">
              <a:extLst>
                <a:ext uri="{FF2B5EF4-FFF2-40B4-BE49-F238E27FC236}">
                  <a16:creationId xmlns:a16="http://schemas.microsoft.com/office/drawing/2014/main" id="{9BB9BF08-1A50-4D9D-8BBE-9D23647B95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</p:grpSp>
      <p:sp>
        <p:nvSpPr>
          <p:cNvPr id="49" name="Forma libre 48">
            <a:extLst>
              <a:ext uri="{FF2B5EF4-FFF2-40B4-BE49-F238E27FC236}">
                <a16:creationId xmlns:a16="http://schemas.microsoft.com/office/drawing/2014/main" id="{5DCA98AB-5CF3-4C46-AD98-348F30478DEC}"/>
              </a:ext>
            </a:extLst>
          </p:cNvPr>
          <p:cNvSpPr/>
          <p:nvPr/>
        </p:nvSpPr>
        <p:spPr>
          <a:xfrm>
            <a:off x="4621213" y="2027238"/>
            <a:ext cx="1822450" cy="385762"/>
          </a:xfrm>
          <a:custGeom>
            <a:avLst/>
            <a:gdLst>
              <a:gd name="connsiteX0" fmla="*/ 0 w 1822580"/>
              <a:gd name="connsiteY0" fmla="*/ 0 h 385665"/>
              <a:gd name="connsiteX1" fmla="*/ 665584 w 1822580"/>
              <a:gd name="connsiteY1" fmla="*/ 186612 h 385665"/>
              <a:gd name="connsiteX2" fmla="*/ 1424474 w 1822580"/>
              <a:gd name="connsiteY2" fmla="*/ 161731 h 385665"/>
              <a:gd name="connsiteX3" fmla="*/ 1822580 w 1822580"/>
              <a:gd name="connsiteY3" fmla="*/ 385665 h 385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22580" h="385665">
                <a:moveTo>
                  <a:pt x="0" y="0"/>
                </a:moveTo>
                <a:cubicBezTo>
                  <a:pt x="214086" y="79828"/>
                  <a:pt x="428172" y="159657"/>
                  <a:pt x="665584" y="186612"/>
                </a:cubicBezTo>
                <a:cubicBezTo>
                  <a:pt x="902996" y="213567"/>
                  <a:pt x="1231641" y="128556"/>
                  <a:pt x="1424474" y="161731"/>
                </a:cubicBezTo>
                <a:cubicBezTo>
                  <a:pt x="1617307" y="194906"/>
                  <a:pt x="1719943" y="290285"/>
                  <a:pt x="1822580" y="385665"/>
                </a:cubicBezTo>
              </a:path>
            </a:pathLst>
          </a:custGeom>
          <a:noFill/>
          <a:ln>
            <a:solidFill>
              <a:srgbClr val="7030A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4" name="Forma libre 183">
            <a:extLst>
              <a:ext uri="{FF2B5EF4-FFF2-40B4-BE49-F238E27FC236}">
                <a16:creationId xmlns:a16="http://schemas.microsoft.com/office/drawing/2014/main" id="{086AA110-65CF-4D71-80D0-E10114D902AB}"/>
              </a:ext>
            </a:extLst>
          </p:cNvPr>
          <p:cNvSpPr/>
          <p:nvPr/>
        </p:nvSpPr>
        <p:spPr>
          <a:xfrm>
            <a:off x="4721225" y="2033588"/>
            <a:ext cx="1187450" cy="366712"/>
          </a:xfrm>
          <a:custGeom>
            <a:avLst/>
            <a:gdLst>
              <a:gd name="connsiteX0" fmla="*/ 1188098 w 1188098"/>
              <a:gd name="connsiteY0" fmla="*/ 0 h 367005"/>
              <a:gd name="connsiteX1" fmla="*/ 255037 w 1188098"/>
              <a:gd name="connsiteY1" fmla="*/ 118188 h 367005"/>
              <a:gd name="connsiteX2" fmla="*/ 0 w 1188098"/>
              <a:gd name="connsiteY2" fmla="*/ 367005 h 367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88098" h="367005">
                <a:moveTo>
                  <a:pt x="1188098" y="0"/>
                </a:moveTo>
                <a:cubicBezTo>
                  <a:pt x="820575" y="28510"/>
                  <a:pt x="453053" y="57021"/>
                  <a:pt x="255037" y="118188"/>
                </a:cubicBezTo>
                <a:cubicBezTo>
                  <a:pt x="57021" y="179355"/>
                  <a:pt x="28510" y="273180"/>
                  <a:pt x="0" y="367005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5" name="Forma libre 184">
            <a:extLst>
              <a:ext uri="{FF2B5EF4-FFF2-40B4-BE49-F238E27FC236}">
                <a16:creationId xmlns:a16="http://schemas.microsoft.com/office/drawing/2014/main" id="{11031BE0-66BE-4804-93BF-EDBA3282E7D6}"/>
              </a:ext>
            </a:extLst>
          </p:cNvPr>
          <p:cNvSpPr/>
          <p:nvPr/>
        </p:nvSpPr>
        <p:spPr>
          <a:xfrm>
            <a:off x="2886075" y="2052638"/>
            <a:ext cx="3968750" cy="354012"/>
          </a:xfrm>
          <a:custGeom>
            <a:avLst/>
            <a:gdLst>
              <a:gd name="connsiteX0" fmla="*/ 3968621 w 3968621"/>
              <a:gd name="connsiteY0" fmla="*/ 0 h 354563"/>
              <a:gd name="connsiteX1" fmla="*/ 2904931 w 3968621"/>
              <a:gd name="connsiteY1" fmla="*/ 149289 h 354563"/>
              <a:gd name="connsiteX2" fmla="*/ 889519 w 3968621"/>
              <a:gd name="connsiteY2" fmla="*/ 136849 h 354563"/>
              <a:gd name="connsiteX3" fmla="*/ 0 w 3968621"/>
              <a:gd name="connsiteY3" fmla="*/ 354563 h 354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68621" h="354563">
                <a:moveTo>
                  <a:pt x="3968621" y="0"/>
                </a:moveTo>
                <a:cubicBezTo>
                  <a:pt x="3693368" y="63240"/>
                  <a:pt x="3418115" y="126481"/>
                  <a:pt x="2904931" y="149289"/>
                </a:cubicBezTo>
                <a:cubicBezTo>
                  <a:pt x="2391747" y="172097"/>
                  <a:pt x="1373674" y="102637"/>
                  <a:pt x="889519" y="136849"/>
                </a:cubicBezTo>
                <a:cubicBezTo>
                  <a:pt x="405364" y="171061"/>
                  <a:pt x="202682" y="262812"/>
                  <a:pt x="0" y="354563"/>
                </a:cubicBezTo>
              </a:path>
            </a:pathLst>
          </a:custGeom>
          <a:noFill/>
          <a:ln>
            <a:solidFill>
              <a:schemeClr val="accent2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6" name="Text Box 50">
            <a:extLst>
              <a:ext uri="{FF2B5EF4-FFF2-40B4-BE49-F238E27FC236}">
                <a16:creationId xmlns:a16="http://schemas.microsoft.com/office/drawing/2014/main" id="{85F4A08E-96BC-4D78-9459-7BDF343E2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1738" y="3211513"/>
            <a:ext cx="1393825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Codificación binaria de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la instrucción actual</a:t>
            </a:r>
          </a:p>
        </p:txBody>
      </p:sp>
      <p:sp>
        <p:nvSpPr>
          <p:cNvPr id="187" name="Forma libre 186">
            <a:extLst>
              <a:ext uri="{FF2B5EF4-FFF2-40B4-BE49-F238E27FC236}">
                <a16:creationId xmlns:a16="http://schemas.microsoft.com/office/drawing/2014/main" id="{B934B9AC-94F7-42AF-9736-DC9DCF9626FD}"/>
              </a:ext>
            </a:extLst>
          </p:cNvPr>
          <p:cNvSpPr/>
          <p:nvPr/>
        </p:nvSpPr>
        <p:spPr>
          <a:xfrm>
            <a:off x="4030663" y="3582988"/>
            <a:ext cx="311150" cy="989012"/>
          </a:xfrm>
          <a:custGeom>
            <a:avLst/>
            <a:gdLst>
              <a:gd name="connsiteX0" fmla="*/ 0 w 311020"/>
              <a:gd name="connsiteY0" fmla="*/ 0 h 989045"/>
              <a:gd name="connsiteX1" fmla="*/ 62204 w 311020"/>
              <a:gd name="connsiteY1" fmla="*/ 311021 h 989045"/>
              <a:gd name="connsiteX2" fmla="*/ 311020 w 311020"/>
              <a:gd name="connsiteY2" fmla="*/ 989045 h 989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1020" h="989045">
                <a:moveTo>
                  <a:pt x="0" y="0"/>
                </a:moveTo>
                <a:cubicBezTo>
                  <a:pt x="5183" y="73090"/>
                  <a:pt x="10367" y="146180"/>
                  <a:pt x="62204" y="311021"/>
                </a:cubicBezTo>
                <a:cubicBezTo>
                  <a:pt x="114041" y="475862"/>
                  <a:pt x="212530" y="732453"/>
                  <a:pt x="311020" y="989045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8" name="Elipse 187">
            <a:extLst>
              <a:ext uri="{FF2B5EF4-FFF2-40B4-BE49-F238E27FC236}">
                <a16:creationId xmlns:a16="http://schemas.microsoft.com/office/drawing/2014/main" id="{5E9DECAE-B1A9-46C2-8179-625E99172F65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Marcador de número de diapositiva 189">
            <a:extLst>
              <a:ext uri="{FF2B5EF4-FFF2-40B4-BE49-F238E27FC236}">
                <a16:creationId xmlns:a16="http://schemas.microsoft.com/office/drawing/2014/main" id="{3B729980-0E9C-4D79-8E7E-3464B8807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D00F246-98A6-4E01-90E3-2CA52A8174B9}" type="slidenum">
              <a:rPr lang="es-ES" altLang="es-ES">
                <a:solidFill>
                  <a:srgbClr val="171717"/>
                </a:solidFill>
              </a:rPr>
              <a:pPr/>
              <a:t>36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a libre 233">
            <a:extLst>
              <a:ext uri="{FF2B5EF4-FFF2-40B4-BE49-F238E27FC236}">
                <a16:creationId xmlns:a16="http://schemas.microsoft.com/office/drawing/2014/main" id="{2540EB03-D110-4767-A192-3F51068D38F9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1949AA90-D5FC-4BC6-82E5-618667FEB8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73731" name="Rectangle 3">
            <a:extLst>
              <a:ext uri="{FF2B5EF4-FFF2-40B4-BE49-F238E27FC236}">
                <a16:creationId xmlns:a16="http://schemas.microsoft.com/office/drawing/2014/main" id="{3F69DA6E-7176-4D44-A659-590C0AD949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73732" name="Grupo 2">
            <a:extLst>
              <a:ext uri="{FF2B5EF4-FFF2-40B4-BE49-F238E27FC236}">
                <a16:creationId xmlns:a16="http://schemas.microsoft.com/office/drawing/2014/main" id="{6E57DD98-2A79-43B3-BFBE-6BF42A2B99D0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049B687D-FE28-4B18-B289-D7F1BF6A1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E0739BE8-ADC3-4756-B464-382093A90E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D25FABBD-71E5-48EB-9982-7170946C5A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FFF46F4C-F901-4F6B-9C2F-66EB7D0AD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DF9236BF-8FD9-48D0-A963-9B08B7065C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90A2F95D-10FE-4C68-BFDB-84368D448D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39B5DD53-23D6-47C6-AFB9-2C32294CF7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451682FE-D211-482E-BFE3-C9452CE931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7C8DAB0B-ECBD-4FB7-8886-A3BF762949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ED782731-9213-4FFB-B92C-662B37DB7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73733" name="Grupo 49">
            <a:extLst>
              <a:ext uri="{FF2B5EF4-FFF2-40B4-BE49-F238E27FC236}">
                <a16:creationId xmlns:a16="http://schemas.microsoft.com/office/drawing/2014/main" id="{5CF70660-00BB-4283-885A-F8ADBA4A4414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E11F8415-9DAB-490E-983F-DB51888724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8B769E39-EA71-4973-95CA-1692CF3AE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AC1E582E-A70B-42E9-823A-39B9F8C89A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78A3180B-6AF0-4076-B686-A4FF1252EB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01F71958-33D4-4532-AC1F-8E736EF7B8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C676F7BB-56FC-44E1-BDC8-178D496DC8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DA128305-3E62-4C94-B437-B7FBF72A4E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3B57C803-D09D-463B-A280-52DC8CE8A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92ACB76A-4A61-46D5-87EE-26BD8F156650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3734" name="Grupo 129">
            <a:extLst>
              <a:ext uri="{FF2B5EF4-FFF2-40B4-BE49-F238E27FC236}">
                <a16:creationId xmlns:a16="http://schemas.microsoft.com/office/drawing/2014/main" id="{A48C6F5D-DF45-495E-BB6F-E8F35BFD8305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14F9BA56-8CA2-4B32-BBFF-9714FFFBFF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685E6C74-9A33-4AE1-ADFB-759C9D548F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E403508D-A70E-490B-8A5E-11D6C8E77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3A67776B-3A0B-4D57-A9C1-56ED795B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30951DD8-3733-46B9-BA0B-F964714F71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9FAE570E-9607-4981-BCE0-07119C3E9E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F8786955-D92E-4AAC-B1D8-75735CFB82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76028397-20B5-4D8B-AED9-B6FE94B92A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75E08851-B8C0-4FA2-AB94-2742A50C87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72646F74-2846-4B36-95C7-AF2312DBE4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09B01812-D574-4F5E-BAD0-E19C501F78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45179768-54C9-431B-B355-17C6E4D973EB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1F2D3F24-4286-427A-A15B-888F08C078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F468C4B0-F33E-4FE2-A332-20A1919B225F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64BF8E01-AA8C-4B6A-ABD1-837B319EC337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E012DC28-A716-49C2-AD04-9497F9C59B16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83F4BFB2-F8B0-49F8-A760-DD5FA6DADD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73793" name="Grupo 12">
            <a:extLst>
              <a:ext uri="{FF2B5EF4-FFF2-40B4-BE49-F238E27FC236}">
                <a16:creationId xmlns:a16="http://schemas.microsoft.com/office/drawing/2014/main" id="{2021CE32-1958-4FAD-9ABE-DF406A74B6BA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3465F152-DD65-4521-8524-7D5FF196D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6C4F140C-8894-41F1-9A88-B6D64BFA9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329352FC-2908-47F8-8A8E-8CAF6EB3CF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F22EDB93-49D3-4C4F-BDAA-29AFBC1B52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DD71C145-E5E8-4A67-8B73-EE29789DD8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EDF4A30F-1848-4AB8-AA7B-6769060B23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9F0466B3-B130-404C-994D-702A65D73E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1F8ABC62-2822-4102-89DD-5BA3D75655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EF6E303F-BF69-4118-A3A1-719C967B53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C8DD95B0-A15B-4C34-9396-B37633E45E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06118A77-0382-4B21-97FB-475815AE11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D5ADC903-EC2D-45C8-8324-42DDE6B864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5AC3C61C-C56A-4416-A3DF-A001B86372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DB46E4C6-E907-4892-BEBE-6F1F15BBAA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60C70A50-8FC1-4A96-BEE4-68FC74285E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8AC02B5E-5D95-4C25-ACBF-3A0A1D6D01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524A6FF1-D58C-41DC-A8BE-8E914B5E42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D6CEB5BE-51B0-4BEA-8EA9-687AB69E98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B2396729-0646-442A-A274-B5DF1BA4C9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E1716B78-566F-4958-A43D-03A971B2D3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8797084F-1BED-4961-BA6C-AD9E009F77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5E61581A-A5C2-48F5-AC7A-4F7286DE0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FC16BC94-A442-4D5F-A241-5A28F812A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29CB2B37-42A2-40A3-A24F-DB77BB66ED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74B877B6-8322-422F-BC82-2748E287F3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9E0E00EB-7AE2-42AA-ACCC-51D2BD3383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A851FF70-3592-4DF1-91AB-BDA13E98FB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087A7495-167A-4ADA-87FC-BCE43396A2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C9B2143C-F35E-4C17-98BE-BB76BA3A782E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3794" name="Grupo 5">
            <a:extLst>
              <a:ext uri="{FF2B5EF4-FFF2-40B4-BE49-F238E27FC236}">
                <a16:creationId xmlns:a16="http://schemas.microsoft.com/office/drawing/2014/main" id="{6D79F6C6-6C7D-4B90-B7EC-FFBC8E974DAF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5B0EAD0A-6959-4184-B595-D11C9EF6E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451BCF6C-CD86-4453-A866-59BEB3E658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12521CF6-63E5-4880-88D7-9657375FA7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7EEB749A-8F11-4AC8-A58E-8D43667EAB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18D672EA-0FCD-4F47-9CBE-D8C1E424A3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E3A947D5-CC52-4237-AD11-1F22038416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B97DDF7A-451C-42E2-9397-25040A5520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0DC1AD0C-8969-4A7F-8894-DD1443F8F6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AB9E6797-71F5-4E60-A5B5-3DCE2816BC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7F52C8FE-4B4F-4E8B-91A4-B32FE1C89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A378138F-EC5F-4565-8C3A-CF5EA6D8C5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7F7E63A7-6F95-4DF6-A92D-AED022CC6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6A696A3E-621F-48A2-A955-5217B549B2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BF9C0515-975C-45CA-B22C-099813E159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B94E852B-487C-48AE-8EDE-2F2CC4E326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AE7B18E2-768A-4208-85E6-1DF89C2CE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27621A87-9757-4403-B9DB-AAE2AC98C19C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3795" name="Grupo 59">
            <a:extLst>
              <a:ext uri="{FF2B5EF4-FFF2-40B4-BE49-F238E27FC236}">
                <a16:creationId xmlns:a16="http://schemas.microsoft.com/office/drawing/2014/main" id="{5BDA3F66-9AEB-4F4E-B5D7-522CAEBE8DE9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154" name="Freeform 44">
              <a:extLst>
                <a:ext uri="{FF2B5EF4-FFF2-40B4-BE49-F238E27FC236}">
                  <a16:creationId xmlns:a16="http://schemas.microsoft.com/office/drawing/2014/main" id="{D9E27DD3-E645-4FFB-B588-36A960167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6">
              <a:extLst>
                <a:ext uri="{FF2B5EF4-FFF2-40B4-BE49-F238E27FC236}">
                  <a16:creationId xmlns:a16="http://schemas.microsoft.com/office/drawing/2014/main" id="{C446773B-AD5E-461F-80CC-D142D23B1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47">
              <a:extLst>
                <a:ext uri="{FF2B5EF4-FFF2-40B4-BE49-F238E27FC236}">
                  <a16:creationId xmlns:a16="http://schemas.microsoft.com/office/drawing/2014/main" id="{069DBC6C-9EBD-4726-B036-E046217865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Text Box 48">
              <a:extLst>
                <a:ext uri="{FF2B5EF4-FFF2-40B4-BE49-F238E27FC236}">
                  <a16:creationId xmlns:a16="http://schemas.microsoft.com/office/drawing/2014/main" id="{350129F6-D812-4E1A-9268-AF47958F4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8" name="Text Box 49">
              <a:extLst>
                <a:ext uri="{FF2B5EF4-FFF2-40B4-BE49-F238E27FC236}">
                  <a16:creationId xmlns:a16="http://schemas.microsoft.com/office/drawing/2014/main" id="{11602A4C-B029-48DB-92A9-D029A7AED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159" name="Line 51">
              <a:extLst>
                <a:ext uri="{FF2B5EF4-FFF2-40B4-BE49-F238E27FC236}">
                  <a16:creationId xmlns:a16="http://schemas.microsoft.com/office/drawing/2014/main" id="{4A3F2E58-F660-480B-B836-0BE2EB070C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2">
              <a:extLst>
                <a:ext uri="{FF2B5EF4-FFF2-40B4-BE49-F238E27FC236}">
                  <a16:creationId xmlns:a16="http://schemas.microsoft.com/office/drawing/2014/main" id="{70FB4DEC-1704-4CEB-9021-C6803E5E11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Text Box 53">
              <a:extLst>
                <a:ext uri="{FF2B5EF4-FFF2-40B4-BE49-F238E27FC236}">
                  <a16:creationId xmlns:a16="http://schemas.microsoft.com/office/drawing/2014/main" id="{98E185E3-8CE8-49DB-BD3B-8B03A9BD33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2" name="Line 55">
              <a:extLst>
                <a:ext uri="{FF2B5EF4-FFF2-40B4-BE49-F238E27FC236}">
                  <a16:creationId xmlns:a16="http://schemas.microsoft.com/office/drawing/2014/main" id="{C8055F6B-0444-40F2-B0E2-DF87AD9443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56">
              <a:extLst>
                <a:ext uri="{FF2B5EF4-FFF2-40B4-BE49-F238E27FC236}">
                  <a16:creationId xmlns:a16="http://schemas.microsoft.com/office/drawing/2014/main" id="{1E74FBB6-1346-4903-9F7E-B572179425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Text Box 57">
              <a:extLst>
                <a:ext uri="{FF2B5EF4-FFF2-40B4-BE49-F238E27FC236}">
                  <a16:creationId xmlns:a16="http://schemas.microsoft.com/office/drawing/2014/main" id="{2EF73D24-EEAA-46CC-8393-1D4A70649A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BFDE4651-F065-480B-9F09-9074D05BC4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82FED9C9-A73B-473A-9013-B18C7279E1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Text Box 61">
              <a:extLst>
                <a:ext uri="{FF2B5EF4-FFF2-40B4-BE49-F238E27FC236}">
                  <a16:creationId xmlns:a16="http://schemas.microsoft.com/office/drawing/2014/main" id="{BB78270F-3EF0-41BE-8910-0989190779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D6E4476F-9051-46B4-8AC6-3F17DB2EE5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A317B583-17B9-40D0-93AE-B322A6D538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CA0EA498-DF66-4F7B-9CAC-80D2304372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71" name="Line 70">
              <a:extLst>
                <a:ext uri="{FF2B5EF4-FFF2-40B4-BE49-F238E27FC236}">
                  <a16:creationId xmlns:a16="http://schemas.microsoft.com/office/drawing/2014/main" id="{15E00FA5-B77B-401E-AA07-9C494721D65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71">
              <a:extLst>
                <a:ext uri="{FF2B5EF4-FFF2-40B4-BE49-F238E27FC236}">
                  <a16:creationId xmlns:a16="http://schemas.microsoft.com/office/drawing/2014/main" id="{836B287D-7C4A-458F-91B4-31F6154D5DF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3" name="Text Box 72">
              <a:extLst>
                <a:ext uri="{FF2B5EF4-FFF2-40B4-BE49-F238E27FC236}">
                  <a16:creationId xmlns:a16="http://schemas.microsoft.com/office/drawing/2014/main" id="{04429E79-F56D-4566-A28F-CE386C12AC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174" name="Text Box 144">
              <a:extLst>
                <a:ext uri="{FF2B5EF4-FFF2-40B4-BE49-F238E27FC236}">
                  <a16:creationId xmlns:a16="http://schemas.microsoft.com/office/drawing/2014/main" id="{D7E6D958-51B7-470B-A966-6CDDB88A11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73796" name="Grupo 174">
            <a:extLst>
              <a:ext uri="{FF2B5EF4-FFF2-40B4-BE49-F238E27FC236}">
                <a16:creationId xmlns:a16="http://schemas.microsoft.com/office/drawing/2014/main" id="{D46E5F55-4532-46B2-807E-F02E5E3EEE46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76" name="Forma libre 175">
              <a:extLst>
                <a:ext uri="{FF2B5EF4-FFF2-40B4-BE49-F238E27FC236}">
                  <a16:creationId xmlns:a16="http://schemas.microsoft.com/office/drawing/2014/main" id="{0FEB230C-618E-4450-9394-50454278923C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77" name="Line 46">
              <a:extLst>
                <a:ext uri="{FF2B5EF4-FFF2-40B4-BE49-F238E27FC236}">
                  <a16:creationId xmlns:a16="http://schemas.microsoft.com/office/drawing/2014/main" id="{39B6B139-479E-4A27-B801-C0257D9A6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8" name="Line 47">
              <a:extLst>
                <a:ext uri="{FF2B5EF4-FFF2-40B4-BE49-F238E27FC236}">
                  <a16:creationId xmlns:a16="http://schemas.microsoft.com/office/drawing/2014/main" id="{ACAA9363-E025-4788-B0B0-19670FDDF3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Text Box 48">
              <a:extLst>
                <a:ext uri="{FF2B5EF4-FFF2-40B4-BE49-F238E27FC236}">
                  <a16:creationId xmlns:a16="http://schemas.microsoft.com/office/drawing/2014/main" id="{5003FD3A-BB3C-4BCF-B050-D99E519708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Line 55">
              <a:extLst>
                <a:ext uri="{FF2B5EF4-FFF2-40B4-BE49-F238E27FC236}">
                  <a16:creationId xmlns:a16="http://schemas.microsoft.com/office/drawing/2014/main" id="{F8418213-FFDF-4B74-B513-A7935380D8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56">
              <a:extLst>
                <a:ext uri="{FF2B5EF4-FFF2-40B4-BE49-F238E27FC236}">
                  <a16:creationId xmlns:a16="http://schemas.microsoft.com/office/drawing/2014/main" id="{CFF2B7D8-998F-4C68-A3BF-9E83728E9D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57">
              <a:extLst>
                <a:ext uri="{FF2B5EF4-FFF2-40B4-BE49-F238E27FC236}">
                  <a16:creationId xmlns:a16="http://schemas.microsoft.com/office/drawing/2014/main" id="{FB6BED97-CA64-493C-AD8C-F3E57905CA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</p:grpSp>
      <p:sp>
        <p:nvSpPr>
          <p:cNvPr id="183" name="Forma libre 182">
            <a:extLst>
              <a:ext uri="{FF2B5EF4-FFF2-40B4-BE49-F238E27FC236}">
                <a16:creationId xmlns:a16="http://schemas.microsoft.com/office/drawing/2014/main" id="{BCA8C990-3D03-4EFC-AA3F-B4915CF8266A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6" name="Text Box 50">
            <a:extLst>
              <a:ext uri="{FF2B5EF4-FFF2-40B4-BE49-F238E27FC236}">
                <a16:creationId xmlns:a16="http://schemas.microsoft.com/office/drawing/2014/main" id="{4539DEED-2647-49C2-813A-9CD6EDA2DB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187" name="Rectángulo redondeado 186">
            <a:extLst>
              <a:ext uri="{FF2B5EF4-FFF2-40B4-BE49-F238E27FC236}">
                <a16:creationId xmlns:a16="http://schemas.microsoft.com/office/drawing/2014/main" id="{C88AC3D1-682B-4ADD-9A0B-AC652AAEE2A7}"/>
              </a:ext>
            </a:extLst>
          </p:cNvPr>
          <p:cNvSpPr/>
          <p:nvPr/>
        </p:nvSpPr>
        <p:spPr>
          <a:xfrm>
            <a:off x="4225925" y="2201863"/>
            <a:ext cx="1022350" cy="130175"/>
          </a:xfrm>
          <a:prstGeom prst="roundRect">
            <a:avLst/>
          </a:prstGeom>
          <a:noFill/>
          <a:ln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C87E2F2D-F636-4756-A708-A611012AA7C0}"/>
              </a:ext>
            </a:extLst>
          </p:cNvPr>
          <p:cNvSpPr/>
          <p:nvPr/>
        </p:nvSpPr>
        <p:spPr>
          <a:xfrm>
            <a:off x="4365625" y="2332038"/>
            <a:ext cx="255588" cy="1817687"/>
          </a:xfrm>
          <a:custGeom>
            <a:avLst/>
            <a:gdLst>
              <a:gd name="connsiteX0" fmla="*/ 255702 w 255702"/>
              <a:gd name="connsiteY0" fmla="*/ 0 h 1816359"/>
              <a:gd name="connsiteX1" fmla="*/ 6886 w 255702"/>
              <a:gd name="connsiteY1" fmla="*/ 1020147 h 1816359"/>
              <a:gd name="connsiteX2" fmla="*/ 93972 w 255702"/>
              <a:gd name="connsiteY2" fmla="*/ 1816359 h 1816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5702" h="1816359">
                <a:moveTo>
                  <a:pt x="255702" y="0"/>
                </a:moveTo>
                <a:cubicBezTo>
                  <a:pt x="144771" y="358710"/>
                  <a:pt x="33841" y="717420"/>
                  <a:pt x="6886" y="1020147"/>
                </a:cubicBezTo>
                <a:cubicBezTo>
                  <a:pt x="-20069" y="1322874"/>
                  <a:pt x="36951" y="1569616"/>
                  <a:pt x="93972" y="1816359"/>
                </a:cubicBezTo>
              </a:path>
            </a:pathLst>
          </a:custGeom>
          <a:noFill/>
          <a:ln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AB2CDB0E-58FA-4E28-A39C-D900F43398A2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9" name="Rectángulo redondeado 188">
            <a:extLst>
              <a:ext uri="{FF2B5EF4-FFF2-40B4-BE49-F238E27FC236}">
                <a16:creationId xmlns:a16="http://schemas.microsoft.com/office/drawing/2014/main" id="{E4B3DE8C-A6E1-4E09-AA48-27EB5676D94A}"/>
              </a:ext>
            </a:extLst>
          </p:cNvPr>
          <p:cNvSpPr/>
          <p:nvPr/>
        </p:nvSpPr>
        <p:spPr>
          <a:xfrm>
            <a:off x="5535613" y="1822450"/>
            <a:ext cx="622300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Elipse 189">
            <a:extLst>
              <a:ext uri="{FF2B5EF4-FFF2-40B4-BE49-F238E27FC236}">
                <a16:creationId xmlns:a16="http://schemas.microsoft.com/office/drawing/2014/main" id="{19219B08-6B50-4FFF-9EB2-988A141C948C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5" name="Marcador de número de diapositiva 184">
            <a:extLst>
              <a:ext uri="{FF2B5EF4-FFF2-40B4-BE49-F238E27FC236}">
                <a16:creationId xmlns:a16="http://schemas.microsoft.com/office/drawing/2014/main" id="{A22E44C1-DAD0-46E1-BA8C-5C25460D19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B88198D-F31D-4A63-8753-3475D6D161CC}" type="slidenum">
              <a:rPr lang="es-ES" altLang="es-ES">
                <a:solidFill>
                  <a:srgbClr val="171717"/>
                </a:solidFill>
              </a:rPr>
              <a:pPr/>
              <a:t>37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a libre 233">
            <a:extLst>
              <a:ext uri="{FF2B5EF4-FFF2-40B4-BE49-F238E27FC236}">
                <a16:creationId xmlns:a16="http://schemas.microsoft.com/office/drawing/2014/main" id="{563B04DE-DEFF-4CEB-84D3-161E117C6464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11133E21-545F-4FB5-A0C0-6C56B41A60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75779" name="Rectangle 3">
            <a:extLst>
              <a:ext uri="{FF2B5EF4-FFF2-40B4-BE49-F238E27FC236}">
                <a16:creationId xmlns:a16="http://schemas.microsoft.com/office/drawing/2014/main" id="{053BF85D-B7B3-4CBA-9F45-E888CE91B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75780" name="Grupo 2">
            <a:extLst>
              <a:ext uri="{FF2B5EF4-FFF2-40B4-BE49-F238E27FC236}">
                <a16:creationId xmlns:a16="http://schemas.microsoft.com/office/drawing/2014/main" id="{7282D467-BC17-4986-A387-FF4B25990304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71E60EF1-28D4-43A2-82E4-E6C419521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2A50DE87-0098-412E-B482-9C6E3F03E2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F537FE7E-2E9A-45AD-A7BA-87913CFB01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ED9AB1CD-10D4-49D4-94E5-3D7E806855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F18971F1-7330-49ED-8D48-241A681C65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25DFC8BB-B789-4828-B5F3-79C9DF1F9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9CB6C7CE-1358-42EC-8001-9E57F3A64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B3371689-9867-48AF-9FCC-3E39298A6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45F29AA4-ED65-478F-A189-29B96CB7E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5C4A341F-CC26-4F5F-95AB-8BE3793E7A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75781" name="Grupo 49">
            <a:extLst>
              <a:ext uri="{FF2B5EF4-FFF2-40B4-BE49-F238E27FC236}">
                <a16:creationId xmlns:a16="http://schemas.microsoft.com/office/drawing/2014/main" id="{B8E58A8B-2B3E-4F23-885C-AD96B35BE623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5A5E7B9E-B38B-43DA-B865-F3BA4DCE41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B5093874-3107-4B8E-BC0A-C56AE3AA0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AC8E32DC-5687-4437-9735-25F3FDA9E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DC717C7C-EAAA-4229-B06D-8F14CA6825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E4DEA4BE-FB68-4DD8-9DA8-8F482E605E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949F4FD0-E886-471D-8EBE-818559EDDF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8F11D27F-C677-44C6-A818-3790F0FFA8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68A90202-0532-458E-AD85-FB6F161CE0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A6FA6240-1B5F-48ED-AAC7-1C830AA920D7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5782" name="Grupo 129">
            <a:extLst>
              <a:ext uri="{FF2B5EF4-FFF2-40B4-BE49-F238E27FC236}">
                <a16:creationId xmlns:a16="http://schemas.microsoft.com/office/drawing/2014/main" id="{74B7A5D6-64E3-49AD-9B47-79BF57AFDE6C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588D3CD8-A943-41D8-8E3D-14C2BA8219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A4565185-DF7D-4602-9ABE-6F52494540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FEDA6752-749E-4C5C-8155-DC84368EB8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968B0674-F07F-451C-9772-A46B6A2D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A049A488-B0A6-493A-A31B-2131CA488B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3610DA65-47FA-4F9B-B3BE-32F2BFF953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601C2D29-392D-4D8C-A1C9-E74F52D0B8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E9CC9D89-90A1-4A69-B302-41202A7DD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4F1F698A-5E70-4AC7-9906-D6B7394A9B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B9061F0A-F184-4B80-AECD-BCCD17C511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00182C13-3BA6-4388-AFC8-DB8EC612FF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759A3E0F-C061-48B6-9DB9-8FD69591AC2F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40A2C5E7-03DB-499C-A24E-079A3A5B87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2FB62217-71EF-481F-BC85-F08192C48AC1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7A42AC28-E02D-4043-A0D1-BEEFEC13C611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C8E4A695-6493-4933-9540-0A8FDDA5F0FC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52D899EF-5F8B-4551-ACCC-7974204EC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75841" name="Grupo 12">
            <a:extLst>
              <a:ext uri="{FF2B5EF4-FFF2-40B4-BE49-F238E27FC236}">
                <a16:creationId xmlns:a16="http://schemas.microsoft.com/office/drawing/2014/main" id="{6DEB1CF2-D844-4B38-B3C6-CB439447E2DB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37946631-3126-4ED0-A3DF-324E411F44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7F305316-F1A6-4351-ADC3-233AA4DB1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CC31A4F8-6BF1-4B3F-9261-069D0CB19C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6A51CDD5-D8AE-49D1-8697-EAC7B7FA7B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8B27E5AB-D865-4839-8A20-7BB80EE1A6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FB1CBB37-69E9-4636-897A-C84301FC18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3CDEEFAA-D25A-4ECF-B367-129E91718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EA9684E1-5540-43A4-AE09-C7F847F7F9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B9BEA773-4697-40AE-BB4B-9A677F52B5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72C01DF7-CBB1-4B48-8AC4-CE3D6F9389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2949A417-EC0F-4B5D-8B3A-041E36C54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2CB7EDBA-A9CC-4F09-B362-604DC1A9B0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1A823A09-DB6E-4F66-B715-CA90921176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1A303383-838D-4FA3-A8D3-BBD638A414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5AF90522-867B-476A-8313-0158B28DEC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46389003-21CC-470F-92DF-E6FF24A273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25589654-B54E-499C-A05A-C555CCCE2E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DCB848DA-720E-4016-9201-FDAFF793E4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0BA3B15A-73A0-4C57-83CB-F2D418383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F6B400B0-70BB-4097-89C2-76DE259A0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A60FD572-3161-4462-9E28-971FF53122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7F02287A-1720-4CDA-8ED0-E6FD653609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456D596F-0914-447D-9CC0-92F104937A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23D24DBE-E325-46D5-B43D-590875EA2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E4D8B12D-27EC-4EAA-85D4-BBABAAA8EB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BC6D98E5-905E-4156-AB8D-322A203076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8AD605E9-865D-4B2D-89DE-050DA18D81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83A552C7-7FD4-4972-BEB5-A719236998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C2DC54F7-36E7-4E89-8D00-C173E185A384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5842" name="Grupo 5">
            <a:extLst>
              <a:ext uri="{FF2B5EF4-FFF2-40B4-BE49-F238E27FC236}">
                <a16:creationId xmlns:a16="http://schemas.microsoft.com/office/drawing/2014/main" id="{D3BDB442-AB56-4B0B-A08F-4C6F68AAEED1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8592091F-2AB2-46E3-8FF7-0BC7B3971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21E8A448-E34C-461E-85B5-0F24E4F6B3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987F3313-268B-47EE-8C13-7EEED256B9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05F78FA0-6FBF-4B6F-A203-19169702F8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356F9D7A-81D2-40B1-AAE0-168A5FAA60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33C0A5B8-B87C-4BDF-933F-226D9B83C4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4E462544-4CE0-4E64-B5E5-690AF099E5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439F99A7-3896-4E77-9620-E7DFF8B046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965061A3-054A-44E7-A832-784791606D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157A361A-78E0-49C0-9328-DE954FF8BE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8F6B677E-BE4F-4784-B5EF-09E9470606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CB38B0CA-A2C5-452A-84DA-04166F5D4C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99CABE95-39A8-47F6-9C53-50E69C424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9CCBF237-44D6-42C1-9615-845970A9A2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3C21B72A-3A97-4ADC-BEEF-0962761CAD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D90270DA-321D-4DEF-9A35-A295748778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AC7A4594-7825-4F65-A47B-4D7080178937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5843" name="Grupo 59">
            <a:extLst>
              <a:ext uri="{FF2B5EF4-FFF2-40B4-BE49-F238E27FC236}">
                <a16:creationId xmlns:a16="http://schemas.microsoft.com/office/drawing/2014/main" id="{7CB5E1B8-57D1-408B-B1AC-DE463F446B87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154" name="Freeform 44">
              <a:extLst>
                <a:ext uri="{FF2B5EF4-FFF2-40B4-BE49-F238E27FC236}">
                  <a16:creationId xmlns:a16="http://schemas.microsoft.com/office/drawing/2014/main" id="{801B510B-1647-4E0B-B6EF-73836C4A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6">
              <a:extLst>
                <a:ext uri="{FF2B5EF4-FFF2-40B4-BE49-F238E27FC236}">
                  <a16:creationId xmlns:a16="http://schemas.microsoft.com/office/drawing/2014/main" id="{B63291DE-1804-48A9-BB5C-76B14EDA72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47">
              <a:extLst>
                <a:ext uri="{FF2B5EF4-FFF2-40B4-BE49-F238E27FC236}">
                  <a16:creationId xmlns:a16="http://schemas.microsoft.com/office/drawing/2014/main" id="{3C9B4446-F2A7-4E3A-8FB7-DFC976D440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Text Box 48">
              <a:extLst>
                <a:ext uri="{FF2B5EF4-FFF2-40B4-BE49-F238E27FC236}">
                  <a16:creationId xmlns:a16="http://schemas.microsoft.com/office/drawing/2014/main" id="{E9A95F73-9BF1-4679-8A15-EE4D33F0E3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8" name="Text Box 49">
              <a:extLst>
                <a:ext uri="{FF2B5EF4-FFF2-40B4-BE49-F238E27FC236}">
                  <a16:creationId xmlns:a16="http://schemas.microsoft.com/office/drawing/2014/main" id="{3C867B72-2846-4009-BC70-E5D91B3BD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159" name="Line 51">
              <a:extLst>
                <a:ext uri="{FF2B5EF4-FFF2-40B4-BE49-F238E27FC236}">
                  <a16:creationId xmlns:a16="http://schemas.microsoft.com/office/drawing/2014/main" id="{405DB38E-0E4E-4F78-82A1-007C2B6B2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2">
              <a:extLst>
                <a:ext uri="{FF2B5EF4-FFF2-40B4-BE49-F238E27FC236}">
                  <a16:creationId xmlns:a16="http://schemas.microsoft.com/office/drawing/2014/main" id="{03FF5E79-FC2D-4363-B5CC-A2ACD025AF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Text Box 53">
              <a:extLst>
                <a:ext uri="{FF2B5EF4-FFF2-40B4-BE49-F238E27FC236}">
                  <a16:creationId xmlns:a16="http://schemas.microsoft.com/office/drawing/2014/main" id="{81B61BA6-6288-4A13-B302-B0759D3CA7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2" name="Line 55">
              <a:extLst>
                <a:ext uri="{FF2B5EF4-FFF2-40B4-BE49-F238E27FC236}">
                  <a16:creationId xmlns:a16="http://schemas.microsoft.com/office/drawing/2014/main" id="{55BDD6DF-CD3B-4AD6-8DD6-F5718D4E9C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56">
              <a:extLst>
                <a:ext uri="{FF2B5EF4-FFF2-40B4-BE49-F238E27FC236}">
                  <a16:creationId xmlns:a16="http://schemas.microsoft.com/office/drawing/2014/main" id="{F122BEFB-7445-43BA-B612-0C151DDC9A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Text Box 57">
              <a:extLst>
                <a:ext uri="{FF2B5EF4-FFF2-40B4-BE49-F238E27FC236}">
                  <a16:creationId xmlns:a16="http://schemas.microsoft.com/office/drawing/2014/main" id="{D68C151E-809B-4D80-93E6-44359132B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6A21AD3B-E56A-422F-A612-560CDFDD24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79415C73-D7E8-467B-9438-15413A65FA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Text Box 61">
              <a:extLst>
                <a:ext uri="{FF2B5EF4-FFF2-40B4-BE49-F238E27FC236}">
                  <a16:creationId xmlns:a16="http://schemas.microsoft.com/office/drawing/2014/main" id="{AD9D83B9-A484-47AF-AC7B-F95A946C99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6F808B1B-002F-494E-BD8F-B3ECBAEED3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BB8CB168-5971-4020-AC99-37891D709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9D1D6981-7E07-4E94-8D1A-58E76F1D70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71" name="Line 70">
              <a:extLst>
                <a:ext uri="{FF2B5EF4-FFF2-40B4-BE49-F238E27FC236}">
                  <a16:creationId xmlns:a16="http://schemas.microsoft.com/office/drawing/2014/main" id="{68F44020-BC61-4FEB-8988-3F7B58FD596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71">
              <a:extLst>
                <a:ext uri="{FF2B5EF4-FFF2-40B4-BE49-F238E27FC236}">
                  <a16:creationId xmlns:a16="http://schemas.microsoft.com/office/drawing/2014/main" id="{22D3504C-0B03-495D-ACE7-5703D4C9477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3" name="Text Box 72">
              <a:extLst>
                <a:ext uri="{FF2B5EF4-FFF2-40B4-BE49-F238E27FC236}">
                  <a16:creationId xmlns:a16="http://schemas.microsoft.com/office/drawing/2014/main" id="{B4BF9601-0D09-4120-96F6-1408AECD2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174" name="Text Box 144">
              <a:extLst>
                <a:ext uri="{FF2B5EF4-FFF2-40B4-BE49-F238E27FC236}">
                  <a16:creationId xmlns:a16="http://schemas.microsoft.com/office/drawing/2014/main" id="{B3172472-433C-4842-9283-E4AB908CA9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75844" name="Grupo 174">
            <a:extLst>
              <a:ext uri="{FF2B5EF4-FFF2-40B4-BE49-F238E27FC236}">
                <a16:creationId xmlns:a16="http://schemas.microsoft.com/office/drawing/2014/main" id="{ED88CECF-F3F6-41DC-BA5C-55E4C17EBACA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82" name="Text Box 57">
              <a:extLst>
                <a:ext uri="{FF2B5EF4-FFF2-40B4-BE49-F238E27FC236}">
                  <a16:creationId xmlns:a16="http://schemas.microsoft.com/office/drawing/2014/main" id="{A003A3C8-2C08-44AE-85B9-FD9B553B4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6" name="Forma libre 175">
              <a:extLst>
                <a:ext uri="{FF2B5EF4-FFF2-40B4-BE49-F238E27FC236}">
                  <a16:creationId xmlns:a16="http://schemas.microsoft.com/office/drawing/2014/main" id="{2965A118-13F8-498F-AED1-50931D8C9D19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77" name="Line 46">
              <a:extLst>
                <a:ext uri="{FF2B5EF4-FFF2-40B4-BE49-F238E27FC236}">
                  <a16:creationId xmlns:a16="http://schemas.microsoft.com/office/drawing/2014/main" id="{3D8178A0-BA04-4ADB-9105-AA328A9C9E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8" name="Line 47">
              <a:extLst>
                <a:ext uri="{FF2B5EF4-FFF2-40B4-BE49-F238E27FC236}">
                  <a16:creationId xmlns:a16="http://schemas.microsoft.com/office/drawing/2014/main" id="{2E845DFC-4322-426B-BFB9-65227D231F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Text Box 48">
              <a:extLst>
                <a:ext uri="{FF2B5EF4-FFF2-40B4-BE49-F238E27FC236}">
                  <a16:creationId xmlns:a16="http://schemas.microsoft.com/office/drawing/2014/main" id="{3CFC488F-6942-44B8-8BAC-AF8D7FE1BC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Line 55">
              <a:extLst>
                <a:ext uri="{FF2B5EF4-FFF2-40B4-BE49-F238E27FC236}">
                  <a16:creationId xmlns:a16="http://schemas.microsoft.com/office/drawing/2014/main" id="{61AB3ABE-E95B-4218-9E8A-0D3FE85136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56">
              <a:extLst>
                <a:ext uri="{FF2B5EF4-FFF2-40B4-BE49-F238E27FC236}">
                  <a16:creationId xmlns:a16="http://schemas.microsoft.com/office/drawing/2014/main" id="{438E6BC9-5229-40D8-923D-6EC64A7E51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3" name="Forma libre 182">
            <a:extLst>
              <a:ext uri="{FF2B5EF4-FFF2-40B4-BE49-F238E27FC236}">
                <a16:creationId xmlns:a16="http://schemas.microsoft.com/office/drawing/2014/main" id="{FEA15872-EEB4-4D35-91D5-43262A7D50C0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6" name="Text Box 50">
            <a:extLst>
              <a:ext uri="{FF2B5EF4-FFF2-40B4-BE49-F238E27FC236}">
                <a16:creationId xmlns:a16="http://schemas.microsoft.com/office/drawing/2014/main" id="{85CF249C-3410-4B6E-8BAD-748A3D1488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187" name="Rectángulo redondeado 186">
            <a:extLst>
              <a:ext uri="{FF2B5EF4-FFF2-40B4-BE49-F238E27FC236}">
                <a16:creationId xmlns:a16="http://schemas.microsoft.com/office/drawing/2014/main" id="{A01D25D4-F54C-4A7D-89E5-9E938F44DB05}"/>
              </a:ext>
            </a:extLst>
          </p:cNvPr>
          <p:cNvSpPr/>
          <p:nvPr/>
        </p:nvSpPr>
        <p:spPr>
          <a:xfrm>
            <a:off x="1611313" y="2201863"/>
            <a:ext cx="2562225" cy="130175"/>
          </a:xfrm>
          <a:prstGeom prst="roundRect">
            <a:avLst/>
          </a:prstGeom>
          <a:noFill/>
          <a:ln>
            <a:solidFill>
              <a:schemeClr val="accent2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Forma libre 48">
            <a:extLst>
              <a:ext uri="{FF2B5EF4-FFF2-40B4-BE49-F238E27FC236}">
                <a16:creationId xmlns:a16="http://schemas.microsoft.com/office/drawing/2014/main" id="{62067CA0-DC5B-453C-AC7D-EF077893982B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5849" name="Text Box 50">
            <a:extLst>
              <a:ext uri="{FF2B5EF4-FFF2-40B4-BE49-F238E27FC236}">
                <a16:creationId xmlns:a16="http://schemas.microsoft.com/office/drawing/2014/main" id="{A6272CD8-C765-41A0-B597-C8C959A67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(31:20)</a:t>
            </a:r>
          </a:p>
        </p:txBody>
      </p:sp>
      <p:sp>
        <p:nvSpPr>
          <p:cNvPr id="185" name="Forma libre 184">
            <a:extLst>
              <a:ext uri="{FF2B5EF4-FFF2-40B4-BE49-F238E27FC236}">
                <a16:creationId xmlns:a16="http://schemas.microsoft.com/office/drawing/2014/main" id="{5747D001-B708-412E-9360-8E5018F7488D}"/>
              </a:ext>
            </a:extLst>
          </p:cNvPr>
          <p:cNvSpPr/>
          <p:nvPr/>
        </p:nvSpPr>
        <p:spPr>
          <a:xfrm>
            <a:off x="2830513" y="2320925"/>
            <a:ext cx="1579562" cy="3208338"/>
          </a:xfrm>
          <a:custGeom>
            <a:avLst/>
            <a:gdLst>
              <a:gd name="connsiteX0" fmla="*/ 0 w 1579983"/>
              <a:gd name="connsiteY0" fmla="*/ 0 h 3209731"/>
              <a:gd name="connsiteX1" fmla="*/ 510073 w 1579983"/>
              <a:gd name="connsiteY1" fmla="*/ 1915886 h 3209731"/>
              <a:gd name="connsiteX2" fmla="*/ 1579983 w 1579983"/>
              <a:gd name="connsiteY2" fmla="*/ 3209731 h 320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79983" h="3209731">
                <a:moveTo>
                  <a:pt x="0" y="0"/>
                </a:moveTo>
                <a:cubicBezTo>
                  <a:pt x="123371" y="690465"/>
                  <a:pt x="246743" y="1380931"/>
                  <a:pt x="510073" y="1915886"/>
                </a:cubicBezTo>
                <a:cubicBezTo>
                  <a:pt x="773403" y="2450841"/>
                  <a:pt x="1176693" y="2830286"/>
                  <a:pt x="1579983" y="3209731"/>
                </a:cubicBezTo>
              </a:path>
            </a:pathLst>
          </a:custGeom>
          <a:noFill/>
          <a:ln>
            <a:solidFill>
              <a:schemeClr val="accent2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Rectángulo redondeado 188">
            <a:extLst>
              <a:ext uri="{FF2B5EF4-FFF2-40B4-BE49-F238E27FC236}">
                <a16:creationId xmlns:a16="http://schemas.microsoft.com/office/drawing/2014/main" id="{ED1BEDC3-7F2F-4118-BEBC-51DBC519707F}"/>
              </a:ext>
            </a:extLst>
          </p:cNvPr>
          <p:cNvSpPr/>
          <p:nvPr/>
        </p:nvSpPr>
        <p:spPr>
          <a:xfrm>
            <a:off x="6337300" y="1822450"/>
            <a:ext cx="7667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66ADC168-CF36-4DE4-BE27-F2DF1F2644A6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Elipse 189">
            <a:extLst>
              <a:ext uri="{FF2B5EF4-FFF2-40B4-BE49-F238E27FC236}">
                <a16:creationId xmlns:a16="http://schemas.microsoft.com/office/drawing/2014/main" id="{4AC4B49D-8D5D-4C12-9A7E-99E43BB82B9E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8" name="Text Box 50">
            <a:extLst>
              <a:ext uri="{FF2B5EF4-FFF2-40B4-BE49-F238E27FC236}">
                <a16:creationId xmlns:a16="http://schemas.microsoft.com/office/drawing/2014/main" id="{B131BCEF-0C17-45B2-90F5-7E0BB58471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93" name="Marcador de número de diapositiva 192">
            <a:extLst>
              <a:ext uri="{FF2B5EF4-FFF2-40B4-BE49-F238E27FC236}">
                <a16:creationId xmlns:a16="http://schemas.microsoft.com/office/drawing/2014/main" id="{38849FB2-FE6B-44DC-91AF-A6C979F72A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25A2FB9-3C7D-4846-9D0E-AF28C9E15F9D}" type="slidenum">
              <a:rPr lang="es-ES" altLang="es-ES">
                <a:solidFill>
                  <a:srgbClr val="171717"/>
                </a:solidFill>
              </a:rPr>
              <a:pPr/>
              <a:t>38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a libre 233">
            <a:extLst>
              <a:ext uri="{FF2B5EF4-FFF2-40B4-BE49-F238E27FC236}">
                <a16:creationId xmlns:a16="http://schemas.microsoft.com/office/drawing/2014/main" id="{6E046972-02CD-4792-8726-3C8EE9E390AD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AF57D010-DFE8-43FE-89E6-160C6D7A1F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77827" name="Rectangle 3">
            <a:extLst>
              <a:ext uri="{FF2B5EF4-FFF2-40B4-BE49-F238E27FC236}">
                <a16:creationId xmlns:a16="http://schemas.microsoft.com/office/drawing/2014/main" id="{BDA2351A-72E7-476A-8934-ABE2A3AD8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77828" name="Grupo 2">
            <a:extLst>
              <a:ext uri="{FF2B5EF4-FFF2-40B4-BE49-F238E27FC236}">
                <a16:creationId xmlns:a16="http://schemas.microsoft.com/office/drawing/2014/main" id="{9AC8CF47-F9C4-46A3-AE48-B0D85691107A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47D205AD-C730-446D-921A-97A473A2E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72D9BD28-8AE6-4BD9-AACE-6BA0E12E94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8AC6C81A-4F12-4311-AA48-7615FEBF64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4C201272-57B1-4279-9212-3BE00500EA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D193E493-ACCD-4C52-99E8-D183EE21AA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45A961B7-2388-43A3-BD15-DE65F1E032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F43F1A13-CD12-424B-8959-3306CFD16D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BDA32E72-E2C3-4871-ACCD-4290617E5D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3E730339-674B-4269-B757-876A758A57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B89620A0-6237-44E8-8007-AABA379FD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77829" name="Grupo 49">
            <a:extLst>
              <a:ext uri="{FF2B5EF4-FFF2-40B4-BE49-F238E27FC236}">
                <a16:creationId xmlns:a16="http://schemas.microsoft.com/office/drawing/2014/main" id="{76AF1D68-9B6D-4F82-8B6E-90BD9A6973A9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A9D39278-5F2F-4C20-8C87-8BC6D9133E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AF7E8CFE-C750-47BB-A9C3-30AAD1180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88542A28-80E5-438F-B0B5-22C65475AF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0CA937FE-87C1-4D1F-8DFD-493941274E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C2C8AD6F-EE58-48EE-B171-7125361AEA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14DFC0A9-6583-4921-BCB9-DE4E1853AB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EF224506-5BCE-4222-B721-36CD501D03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AB5E0C23-B9F8-40CC-96B5-99CC367328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402199D8-26FC-424D-B126-CA35B29FD26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7830" name="Grupo 129">
            <a:extLst>
              <a:ext uri="{FF2B5EF4-FFF2-40B4-BE49-F238E27FC236}">
                <a16:creationId xmlns:a16="http://schemas.microsoft.com/office/drawing/2014/main" id="{D7AD5EA5-BE9D-449D-B258-761CC335C7D5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82D0FFBD-F982-4CB5-B765-D6FC4F7BC2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ECA59E11-4582-4D54-9D6D-7FDE8CC26A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5B55BBF9-B499-4452-84CD-F31C207E54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133EB05D-908A-4DEF-9936-9AE0EE60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85C45D15-4208-4626-A02D-B4E6DA5C46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57653A2A-BFE4-4862-93F7-0FCCA0AD9C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5FBEA898-0AC2-430E-9131-88BEE3A2F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D2948594-3F3C-48D2-B8FE-BE94C6BDF9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8882D7F5-2F0C-432A-8136-5FB538CA9E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C469CFEB-6D22-4840-A47E-E1E2B33B4C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86009D60-6E9F-4A1E-9759-6ADD7E1E38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270F1B5B-CD39-47DF-84F9-68B114E1188C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21804EBB-B849-41E7-8972-BF38AF8D81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AE19DC9F-BE04-4A4A-A880-1AD569CB2142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F0F78946-1AA1-44C7-8551-A68DC6790FF7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B7560750-4978-4A57-8AB7-44C8430969DA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)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996F403E-9422-47D8-81A1-115BB0268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77889" name="Grupo 12">
            <a:extLst>
              <a:ext uri="{FF2B5EF4-FFF2-40B4-BE49-F238E27FC236}">
                <a16:creationId xmlns:a16="http://schemas.microsoft.com/office/drawing/2014/main" id="{D77C806A-2DC6-486A-AC77-CE496E425FB4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A5793951-C2CF-4B86-A92A-1C20D961D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75A3DF24-E5B0-44FB-8212-C35CE38EF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AF9EEF85-7311-4D39-966C-A3EBB504B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FB9B0932-2A95-4EFA-83E8-13F17256CC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CE513BDB-83C4-46E0-BCC4-DE2E607C5E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FD497613-5A80-4729-9AE0-8B928B5E7C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E5CD3A4A-4B41-4441-A491-CFD8C25D5A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056907A5-C440-4067-8B1E-778B5831C4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BBCD86BB-CC55-4B01-A433-9BE759CDFF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EEE87BA2-7F32-4D12-8B4F-E0FBC93CDF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24AF0516-E4D7-4BF3-BE3E-2FD2B8107E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EC9F7B16-BE29-4F79-A643-28C0A91E14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206AC383-042E-4A87-BD07-A70FABC94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D38F2E89-41FE-4272-AF77-194A4473EF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0012A698-A467-4504-86C2-50CE3BF159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5BD621FA-9384-4A22-8994-1428629DD9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629FAA45-7647-4B2D-91E1-D57298C46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A265DF35-0219-4693-A63A-4090542149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4784FBDB-6D30-4FE1-9D0E-2C13A9745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47E38305-4DF5-4BA1-9CCE-300C25741E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CFA27249-D67A-49E4-A387-40625ECC17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30C66A83-A722-4A8E-BA87-A101C25A5C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49615172-4656-47D8-A2EE-A1ACBE4627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26B66A8A-0688-4F60-A967-5C7A6C0E5E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2D95FDB5-7610-4B14-B424-E73B825D0D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8414F444-0A14-453D-876E-BD1D8F9372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074B1EF9-42FA-4FFE-A987-3CF0D28C22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AEE72B8D-64A3-49C3-965F-23DD38FDBA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D6EAB0B5-F990-4096-84FE-C0491D887373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7890" name="Grupo 5">
            <a:extLst>
              <a:ext uri="{FF2B5EF4-FFF2-40B4-BE49-F238E27FC236}">
                <a16:creationId xmlns:a16="http://schemas.microsoft.com/office/drawing/2014/main" id="{75F8321C-DC01-4E57-948A-42C5936D813F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FFD6682E-A6F4-4C3D-A737-47B8EC34C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D04C7175-1ECF-457C-8D7A-510F2B423E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3E56FB1D-3748-40FF-9B5B-190311E81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7696AED2-7445-4252-9BC6-E2333333BB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02037B76-433D-472F-B73E-C5CDFB35E7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33D0B15A-4EF7-47D3-9F7B-E6BB718985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65E85031-5337-481A-AFFD-C636FBC1C4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089A18E3-6096-4944-8DE8-87BBB8B11C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D7748480-0E7C-42D8-9DD5-0C86BD61C0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AB0E337B-87EF-4CC4-97F4-22476EC792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1EAF71C1-437B-40A4-B591-C8E57F040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97F8E116-5B86-4A41-9D85-47A71DF011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7AA0F6E7-CEE7-40F0-8665-C6795D969C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8D0BBCEC-F513-425A-80FA-572E2D7FC4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50BE1FD9-04B3-423D-ABCE-BBA8094DB4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8A529C36-8B7E-4E9A-BD68-C2C6D6143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CB97B618-A144-4C74-B857-711233E8A546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7891" name="Grupo 59">
            <a:extLst>
              <a:ext uri="{FF2B5EF4-FFF2-40B4-BE49-F238E27FC236}">
                <a16:creationId xmlns:a16="http://schemas.microsoft.com/office/drawing/2014/main" id="{3106C0D6-2C7F-417E-BBB4-F4FF349CA8F5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161" name="Text Box 53">
              <a:extLst>
                <a:ext uri="{FF2B5EF4-FFF2-40B4-BE49-F238E27FC236}">
                  <a16:creationId xmlns:a16="http://schemas.microsoft.com/office/drawing/2014/main" id="{FD04C0FF-408F-4E9B-9FF4-DC30E3B821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4" name="Text Box 57">
              <a:extLst>
                <a:ext uri="{FF2B5EF4-FFF2-40B4-BE49-F238E27FC236}">
                  <a16:creationId xmlns:a16="http://schemas.microsoft.com/office/drawing/2014/main" id="{420FAFC1-B3C9-429E-A205-6B27870AC5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4" name="Freeform 44">
              <a:extLst>
                <a:ext uri="{FF2B5EF4-FFF2-40B4-BE49-F238E27FC236}">
                  <a16:creationId xmlns:a16="http://schemas.microsoft.com/office/drawing/2014/main" id="{5E0ED0CB-A7C7-4A82-9C53-EC9189E9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6">
              <a:extLst>
                <a:ext uri="{FF2B5EF4-FFF2-40B4-BE49-F238E27FC236}">
                  <a16:creationId xmlns:a16="http://schemas.microsoft.com/office/drawing/2014/main" id="{8DCD5A88-37B9-4A3F-8880-0B2DEB3AED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47">
              <a:extLst>
                <a:ext uri="{FF2B5EF4-FFF2-40B4-BE49-F238E27FC236}">
                  <a16:creationId xmlns:a16="http://schemas.microsoft.com/office/drawing/2014/main" id="{9688155D-2118-4F71-BCFA-A64A1FA09A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Text Box 48">
              <a:extLst>
                <a:ext uri="{FF2B5EF4-FFF2-40B4-BE49-F238E27FC236}">
                  <a16:creationId xmlns:a16="http://schemas.microsoft.com/office/drawing/2014/main" id="{C4B4D02D-81F8-46F7-98AB-1D261F221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8" name="Text Box 49">
              <a:extLst>
                <a:ext uri="{FF2B5EF4-FFF2-40B4-BE49-F238E27FC236}">
                  <a16:creationId xmlns:a16="http://schemas.microsoft.com/office/drawing/2014/main" id="{D25BEA0A-3414-4177-82B8-7B08D43B8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159" name="Line 51">
              <a:extLst>
                <a:ext uri="{FF2B5EF4-FFF2-40B4-BE49-F238E27FC236}">
                  <a16:creationId xmlns:a16="http://schemas.microsoft.com/office/drawing/2014/main" id="{8C57D7CC-BD2F-4553-9205-BC6AD4953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2">
              <a:extLst>
                <a:ext uri="{FF2B5EF4-FFF2-40B4-BE49-F238E27FC236}">
                  <a16:creationId xmlns:a16="http://schemas.microsoft.com/office/drawing/2014/main" id="{C45F3257-BAEC-4834-B2B6-3EA2BB4C3B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Line 55">
              <a:extLst>
                <a:ext uri="{FF2B5EF4-FFF2-40B4-BE49-F238E27FC236}">
                  <a16:creationId xmlns:a16="http://schemas.microsoft.com/office/drawing/2014/main" id="{6784361D-51C3-425E-A22C-F71B1D958F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56">
              <a:extLst>
                <a:ext uri="{FF2B5EF4-FFF2-40B4-BE49-F238E27FC236}">
                  <a16:creationId xmlns:a16="http://schemas.microsoft.com/office/drawing/2014/main" id="{6B9DCF72-CC42-4B0E-97E0-34F670D3D2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04EAF39C-B19B-47F6-BE64-85FF8FB332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5A8896C8-87AA-4FF4-A107-EEC4CC6B17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Text Box 61">
              <a:extLst>
                <a:ext uri="{FF2B5EF4-FFF2-40B4-BE49-F238E27FC236}">
                  <a16:creationId xmlns:a16="http://schemas.microsoft.com/office/drawing/2014/main" id="{83172793-484C-4FC0-8F24-76AFF21AD6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58FA6AD0-C824-412A-944F-9B254B1FD7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421790B6-F9B1-46E0-B043-98CAFE5E4C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FFD15C1F-98B6-46BF-A1DA-96743E977B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71" name="Line 70">
              <a:extLst>
                <a:ext uri="{FF2B5EF4-FFF2-40B4-BE49-F238E27FC236}">
                  <a16:creationId xmlns:a16="http://schemas.microsoft.com/office/drawing/2014/main" id="{586D76A1-FEC0-4DD0-843C-5FDDA9BE165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71">
              <a:extLst>
                <a:ext uri="{FF2B5EF4-FFF2-40B4-BE49-F238E27FC236}">
                  <a16:creationId xmlns:a16="http://schemas.microsoft.com/office/drawing/2014/main" id="{F97908DF-1764-48F1-B597-8F513C88C9F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3" name="Text Box 72">
              <a:extLst>
                <a:ext uri="{FF2B5EF4-FFF2-40B4-BE49-F238E27FC236}">
                  <a16:creationId xmlns:a16="http://schemas.microsoft.com/office/drawing/2014/main" id="{9B0D1884-DF07-4CCC-85AD-4C86C18213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174" name="Text Box 144">
              <a:extLst>
                <a:ext uri="{FF2B5EF4-FFF2-40B4-BE49-F238E27FC236}">
                  <a16:creationId xmlns:a16="http://schemas.microsoft.com/office/drawing/2014/main" id="{71FC0D89-6C8E-4F72-9D7A-280572236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77892" name="Grupo 174">
            <a:extLst>
              <a:ext uri="{FF2B5EF4-FFF2-40B4-BE49-F238E27FC236}">
                <a16:creationId xmlns:a16="http://schemas.microsoft.com/office/drawing/2014/main" id="{F9823397-D9E1-4AD2-A814-08F503F5BD20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79" name="Text Box 48">
              <a:extLst>
                <a:ext uri="{FF2B5EF4-FFF2-40B4-BE49-F238E27FC236}">
                  <a16:creationId xmlns:a16="http://schemas.microsoft.com/office/drawing/2014/main" id="{6CD13A7C-C5B9-4CAA-9E11-5E343FADD2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2" name="Text Box 57">
              <a:extLst>
                <a:ext uri="{FF2B5EF4-FFF2-40B4-BE49-F238E27FC236}">
                  <a16:creationId xmlns:a16="http://schemas.microsoft.com/office/drawing/2014/main" id="{9CA70653-9B22-43EC-B623-FC9269C5D5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6" name="Forma libre 175">
              <a:extLst>
                <a:ext uri="{FF2B5EF4-FFF2-40B4-BE49-F238E27FC236}">
                  <a16:creationId xmlns:a16="http://schemas.microsoft.com/office/drawing/2014/main" id="{DAD65A49-0905-4954-AE2D-276365EAA454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77" name="Line 46">
              <a:extLst>
                <a:ext uri="{FF2B5EF4-FFF2-40B4-BE49-F238E27FC236}">
                  <a16:creationId xmlns:a16="http://schemas.microsoft.com/office/drawing/2014/main" id="{0E325A7E-22D0-41ED-A7A9-88375764A4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8" name="Line 47">
              <a:extLst>
                <a:ext uri="{FF2B5EF4-FFF2-40B4-BE49-F238E27FC236}">
                  <a16:creationId xmlns:a16="http://schemas.microsoft.com/office/drawing/2014/main" id="{D1296735-DC45-4BB7-8931-1CFBC0BA9A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Line 55">
              <a:extLst>
                <a:ext uri="{FF2B5EF4-FFF2-40B4-BE49-F238E27FC236}">
                  <a16:creationId xmlns:a16="http://schemas.microsoft.com/office/drawing/2014/main" id="{AB8A42C4-2E7D-4124-9EBF-A9404E7E15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56">
              <a:extLst>
                <a:ext uri="{FF2B5EF4-FFF2-40B4-BE49-F238E27FC236}">
                  <a16:creationId xmlns:a16="http://schemas.microsoft.com/office/drawing/2014/main" id="{8C7EFA7E-9E42-45C7-A8DF-AEC7306203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3" name="Forma libre 182">
            <a:extLst>
              <a:ext uri="{FF2B5EF4-FFF2-40B4-BE49-F238E27FC236}">
                <a16:creationId xmlns:a16="http://schemas.microsoft.com/office/drawing/2014/main" id="{A55DE5AF-88E6-4883-8B23-ED1A5AE41C37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6" name="Text Box 50">
            <a:extLst>
              <a:ext uri="{FF2B5EF4-FFF2-40B4-BE49-F238E27FC236}">
                <a16:creationId xmlns:a16="http://schemas.microsoft.com/office/drawing/2014/main" id="{0823334F-5DFC-4121-93F9-9D0DD3C67C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49" name="Forma libre 48">
            <a:extLst>
              <a:ext uri="{FF2B5EF4-FFF2-40B4-BE49-F238E27FC236}">
                <a16:creationId xmlns:a16="http://schemas.microsoft.com/office/drawing/2014/main" id="{8C6C6B7B-E791-4F51-9570-859075BB6EA6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Rectángulo redondeado 188">
            <a:extLst>
              <a:ext uri="{FF2B5EF4-FFF2-40B4-BE49-F238E27FC236}">
                <a16:creationId xmlns:a16="http://schemas.microsoft.com/office/drawing/2014/main" id="{F97E490A-8B22-4CCE-861D-A3C002363430}"/>
              </a:ext>
            </a:extLst>
          </p:cNvPr>
          <p:cNvSpPr/>
          <p:nvPr/>
        </p:nvSpPr>
        <p:spPr>
          <a:xfrm>
            <a:off x="5543550" y="1822450"/>
            <a:ext cx="156051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D6A2A35E-5CCA-4C6C-99E0-D07F26324452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1" name="Forma libre 190">
            <a:extLst>
              <a:ext uri="{FF2B5EF4-FFF2-40B4-BE49-F238E27FC236}">
                <a16:creationId xmlns:a16="http://schemas.microsoft.com/office/drawing/2014/main" id="{1CB057C5-B7F2-44A0-B6A9-CB9488B6B633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2" name="Forma libre 191">
            <a:extLst>
              <a:ext uri="{FF2B5EF4-FFF2-40B4-BE49-F238E27FC236}">
                <a16:creationId xmlns:a16="http://schemas.microsoft.com/office/drawing/2014/main" id="{FFBC01F2-4ACE-4FDC-8B1E-D67FD56E4051}"/>
              </a:ext>
            </a:extLst>
          </p:cNvPr>
          <p:cNvSpPr/>
          <p:nvPr/>
        </p:nvSpPr>
        <p:spPr>
          <a:xfrm>
            <a:off x="6238875" y="2009775"/>
            <a:ext cx="1592263" cy="2058988"/>
          </a:xfrm>
          <a:custGeom>
            <a:avLst/>
            <a:gdLst>
              <a:gd name="connsiteX0" fmla="*/ 0 w 1592425"/>
              <a:gd name="connsiteY0" fmla="*/ 0 h 2058955"/>
              <a:gd name="connsiteX1" fmla="*/ 478972 w 1592425"/>
              <a:gd name="connsiteY1" fmla="*/ 1468016 h 2058955"/>
              <a:gd name="connsiteX2" fmla="*/ 1592425 w 1592425"/>
              <a:gd name="connsiteY2" fmla="*/ 2058955 h 20589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92425" h="2058955">
                <a:moveTo>
                  <a:pt x="0" y="0"/>
                </a:moveTo>
                <a:cubicBezTo>
                  <a:pt x="106784" y="562428"/>
                  <a:pt x="213568" y="1124857"/>
                  <a:pt x="478972" y="1468016"/>
                </a:cubicBezTo>
                <a:cubicBezTo>
                  <a:pt x="744376" y="1811175"/>
                  <a:pt x="1168400" y="1935065"/>
                  <a:pt x="1592425" y="2058955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F6E541B8-F7B3-4DF9-A8BC-3B53E2A84FBA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Elipse 192">
            <a:extLst>
              <a:ext uri="{FF2B5EF4-FFF2-40B4-BE49-F238E27FC236}">
                <a16:creationId xmlns:a16="http://schemas.microsoft.com/office/drawing/2014/main" id="{9D7ECCED-972B-4325-A7A9-49B4BEEDB53D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7902" name="Text Box 50">
            <a:extLst>
              <a:ext uri="{FF2B5EF4-FFF2-40B4-BE49-F238E27FC236}">
                <a16:creationId xmlns:a16="http://schemas.microsoft.com/office/drawing/2014/main" id="{D25CBA9A-DA1F-48FE-9C5A-7CF4F2C635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(31:20)</a:t>
            </a:r>
          </a:p>
        </p:txBody>
      </p:sp>
      <p:sp>
        <p:nvSpPr>
          <p:cNvPr id="187" name="Text Box 50">
            <a:extLst>
              <a:ext uri="{FF2B5EF4-FFF2-40B4-BE49-F238E27FC236}">
                <a16:creationId xmlns:a16="http://schemas.microsoft.com/office/drawing/2014/main" id="{E77E1846-12EB-435C-8B8D-FD59FC9353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94" name="Marcador de número de diapositiva 193">
            <a:extLst>
              <a:ext uri="{FF2B5EF4-FFF2-40B4-BE49-F238E27FC236}">
                <a16:creationId xmlns:a16="http://schemas.microsoft.com/office/drawing/2014/main" id="{73E2FF6F-5706-4A59-8868-1378A5BFA4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A463C34-AC72-442B-8554-5D90F368A9D4}" type="slidenum">
              <a:rPr lang="es-ES" altLang="es-ES">
                <a:solidFill>
                  <a:srgbClr val="171717"/>
                </a:solidFill>
              </a:rPr>
              <a:pPr/>
              <a:t>39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orma libre 233">
            <a:extLst>
              <a:ext uri="{FF2B5EF4-FFF2-40B4-BE49-F238E27FC236}">
                <a16:creationId xmlns:a16="http://schemas.microsoft.com/office/drawing/2014/main" id="{419E43C8-FE34-46AD-81E5-76AFFF5CE5E6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A5172690-53B2-45C4-ACC3-61956CA4F5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79875" name="Rectangle 3">
            <a:extLst>
              <a:ext uri="{FF2B5EF4-FFF2-40B4-BE49-F238E27FC236}">
                <a16:creationId xmlns:a16="http://schemas.microsoft.com/office/drawing/2014/main" id="{83F4DBF3-C2D4-4713-8AC9-308F859767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79876" name="Grupo 2">
            <a:extLst>
              <a:ext uri="{FF2B5EF4-FFF2-40B4-BE49-F238E27FC236}">
                <a16:creationId xmlns:a16="http://schemas.microsoft.com/office/drawing/2014/main" id="{3BCB81B9-C2AB-4E00-A0DB-25ACB2F783CA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241647B0-5CFC-4026-BC00-36FBAFD48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D7F01D95-9B0A-47C4-B7A0-D7C9030A02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7E4374B8-2A78-40C8-AAE4-EE14BA561F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03AF5623-7DC9-4BE8-8C35-D2DA425FA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1D1BF85E-62E2-4009-AE42-2D273FF3D9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C0176319-58D2-4220-9C8E-2B5F34BB3B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3387AC23-74DD-4E56-9AA2-BB7C73140B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AD8174D6-A583-4E48-8786-38C0E46B89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8E88094A-CF4E-47FC-AA2F-909BBEB5FA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48F66D41-8A72-4F0E-A3A2-262562FE35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79877" name="Grupo 49">
            <a:extLst>
              <a:ext uri="{FF2B5EF4-FFF2-40B4-BE49-F238E27FC236}">
                <a16:creationId xmlns:a16="http://schemas.microsoft.com/office/drawing/2014/main" id="{63E8E080-4D31-4C59-B6D1-061DF0AB42BA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AD2A9543-0939-4619-B197-7E8FE93DA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83E926F8-2C15-4D32-A223-5F2701590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CDE695C2-4FC5-48F4-AE71-7C9405F7A0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741D1857-12A5-412C-BDAF-3055816ECF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EFF1CEC1-9259-4C27-B373-36784C17BD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9D1356E8-F25D-4E99-B510-35BD41D9D9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AD2C30EA-E421-4B86-80A7-EF174BF903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E6538054-3308-4CB1-9543-FB91D85DD0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BC3953E6-5B59-4568-9F51-F3956D0620DD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9878" name="Grupo 129">
            <a:extLst>
              <a:ext uri="{FF2B5EF4-FFF2-40B4-BE49-F238E27FC236}">
                <a16:creationId xmlns:a16="http://schemas.microsoft.com/office/drawing/2014/main" id="{AA65EFAC-60FF-49F7-8990-D113E149D7FA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1EF122F7-F59F-4634-A49B-553260D924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A051C398-585F-43CE-B329-21AD60B2B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EA8C0D6A-C732-4BDD-8890-5F3A8AB1D4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6037FAC6-A28B-4208-809F-07ABC9ABD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385880F1-578F-4051-B80C-1F11BAD90A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132D2ED4-1D26-44C6-8AB2-830B953408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DE3BD96E-F652-4FA2-8691-7050FDF79F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F848C8B8-B933-49BF-891D-329EAF3766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A7694683-D400-46DB-AC2E-7E295C394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CA0A0625-84E1-4D60-97B3-63BBBD4C10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4BDB42D6-6F98-4258-9D8B-2A6793EB2E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C713021F-AD4A-4276-BF19-34932DA067C7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DE233C48-BDA2-48CC-A137-1D63503FDA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9EEE4E97-85E6-433B-BD2A-73890ABC3EF2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0FD334FF-9502-41E1-95F3-74FE4F6CA062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8A0ACC64-A8AE-41F5-ADC6-097CEA214B44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+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)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1B564551-8A13-4871-949A-E17C944165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79937" name="Grupo 12">
            <a:extLst>
              <a:ext uri="{FF2B5EF4-FFF2-40B4-BE49-F238E27FC236}">
                <a16:creationId xmlns:a16="http://schemas.microsoft.com/office/drawing/2014/main" id="{A7047E36-CCE4-4A04-B8BB-A6FEDEE18330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BFF4C3DE-65C3-4DC9-A523-1CAA0E9536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6F8AE0EF-38F3-4D38-BA7E-AB2874EAF1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19103F12-9CFD-4BC5-BFE5-D4B3E293D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572BD4A1-C497-4944-A932-8B1892E41C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6E4916D5-8712-42F1-BDF8-3E88FB33E6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6ADAD4AF-3AFF-4B5C-88BD-A8BB79933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337741D1-34F0-4AF5-A706-654671A79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800C8F03-216A-48E5-BBF8-C0DF987AB0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5FF8A830-51D8-4E13-9B23-1E72CDADCF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580CBDB7-B2E9-469B-AA3C-A3A73C3080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E16596B7-5E03-4BBE-B6E5-C3FA3F2DAF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85F67C2E-A3AF-4D20-A950-A55F37B5C5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1D55FE87-F095-4F9F-A644-4DCDA30F8B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F81B2F28-2FCD-4E7D-B6DC-FDBFAE1736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46EC512E-6547-47F3-84A7-1A7A935352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201EE5F0-31C4-46BA-B812-EEE3890E08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13FD1D79-18DC-4ED0-9409-7557779ED9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B8DD5B2F-68D0-46BE-B4B5-B438E6E278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A2DB038B-4D49-4064-9F93-1BD3F6C64E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617CDD06-5A6F-4F3D-AC9F-6DB2F6031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DBDDF6D1-C007-4A38-857B-D4A155E89D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6D537812-478D-46C2-AFFF-419637B504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2571D514-93B4-4ED7-B1AB-B61ACFC3B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A3CD0905-B7B3-4973-B45E-CBBCA91A17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1C6EB0B1-3092-467E-93B4-24E77927B4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C434AA9F-24FD-4DD8-A93C-AFFC84E4E5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3302859E-2F2C-4835-BD81-1D42257C5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BE528D1D-51A4-4261-8AA7-F168D5D50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BEB54A96-2B01-4855-A0CD-4E88C6B5DB23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9938" name="Grupo 5">
            <a:extLst>
              <a:ext uri="{FF2B5EF4-FFF2-40B4-BE49-F238E27FC236}">
                <a16:creationId xmlns:a16="http://schemas.microsoft.com/office/drawing/2014/main" id="{7835D38C-E7B2-45A3-90A8-3E27544D97C6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1ECD04A4-8D68-4E2D-87C7-4049F6F6A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FABF863D-9358-4AB4-A8A1-8BCF29D7C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1834E694-C49C-43A5-B685-17181F00AB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FB0D1728-7116-41C7-A231-F4C6360D7D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D211E288-284D-43F6-9B74-F77BF5F080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A27EC4F6-A7AF-4E29-AA3F-A63FD2A1E5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80F390F6-4C81-4F58-9AB2-30C22C3032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A46764D5-E0E2-49EC-A952-B8E3CFB2AD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75618409-BF14-4641-B5E2-7F7B4BAD6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76FB6096-5E7E-4A50-AC11-36C0DF82F5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84358C49-7FD9-4742-B66C-C2490DA41B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B1F0B19C-DFD9-466B-B75A-659CD324F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ADB62033-8DD5-44D7-B297-AE462103F6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D3886EA2-5B9C-49A4-960B-A0A601D942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6CDA730D-C5FB-4E9C-86D3-00338A4FF8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0FBF23BF-543C-4622-A76F-67A363365E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B3E0236E-0BB2-4D2F-9099-B117E64BD7C4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79939" name="Grupo 59">
            <a:extLst>
              <a:ext uri="{FF2B5EF4-FFF2-40B4-BE49-F238E27FC236}">
                <a16:creationId xmlns:a16="http://schemas.microsoft.com/office/drawing/2014/main" id="{582B7D9C-F570-49DE-A7A5-CAB18C0E126B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157" name="Text Box 48">
              <a:extLst>
                <a:ext uri="{FF2B5EF4-FFF2-40B4-BE49-F238E27FC236}">
                  <a16:creationId xmlns:a16="http://schemas.microsoft.com/office/drawing/2014/main" id="{A43B00C5-BE41-4D4F-9869-F9D263005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1" name="Text Box 53">
              <a:extLst>
                <a:ext uri="{FF2B5EF4-FFF2-40B4-BE49-F238E27FC236}">
                  <a16:creationId xmlns:a16="http://schemas.microsoft.com/office/drawing/2014/main" id="{07C50EC7-E68C-495F-96E0-BF3C92A304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4" name="Text Box 57">
              <a:extLst>
                <a:ext uri="{FF2B5EF4-FFF2-40B4-BE49-F238E27FC236}">
                  <a16:creationId xmlns:a16="http://schemas.microsoft.com/office/drawing/2014/main" id="{4986FB7D-FC67-4B1C-A288-50E870BE7E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4" name="Freeform 44">
              <a:extLst>
                <a:ext uri="{FF2B5EF4-FFF2-40B4-BE49-F238E27FC236}">
                  <a16:creationId xmlns:a16="http://schemas.microsoft.com/office/drawing/2014/main" id="{85A01C72-E405-4E5A-8F01-A806C57A5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6">
              <a:extLst>
                <a:ext uri="{FF2B5EF4-FFF2-40B4-BE49-F238E27FC236}">
                  <a16:creationId xmlns:a16="http://schemas.microsoft.com/office/drawing/2014/main" id="{BC54B5DF-0296-4EE1-83B5-D59705FC4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47">
              <a:extLst>
                <a:ext uri="{FF2B5EF4-FFF2-40B4-BE49-F238E27FC236}">
                  <a16:creationId xmlns:a16="http://schemas.microsoft.com/office/drawing/2014/main" id="{FF09DF32-35A6-4B8E-9AC3-C6C4C08EA5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Text Box 49">
              <a:extLst>
                <a:ext uri="{FF2B5EF4-FFF2-40B4-BE49-F238E27FC236}">
                  <a16:creationId xmlns:a16="http://schemas.microsoft.com/office/drawing/2014/main" id="{865CA51B-CF75-4DD2-9791-65E2291F8E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159" name="Line 51">
              <a:extLst>
                <a:ext uri="{FF2B5EF4-FFF2-40B4-BE49-F238E27FC236}">
                  <a16:creationId xmlns:a16="http://schemas.microsoft.com/office/drawing/2014/main" id="{203CB117-76C6-438C-B972-0565BF2611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2">
              <a:extLst>
                <a:ext uri="{FF2B5EF4-FFF2-40B4-BE49-F238E27FC236}">
                  <a16:creationId xmlns:a16="http://schemas.microsoft.com/office/drawing/2014/main" id="{84691D0C-C4E7-43E8-92B6-75662684F8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Line 55">
              <a:extLst>
                <a:ext uri="{FF2B5EF4-FFF2-40B4-BE49-F238E27FC236}">
                  <a16:creationId xmlns:a16="http://schemas.microsoft.com/office/drawing/2014/main" id="{5253280F-4AF9-48C3-8182-3AB60A9FF4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56">
              <a:extLst>
                <a:ext uri="{FF2B5EF4-FFF2-40B4-BE49-F238E27FC236}">
                  <a16:creationId xmlns:a16="http://schemas.microsoft.com/office/drawing/2014/main" id="{202E8048-BF1F-4AF2-B834-5825C4196E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A50082DE-3F2B-41F5-A001-FBE8EE5B3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69B85DA5-4178-4F3D-8483-B45101A75F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Text Box 61">
              <a:extLst>
                <a:ext uri="{FF2B5EF4-FFF2-40B4-BE49-F238E27FC236}">
                  <a16:creationId xmlns:a16="http://schemas.microsoft.com/office/drawing/2014/main" id="{67CD98D8-84E3-4833-A954-08869D333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622A871D-3C91-4343-A5FA-124ADB6B21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A8F55D42-1340-467F-B9EE-D1D09175F5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22420822-53F8-4707-BB90-078735906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71" name="Line 70">
              <a:extLst>
                <a:ext uri="{FF2B5EF4-FFF2-40B4-BE49-F238E27FC236}">
                  <a16:creationId xmlns:a16="http://schemas.microsoft.com/office/drawing/2014/main" id="{CA48E4C9-7A54-4C65-BD78-DBC206574B6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71">
              <a:extLst>
                <a:ext uri="{FF2B5EF4-FFF2-40B4-BE49-F238E27FC236}">
                  <a16:creationId xmlns:a16="http://schemas.microsoft.com/office/drawing/2014/main" id="{FDD1341E-9154-4317-883A-0AB709B1DBD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3" name="Text Box 72">
              <a:extLst>
                <a:ext uri="{FF2B5EF4-FFF2-40B4-BE49-F238E27FC236}">
                  <a16:creationId xmlns:a16="http://schemas.microsoft.com/office/drawing/2014/main" id="{1C443603-F3D1-499C-B5BE-AF506FB9B4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174" name="Text Box 144">
              <a:extLst>
                <a:ext uri="{FF2B5EF4-FFF2-40B4-BE49-F238E27FC236}">
                  <a16:creationId xmlns:a16="http://schemas.microsoft.com/office/drawing/2014/main" id="{E2EE9457-6021-48B6-A7D5-007F43AB3B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79940" name="Grupo 174">
            <a:extLst>
              <a:ext uri="{FF2B5EF4-FFF2-40B4-BE49-F238E27FC236}">
                <a16:creationId xmlns:a16="http://schemas.microsoft.com/office/drawing/2014/main" id="{6A091067-E939-4A5F-B3F2-012A00F553D1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79" name="Text Box 48">
              <a:extLst>
                <a:ext uri="{FF2B5EF4-FFF2-40B4-BE49-F238E27FC236}">
                  <a16:creationId xmlns:a16="http://schemas.microsoft.com/office/drawing/2014/main" id="{95482D99-9173-442F-A296-F34BC385A9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2" name="Text Box 57">
              <a:extLst>
                <a:ext uri="{FF2B5EF4-FFF2-40B4-BE49-F238E27FC236}">
                  <a16:creationId xmlns:a16="http://schemas.microsoft.com/office/drawing/2014/main" id="{50FE0C13-6018-4FFA-8C2E-217EB08BE3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6" name="Forma libre 175">
              <a:extLst>
                <a:ext uri="{FF2B5EF4-FFF2-40B4-BE49-F238E27FC236}">
                  <a16:creationId xmlns:a16="http://schemas.microsoft.com/office/drawing/2014/main" id="{2535B7B6-00A7-42B9-A536-E83A530DFFCA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77" name="Line 46">
              <a:extLst>
                <a:ext uri="{FF2B5EF4-FFF2-40B4-BE49-F238E27FC236}">
                  <a16:creationId xmlns:a16="http://schemas.microsoft.com/office/drawing/2014/main" id="{B0FF7A87-2304-4EDC-B471-7B182D9B76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8" name="Line 47">
              <a:extLst>
                <a:ext uri="{FF2B5EF4-FFF2-40B4-BE49-F238E27FC236}">
                  <a16:creationId xmlns:a16="http://schemas.microsoft.com/office/drawing/2014/main" id="{90504592-81E2-480C-B1CB-15654C0EAA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Line 55">
              <a:extLst>
                <a:ext uri="{FF2B5EF4-FFF2-40B4-BE49-F238E27FC236}">
                  <a16:creationId xmlns:a16="http://schemas.microsoft.com/office/drawing/2014/main" id="{2E81DFC7-8613-40F2-ACD5-55F42EED1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56">
              <a:extLst>
                <a:ext uri="{FF2B5EF4-FFF2-40B4-BE49-F238E27FC236}">
                  <a16:creationId xmlns:a16="http://schemas.microsoft.com/office/drawing/2014/main" id="{58FFD3CD-5837-4572-B221-A950646CBB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3" name="Forma libre 182">
            <a:extLst>
              <a:ext uri="{FF2B5EF4-FFF2-40B4-BE49-F238E27FC236}">
                <a16:creationId xmlns:a16="http://schemas.microsoft.com/office/drawing/2014/main" id="{43FF9029-15EC-45E9-8149-24B5698924A5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6" name="Text Box 50">
            <a:extLst>
              <a:ext uri="{FF2B5EF4-FFF2-40B4-BE49-F238E27FC236}">
                <a16:creationId xmlns:a16="http://schemas.microsoft.com/office/drawing/2014/main" id="{BA795941-5446-429A-BCF4-0BE0160821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49" name="Forma libre 48">
            <a:extLst>
              <a:ext uri="{FF2B5EF4-FFF2-40B4-BE49-F238E27FC236}">
                <a16:creationId xmlns:a16="http://schemas.microsoft.com/office/drawing/2014/main" id="{CB0F599F-32F8-445E-906B-87DBE88B116F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9944" name="Text Box 50">
            <a:extLst>
              <a:ext uri="{FF2B5EF4-FFF2-40B4-BE49-F238E27FC236}">
                <a16:creationId xmlns:a16="http://schemas.microsoft.com/office/drawing/2014/main" id="{2DF4E439-E83F-4FF2-A5EB-558B9032B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(31:20)</a:t>
            </a:r>
          </a:p>
        </p:txBody>
      </p:sp>
      <p:sp>
        <p:nvSpPr>
          <p:cNvPr id="189" name="Rectángulo redondeado 188">
            <a:extLst>
              <a:ext uri="{FF2B5EF4-FFF2-40B4-BE49-F238E27FC236}">
                <a16:creationId xmlns:a16="http://schemas.microsoft.com/office/drawing/2014/main" id="{10727EA6-CF72-4AF7-B376-12026A694E43}"/>
              </a:ext>
            </a:extLst>
          </p:cNvPr>
          <p:cNvSpPr/>
          <p:nvPr/>
        </p:nvSpPr>
        <p:spPr>
          <a:xfrm>
            <a:off x="5070475" y="1822450"/>
            <a:ext cx="2101850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186F7859-82E4-48BE-8678-5099CB1311A1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1" name="Forma libre 190">
            <a:extLst>
              <a:ext uri="{FF2B5EF4-FFF2-40B4-BE49-F238E27FC236}">
                <a16:creationId xmlns:a16="http://schemas.microsoft.com/office/drawing/2014/main" id="{956CE418-6823-4455-9EC5-45B2E423F64E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5" name="Forma libre 184">
            <a:extLst>
              <a:ext uri="{FF2B5EF4-FFF2-40B4-BE49-F238E27FC236}">
                <a16:creationId xmlns:a16="http://schemas.microsoft.com/office/drawing/2014/main" id="{0274EEE6-BA49-4F5E-B7AF-221D66ADFFE7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7" name="Forma libre 186">
            <a:extLst>
              <a:ext uri="{FF2B5EF4-FFF2-40B4-BE49-F238E27FC236}">
                <a16:creationId xmlns:a16="http://schemas.microsoft.com/office/drawing/2014/main" id="{32185DAE-3A39-469D-A18F-797733EA6552}"/>
              </a:ext>
            </a:extLst>
          </p:cNvPr>
          <p:cNvSpPr/>
          <p:nvPr/>
        </p:nvSpPr>
        <p:spPr>
          <a:xfrm>
            <a:off x="5316538" y="2009775"/>
            <a:ext cx="3713162" cy="2117725"/>
          </a:xfrm>
          <a:custGeom>
            <a:avLst/>
            <a:gdLst>
              <a:gd name="connsiteX0" fmla="*/ 0 w 1592425"/>
              <a:gd name="connsiteY0" fmla="*/ 0 h 2058955"/>
              <a:gd name="connsiteX1" fmla="*/ 478972 w 1592425"/>
              <a:gd name="connsiteY1" fmla="*/ 1468016 h 2058955"/>
              <a:gd name="connsiteX2" fmla="*/ 1592425 w 1592425"/>
              <a:gd name="connsiteY2" fmla="*/ 2058955 h 20589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92425" h="2058955">
                <a:moveTo>
                  <a:pt x="0" y="0"/>
                </a:moveTo>
                <a:cubicBezTo>
                  <a:pt x="106784" y="562428"/>
                  <a:pt x="213568" y="1124857"/>
                  <a:pt x="478972" y="1468016"/>
                </a:cubicBezTo>
                <a:cubicBezTo>
                  <a:pt x="744376" y="1811175"/>
                  <a:pt x="1168400" y="1935065"/>
                  <a:pt x="1592425" y="2058955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AC09C93E-4C30-4E4D-A5CC-8EC386D37065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Elipse 189">
            <a:extLst>
              <a:ext uri="{FF2B5EF4-FFF2-40B4-BE49-F238E27FC236}">
                <a16:creationId xmlns:a16="http://schemas.microsoft.com/office/drawing/2014/main" id="{87E903F0-68DF-40E9-954A-752EBB0E7066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2" name="Text Box 50">
            <a:extLst>
              <a:ext uri="{FF2B5EF4-FFF2-40B4-BE49-F238E27FC236}">
                <a16:creationId xmlns:a16="http://schemas.microsoft.com/office/drawing/2014/main" id="{6BCDC192-F9F8-408C-874C-02881772BC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95" name="Marcador de número de diapositiva 194">
            <a:extLst>
              <a:ext uri="{FF2B5EF4-FFF2-40B4-BE49-F238E27FC236}">
                <a16:creationId xmlns:a16="http://schemas.microsoft.com/office/drawing/2014/main" id="{E1CDFCF4-1A22-4932-BCA0-9D4E8F3B40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7E5D494-0370-4816-A976-C01F8DB9E136}" type="slidenum">
              <a:rPr lang="es-ES" altLang="es-ES">
                <a:solidFill>
                  <a:srgbClr val="171717"/>
                </a:solidFill>
              </a:rPr>
              <a:pPr/>
              <a:t>40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Forma libre 191">
            <a:extLst>
              <a:ext uri="{FF2B5EF4-FFF2-40B4-BE49-F238E27FC236}">
                <a16:creationId xmlns:a16="http://schemas.microsoft.com/office/drawing/2014/main" id="{4317C1F4-21F2-4995-ADA4-24F9662EBB1E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4" name="Forma libre 233">
            <a:extLst>
              <a:ext uri="{FF2B5EF4-FFF2-40B4-BE49-F238E27FC236}">
                <a16:creationId xmlns:a16="http://schemas.microsoft.com/office/drawing/2014/main" id="{99FAAD1A-E680-4DB4-BE94-71DB24BA8FD7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A5321B1F-408D-4214-9C05-E366D041FB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81924" name="Rectangle 3">
            <a:extLst>
              <a:ext uri="{FF2B5EF4-FFF2-40B4-BE49-F238E27FC236}">
                <a16:creationId xmlns:a16="http://schemas.microsoft.com/office/drawing/2014/main" id="{EFDBFA36-FA0F-4BDD-9F87-1B0E9865D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81925" name="Grupo 2">
            <a:extLst>
              <a:ext uri="{FF2B5EF4-FFF2-40B4-BE49-F238E27FC236}">
                <a16:creationId xmlns:a16="http://schemas.microsoft.com/office/drawing/2014/main" id="{826439C7-9419-40EF-A4B6-B05E243E5D70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12A237D6-16BD-4D0B-A68F-3D068A035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62D94CD4-74B3-4813-BF20-F0DC6F0590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52EEDB97-AF45-4AD8-91C8-1EC29ABE56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10503DE2-E53A-46F0-A3E8-5BDE0CA013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BE831B38-1370-4471-9453-93CA0374FA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B76B7D61-4D9E-48CF-8C88-BA35708D4D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087AD140-BFEA-4C30-A246-9C2250608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37677A1E-6D3D-4E54-B77C-7150D7C923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7CF2664A-E643-43AD-87B6-07BA8549B5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DF1D64BB-A0F5-4B29-940B-83368A6B50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81926" name="Grupo 49">
            <a:extLst>
              <a:ext uri="{FF2B5EF4-FFF2-40B4-BE49-F238E27FC236}">
                <a16:creationId xmlns:a16="http://schemas.microsoft.com/office/drawing/2014/main" id="{1FC1ECA2-3A0A-4942-A22B-7FAE52EA5D4B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A72CAE20-C78F-4669-8EBA-9C071553E5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0AFECEB5-C50F-451E-8581-C086BC19F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D16C2DDE-9C8C-4381-B0FD-3CF59E520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203487A4-14D0-4F41-995A-1EA84262A7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0A289FB2-E26B-48A2-B186-627853A0A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86AFCBE5-5AD2-4F95-B372-8AAD879854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0E471432-1BBF-42D5-971C-1F5AFEE4A8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1D27A1B2-26A5-42AE-9188-290F4E9333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91E2FE0A-0693-45EA-8D80-657CE4F3CE89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1927" name="Grupo 129">
            <a:extLst>
              <a:ext uri="{FF2B5EF4-FFF2-40B4-BE49-F238E27FC236}">
                <a16:creationId xmlns:a16="http://schemas.microsoft.com/office/drawing/2014/main" id="{22D2B1F5-6A22-458E-9E56-3D3A11C47952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3FCEB02A-7E83-4A6F-8B70-6F9D55A16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BA7AA86C-4F2F-4035-88AC-FDF7E61322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90FBD3EE-965A-4388-8BD3-CC80BF2543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87A94ACB-1BA7-44F3-AE43-970CBC10D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F5BA1D9F-B60A-4321-961F-D2952AE8A0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87CB59B2-0B6A-4752-9A89-21495D6F39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64CE196F-8DE4-4890-9753-F9F7EA4A40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779BA855-7C13-4B22-8A6B-F81FD63837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8B2F3105-A99E-47EE-B66F-8FDE6048A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470C2943-CD2D-4729-9500-CA849269B0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067F7A95-1B5E-4D7B-B628-CFD1382412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C7EC2951-71C8-481A-BF7B-CF13B341E4A7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C4BC6D99-17AB-4A3F-836D-3A2A1886D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DEF9260D-4EC8-4BE0-B494-89CDE6C7CA49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EF0C5475-5C7D-4035-81A7-8D855BFDBC8A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63127E9B-A4BC-4CF2-9C99-1181D5EB2128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+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0E9EC248-A6E9-4F6E-B082-B8B8CC5148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81986" name="Grupo 12">
            <a:extLst>
              <a:ext uri="{FF2B5EF4-FFF2-40B4-BE49-F238E27FC236}">
                <a16:creationId xmlns:a16="http://schemas.microsoft.com/office/drawing/2014/main" id="{6DE576D1-45D1-44D6-B01E-8AB2608C6F1A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8EE174CB-AFEB-421B-91E2-97187EA768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97C40331-2FE3-486F-A44F-28FEA89E85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46B2B9EF-8FD1-40E5-933F-D2C8089C1B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816ED32C-9F9B-4DFA-9E26-03A648E15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7813EFFD-F49E-4A92-8C5D-40E480EA11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8CABC1E1-4308-46E7-89DE-5239696459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482B3838-3F0B-4D89-A5C5-6EBAFFBE1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5604D782-4705-4BFF-BEDD-32D650C66C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BD9E5467-1467-44C3-B29C-E5EECE20EE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88899455-09A9-479D-B569-C0F665E03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FD6A5FF9-7F4E-4CA7-8424-3B66C3912B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684A03B7-7F1C-422D-AEF6-9BFE6BCF9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ADC8BA93-13C9-4037-A738-D6DE540C7F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1497A228-A6FC-4708-A496-0C584DA487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A1D4FCEA-6600-41A3-B21F-B919AE6164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374590EF-3C75-481E-9933-DB4DEFB48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52CE4375-6DEA-4F3B-9565-F46597C45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EDB750A8-D9BA-4226-9BC6-E892AAEBDA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F3826D9A-81BF-4C38-A133-EEF42AAFA8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53566226-AC67-4F34-A282-F55CCE5C98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E7C3F4F4-7BED-402E-A7FE-1684FBB93A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3561D83C-5BDB-4DD4-AD27-772D5708F2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5EBA2EB1-14D2-4FF1-8BE0-DF2895A301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C79065C0-E1B4-4C87-A099-C6FA742247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B5C15D41-F4BC-4737-B2EA-2EF9FFD7C9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E1C078AB-AC17-483C-92C2-8FD9241581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75E0E8DB-E58D-4E5E-B45C-C736F4DAAD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E3FB1D4A-FAF7-41D0-AC42-087B7BA7AD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1C07C421-B812-4B55-A36E-C73AFC825B01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1987" name="Grupo 5">
            <a:extLst>
              <a:ext uri="{FF2B5EF4-FFF2-40B4-BE49-F238E27FC236}">
                <a16:creationId xmlns:a16="http://schemas.microsoft.com/office/drawing/2014/main" id="{A5F4408C-A317-4E77-80F1-A66049077ADA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CCCEFBCB-CB76-40C1-9BAA-68FA792C3B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5FB15A9B-CA1C-441F-BD4B-2B65B45A4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FB287633-0B05-4F2A-B45C-1581537C2C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52632063-E4C1-47B6-A0B4-0C0E530EB0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EAC81D83-F879-48A4-B79D-B1ADB62F4D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FC644B5C-A884-4430-91E4-3DE765266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BDDB3223-604F-4DCE-9117-33B7FFD8A9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B693CEDF-B4A1-4D7D-A6A6-A7E143B00F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2A7EF60B-D7F8-4D8A-B431-AD437E365A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D5D7D779-4CFB-43E1-8BF7-FD82E253C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616892DC-4E29-42DB-9327-C9BB6650B4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42EEF449-A639-4968-9D5B-228DC53F90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63F8E088-2058-4A5B-A1BB-E13370330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690A334E-C9B4-469F-B4B8-639BDAB098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4F83407F-EFD8-42D7-B6CC-10DD637348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BE2218B9-2C04-41DB-A6B0-1F8006E8E5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A2617435-15D2-4BD2-A050-E39936A93E4B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1988" name="Grupo 59">
            <a:extLst>
              <a:ext uri="{FF2B5EF4-FFF2-40B4-BE49-F238E27FC236}">
                <a16:creationId xmlns:a16="http://schemas.microsoft.com/office/drawing/2014/main" id="{578968F5-33F1-451C-8FAD-01E9A5A15517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157" name="Text Box 48">
              <a:extLst>
                <a:ext uri="{FF2B5EF4-FFF2-40B4-BE49-F238E27FC236}">
                  <a16:creationId xmlns:a16="http://schemas.microsoft.com/office/drawing/2014/main" id="{7B13F170-D4D7-4657-A70E-2269675378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1" name="Text Box 53">
              <a:extLst>
                <a:ext uri="{FF2B5EF4-FFF2-40B4-BE49-F238E27FC236}">
                  <a16:creationId xmlns:a16="http://schemas.microsoft.com/office/drawing/2014/main" id="{95BE612E-0A8C-4988-AAA9-4DEFA293B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4" name="Text Box 57">
              <a:extLst>
                <a:ext uri="{FF2B5EF4-FFF2-40B4-BE49-F238E27FC236}">
                  <a16:creationId xmlns:a16="http://schemas.microsoft.com/office/drawing/2014/main" id="{CCBF4039-C8A7-4115-9AD2-878955D36F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4" name="Freeform 44">
              <a:extLst>
                <a:ext uri="{FF2B5EF4-FFF2-40B4-BE49-F238E27FC236}">
                  <a16:creationId xmlns:a16="http://schemas.microsoft.com/office/drawing/2014/main" id="{E023E581-1358-425A-A675-6CCD8F6D0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6">
              <a:extLst>
                <a:ext uri="{FF2B5EF4-FFF2-40B4-BE49-F238E27FC236}">
                  <a16:creationId xmlns:a16="http://schemas.microsoft.com/office/drawing/2014/main" id="{266B9F21-ADDD-4B7C-830C-CD46BFDD32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47">
              <a:extLst>
                <a:ext uri="{FF2B5EF4-FFF2-40B4-BE49-F238E27FC236}">
                  <a16:creationId xmlns:a16="http://schemas.microsoft.com/office/drawing/2014/main" id="{11F0B6AD-204F-44FC-A7BE-D34A16189B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Text Box 49">
              <a:extLst>
                <a:ext uri="{FF2B5EF4-FFF2-40B4-BE49-F238E27FC236}">
                  <a16:creationId xmlns:a16="http://schemas.microsoft.com/office/drawing/2014/main" id="{722F3CB7-BC4E-4F3E-AC2F-1227F040CA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159" name="Line 51">
              <a:extLst>
                <a:ext uri="{FF2B5EF4-FFF2-40B4-BE49-F238E27FC236}">
                  <a16:creationId xmlns:a16="http://schemas.microsoft.com/office/drawing/2014/main" id="{B3D34CCA-D0AF-409A-9ED5-1044F44749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2">
              <a:extLst>
                <a:ext uri="{FF2B5EF4-FFF2-40B4-BE49-F238E27FC236}">
                  <a16:creationId xmlns:a16="http://schemas.microsoft.com/office/drawing/2014/main" id="{FAC53AC5-4973-4062-965B-7D3E75317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Line 55">
              <a:extLst>
                <a:ext uri="{FF2B5EF4-FFF2-40B4-BE49-F238E27FC236}">
                  <a16:creationId xmlns:a16="http://schemas.microsoft.com/office/drawing/2014/main" id="{2A6C1C78-6235-4EB0-AEE8-5A522CC733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56">
              <a:extLst>
                <a:ext uri="{FF2B5EF4-FFF2-40B4-BE49-F238E27FC236}">
                  <a16:creationId xmlns:a16="http://schemas.microsoft.com/office/drawing/2014/main" id="{384CEE96-9051-4D1F-9953-F7C3A1168A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C2C36C5E-E319-4879-96EE-ECFD536F96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59251C5C-03BD-4CCC-93ED-828D3EE67C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Text Box 61">
              <a:extLst>
                <a:ext uri="{FF2B5EF4-FFF2-40B4-BE49-F238E27FC236}">
                  <a16:creationId xmlns:a16="http://schemas.microsoft.com/office/drawing/2014/main" id="{22C14408-522F-4964-9594-14C88E765B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80CB49C3-AD59-420A-8D7A-5530F4557C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50F7C6C1-32F7-431F-853B-F279851E45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2B051929-049F-4870-9060-EDFD02EDBE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71" name="Line 70">
              <a:extLst>
                <a:ext uri="{FF2B5EF4-FFF2-40B4-BE49-F238E27FC236}">
                  <a16:creationId xmlns:a16="http://schemas.microsoft.com/office/drawing/2014/main" id="{5EC2D21A-9554-47C5-AD6B-8223D7E2F3A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71">
              <a:extLst>
                <a:ext uri="{FF2B5EF4-FFF2-40B4-BE49-F238E27FC236}">
                  <a16:creationId xmlns:a16="http://schemas.microsoft.com/office/drawing/2014/main" id="{0BDFBBF5-286D-4E6B-A104-8132BB01394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3" name="Text Box 72">
              <a:extLst>
                <a:ext uri="{FF2B5EF4-FFF2-40B4-BE49-F238E27FC236}">
                  <a16:creationId xmlns:a16="http://schemas.microsoft.com/office/drawing/2014/main" id="{DBBE057C-E315-4065-8C72-71DF861B31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174" name="Text Box 144">
              <a:extLst>
                <a:ext uri="{FF2B5EF4-FFF2-40B4-BE49-F238E27FC236}">
                  <a16:creationId xmlns:a16="http://schemas.microsoft.com/office/drawing/2014/main" id="{B9FD64A0-6294-4E77-A74B-E61F6E4102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81989" name="Grupo 174">
            <a:extLst>
              <a:ext uri="{FF2B5EF4-FFF2-40B4-BE49-F238E27FC236}">
                <a16:creationId xmlns:a16="http://schemas.microsoft.com/office/drawing/2014/main" id="{46BA6B9D-0120-4715-978B-3586F177DDD3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79" name="Text Box 48">
              <a:extLst>
                <a:ext uri="{FF2B5EF4-FFF2-40B4-BE49-F238E27FC236}">
                  <a16:creationId xmlns:a16="http://schemas.microsoft.com/office/drawing/2014/main" id="{0B001046-1449-4095-8BB4-57AF6FA223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2" name="Text Box 57">
              <a:extLst>
                <a:ext uri="{FF2B5EF4-FFF2-40B4-BE49-F238E27FC236}">
                  <a16:creationId xmlns:a16="http://schemas.microsoft.com/office/drawing/2014/main" id="{FFAEBD7B-19F7-4A51-9F4F-9E09B0209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6" name="Forma libre 175">
              <a:extLst>
                <a:ext uri="{FF2B5EF4-FFF2-40B4-BE49-F238E27FC236}">
                  <a16:creationId xmlns:a16="http://schemas.microsoft.com/office/drawing/2014/main" id="{C49596E1-E800-4AB8-AACD-3D4607F12C08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77" name="Line 46">
              <a:extLst>
                <a:ext uri="{FF2B5EF4-FFF2-40B4-BE49-F238E27FC236}">
                  <a16:creationId xmlns:a16="http://schemas.microsoft.com/office/drawing/2014/main" id="{C8B6621E-E92D-464B-B918-4CC5C67F99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8" name="Line 47">
              <a:extLst>
                <a:ext uri="{FF2B5EF4-FFF2-40B4-BE49-F238E27FC236}">
                  <a16:creationId xmlns:a16="http://schemas.microsoft.com/office/drawing/2014/main" id="{FAF7D6C7-CD1F-4DA8-BBCE-BBC7461F4D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Line 55">
              <a:extLst>
                <a:ext uri="{FF2B5EF4-FFF2-40B4-BE49-F238E27FC236}">
                  <a16:creationId xmlns:a16="http://schemas.microsoft.com/office/drawing/2014/main" id="{30428BFA-3756-4C8E-9D21-8248B2E0DA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56">
              <a:extLst>
                <a:ext uri="{FF2B5EF4-FFF2-40B4-BE49-F238E27FC236}">
                  <a16:creationId xmlns:a16="http://schemas.microsoft.com/office/drawing/2014/main" id="{7E02BFAA-4095-4C3D-83C1-24E4CF14E8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3" name="Forma libre 182">
            <a:extLst>
              <a:ext uri="{FF2B5EF4-FFF2-40B4-BE49-F238E27FC236}">
                <a16:creationId xmlns:a16="http://schemas.microsoft.com/office/drawing/2014/main" id="{29B5F8C8-24D1-40B1-8A49-0BFD4DBF5141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6" name="Text Box 50">
            <a:extLst>
              <a:ext uri="{FF2B5EF4-FFF2-40B4-BE49-F238E27FC236}">
                <a16:creationId xmlns:a16="http://schemas.microsoft.com/office/drawing/2014/main" id="{3EF7C64C-3724-432B-B577-6BA479547E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49" name="Forma libre 48">
            <a:extLst>
              <a:ext uri="{FF2B5EF4-FFF2-40B4-BE49-F238E27FC236}">
                <a16:creationId xmlns:a16="http://schemas.microsoft.com/office/drawing/2014/main" id="{155EDFFD-CEEF-4C5B-9956-C69089FD1471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Rectángulo redondeado 188">
            <a:extLst>
              <a:ext uri="{FF2B5EF4-FFF2-40B4-BE49-F238E27FC236}">
                <a16:creationId xmlns:a16="http://schemas.microsoft.com/office/drawing/2014/main" id="{32441667-1F7C-4EE6-B023-CA4A2B52F1E9}"/>
              </a:ext>
            </a:extLst>
          </p:cNvPr>
          <p:cNvSpPr/>
          <p:nvPr/>
        </p:nvSpPr>
        <p:spPr>
          <a:xfrm>
            <a:off x="4241800" y="1822450"/>
            <a:ext cx="295592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3F93CF3D-1EDE-47AD-903D-3B84B47709FF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1" name="Forma libre 190">
            <a:extLst>
              <a:ext uri="{FF2B5EF4-FFF2-40B4-BE49-F238E27FC236}">
                <a16:creationId xmlns:a16="http://schemas.microsoft.com/office/drawing/2014/main" id="{14BDF8E7-367D-422F-89AE-881DD4E59785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5" name="Forma libre 184">
            <a:extLst>
              <a:ext uri="{FF2B5EF4-FFF2-40B4-BE49-F238E27FC236}">
                <a16:creationId xmlns:a16="http://schemas.microsoft.com/office/drawing/2014/main" id="{A2A65DF8-D45A-4FEE-A3A8-C1B412BD44F4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Rectángulo redondeado 189">
            <a:extLst>
              <a:ext uri="{FF2B5EF4-FFF2-40B4-BE49-F238E27FC236}">
                <a16:creationId xmlns:a16="http://schemas.microsoft.com/office/drawing/2014/main" id="{FC6EAFC6-17AE-46E9-98C9-E959E8F74B4C}"/>
              </a:ext>
            </a:extLst>
          </p:cNvPr>
          <p:cNvSpPr/>
          <p:nvPr/>
        </p:nvSpPr>
        <p:spPr>
          <a:xfrm>
            <a:off x="5930900" y="2201863"/>
            <a:ext cx="1022350" cy="130175"/>
          </a:xfrm>
          <a:prstGeom prst="roundRect">
            <a:avLst/>
          </a:prstGeom>
          <a:noFill/>
          <a:ln>
            <a:solidFill>
              <a:srgbClr val="7030A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1998" name="Text Box 50">
            <a:extLst>
              <a:ext uri="{FF2B5EF4-FFF2-40B4-BE49-F238E27FC236}">
                <a16:creationId xmlns:a16="http://schemas.microsoft.com/office/drawing/2014/main" id="{EC843C7A-5701-493C-BB0B-4F0033A30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194" name="Forma libre 193">
            <a:extLst>
              <a:ext uri="{FF2B5EF4-FFF2-40B4-BE49-F238E27FC236}">
                <a16:creationId xmlns:a16="http://schemas.microsoft.com/office/drawing/2014/main" id="{2CC5D9CF-85B1-481F-9E1A-8FBCD902C5BD}"/>
              </a:ext>
            </a:extLst>
          </p:cNvPr>
          <p:cNvSpPr/>
          <p:nvPr/>
        </p:nvSpPr>
        <p:spPr>
          <a:xfrm>
            <a:off x="4503738" y="2338388"/>
            <a:ext cx="1890712" cy="2276475"/>
          </a:xfrm>
          <a:custGeom>
            <a:avLst/>
            <a:gdLst>
              <a:gd name="connsiteX0" fmla="*/ 1891004 w 1891004"/>
              <a:gd name="connsiteY0" fmla="*/ 0 h 2276670"/>
              <a:gd name="connsiteX1" fmla="*/ 441648 w 1891004"/>
              <a:gd name="connsiteY1" fmla="*/ 1262743 h 2276670"/>
              <a:gd name="connsiteX2" fmla="*/ 0 w 1891004"/>
              <a:gd name="connsiteY2" fmla="*/ 2276670 h 2276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91004" h="2276670">
                <a:moveTo>
                  <a:pt x="1891004" y="0"/>
                </a:moveTo>
                <a:cubicBezTo>
                  <a:pt x="1323909" y="441649"/>
                  <a:pt x="756815" y="883298"/>
                  <a:pt x="441648" y="1262743"/>
                </a:cubicBezTo>
                <a:cubicBezTo>
                  <a:pt x="126481" y="1642188"/>
                  <a:pt x="63240" y="1959429"/>
                  <a:pt x="0" y="2276670"/>
                </a:cubicBezTo>
              </a:path>
            </a:pathLst>
          </a:custGeom>
          <a:noFill/>
          <a:ln>
            <a:solidFill>
              <a:srgbClr val="7030A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82ED791C-F192-41F3-91AC-5D19D397F390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5" name="Elipse 194">
            <a:extLst>
              <a:ext uri="{FF2B5EF4-FFF2-40B4-BE49-F238E27FC236}">
                <a16:creationId xmlns:a16="http://schemas.microsoft.com/office/drawing/2014/main" id="{135599F0-5CDF-44B8-9559-921EE8BA9020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2002" name="Text Box 50">
            <a:extLst>
              <a:ext uri="{FF2B5EF4-FFF2-40B4-BE49-F238E27FC236}">
                <a16:creationId xmlns:a16="http://schemas.microsoft.com/office/drawing/2014/main" id="{586C6226-8310-4072-BE14-DF05B8CE7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(31:20)</a:t>
            </a:r>
          </a:p>
        </p:txBody>
      </p:sp>
      <p:sp>
        <p:nvSpPr>
          <p:cNvPr id="198" name="Text Box 50">
            <a:extLst>
              <a:ext uri="{FF2B5EF4-FFF2-40B4-BE49-F238E27FC236}">
                <a16:creationId xmlns:a16="http://schemas.microsoft.com/office/drawing/2014/main" id="{9B89CED9-9C69-4A58-9D2F-51817465D4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96" name="Marcador de número de diapositiva 195">
            <a:extLst>
              <a:ext uri="{FF2B5EF4-FFF2-40B4-BE49-F238E27FC236}">
                <a16:creationId xmlns:a16="http://schemas.microsoft.com/office/drawing/2014/main" id="{59EADC9F-C0AF-43EA-91D0-613B206585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3FCDCCB-426F-4E2E-BF60-82FA1E17A529}" type="slidenum">
              <a:rPr lang="es-ES" altLang="es-ES">
                <a:solidFill>
                  <a:srgbClr val="171717"/>
                </a:solidFill>
              </a:rPr>
              <a:pPr/>
              <a:t>41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Forma libre 191">
            <a:extLst>
              <a:ext uri="{FF2B5EF4-FFF2-40B4-BE49-F238E27FC236}">
                <a16:creationId xmlns:a16="http://schemas.microsoft.com/office/drawing/2014/main" id="{F6CEC5B5-162F-47A6-815B-897085864F4B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4" name="Forma libre 233">
            <a:extLst>
              <a:ext uri="{FF2B5EF4-FFF2-40B4-BE49-F238E27FC236}">
                <a16:creationId xmlns:a16="http://schemas.microsoft.com/office/drawing/2014/main" id="{D2415E6D-D0AA-41FB-9D50-F1ACBFA582B1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B235ED73-6903-46A9-85A1-6E50CCD1F9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83972" name="Rectangle 3">
            <a:extLst>
              <a:ext uri="{FF2B5EF4-FFF2-40B4-BE49-F238E27FC236}">
                <a16:creationId xmlns:a16="http://schemas.microsoft.com/office/drawing/2014/main" id="{70AC4020-E472-4081-88D9-526C6F80E0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83973" name="Grupo 2">
            <a:extLst>
              <a:ext uri="{FF2B5EF4-FFF2-40B4-BE49-F238E27FC236}">
                <a16:creationId xmlns:a16="http://schemas.microsoft.com/office/drawing/2014/main" id="{E6AC37D7-A696-46EC-ABAD-819ADE7E0254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8266034E-C829-4625-9887-C37B249AA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28A9CD90-6AC0-4812-B6AA-B3E3513B79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2E73796D-EAD2-4E22-8CD2-84942E38C1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6CD39B38-45A7-4928-9028-0741125362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546FB88D-A1A1-4F08-A5C4-D8C3B2F3D3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4D182403-413C-4B88-AB54-391DC9F5B0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A6E6074A-67A4-4EAF-AE65-8988052F76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7345F645-AB19-4886-9AAE-D7D68EBF9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CEB2753D-73F2-42DD-8FFE-076AEFD344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C56A3461-76FD-44E4-8FE4-9C99B11E12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83974" name="Grupo 49">
            <a:extLst>
              <a:ext uri="{FF2B5EF4-FFF2-40B4-BE49-F238E27FC236}">
                <a16:creationId xmlns:a16="http://schemas.microsoft.com/office/drawing/2014/main" id="{CE71A10A-1526-4DD8-ADF8-1FC9B6593C5F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16D0A6BC-CAC9-4A7E-AB6A-C19B5C7B73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C8604C55-B096-4C26-B843-C12997AF8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3626BA47-2B2B-4962-98C6-A0268C6810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6E9AD3D4-8919-413D-8996-4AB538E988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B77C9BC3-71B7-4307-A802-AA527778A1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90383E6A-6643-4CCF-A389-F674796CD2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20039967-3826-4962-B930-4BDBDADE5F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5F22F066-A519-492E-A320-210288E61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28085903-439A-4BFA-A9BA-5152C6BE1D8D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3975" name="Grupo 129">
            <a:extLst>
              <a:ext uri="{FF2B5EF4-FFF2-40B4-BE49-F238E27FC236}">
                <a16:creationId xmlns:a16="http://schemas.microsoft.com/office/drawing/2014/main" id="{F6AE7F0C-52F9-461A-9BF4-BA1F2C2FD0D3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255A3E2F-0756-4306-9C25-D652839DD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8391A27D-4923-4F08-83F1-AA9B37BE7F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897CB30B-C226-4132-8483-03D19F357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055E991F-F123-434C-90A1-854816942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3D4DD192-F890-471D-A652-921F86405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7D1822E0-0F91-47B6-9B04-04C7D0B2C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810BAC1F-6F84-43BC-99E2-CBB0CAB4EC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3A3BC2C1-AB25-4F3E-A9DC-E1A9E17745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D1ADA105-8F09-4CC2-B1F7-9D34BA0F5F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B0D1C5A7-03B3-43EC-B706-64EA05547A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DF5E278A-76D8-4966-8010-2050F0F75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843C9C99-470C-47B0-855C-E68512527157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03CEA569-C1C3-40B6-AA78-D4CCD4FB7A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3342F184-907E-4D3B-BA56-8EE15EDD68AB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9155F707-9FDF-4C51-8DD8-82DCE2DE7ECD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DBB2CF6E-1934-4473-9791-9482026DC12C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+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BC8377C8-89AE-45BD-81C9-1CD88FB80E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84034" name="Grupo 12">
            <a:extLst>
              <a:ext uri="{FF2B5EF4-FFF2-40B4-BE49-F238E27FC236}">
                <a16:creationId xmlns:a16="http://schemas.microsoft.com/office/drawing/2014/main" id="{2C9F5E0C-0B9F-4FF7-9FF6-DC234A90E44D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BBA319C7-8036-412E-9714-086673F078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7AB04F58-C177-4691-865B-722ABC31DE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F72E7CD6-110C-407F-A666-114A919CF5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B3851F1D-045C-4267-8D68-44BAF0A0B5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B4111519-89A7-4CBF-B9C8-455B3C7C1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48FB6D8B-54DD-457D-9675-F9360A9E4A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2DF267A3-B475-474B-88CB-EB7C66A1F5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C69CCB22-4E34-4D73-A1BB-3BF0B77548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28994C00-7BC4-4F2A-9AEF-393743DFEC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2B77826F-1C55-4BE4-81C4-5FB8E24D8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924CAF39-DAC4-4669-96BC-F1672FE84E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AD3430A7-2A4C-4BF1-98B6-0818D0BED9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84111" name="Text Box 17">
              <a:extLst>
                <a:ext uri="{FF2B5EF4-FFF2-40B4-BE49-F238E27FC236}">
                  <a16:creationId xmlns:a16="http://schemas.microsoft.com/office/drawing/2014/main" id="{B155399C-C26F-4A15-B4B2-58751B0B7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5pPr>
              <a:lvl6pPr marL="25146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6pPr>
              <a:lvl7pPr marL="29718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7pPr>
              <a:lvl8pPr marL="34290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8pPr>
              <a:lvl9pPr marL="38862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9pPr>
            </a:lstStyle>
            <a:p>
              <a:pPr eaLnBrk="1" hangingPunct="1"/>
              <a:r>
                <a:rPr lang="es-ES" altLang="es-ES" sz="800">
                  <a:solidFill>
                    <a:srgbClr val="C00000"/>
                  </a:solidFill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DDCD5CDE-9311-43BC-8354-C338592A91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ED9EF9B3-217D-4A1A-B98C-8166902F5C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95276DB0-AADF-4BB1-B5CE-D256F2689A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9B8F1558-A50A-48D1-BDFD-8F8189385F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9379E2D9-4D27-44CF-8F1C-15D2388D6E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B627C994-7433-4CE2-A485-427A4AF60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ED004578-2A23-4E97-B8DA-2E21D4D220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103426C5-9683-4B08-8564-E0FDFE054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2A5132A5-7777-405B-98F2-D15DC41447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A43AE729-3F9D-47E0-BF58-B1B331F22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22DEAF56-AD54-45FC-AC2B-53CBBA141E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D083E7F0-C35E-4F02-BA0D-B25FFD0713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AF99AFE7-EABF-43A5-9E53-1363CB7E8A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1A34834D-7DDA-45F6-9A8A-4C52BA4DB0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184EB8FE-8947-44C8-91B2-2956E9438C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A22074C0-4B1F-4EE3-800E-2229D2188EBC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4035" name="Grupo 5">
            <a:extLst>
              <a:ext uri="{FF2B5EF4-FFF2-40B4-BE49-F238E27FC236}">
                <a16:creationId xmlns:a16="http://schemas.microsoft.com/office/drawing/2014/main" id="{0AFF1A1A-1762-4AC3-BBA4-77823FF1FF18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DB058C8A-CC9C-4644-B05E-596CEA4E29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A400A6F0-D806-4261-A812-1438D0B484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2F7E7068-AB09-4D68-9DB0-4DED0F955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C7C180F6-F0E0-4E70-9E3D-0B72166C7C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B8D84CED-55F7-4B71-9301-5CC3EBD962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B61FC5DB-0CB5-4727-8531-D4FEBDC0E3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87920139-131B-4336-B406-2907979A8B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C2BB670A-3492-485E-B6C9-44D6153FE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2AD10C1B-D054-41E6-9C64-65B6079C2E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8E31CD65-717E-48A7-B85A-B9DD77A75B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C9BACB14-60CE-4649-AD4C-9DC3B3A0BA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1D0242D4-8EA6-4E80-BE35-D01343CF5C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1EF910DF-26DC-41DC-A57D-F8299D9BE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478FA035-FCCF-4AB2-B299-E07C050042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5CDCBBC6-9967-42B9-9631-9EFCAD4185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952ACA87-503B-42B9-A867-469D1D29FE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59FDF4D0-ACA8-49B1-B6D9-7CB8A0ED6353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4036" name="Grupo 59">
            <a:extLst>
              <a:ext uri="{FF2B5EF4-FFF2-40B4-BE49-F238E27FC236}">
                <a16:creationId xmlns:a16="http://schemas.microsoft.com/office/drawing/2014/main" id="{615F00B0-2C6D-42A2-AAB6-71559F9CF731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157" name="Text Box 48">
              <a:extLst>
                <a:ext uri="{FF2B5EF4-FFF2-40B4-BE49-F238E27FC236}">
                  <a16:creationId xmlns:a16="http://schemas.microsoft.com/office/drawing/2014/main" id="{41F6C220-9A0E-4446-A503-E4CD23C348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1" name="Text Box 53">
              <a:extLst>
                <a:ext uri="{FF2B5EF4-FFF2-40B4-BE49-F238E27FC236}">
                  <a16:creationId xmlns:a16="http://schemas.microsoft.com/office/drawing/2014/main" id="{1174FCAC-8721-4E61-A75F-CD73256209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4" name="Text Box 57">
              <a:extLst>
                <a:ext uri="{FF2B5EF4-FFF2-40B4-BE49-F238E27FC236}">
                  <a16:creationId xmlns:a16="http://schemas.microsoft.com/office/drawing/2014/main" id="{A88FEAFA-3C83-4E01-B3F6-5738A12042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4" name="Freeform 44">
              <a:extLst>
                <a:ext uri="{FF2B5EF4-FFF2-40B4-BE49-F238E27FC236}">
                  <a16:creationId xmlns:a16="http://schemas.microsoft.com/office/drawing/2014/main" id="{522D5B0D-5A77-4298-B711-C20DA8FEE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6">
              <a:extLst>
                <a:ext uri="{FF2B5EF4-FFF2-40B4-BE49-F238E27FC236}">
                  <a16:creationId xmlns:a16="http://schemas.microsoft.com/office/drawing/2014/main" id="{A9703E6A-2F4A-4807-8C4C-6927491430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47">
              <a:extLst>
                <a:ext uri="{FF2B5EF4-FFF2-40B4-BE49-F238E27FC236}">
                  <a16:creationId xmlns:a16="http://schemas.microsoft.com/office/drawing/2014/main" id="{676E578B-CDD0-4FD3-B3B1-04A7FB4881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Text Box 49">
              <a:extLst>
                <a:ext uri="{FF2B5EF4-FFF2-40B4-BE49-F238E27FC236}">
                  <a16:creationId xmlns:a16="http://schemas.microsoft.com/office/drawing/2014/main" id="{33A642E6-6842-4330-8E84-4CB2E4CAE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159" name="Line 51">
              <a:extLst>
                <a:ext uri="{FF2B5EF4-FFF2-40B4-BE49-F238E27FC236}">
                  <a16:creationId xmlns:a16="http://schemas.microsoft.com/office/drawing/2014/main" id="{DEE2D667-B417-41B7-8CE2-5368747696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2">
              <a:extLst>
                <a:ext uri="{FF2B5EF4-FFF2-40B4-BE49-F238E27FC236}">
                  <a16:creationId xmlns:a16="http://schemas.microsoft.com/office/drawing/2014/main" id="{F15F843E-21CE-410E-B37F-7F878C1CFD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Line 55">
              <a:extLst>
                <a:ext uri="{FF2B5EF4-FFF2-40B4-BE49-F238E27FC236}">
                  <a16:creationId xmlns:a16="http://schemas.microsoft.com/office/drawing/2014/main" id="{494514F8-C53C-47F1-A6E5-5C5A912C8F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56">
              <a:extLst>
                <a:ext uri="{FF2B5EF4-FFF2-40B4-BE49-F238E27FC236}">
                  <a16:creationId xmlns:a16="http://schemas.microsoft.com/office/drawing/2014/main" id="{C2565E1A-05E7-40B4-8CD3-71F2CA321F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E68EFEEF-B921-4DCC-9061-CFB06AE7B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00C2B3D1-EF97-4435-B989-AB6653FB95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Text Box 61">
              <a:extLst>
                <a:ext uri="{FF2B5EF4-FFF2-40B4-BE49-F238E27FC236}">
                  <a16:creationId xmlns:a16="http://schemas.microsoft.com/office/drawing/2014/main" id="{285AAC54-809A-46E3-8C2D-2A9279159A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E4248752-22C9-4AFF-9336-D63799F83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66594B0A-6CFA-49CB-9FE9-3D5F2DAB5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0BE3C674-6722-4297-ACE2-4C483AC2F9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71" name="Line 70">
              <a:extLst>
                <a:ext uri="{FF2B5EF4-FFF2-40B4-BE49-F238E27FC236}">
                  <a16:creationId xmlns:a16="http://schemas.microsoft.com/office/drawing/2014/main" id="{5696B2AE-5EEF-45DE-90F4-EB96CC10B40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71">
              <a:extLst>
                <a:ext uri="{FF2B5EF4-FFF2-40B4-BE49-F238E27FC236}">
                  <a16:creationId xmlns:a16="http://schemas.microsoft.com/office/drawing/2014/main" id="{9D16DBDE-6054-45B0-87C5-0AD9B371B48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3" name="Text Box 72">
              <a:extLst>
                <a:ext uri="{FF2B5EF4-FFF2-40B4-BE49-F238E27FC236}">
                  <a16:creationId xmlns:a16="http://schemas.microsoft.com/office/drawing/2014/main" id="{CA381266-B6A9-4761-A4DD-DED5E68C3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174" name="Text Box 144">
              <a:extLst>
                <a:ext uri="{FF2B5EF4-FFF2-40B4-BE49-F238E27FC236}">
                  <a16:creationId xmlns:a16="http://schemas.microsoft.com/office/drawing/2014/main" id="{6A50DBFD-200A-44B6-87BF-6977CFB0DC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84037" name="Grupo 174">
            <a:extLst>
              <a:ext uri="{FF2B5EF4-FFF2-40B4-BE49-F238E27FC236}">
                <a16:creationId xmlns:a16="http://schemas.microsoft.com/office/drawing/2014/main" id="{20D5DF4B-2818-48A3-A0CF-307F289B4626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79" name="Text Box 48">
              <a:extLst>
                <a:ext uri="{FF2B5EF4-FFF2-40B4-BE49-F238E27FC236}">
                  <a16:creationId xmlns:a16="http://schemas.microsoft.com/office/drawing/2014/main" id="{6CADA907-24EF-485C-BF92-456F4DD199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2" name="Text Box 57">
              <a:extLst>
                <a:ext uri="{FF2B5EF4-FFF2-40B4-BE49-F238E27FC236}">
                  <a16:creationId xmlns:a16="http://schemas.microsoft.com/office/drawing/2014/main" id="{C9E16768-28C2-4D51-88D5-0FBC83FA6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6" name="Forma libre 175">
              <a:extLst>
                <a:ext uri="{FF2B5EF4-FFF2-40B4-BE49-F238E27FC236}">
                  <a16:creationId xmlns:a16="http://schemas.microsoft.com/office/drawing/2014/main" id="{56EC1157-686D-4D8F-8605-78D61CA70AB5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77" name="Line 46">
              <a:extLst>
                <a:ext uri="{FF2B5EF4-FFF2-40B4-BE49-F238E27FC236}">
                  <a16:creationId xmlns:a16="http://schemas.microsoft.com/office/drawing/2014/main" id="{0CFDC819-60B9-43D7-B6D1-A9B4960E2B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8" name="Line 47">
              <a:extLst>
                <a:ext uri="{FF2B5EF4-FFF2-40B4-BE49-F238E27FC236}">
                  <a16:creationId xmlns:a16="http://schemas.microsoft.com/office/drawing/2014/main" id="{9E593A3D-9F2E-4895-903C-0E8A2AACBC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Line 55">
              <a:extLst>
                <a:ext uri="{FF2B5EF4-FFF2-40B4-BE49-F238E27FC236}">
                  <a16:creationId xmlns:a16="http://schemas.microsoft.com/office/drawing/2014/main" id="{48071C0E-2AD7-4A49-8F9A-4648EE8BB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56">
              <a:extLst>
                <a:ext uri="{FF2B5EF4-FFF2-40B4-BE49-F238E27FC236}">
                  <a16:creationId xmlns:a16="http://schemas.microsoft.com/office/drawing/2014/main" id="{C08117FF-0366-4EDE-9CFA-A2B93ED306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3" name="Forma libre 182">
            <a:extLst>
              <a:ext uri="{FF2B5EF4-FFF2-40B4-BE49-F238E27FC236}">
                <a16:creationId xmlns:a16="http://schemas.microsoft.com/office/drawing/2014/main" id="{79801B2E-CAE5-40DE-8CF4-B3F4E87BD51E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6" name="Text Box 50">
            <a:extLst>
              <a:ext uri="{FF2B5EF4-FFF2-40B4-BE49-F238E27FC236}">
                <a16:creationId xmlns:a16="http://schemas.microsoft.com/office/drawing/2014/main" id="{C6C6D13D-168F-48FC-B90B-CB000F376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49" name="Forma libre 48">
            <a:extLst>
              <a:ext uri="{FF2B5EF4-FFF2-40B4-BE49-F238E27FC236}">
                <a16:creationId xmlns:a16="http://schemas.microsoft.com/office/drawing/2014/main" id="{7DFECA1E-29DB-4F9F-BF9D-F49FC9753108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Rectángulo redondeado 188">
            <a:extLst>
              <a:ext uri="{FF2B5EF4-FFF2-40B4-BE49-F238E27FC236}">
                <a16:creationId xmlns:a16="http://schemas.microsoft.com/office/drawing/2014/main" id="{BE740007-8825-44BB-9CBA-1C2AEF9D9EAD}"/>
              </a:ext>
            </a:extLst>
          </p:cNvPr>
          <p:cNvSpPr/>
          <p:nvPr/>
        </p:nvSpPr>
        <p:spPr>
          <a:xfrm>
            <a:off x="4241800" y="1822450"/>
            <a:ext cx="295592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7B2F601F-EADD-4371-B819-374DF81B5195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1" name="Forma libre 190">
            <a:extLst>
              <a:ext uri="{FF2B5EF4-FFF2-40B4-BE49-F238E27FC236}">
                <a16:creationId xmlns:a16="http://schemas.microsoft.com/office/drawing/2014/main" id="{41A3F14F-E22A-4268-95E0-53D94513637E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5" name="Forma libre 184">
            <a:extLst>
              <a:ext uri="{FF2B5EF4-FFF2-40B4-BE49-F238E27FC236}">
                <a16:creationId xmlns:a16="http://schemas.microsoft.com/office/drawing/2014/main" id="{54ABA76D-DD2C-4148-B7EA-AE34B2B13A9B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Rectángulo redondeado 189">
            <a:extLst>
              <a:ext uri="{FF2B5EF4-FFF2-40B4-BE49-F238E27FC236}">
                <a16:creationId xmlns:a16="http://schemas.microsoft.com/office/drawing/2014/main" id="{59CB2354-084F-4561-A658-82AF5C4E8F25}"/>
              </a:ext>
            </a:extLst>
          </p:cNvPr>
          <p:cNvSpPr/>
          <p:nvPr/>
        </p:nvSpPr>
        <p:spPr>
          <a:xfrm>
            <a:off x="5930900" y="2201863"/>
            <a:ext cx="1022350" cy="130175"/>
          </a:xfrm>
          <a:prstGeom prst="roundRect">
            <a:avLst/>
          </a:prstGeom>
          <a:noFill/>
          <a:ln>
            <a:solidFill>
              <a:srgbClr val="7030A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4046" name="Text Box 50">
            <a:extLst>
              <a:ext uri="{FF2B5EF4-FFF2-40B4-BE49-F238E27FC236}">
                <a16:creationId xmlns:a16="http://schemas.microsoft.com/office/drawing/2014/main" id="{97C2A44C-5C50-474F-870B-5B1DF67DCF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194" name="Forma libre 193">
            <a:extLst>
              <a:ext uri="{FF2B5EF4-FFF2-40B4-BE49-F238E27FC236}">
                <a16:creationId xmlns:a16="http://schemas.microsoft.com/office/drawing/2014/main" id="{17E55DA2-13F5-4FBD-8CCA-A87ABDA5B7CA}"/>
              </a:ext>
            </a:extLst>
          </p:cNvPr>
          <p:cNvSpPr/>
          <p:nvPr/>
        </p:nvSpPr>
        <p:spPr>
          <a:xfrm>
            <a:off x="4503738" y="2338388"/>
            <a:ext cx="1890712" cy="2276475"/>
          </a:xfrm>
          <a:custGeom>
            <a:avLst/>
            <a:gdLst>
              <a:gd name="connsiteX0" fmla="*/ 1891004 w 1891004"/>
              <a:gd name="connsiteY0" fmla="*/ 0 h 2276670"/>
              <a:gd name="connsiteX1" fmla="*/ 441648 w 1891004"/>
              <a:gd name="connsiteY1" fmla="*/ 1262743 h 2276670"/>
              <a:gd name="connsiteX2" fmla="*/ 0 w 1891004"/>
              <a:gd name="connsiteY2" fmla="*/ 2276670 h 2276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91004" h="2276670">
                <a:moveTo>
                  <a:pt x="1891004" y="0"/>
                </a:moveTo>
                <a:cubicBezTo>
                  <a:pt x="1323909" y="441649"/>
                  <a:pt x="756815" y="883298"/>
                  <a:pt x="441648" y="1262743"/>
                </a:cubicBezTo>
                <a:cubicBezTo>
                  <a:pt x="126481" y="1642188"/>
                  <a:pt x="63240" y="1959429"/>
                  <a:pt x="0" y="2276670"/>
                </a:cubicBezTo>
              </a:path>
            </a:pathLst>
          </a:custGeom>
          <a:noFill/>
          <a:ln>
            <a:solidFill>
              <a:srgbClr val="7030A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5" name="Forma libre 194">
            <a:extLst>
              <a:ext uri="{FF2B5EF4-FFF2-40B4-BE49-F238E27FC236}">
                <a16:creationId xmlns:a16="http://schemas.microsoft.com/office/drawing/2014/main" id="{83BFDD51-6F60-428E-BFEF-F13BA956488C}"/>
              </a:ext>
            </a:extLst>
          </p:cNvPr>
          <p:cNvSpPr/>
          <p:nvPr/>
        </p:nvSpPr>
        <p:spPr>
          <a:xfrm>
            <a:off x="5057775" y="4632325"/>
            <a:ext cx="5321300" cy="688975"/>
          </a:xfrm>
          <a:custGeom>
            <a:avLst/>
            <a:gdLst>
              <a:gd name="connsiteX0" fmla="*/ 5051425 w 5321300"/>
              <a:gd name="connsiteY0" fmla="*/ 0 h 688975"/>
              <a:gd name="connsiteX1" fmla="*/ 5321300 w 5321300"/>
              <a:gd name="connsiteY1" fmla="*/ 0 h 688975"/>
              <a:gd name="connsiteX2" fmla="*/ 5321300 w 5321300"/>
              <a:gd name="connsiteY2" fmla="*/ 688975 h 688975"/>
              <a:gd name="connsiteX3" fmla="*/ 0 w 5321300"/>
              <a:gd name="connsiteY3" fmla="*/ 688975 h 688975"/>
              <a:gd name="connsiteX4" fmla="*/ 0 w 5321300"/>
              <a:gd name="connsiteY4" fmla="*/ 301625 h 688975"/>
              <a:gd name="connsiteX5" fmla="*/ 168275 w 5321300"/>
              <a:gd name="connsiteY5" fmla="*/ 301625 h 68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21300" h="688975">
                <a:moveTo>
                  <a:pt x="5051425" y="0"/>
                </a:moveTo>
                <a:lnTo>
                  <a:pt x="5321300" y="0"/>
                </a:lnTo>
                <a:lnTo>
                  <a:pt x="5321300" y="688975"/>
                </a:lnTo>
                <a:lnTo>
                  <a:pt x="0" y="688975"/>
                </a:lnTo>
                <a:lnTo>
                  <a:pt x="0" y="301625"/>
                </a:lnTo>
                <a:lnTo>
                  <a:pt x="168275" y="30162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87B18DED-0F88-4B26-8177-881F79F8C48F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Elipse 195">
            <a:extLst>
              <a:ext uri="{FF2B5EF4-FFF2-40B4-BE49-F238E27FC236}">
                <a16:creationId xmlns:a16="http://schemas.microsoft.com/office/drawing/2014/main" id="{817838AD-E60E-40A5-9AF3-74BFF64219B1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4051" name="Text Box 50">
            <a:extLst>
              <a:ext uri="{FF2B5EF4-FFF2-40B4-BE49-F238E27FC236}">
                <a16:creationId xmlns:a16="http://schemas.microsoft.com/office/drawing/2014/main" id="{0E6384EE-7580-454D-A295-5967D8970B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(31:20)</a:t>
            </a:r>
          </a:p>
        </p:txBody>
      </p:sp>
      <p:sp>
        <p:nvSpPr>
          <p:cNvPr id="197" name="Text Box 50">
            <a:extLst>
              <a:ext uri="{FF2B5EF4-FFF2-40B4-BE49-F238E27FC236}">
                <a16:creationId xmlns:a16="http://schemas.microsoft.com/office/drawing/2014/main" id="{FCF4146D-1AFC-4386-A9E0-65868ADA30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99" name="Marcador de número de diapositiva 198">
            <a:extLst>
              <a:ext uri="{FF2B5EF4-FFF2-40B4-BE49-F238E27FC236}">
                <a16:creationId xmlns:a16="http://schemas.microsoft.com/office/drawing/2014/main" id="{D5ED69B4-8630-4E78-9336-AE28735EB6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D219DE4-0B3E-44FA-A5EE-535DC4BA7A7A}" type="slidenum">
              <a:rPr lang="es-ES" altLang="es-ES">
                <a:solidFill>
                  <a:srgbClr val="171717"/>
                </a:solidFill>
              </a:rPr>
              <a:pPr/>
              <a:t>42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Forma libre 191">
            <a:extLst>
              <a:ext uri="{FF2B5EF4-FFF2-40B4-BE49-F238E27FC236}">
                <a16:creationId xmlns:a16="http://schemas.microsoft.com/office/drawing/2014/main" id="{CB741B8B-4E40-41A7-B806-19AEB5FA8651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4" name="Forma libre 233">
            <a:extLst>
              <a:ext uri="{FF2B5EF4-FFF2-40B4-BE49-F238E27FC236}">
                <a16:creationId xmlns:a16="http://schemas.microsoft.com/office/drawing/2014/main" id="{88A7DD37-05F4-4992-8AC3-C639E4B48F67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9E4A64F1-FDC0-440D-82C0-DE48CA4CE6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86020" name="Rectangle 3">
            <a:extLst>
              <a:ext uri="{FF2B5EF4-FFF2-40B4-BE49-F238E27FC236}">
                <a16:creationId xmlns:a16="http://schemas.microsoft.com/office/drawing/2014/main" id="{1EA3D5BA-ACF1-4FE8-A995-4E0FEE32DC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LW</a:t>
            </a:r>
          </a:p>
        </p:txBody>
      </p:sp>
      <p:grpSp>
        <p:nvGrpSpPr>
          <p:cNvPr id="86021" name="Grupo 2">
            <a:extLst>
              <a:ext uri="{FF2B5EF4-FFF2-40B4-BE49-F238E27FC236}">
                <a16:creationId xmlns:a16="http://schemas.microsoft.com/office/drawing/2014/main" id="{C08B14AD-9442-4981-8142-322460E0DE1C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EDECC6AA-91DA-495F-9F1C-72CE34A5B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884C1C27-89B3-4D72-A6D2-8A8A2DD024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EE4B21DF-1462-42FE-BEF8-ADFBEEB7C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39FD1B5A-E28D-4F6E-ADA4-02F62AD3AB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A1FC7A4D-AB91-4DB5-A499-D2BE1E6EA8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6B4B65A1-8F82-4B81-80A5-10BDD240D7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006FB7CC-1D27-4D91-AE99-54A6FAAA92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15176475-56B2-4D77-83AF-043956EC3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521201DB-6C28-4ECB-A949-FA7C6952D3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53B1EAF8-C088-43D9-A822-44B7842360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86022" name="Grupo 49">
            <a:extLst>
              <a:ext uri="{FF2B5EF4-FFF2-40B4-BE49-F238E27FC236}">
                <a16:creationId xmlns:a16="http://schemas.microsoft.com/office/drawing/2014/main" id="{1EE80E5A-4B98-413E-A836-5A098CBA04CD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FA9948B0-9101-4892-96A0-86573B2C8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81E54687-C0ED-4675-BE88-FCC33BA00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69F86FE4-479E-4004-AD29-B66601A6D7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46EBAF04-A685-46B0-A27B-F3E00AFB80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17B80272-3939-4550-B5FB-3E24158524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4C6571F7-76E1-400A-9019-A74317A259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0AC4EF36-E7C9-489B-8640-4B7C69D454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7D257FC9-2CF0-4EED-9258-62F30FDC7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4D1ED276-F581-4584-BA1E-2FCD7E0F9564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6023" name="Grupo 129">
            <a:extLst>
              <a:ext uri="{FF2B5EF4-FFF2-40B4-BE49-F238E27FC236}">
                <a16:creationId xmlns:a16="http://schemas.microsoft.com/office/drawing/2014/main" id="{4D16A660-D19D-4C89-9F8D-7424CB88FD3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4123A9C4-2D02-42B0-B1E7-3CABB16D4C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D458EB66-68B7-4C18-84B3-9AC634A8BD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0133F991-CDA6-4C5A-A4B0-D8BA0592D6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0CE44AFB-684E-44A1-8D04-E91F61EA8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6D021B46-8E42-4A63-8114-9CA5F6BB85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83C43601-39BD-4109-AE84-6C44D1341A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8D18C3D7-1339-4102-901E-11FF9A88A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F5999C06-4B67-4FDC-9EFE-ABDB799EC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4D7F7796-FF0B-4BCF-99DB-D9A75757C7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006BE415-356E-434F-89A5-AE5048B71F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5BFC1BCD-95E8-46EA-BC31-078196FF6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B74BAA15-1E98-4D37-82E5-603DE8FFE629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5BACF559-7799-465B-A729-BE0DF0CF3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1B638AEE-1E82-4AC5-8C36-369066569F61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E3447FB8-07C4-46BC-B2E4-1C106647548C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0ACF7F54-F808-4E0C-A9EA-21412018188A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10E1E0CD-73BF-49D7-A7E5-B604CD0348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86082" name="Grupo 12">
            <a:extLst>
              <a:ext uri="{FF2B5EF4-FFF2-40B4-BE49-F238E27FC236}">
                <a16:creationId xmlns:a16="http://schemas.microsoft.com/office/drawing/2014/main" id="{DABF954B-472E-432A-B666-5C442AD04F8B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05241411-2CE2-4F22-9162-BAB4AD1810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44772B36-CFD1-4C6E-A351-56864106C0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160A89CC-0345-4538-BEA5-775AD7EFFA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DC72BDC1-DF66-49F6-8376-EA179771E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C84262CE-72A4-4FD9-A8CC-5FC83EC860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83D34191-C0D6-4826-9A9C-D76C573CAC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1674E65B-25A2-465E-9DB4-891C4AF1C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41F28013-CF46-49B7-9D8D-3FF98A822C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2CEE02B1-08AC-437F-8149-B42D37CF2D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5CAFF336-D3F3-4F07-9441-D481557142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7FC34452-635E-4F10-8782-991F956CE1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70A937B0-7EC6-4DB8-8CAA-68D1675881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A8FCE797-9145-48CC-835C-AD636E7EC2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2616B2DE-C552-428B-9C88-391BFB7966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3CEF7D3F-6BAD-47A3-B17D-910C713EBB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D1B025D3-71E6-4E07-B7E0-FCCE5D4F01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B3A7C1DC-A5FF-4398-BFB6-215AF2593B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E9A68CFE-50C4-4B2D-9AB2-7EA1E296CE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4ADCE0E6-8C29-410F-80B9-0371CC968E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D00C5502-F4B2-4F66-AEFC-7EF8479283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F25F3B75-7194-4150-85D6-7E9F66B9AB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634F01A0-B056-4951-8A2E-85ED381A40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D462AFA1-46EA-46A8-9F32-9B9F85D64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60EF9C6C-BE1A-457F-8CBD-CF1084E728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D9EDC987-E04E-4919-9EDE-16B7EDAD24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ADA5021F-6150-4460-9FED-E98DCC4F87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49C0E45A-1A8B-4D2B-B750-3D4C5FE79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61F1C5FD-F345-4E22-99E5-A39DDE3986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0DFC17B8-1975-42B4-B599-240BD6040D8E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6083" name="Grupo 5">
            <a:extLst>
              <a:ext uri="{FF2B5EF4-FFF2-40B4-BE49-F238E27FC236}">
                <a16:creationId xmlns:a16="http://schemas.microsoft.com/office/drawing/2014/main" id="{86B2D50C-2CFD-48B7-914F-C86465AA45BD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4D1D7B49-02C8-42B5-8B65-F63483F62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A7CCDED6-897D-4501-89F6-2EBA0965A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A8E83B1E-0AF8-48A6-BEA6-62E08A581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BAF0F8CE-0FF0-4D3C-82EC-1F2E6F7CC1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A0109928-AEA1-4C92-963F-F2F7F61E51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21603C65-5425-499C-A583-F4410DA816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DC212CBA-D001-4386-A73F-B10BEB03EA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604EF363-34AB-44C8-8127-FAEB79E2D5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F2A4E8D4-F436-488F-88FC-562029049D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A1F78156-C4C2-4207-9065-64E0A8FA0C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C4E7731A-1FC0-49B2-BD5E-6F8A97EE57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253B7588-2271-4F59-978D-E3662F5602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2F9E78B6-6270-46E3-8FAC-0F3CE2CC3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4FFD029E-1A6C-4704-A983-AAC0CDB2D9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4FF56B24-EC7C-46C2-AB52-30492B1C30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6492203D-9729-4CBB-A93E-25D7C80C2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10965672-B423-403B-8E4D-00B630ED1A69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6084" name="Grupo 59">
            <a:extLst>
              <a:ext uri="{FF2B5EF4-FFF2-40B4-BE49-F238E27FC236}">
                <a16:creationId xmlns:a16="http://schemas.microsoft.com/office/drawing/2014/main" id="{9BEB96A7-3891-4E9E-A554-3A392AF03074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157" name="Text Box 48">
              <a:extLst>
                <a:ext uri="{FF2B5EF4-FFF2-40B4-BE49-F238E27FC236}">
                  <a16:creationId xmlns:a16="http://schemas.microsoft.com/office/drawing/2014/main" id="{64A57C33-3AED-43D3-83E7-DB10E6B127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1" name="Text Box 53">
              <a:extLst>
                <a:ext uri="{FF2B5EF4-FFF2-40B4-BE49-F238E27FC236}">
                  <a16:creationId xmlns:a16="http://schemas.microsoft.com/office/drawing/2014/main" id="{176E2189-A062-4DEC-AE59-A90F8EA566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4" name="Text Box 57">
              <a:extLst>
                <a:ext uri="{FF2B5EF4-FFF2-40B4-BE49-F238E27FC236}">
                  <a16:creationId xmlns:a16="http://schemas.microsoft.com/office/drawing/2014/main" id="{036E2397-5E92-47C3-ACE1-FEA295BFA9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4" name="Freeform 44">
              <a:extLst>
                <a:ext uri="{FF2B5EF4-FFF2-40B4-BE49-F238E27FC236}">
                  <a16:creationId xmlns:a16="http://schemas.microsoft.com/office/drawing/2014/main" id="{D9A980C9-7759-4DF5-9013-69EB85C57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6">
              <a:extLst>
                <a:ext uri="{FF2B5EF4-FFF2-40B4-BE49-F238E27FC236}">
                  <a16:creationId xmlns:a16="http://schemas.microsoft.com/office/drawing/2014/main" id="{E320C6CF-747F-483A-8F24-F067930F4E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47">
              <a:extLst>
                <a:ext uri="{FF2B5EF4-FFF2-40B4-BE49-F238E27FC236}">
                  <a16:creationId xmlns:a16="http://schemas.microsoft.com/office/drawing/2014/main" id="{DD765AD2-105F-47D1-999F-F9D6B3602A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Text Box 49">
              <a:extLst>
                <a:ext uri="{FF2B5EF4-FFF2-40B4-BE49-F238E27FC236}">
                  <a16:creationId xmlns:a16="http://schemas.microsoft.com/office/drawing/2014/main" id="{2B6B663B-D037-41CE-BF79-1BCC8913E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159" name="Line 51">
              <a:extLst>
                <a:ext uri="{FF2B5EF4-FFF2-40B4-BE49-F238E27FC236}">
                  <a16:creationId xmlns:a16="http://schemas.microsoft.com/office/drawing/2014/main" id="{1E4A8886-E4B6-4188-9A3A-6C7DDCB3F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2">
              <a:extLst>
                <a:ext uri="{FF2B5EF4-FFF2-40B4-BE49-F238E27FC236}">
                  <a16:creationId xmlns:a16="http://schemas.microsoft.com/office/drawing/2014/main" id="{ADC18CF2-27E8-47AA-B3AA-DE67C14169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Line 55">
              <a:extLst>
                <a:ext uri="{FF2B5EF4-FFF2-40B4-BE49-F238E27FC236}">
                  <a16:creationId xmlns:a16="http://schemas.microsoft.com/office/drawing/2014/main" id="{79435520-840D-458D-8F5E-B2A4018BDE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56">
              <a:extLst>
                <a:ext uri="{FF2B5EF4-FFF2-40B4-BE49-F238E27FC236}">
                  <a16:creationId xmlns:a16="http://schemas.microsoft.com/office/drawing/2014/main" id="{50385449-1904-413B-92E3-C1DC03139D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012499F7-21B8-4171-B9BA-2D31C48056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AA68DCFA-F987-4BC9-A8E1-86E8BCB837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Text Box 61">
              <a:extLst>
                <a:ext uri="{FF2B5EF4-FFF2-40B4-BE49-F238E27FC236}">
                  <a16:creationId xmlns:a16="http://schemas.microsoft.com/office/drawing/2014/main" id="{F4BC8343-9E97-4690-8267-E85B6BF15E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A2AC8E97-0553-4993-8BEB-33473CA3DD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D79AFB69-E6E0-4637-B5AE-9EC7E130B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6599CB19-38DA-420C-852F-FDB34DD6F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71" name="Line 70">
              <a:extLst>
                <a:ext uri="{FF2B5EF4-FFF2-40B4-BE49-F238E27FC236}">
                  <a16:creationId xmlns:a16="http://schemas.microsoft.com/office/drawing/2014/main" id="{005379AF-5C3D-41FB-842D-7ECAFC66A0C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71">
              <a:extLst>
                <a:ext uri="{FF2B5EF4-FFF2-40B4-BE49-F238E27FC236}">
                  <a16:creationId xmlns:a16="http://schemas.microsoft.com/office/drawing/2014/main" id="{C922EF9A-7E31-48E4-9CF4-3CEF66E7D5D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3" name="Text Box 72">
              <a:extLst>
                <a:ext uri="{FF2B5EF4-FFF2-40B4-BE49-F238E27FC236}">
                  <a16:creationId xmlns:a16="http://schemas.microsoft.com/office/drawing/2014/main" id="{B61E0E60-8302-454B-B066-F24C4620F5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174" name="Text Box 144">
              <a:extLst>
                <a:ext uri="{FF2B5EF4-FFF2-40B4-BE49-F238E27FC236}">
                  <a16:creationId xmlns:a16="http://schemas.microsoft.com/office/drawing/2014/main" id="{CF10E2A7-EB4E-4DC0-BE53-2A19853977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86085" name="Grupo 174">
            <a:extLst>
              <a:ext uri="{FF2B5EF4-FFF2-40B4-BE49-F238E27FC236}">
                <a16:creationId xmlns:a16="http://schemas.microsoft.com/office/drawing/2014/main" id="{B13C627D-755D-4E39-BD35-81416510D057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79" name="Text Box 48">
              <a:extLst>
                <a:ext uri="{FF2B5EF4-FFF2-40B4-BE49-F238E27FC236}">
                  <a16:creationId xmlns:a16="http://schemas.microsoft.com/office/drawing/2014/main" id="{8080A934-74A0-4748-B7BA-CE8601963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2" name="Text Box 57">
              <a:extLst>
                <a:ext uri="{FF2B5EF4-FFF2-40B4-BE49-F238E27FC236}">
                  <a16:creationId xmlns:a16="http://schemas.microsoft.com/office/drawing/2014/main" id="{34795F50-DB99-418C-817B-3BC4B68616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6" name="Forma libre 175">
              <a:extLst>
                <a:ext uri="{FF2B5EF4-FFF2-40B4-BE49-F238E27FC236}">
                  <a16:creationId xmlns:a16="http://schemas.microsoft.com/office/drawing/2014/main" id="{AADD2ACF-F08F-42D0-8696-3C758E17BF94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77" name="Line 46">
              <a:extLst>
                <a:ext uri="{FF2B5EF4-FFF2-40B4-BE49-F238E27FC236}">
                  <a16:creationId xmlns:a16="http://schemas.microsoft.com/office/drawing/2014/main" id="{CA0D4821-C253-4B6E-A0BF-5AC9BAF45C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8" name="Line 47">
              <a:extLst>
                <a:ext uri="{FF2B5EF4-FFF2-40B4-BE49-F238E27FC236}">
                  <a16:creationId xmlns:a16="http://schemas.microsoft.com/office/drawing/2014/main" id="{825F33D5-C49F-48E9-97AD-3BFA3569AE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Line 55">
              <a:extLst>
                <a:ext uri="{FF2B5EF4-FFF2-40B4-BE49-F238E27FC236}">
                  <a16:creationId xmlns:a16="http://schemas.microsoft.com/office/drawing/2014/main" id="{99CDC7EE-BD35-4FD0-B415-2CC5567DE8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56">
              <a:extLst>
                <a:ext uri="{FF2B5EF4-FFF2-40B4-BE49-F238E27FC236}">
                  <a16:creationId xmlns:a16="http://schemas.microsoft.com/office/drawing/2014/main" id="{0DB143F7-BD09-43F7-BCDC-8B0B3A87D3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3" name="Forma libre 182">
            <a:extLst>
              <a:ext uri="{FF2B5EF4-FFF2-40B4-BE49-F238E27FC236}">
                <a16:creationId xmlns:a16="http://schemas.microsoft.com/office/drawing/2014/main" id="{C7A6BE35-EAA3-4AE0-BE8B-EE045F133B88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6" name="Text Box 50">
            <a:extLst>
              <a:ext uri="{FF2B5EF4-FFF2-40B4-BE49-F238E27FC236}">
                <a16:creationId xmlns:a16="http://schemas.microsoft.com/office/drawing/2014/main" id="{B61770DB-1A63-4CC7-BA56-A5CDE4D3BE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7173B226-90D4-4C27-B403-B2959C982093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Forma libre 48">
            <a:extLst>
              <a:ext uri="{FF2B5EF4-FFF2-40B4-BE49-F238E27FC236}">
                <a16:creationId xmlns:a16="http://schemas.microsoft.com/office/drawing/2014/main" id="{6024CF92-8276-4D48-8D3B-67DEC492D0AA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B9C69C0A-28A1-4E5A-92AE-17899C1B6BF0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1" name="Forma libre 190">
            <a:extLst>
              <a:ext uri="{FF2B5EF4-FFF2-40B4-BE49-F238E27FC236}">
                <a16:creationId xmlns:a16="http://schemas.microsoft.com/office/drawing/2014/main" id="{E4E7CBDC-1621-417A-B9C4-4675DB60C7EB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5" name="Forma libre 184">
            <a:extLst>
              <a:ext uri="{FF2B5EF4-FFF2-40B4-BE49-F238E27FC236}">
                <a16:creationId xmlns:a16="http://schemas.microsoft.com/office/drawing/2014/main" id="{60BD6198-E6B3-474D-A179-876542EA8A5E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3" name="Text Box 50">
            <a:extLst>
              <a:ext uri="{FF2B5EF4-FFF2-40B4-BE49-F238E27FC236}">
                <a16:creationId xmlns:a16="http://schemas.microsoft.com/office/drawing/2014/main" id="{9511EF3A-F681-4107-8AE0-AA3D59FE54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95" name="Forma libre 194">
            <a:extLst>
              <a:ext uri="{FF2B5EF4-FFF2-40B4-BE49-F238E27FC236}">
                <a16:creationId xmlns:a16="http://schemas.microsoft.com/office/drawing/2014/main" id="{F2A86ED2-1276-4E67-9058-694D590B3BB5}"/>
              </a:ext>
            </a:extLst>
          </p:cNvPr>
          <p:cNvSpPr/>
          <p:nvPr/>
        </p:nvSpPr>
        <p:spPr>
          <a:xfrm>
            <a:off x="5057775" y="4632325"/>
            <a:ext cx="5321300" cy="688975"/>
          </a:xfrm>
          <a:custGeom>
            <a:avLst/>
            <a:gdLst>
              <a:gd name="connsiteX0" fmla="*/ 5051425 w 5321300"/>
              <a:gd name="connsiteY0" fmla="*/ 0 h 688975"/>
              <a:gd name="connsiteX1" fmla="*/ 5321300 w 5321300"/>
              <a:gd name="connsiteY1" fmla="*/ 0 h 688975"/>
              <a:gd name="connsiteX2" fmla="*/ 5321300 w 5321300"/>
              <a:gd name="connsiteY2" fmla="*/ 688975 h 688975"/>
              <a:gd name="connsiteX3" fmla="*/ 0 w 5321300"/>
              <a:gd name="connsiteY3" fmla="*/ 688975 h 688975"/>
              <a:gd name="connsiteX4" fmla="*/ 0 w 5321300"/>
              <a:gd name="connsiteY4" fmla="*/ 301625 h 688975"/>
              <a:gd name="connsiteX5" fmla="*/ 168275 w 5321300"/>
              <a:gd name="connsiteY5" fmla="*/ 301625 h 68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21300" h="688975">
                <a:moveTo>
                  <a:pt x="5051425" y="0"/>
                </a:moveTo>
                <a:lnTo>
                  <a:pt x="5321300" y="0"/>
                </a:lnTo>
                <a:lnTo>
                  <a:pt x="5321300" y="688975"/>
                </a:lnTo>
                <a:lnTo>
                  <a:pt x="0" y="688975"/>
                </a:lnTo>
                <a:lnTo>
                  <a:pt x="0" y="301625"/>
                </a:lnTo>
                <a:lnTo>
                  <a:pt x="168275" y="3016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7" name="Elipse 186">
            <a:extLst>
              <a:ext uri="{FF2B5EF4-FFF2-40B4-BE49-F238E27FC236}">
                <a16:creationId xmlns:a16="http://schemas.microsoft.com/office/drawing/2014/main" id="{1DE8D4F6-4D10-4607-98FA-9B45754C2AE2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Text Box 50">
            <a:extLst>
              <a:ext uri="{FF2B5EF4-FFF2-40B4-BE49-F238E27FC236}">
                <a16:creationId xmlns:a16="http://schemas.microsoft.com/office/drawing/2014/main" id="{531E9635-3CBF-49C8-B61A-5F6EAF3CAA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94" name="Marcador de número de diapositiva 193">
            <a:extLst>
              <a:ext uri="{FF2B5EF4-FFF2-40B4-BE49-F238E27FC236}">
                <a16:creationId xmlns:a16="http://schemas.microsoft.com/office/drawing/2014/main" id="{FA9DA2B9-DB2E-472C-B4DA-633798DEDA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0FF8E00-F408-4868-82BA-B4CDE32D04F9}" type="slidenum">
              <a:rPr lang="es-ES" altLang="es-ES">
                <a:solidFill>
                  <a:srgbClr val="171717"/>
                </a:solidFill>
              </a:rPr>
              <a:pPr/>
              <a:t>43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7" name="Tabla 186">
            <a:extLst>
              <a:ext uri="{FF2B5EF4-FFF2-40B4-BE49-F238E27FC236}">
                <a16:creationId xmlns:a16="http://schemas.microsoft.com/office/drawing/2014/main" id="{971ECB70-A591-41F4-95EA-C1897AB8BEB0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4713"/>
          <a:ext cx="6835771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11:5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rs2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4:0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2" name="Forma libre 191">
            <a:extLst>
              <a:ext uri="{FF2B5EF4-FFF2-40B4-BE49-F238E27FC236}">
                <a16:creationId xmlns:a16="http://schemas.microsoft.com/office/drawing/2014/main" id="{2F3DAB58-6373-4034-947F-EACC43F32503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4" name="Forma libre 233">
            <a:extLst>
              <a:ext uri="{FF2B5EF4-FFF2-40B4-BE49-F238E27FC236}">
                <a16:creationId xmlns:a16="http://schemas.microsoft.com/office/drawing/2014/main" id="{2AB98700-17A3-4DAF-8B27-534A53EDB2B0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244821FB-CFF5-4A06-AAFE-45BCF63C45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88116" name="Rectangle 3">
            <a:extLst>
              <a:ext uri="{FF2B5EF4-FFF2-40B4-BE49-F238E27FC236}">
                <a16:creationId xmlns:a16="http://schemas.microsoft.com/office/drawing/2014/main" id="{F32CB973-F474-4B5A-9B2D-FF85ED81C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SW/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 LW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88117" name="Grupo 2">
            <a:extLst>
              <a:ext uri="{FF2B5EF4-FFF2-40B4-BE49-F238E27FC236}">
                <a16:creationId xmlns:a16="http://schemas.microsoft.com/office/drawing/2014/main" id="{C1A83678-7679-40BD-9896-C2F032D5381F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" name="Rectangle 42">
              <a:extLst>
                <a:ext uri="{FF2B5EF4-FFF2-40B4-BE49-F238E27FC236}">
                  <a16:creationId xmlns:a16="http://schemas.microsoft.com/office/drawing/2014/main" id="{B5850713-BF41-4CFA-AA31-57ABAF8E7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" name="Line 44">
              <a:extLst>
                <a:ext uri="{FF2B5EF4-FFF2-40B4-BE49-F238E27FC236}">
                  <a16:creationId xmlns:a16="http://schemas.microsoft.com/office/drawing/2014/main" id="{76A7BF20-F74E-4F5F-84D9-CA47198A2F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" name="Line 45">
              <a:extLst>
                <a:ext uri="{FF2B5EF4-FFF2-40B4-BE49-F238E27FC236}">
                  <a16:creationId xmlns:a16="http://schemas.microsoft.com/office/drawing/2014/main" id="{AAB819E1-EDC6-45EC-AC2D-EE013B50DD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" name="Text Box 46">
              <a:extLst>
                <a:ext uri="{FF2B5EF4-FFF2-40B4-BE49-F238E27FC236}">
                  <a16:creationId xmlns:a16="http://schemas.microsoft.com/office/drawing/2014/main" id="{98C6DB64-E221-44F5-9C4A-A4D3CC341F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0" name="Line 48">
              <a:extLst>
                <a:ext uri="{FF2B5EF4-FFF2-40B4-BE49-F238E27FC236}">
                  <a16:creationId xmlns:a16="http://schemas.microsoft.com/office/drawing/2014/main" id="{33FFCCF3-7A5B-4E05-85F3-F6F6448B5E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49">
              <a:extLst>
                <a:ext uri="{FF2B5EF4-FFF2-40B4-BE49-F238E27FC236}">
                  <a16:creationId xmlns:a16="http://schemas.microsoft.com/office/drawing/2014/main" id="{06F80327-7556-424C-898C-800D32AE2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Text Box 50">
              <a:extLst>
                <a:ext uri="{FF2B5EF4-FFF2-40B4-BE49-F238E27FC236}">
                  <a16:creationId xmlns:a16="http://schemas.microsoft.com/office/drawing/2014/main" id="{3880EDE3-6925-490C-BBB6-A44A44A285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" name="Text Box 51">
              <a:extLst>
                <a:ext uri="{FF2B5EF4-FFF2-40B4-BE49-F238E27FC236}">
                  <a16:creationId xmlns:a16="http://schemas.microsoft.com/office/drawing/2014/main" id="{AED3E06B-D529-45A3-AB06-D1BFC8F740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5" name="Text Box 52">
              <a:extLst>
                <a:ext uri="{FF2B5EF4-FFF2-40B4-BE49-F238E27FC236}">
                  <a16:creationId xmlns:a16="http://schemas.microsoft.com/office/drawing/2014/main" id="{2CD3A276-50B0-4530-8CF3-7B1E8D855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" name="Text Box 53">
              <a:extLst>
                <a:ext uri="{FF2B5EF4-FFF2-40B4-BE49-F238E27FC236}">
                  <a16:creationId xmlns:a16="http://schemas.microsoft.com/office/drawing/2014/main" id="{5B28923C-D61F-4147-A7C0-6A99C8040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88118" name="Grupo 49">
            <a:extLst>
              <a:ext uri="{FF2B5EF4-FFF2-40B4-BE49-F238E27FC236}">
                <a16:creationId xmlns:a16="http://schemas.microsoft.com/office/drawing/2014/main" id="{C75B7210-695E-4E27-A66F-83FE6121313B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55" name="Text Box 47">
              <a:extLst>
                <a:ext uri="{FF2B5EF4-FFF2-40B4-BE49-F238E27FC236}">
                  <a16:creationId xmlns:a16="http://schemas.microsoft.com/office/drawing/2014/main" id="{E7796FBB-ED59-4899-96B1-6586D8221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" name="Rectangle 43">
              <a:extLst>
                <a:ext uri="{FF2B5EF4-FFF2-40B4-BE49-F238E27FC236}">
                  <a16:creationId xmlns:a16="http://schemas.microsoft.com/office/drawing/2014/main" id="{DC85D881-53DB-410A-929F-927290A30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" name="Line 44">
              <a:extLst>
                <a:ext uri="{FF2B5EF4-FFF2-40B4-BE49-F238E27FC236}">
                  <a16:creationId xmlns:a16="http://schemas.microsoft.com/office/drawing/2014/main" id="{15F8A3D4-1DC6-47F0-9B1D-F2A8B2B575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" name="Line 45">
              <a:extLst>
                <a:ext uri="{FF2B5EF4-FFF2-40B4-BE49-F238E27FC236}">
                  <a16:creationId xmlns:a16="http://schemas.microsoft.com/office/drawing/2014/main" id="{05DF6A56-07E0-4CDC-B0FB-85036BE7E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4" name="Line 46">
              <a:extLst>
                <a:ext uri="{FF2B5EF4-FFF2-40B4-BE49-F238E27FC236}">
                  <a16:creationId xmlns:a16="http://schemas.microsoft.com/office/drawing/2014/main" id="{606CB62F-5AF0-4A32-9269-16F34413A5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6" name="Line 48">
              <a:extLst>
                <a:ext uri="{FF2B5EF4-FFF2-40B4-BE49-F238E27FC236}">
                  <a16:creationId xmlns:a16="http://schemas.microsoft.com/office/drawing/2014/main" id="{9B713C4C-4456-4A6D-811A-972EAA1EB6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7" name="Text Box 49">
              <a:extLst>
                <a:ext uri="{FF2B5EF4-FFF2-40B4-BE49-F238E27FC236}">
                  <a16:creationId xmlns:a16="http://schemas.microsoft.com/office/drawing/2014/main" id="{6FBCB817-2AE5-4EDA-86DB-7DB34780C2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8" name="Text Box 53">
              <a:extLst>
                <a:ext uri="{FF2B5EF4-FFF2-40B4-BE49-F238E27FC236}">
                  <a16:creationId xmlns:a16="http://schemas.microsoft.com/office/drawing/2014/main" id="{A50F3794-8775-4909-8C9F-F449666955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59" name="Forma libre 58">
              <a:extLst>
                <a:ext uri="{FF2B5EF4-FFF2-40B4-BE49-F238E27FC236}">
                  <a16:creationId xmlns:a16="http://schemas.microsoft.com/office/drawing/2014/main" id="{48B4D43B-0C6A-42CB-A6CE-F10B1ADC3F4B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8119" name="Grupo 129">
            <a:extLst>
              <a:ext uri="{FF2B5EF4-FFF2-40B4-BE49-F238E27FC236}">
                <a16:creationId xmlns:a16="http://schemas.microsoft.com/office/drawing/2014/main" id="{2D190ED8-DADB-470C-B6CB-452773E70BF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34" name="Text Box 48">
              <a:extLst>
                <a:ext uri="{FF2B5EF4-FFF2-40B4-BE49-F238E27FC236}">
                  <a16:creationId xmlns:a16="http://schemas.microsoft.com/office/drawing/2014/main" id="{0045A4CC-331F-4AB3-9F82-77721A4F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35710DE9-E4CF-40D8-B337-295A56006B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8" name="Text Box 53">
              <a:extLst>
                <a:ext uri="{FF2B5EF4-FFF2-40B4-BE49-F238E27FC236}">
                  <a16:creationId xmlns:a16="http://schemas.microsoft.com/office/drawing/2014/main" id="{C114D177-08C5-482A-8DDA-89189131C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Freeform 44">
              <a:extLst>
                <a:ext uri="{FF2B5EF4-FFF2-40B4-BE49-F238E27FC236}">
                  <a16:creationId xmlns:a16="http://schemas.microsoft.com/office/drawing/2014/main" id="{2A9FF943-2002-48CE-AAE3-0B475BE8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46">
              <a:extLst>
                <a:ext uri="{FF2B5EF4-FFF2-40B4-BE49-F238E27FC236}">
                  <a16:creationId xmlns:a16="http://schemas.microsoft.com/office/drawing/2014/main" id="{DA122879-65A7-4F86-B0C2-D507E3137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7">
              <a:extLst>
                <a:ext uri="{FF2B5EF4-FFF2-40B4-BE49-F238E27FC236}">
                  <a16:creationId xmlns:a16="http://schemas.microsoft.com/office/drawing/2014/main" id="{9B3BA7AB-DE5D-46F8-B491-4F99DE4BDF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Text Box 49">
              <a:extLst>
                <a:ext uri="{FF2B5EF4-FFF2-40B4-BE49-F238E27FC236}">
                  <a16:creationId xmlns:a16="http://schemas.microsoft.com/office/drawing/2014/main" id="{B5906246-93D4-441A-A7AC-A5CAC2708E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1">
              <a:extLst>
                <a:ext uri="{FF2B5EF4-FFF2-40B4-BE49-F238E27FC236}">
                  <a16:creationId xmlns:a16="http://schemas.microsoft.com/office/drawing/2014/main" id="{306E39E0-49C0-4088-A11A-89825F2D3B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2">
              <a:extLst>
                <a:ext uri="{FF2B5EF4-FFF2-40B4-BE49-F238E27FC236}">
                  <a16:creationId xmlns:a16="http://schemas.microsoft.com/office/drawing/2014/main" id="{4447293A-A1EF-4FF7-8500-BEABD83DEF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9" name="Line 55">
              <a:extLst>
                <a:ext uri="{FF2B5EF4-FFF2-40B4-BE49-F238E27FC236}">
                  <a16:creationId xmlns:a16="http://schemas.microsoft.com/office/drawing/2014/main" id="{42E39120-EFAC-4902-A3A9-E63BE82CDB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0" name="Line 56">
              <a:extLst>
                <a:ext uri="{FF2B5EF4-FFF2-40B4-BE49-F238E27FC236}">
                  <a16:creationId xmlns:a16="http://schemas.microsoft.com/office/drawing/2014/main" id="{A0088FB5-8E7E-4DA0-AFA1-C61D6BF665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33" name="Forma libre 232">
            <a:extLst>
              <a:ext uri="{FF2B5EF4-FFF2-40B4-BE49-F238E27FC236}">
                <a16:creationId xmlns:a16="http://schemas.microsoft.com/office/drawing/2014/main" id="{51525B55-51F3-47ED-B504-8D2953F21873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35" name="Text Box 46">
            <a:extLst>
              <a:ext uri="{FF2B5EF4-FFF2-40B4-BE49-F238E27FC236}">
                <a16:creationId xmlns:a16="http://schemas.microsoft.com/office/drawing/2014/main" id="{60A33F7D-AEAB-45DE-AD1A-F3CD70B6FE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2" name="Forma libre 271">
            <a:extLst>
              <a:ext uri="{FF2B5EF4-FFF2-40B4-BE49-F238E27FC236}">
                <a16:creationId xmlns:a16="http://schemas.microsoft.com/office/drawing/2014/main" id="{587CD38E-379E-468B-8BC9-D3C492A9874B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9A59B88D-C91B-4021-9066-BAB3E1FEF3B7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  BR[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27B8431B-C3E3-4777-A7A4-E424A3E09A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grpSp>
        <p:nvGrpSpPr>
          <p:cNvPr id="88132" name="Grupo 12">
            <a:extLst>
              <a:ext uri="{FF2B5EF4-FFF2-40B4-BE49-F238E27FC236}">
                <a16:creationId xmlns:a16="http://schemas.microsoft.com/office/drawing/2014/main" id="{114F401E-AC71-471B-BCFA-B69077D9CA15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45" name="Text Box 37">
              <a:extLst>
                <a:ext uri="{FF2B5EF4-FFF2-40B4-BE49-F238E27FC236}">
                  <a16:creationId xmlns:a16="http://schemas.microsoft.com/office/drawing/2014/main" id="{71025883-0512-418B-B2BE-EC8CA08E3B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" name="Text Box 14">
              <a:extLst>
                <a:ext uri="{FF2B5EF4-FFF2-40B4-BE49-F238E27FC236}">
                  <a16:creationId xmlns:a16="http://schemas.microsoft.com/office/drawing/2014/main" id="{2FDC3EA6-0A54-49CA-B557-4A6B84EC72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" name="Text Box 27">
              <a:extLst>
                <a:ext uri="{FF2B5EF4-FFF2-40B4-BE49-F238E27FC236}">
                  <a16:creationId xmlns:a16="http://schemas.microsoft.com/office/drawing/2014/main" id="{23816F89-FBBC-494A-8930-78E9C1278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C649AC34-DAF4-48C5-8D1F-4C92F940A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" name="Line 8">
              <a:extLst>
                <a:ext uri="{FF2B5EF4-FFF2-40B4-BE49-F238E27FC236}">
                  <a16:creationId xmlns:a16="http://schemas.microsoft.com/office/drawing/2014/main" id="{5DEC4A01-D9E3-4174-97CC-35FD558EDD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" name="Line 9">
              <a:extLst>
                <a:ext uri="{FF2B5EF4-FFF2-40B4-BE49-F238E27FC236}">
                  <a16:creationId xmlns:a16="http://schemas.microsoft.com/office/drawing/2014/main" id="{E19A9E7E-2064-4B0D-8C56-630B102265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" name="Text Box 10">
              <a:extLst>
                <a:ext uri="{FF2B5EF4-FFF2-40B4-BE49-F238E27FC236}">
                  <a16:creationId xmlns:a16="http://schemas.microsoft.com/office/drawing/2014/main" id="{CA9D8C6D-E6BA-41B6-AE04-CC5C4E761D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" name="Line 12">
              <a:extLst>
                <a:ext uri="{FF2B5EF4-FFF2-40B4-BE49-F238E27FC236}">
                  <a16:creationId xmlns:a16="http://schemas.microsoft.com/office/drawing/2014/main" id="{C4B06A44-1794-4635-AA76-9092CC6E59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13">
              <a:extLst>
                <a:ext uri="{FF2B5EF4-FFF2-40B4-BE49-F238E27FC236}">
                  <a16:creationId xmlns:a16="http://schemas.microsoft.com/office/drawing/2014/main" id="{D1A5C22E-64AB-4D6B-960A-D5C3601B8E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Text Box 15">
              <a:extLst>
                <a:ext uri="{FF2B5EF4-FFF2-40B4-BE49-F238E27FC236}">
                  <a16:creationId xmlns:a16="http://schemas.microsoft.com/office/drawing/2014/main" id="{2C1A606D-BD53-4B38-AC61-B34248C3E9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8" name="Text Box 16">
              <a:extLst>
                <a:ext uri="{FF2B5EF4-FFF2-40B4-BE49-F238E27FC236}">
                  <a16:creationId xmlns:a16="http://schemas.microsoft.com/office/drawing/2014/main" id="{38A55D16-7383-4F02-B2E6-A4A8064B0F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" name="Text Box 17">
              <a:extLst>
                <a:ext uri="{FF2B5EF4-FFF2-40B4-BE49-F238E27FC236}">
                  <a16:creationId xmlns:a16="http://schemas.microsoft.com/office/drawing/2014/main" id="{1D0D54CE-6C90-4DD4-9892-185724A974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30" name="Line 18">
              <a:extLst>
                <a:ext uri="{FF2B5EF4-FFF2-40B4-BE49-F238E27FC236}">
                  <a16:creationId xmlns:a16="http://schemas.microsoft.com/office/drawing/2014/main" id="{79621EA8-CC91-4DDB-B8DB-98EB1465CF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9ED831B7-C02A-4743-BB47-2D854E2DD0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43CA7D2E-4EE9-4B1D-9821-A7EBA47078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" name="Text Box 22">
              <a:extLst>
                <a:ext uri="{FF2B5EF4-FFF2-40B4-BE49-F238E27FC236}">
                  <a16:creationId xmlns:a16="http://schemas.microsoft.com/office/drawing/2014/main" id="{A5244065-359D-4602-8670-4E43C5E98D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" name="Text Box 23">
              <a:extLst>
                <a:ext uri="{FF2B5EF4-FFF2-40B4-BE49-F238E27FC236}">
                  <a16:creationId xmlns:a16="http://schemas.microsoft.com/office/drawing/2014/main" id="{3CB28499-DB39-4FAC-A699-51551A4DB5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" name="Line 25">
              <a:extLst>
                <a:ext uri="{FF2B5EF4-FFF2-40B4-BE49-F238E27FC236}">
                  <a16:creationId xmlns:a16="http://schemas.microsoft.com/office/drawing/2014/main" id="{1E6D7DBC-DA13-4D7F-B3C3-99D8B23368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" name="Line 26">
              <a:extLst>
                <a:ext uri="{FF2B5EF4-FFF2-40B4-BE49-F238E27FC236}">
                  <a16:creationId xmlns:a16="http://schemas.microsoft.com/office/drawing/2014/main" id="{B5E7F1AA-A310-4B6F-8829-172046CBE3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28">
              <a:extLst>
                <a:ext uri="{FF2B5EF4-FFF2-40B4-BE49-F238E27FC236}">
                  <a16:creationId xmlns:a16="http://schemas.microsoft.com/office/drawing/2014/main" id="{C34D6CEF-4CF6-459B-B01E-3618B1034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9" name="Line 30">
              <a:extLst>
                <a:ext uri="{FF2B5EF4-FFF2-40B4-BE49-F238E27FC236}">
                  <a16:creationId xmlns:a16="http://schemas.microsoft.com/office/drawing/2014/main" id="{F9EB3057-D7A5-4A33-A72A-8EF281C434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7B4D4459-FD45-44C3-8636-6E575BAFF1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Text Box 32">
              <a:extLst>
                <a:ext uri="{FF2B5EF4-FFF2-40B4-BE49-F238E27FC236}">
                  <a16:creationId xmlns:a16="http://schemas.microsoft.com/office/drawing/2014/main" id="{696C20B3-1E90-498D-864D-0063E7303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42" name="Text Box 33">
              <a:extLst>
                <a:ext uri="{FF2B5EF4-FFF2-40B4-BE49-F238E27FC236}">
                  <a16:creationId xmlns:a16="http://schemas.microsoft.com/office/drawing/2014/main" id="{BAD2103A-67E1-4D5E-8A14-C6413742C3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5CCD5401-CFF2-48CB-A702-536B8754FD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702DE8F7-850F-426A-B3B5-150D940B2F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Text Box 38">
              <a:extLst>
                <a:ext uri="{FF2B5EF4-FFF2-40B4-BE49-F238E27FC236}">
                  <a16:creationId xmlns:a16="http://schemas.microsoft.com/office/drawing/2014/main" id="{9B5EEBE3-8912-47F3-8B1F-97644460CA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47" name="Text Box 39">
              <a:extLst>
                <a:ext uri="{FF2B5EF4-FFF2-40B4-BE49-F238E27FC236}">
                  <a16:creationId xmlns:a16="http://schemas.microsoft.com/office/drawing/2014/main" id="{D10F5C9B-F275-43A0-948C-005A982E7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48" name="Forma libre 47">
              <a:extLst>
                <a:ext uri="{FF2B5EF4-FFF2-40B4-BE49-F238E27FC236}">
                  <a16:creationId xmlns:a16="http://schemas.microsoft.com/office/drawing/2014/main" id="{8BA09B10-9E20-439C-AAC5-FBED2F98DF82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8133" name="Grupo 5">
            <a:extLst>
              <a:ext uri="{FF2B5EF4-FFF2-40B4-BE49-F238E27FC236}">
                <a16:creationId xmlns:a16="http://schemas.microsoft.com/office/drawing/2014/main" id="{CA7A37EA-9FB0-4A8C-8B93-CF82BCB3C8D9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143" name="Text Box 67">
              <a:extLst>
                <a:ext uri="{FF2B5EF4-FFF2-40B4-BE49-F238E27FC236}">
                  <a16:creationId xmlns:a16="http://schemas.microsoft.com/office/drawing/2014/main" id="{9D2761AF-AC94-4DED-9751-D55C12CDB1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28" name="Text Box 63">
              <a:extLst>
                <a:ext uri="{FF2B5EF4-FFF2-40B4-BE49-F238E27FC236}">
                  <a16:creationId xmlns:a16="http://schemas.microsoft.com/office/drawing/2014/main" id="{F5FE653D-9F18-450F-9BA7-E603B0BEC3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1" name="Rectangle 59">
              <a:extLst>
                <a:ext uri="{FF2B5EF4-FFF2-40B4-BE49-F238E27FC236}">
                  <a16:creationId xmlns:a16="http://schemas.microsoft.com/office/drawing/2014/main" id="{AF33B225-D8D7-40BE-ADC2-E6CF0BA09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11FFAAEB-094D-41B5-B4EF-0282C167A5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Line 62">
              <a:extLst>
                <a:ext uri="{FF2B5EF4-FFF2-40B4-BE49-F238E27FC236}">
                  <a16:creationId xmlns:a16="http://schemas.microsoft.com/office/drawing/2014/main" id="{1AF9296F-F8F2-4A7C-B2BF-8705C658A0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65">
              <a:extLst>
                <a:ext uri="{FF2B5EF4-FFF2-40B4-BE49-F238E27FC236}">
                  <a16:creationId xmlns:a16="http://schemas.microsoft.com/office/drawing/2014/main" id="{9EA12804-3A6E-4EF5-A6B7-3C7B77579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66">
              <a:extLst>
                <a:ext uri="{FF2B5EF4-FFF2-40B4-BE49-F238E27FC236}">
                  <a16:creationId xmlns:a16="http://schemas.microsoft.com/office/drawing/2014/main" id="{AF342C8D-95E8-4648-8FB6-A26ABF9D22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4" name="Text Box 68">
              <a:extLst>
                <a:ext uri="{FF2B5EF4-FFF2-40B4-BE49-F238E27FC236}">
                  <a16:creationId xmlns:a16="http://schemas.microsoft.com/office/drawing/2014/main" id="{D918B3D0-26FE-464A-BF9B-68DFA9E3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145" name="Text Box 69">
              <a:extLst>
                <a:ext uri="{FF2B5EF4-FFF2-40B4-BE49-F238E27FC236}">
                  <a16:creationId xmlns:a16="http://schemas.microsoft.com/office/drawing/2014/main" id="{62352B6F-1D00-4C32-B88E-03CDF71F46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146" name="Text Box 70">
              <a:extLst>
                <a:ext uri="{FF2B5EF4-FFF2-40B4-BE49-F238E27FC236}">
                  <a16:creationId xmlns:a16="http://schemas.microsoft.com/office/drawing/2014/main" id="{2344EBF7-EDF4-479E-A9B0-E513C38655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147" name="Text Box 71">
              <a:extLst>
                <a:ext uri="{FF2B5EF4-FFF2-40B4-BE49-F238E27FC236}">
                  <a16:creationId xmlns:a16="http://schemas.microsoft.com/office/drawing/2014/main" id="{CC6D7CD6-D521-49B5-8BD9-B60388DE88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223A6BD3-96E6-4F63-A84A-BA6938AE00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Text Box 76">
              <a:extLst>
                <a:ext uri="{FF2B5EF4-FFF2-40B4-BE49-F238E27FC236}">
                  <a16:creationId xmlns:a16="http://schemas.microsoft.com/office/drawing/2014/main" id="{168C7B4A-CEC0-4378-B455-1402B8658E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150" name="Line 78">
              <a:extLst>
                <a:ext uri="{FF2B5EF4-FFF2-40B4-BE49-F238E27FC236}">
                  <a16:creationId xmlns:a16="http://schemas.microsoft.com/office/drawing/2014/main" id="{CD945C1D-409B-49F7-A9C2-F187EA7A2E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1" name="Line 79">
              <a:extLst>
                <a:ext uri="{FF2B5EF4-FFF2-40B4-BE49-F238E27FC236}">
                  <a16:creationId xmlns:a16="http://schemas.microsoft.com/office/drawing/2014/main" id="{2DC97E87-6D09-4291-81E0-A06541890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2" name="Text Box 80">
              <a:extLst>
                <a:ext uri="{FF2B5EF4-FFF2-40B4-BE49-F238E27FC236}">
                  <a16:creationId xmlns:a16="http://schemas.microsoft.com/office/drawing/2014/main" id="{97E58FE4-319D-4D96-9D6E-F7D78FF109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orma libre 152">
              <a:extLst>
                <a:ext uri="{FF2B5EF4-FFF2-40B4-BE49-F238E27FC236}">
                  <a16:creationId xmlns:a16="http://schemas.microsoft.com/office/drawing/2014/main" id="{392B880B-0F5F-482F-B4BD-05C1BC962F80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88134" name="Grupo 59">
            <a:extLst>
              <a:ext uri="{FF2B5EF4-FFF2-40B4-BE49-F238E27FC236}">
                <a16:creationId xmlns:a16="http://schemas.microsoft.com/office/drawing/2014/main" id="{09A721C0-EA11-44EC-BCF7-91F88E3BBAAB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157" name="Text Box 48">
              <a:extLst>
                <a:ext uri="{FF2B5EF4-FFF2-40B4-BE49-F238E27FC236}">
                  <a16:creationId xmlns:a16="http://schemas.microsoft.com/office/drawing/2014/main" id="{BACB7E7B-4282-46D9-9CD4-A9DA55D451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1" name="Text Box 53">
              <a:extLst>
                <a:ext uri="{FF2B5EF4-FFF2-40B4-BE49-F238E27FC236}">
                  <a16:creationId xmlns:a16="http://schemas.microsoft.com/office/drawing/2014/main" id="{228667D4-7F2E-4CC2-96E7-35793A0CC8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4" name="Text Box 57">
              <a:extLst>
                <a:ext uri="{FF2B5EF4-FFF2-40B4-BE49-F238E27FC236}">
                  <a16:creationId xmlns:a16="http://schemas.microsoft.com/office/drawing/2014/main" id="{2419CE70-0C57-457E-89D8-485F0BFED0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4" name="Freeform 44">
              <a:extLst>
                <a:ext uri="{FF2B5EF4-FFF2-40B4-BE49-F238E27FC236}">
                  <a16:creationId xmlns:a16="http://schemas.microsoft.com/office/drawing/2014/main" id="{4167A23B-8BE6-404A-A590-B447663E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6">
              <a:extLst>
                <a:ext uri="{FF2B5EF4-FFF2-40B4-BE49-F238E27FC236}">
                  <a16:creationId xmlns:a16="http://schemas.microsoft.com/office/drawing/2014/main" id="{6F9A2746-24CC-4181-9887-40ED28D079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47">
              <a:extLst>
                <a:ext uri="{FF2B5EF4-FFF2-40B4-BE49-F238E27FC236}">
                  <a16:creationId xmlns:a16="http://schemas.microsoft.com/office/drawing/2014/main" id="{1863E48F-15E5-4A6F-9BC5-BA4E94B782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Text Box 49">
              <a:extLst>
                <a:ext uri="{FF2B5EF4-FFF2-40B4-BE49-F238E27FC236}">
                  <a16:creationId xmlns:a16="http://schemas.microsoft.com/office/drawing/2014/main" id="{FCC2BA82-C7AF-48BB-A518-98C92DC972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159" name="Line 51">
              <a:extLst>
                <a:ext uri="{FF2B5EF4-FFF2-40B4-BE49-F238E27FC236}">
                  <a16:creationId xmlns:a16="http://schemas.microsoft.com/office/drawing/2014/main" id="{7CE9C005-298F-41F4-A0A7-E091F0859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2">
              <a:extLst>
                <a:ext uri="{FF2B5EF4-FFF2-40B4-BE49-F238E27FC236}">
                  <a16:creationId xmlns:a16="http://schemas.microsoft.com/office/drawing/2014/main" id="{23B278F4-DDC7-4CDE-9E0D-C3BD04C595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Line 55">
              <a:extLst>
                <a:ext uri="{FF2B5EF4-FFF2-40B4-BE49-F238E27FC236}">
                  <a16:creationId xmlns:a16="http://schemas.microsoft.com/office/drawing/2014/main" id="{18BA473E-5208-47FA-97F2-6FA260164C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56">
              <a:extLst>
                <a:ext uri="{FF2B5EF4-FFF2-40B4-BE49-F238E27FC236}">
                  <a16:creationId xmlns:a16="http://schemas.microsoft.com/office/drawing/2014/main" id="{449D1034-D6CA-4B64-BE80-58D213015C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F1288184-C4B0-45E5-BA04-DDC544DB17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3AE3B24D-57BC-487E-A95E-9DA042244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Text Box 61">
              <a:extLst>
                <a:ext uri="{FF2B5EF4-FFF2-40B4-BE49-F238E27FC236}">
                  <a16:creationId xmlns:a16="http://schemas.microsoft.com/office/drawing/2014/main" id="{678726BB-5E85-4BBA-A8EE-B30BCF360A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5FA4480A-AEAF-4ACB-92C8-43DA2FADEF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35FBCC40-E3CC-4133-AEBC-3B2B0B1B9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D10CC254-4532-4F7C-ABEF-7CD1BA74B5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71" name="Line 70">
              <a:extLst>
                <a:ext uri="{FF2B5EF4-FFF2-40B4-BE49-F238E27FC236}">
                  <a16:creationId xmlns:a16="http://schemas.microsoft.com/office/drawing/2014/main" id="{31DFCDED-1746-4CCF-B710-0B018991614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71">
              <a:extLst>
                <a:ext uri="{FF2B5EF4-FFF2-40B4-BE49-F238E27FC236}">
                  <a16:creationId xmlns:a16="http://schemas.microsoft.com/office/drawing/2014/main" id="{7E99AE6C-65A5-4BAF-9C6D-22354751E17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3" name="Text Box 72">
              <a:extLst>
                <a:ext uri="{FF2B5EF4-FFF2-40B4-BE49-F238E27FC236}">
                  <a16:creationId xmlns:a16="http://schemas.microsoft.com/office/drawing/2014/main" id="{51AD7456-D374-4CF5-88C4-B6D480CF5A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174" name="Text Box 144">
              <a:extLst>
                <a:ext uri="{FF2B5EF4-FFF2-40B4-BE49-F238E27FC236}">
                  <a16:creationId xmlns:a16="http://schemas.microsoft.com/office/drawing/2014/main" id="{54B4CC16-34E7-43E5-8EA1-2C3C4E36EA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88135" name="Grupo 174">
            <a:extLst>
              <a:ext uri="{FF2B5EF4-FFF2-40B4-BE49-F238E27FC236}">
                <a16:creationId xmlns:a16="http://schemas.microsoft.com/office/drawing/2014/main" id="{16E976F4-6EDE-4000-8C1F-A1439C8DAB3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79" name="Text Box 48">
              <a:extLst>
                <a:ext uri="{FF2B5EF4-FFF2-40B4-BE49-F238E27FC236}">
                  <a16:creationId xmlns:a16="http://schemas.microsoft.com/office/drawing/2014/main" id="{8534D21A-5C23-447B-AF5D-A19BC10D32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2" name="Text Box 57">
              <a:extLst>
                <a:ext uri="{FF2B5EF4-FFF2-40B4-BE49-F238E27FC236}">
                  <a16:creationId xmlns:a16="http://schemas.microsoft.com/office/drawing/2014/main" id="{AC0FA74F-55F4-4238-BFA5-3759E8F93B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6" name="Forma libre 175">
              <a:extLst>
                <a:ext uri="{FF2B5EF4-FFF2-40B4-BE49-F238E27FC236}">
                  <a16:creationId xmlns:a16="http://schemas.microsoft.com/office/drawing/2014/main" id="{2AD3DD1A-6A42-44DD-B3B1-2077E3BECB3C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77" name="Line 46">
              <a:extLst>
                <a:ext uri="{FF2B5EF4-FFF2-40B4-BE49-F238E27FC236}">
                  <a16:creationId xmlns:a16="http://schemas.microsoft.com/office/drawing/2014/main" id="{A2C0126B-C94F-4344-A3C0-9BD9F25115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8" name="Line 47">
              <a:extLst>
                <a:ext uri="{FF2B5EF4-FFF2-40B4-BE49-F238E27FC236}">
                  <a16:creationId xmlns:a16="http://schemas.microsoft.com/office/drawing/2014/main" id="{D52CB2AB-91AC-406C-A68A-BC16D74059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Line 55">
              <a:extLst>
                <a:ext uri="{FF2B5EF4-FFF2-40B4-BE49-F238E27FC236}">
                  <a16:creationId xmlns:a16="http://schemas.microsoft.com/office/drawing/2014/main" id="{A8DAAD96-7638-4247-86F2-AE1460C2E1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56">
              <a:extLst>
                <a:ext uri="{FF2B5EF4-FFF2-40B4-BE49-F238E27FC236}">
                  <a16:creationId xmlns:a16="http://schemas.microsoft.com/office/drawing/2014/main" id="{4501CB9E-217D-4751-A7B7-F72ED3D420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3" name="Forma libre 182">
            <a:extLst>
              <a:ext uri="{FF2B5EF4-FFF2-40B4-BE49-F238E27FC236}">
                <a16:creationId xmlns:a16="http://schemas.microsoft.com/office/drawing/2014/main" id="{661E8859-F0C0-4F41-9752-AD3E5F845B8A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6" name="Text Box 50">
            <a:extLst>
              <a:ext uri="{FF2B5EF4-FFF2-40B4-BE49-F238E27FC236}">
                <a16:creationId xmlns:a16="http://schemas.microsoft.com/office/drawing/2014/main" id="{E8541249-8A16-4D20-B0E1-4B04427FF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cxnSp>
        <p:nvCxnSpPr>
          <p:cNvPr id="263" name="Conector recto 262">
            <a:extLst>
              <a:ext uri="{FF2B5EF4-FFF2-40B4-BE49-F238E27FC236}">
                <a16:creationId xmlns:a16="http://schemas.microsoft.com/office/drawing/2014/main" id="{45FEFC0B-A3B3-4C5D-86BE-44A3313618A7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Forma libre 48">
            <a:extLst>
              <a:ext uri="{FF2B5EF4-FFF2-40B4-BE49-F238E27FC236}">
                <a16:creationId xmlns:a16="http://schemas.microsoft.com/office/drawing/2014/main" id="{2281E318-096D-4F8F-B140-4E2768719B37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3F382900-A8C3-4825-A189-802E5FC53018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1" name="Forma libre 190">
            <a:extLst>
              <a:ext uri="{FF2B5EF4-FFF2-40B4-BE49-F238E27FC236}">
                <a16:creationId xmlns:a16="http://schemas.microsoft.com/office/drawing/2014/main" id="{BACDEC87-E1CE-4871-87DC-CE1EBD9B6040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5" name="Forma libre 184">
            <a:extLst>
              <a:ext uri="{FF2B5EF4-FFF2-40B4-BE49-F238E27FC236}">
                <a16:creationId xmlns:a16="http://schemas.microsoft.com/office/drawing/2014/main" id="{7D3D5C3F-5191-4D22-96CE-F829E6E6F4AD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3" name="Text Box 50">
            <a:extLst>
              <a:ext uri="{FF2B5EF4-FFF2-40B4-BE49-F238E27FC236}">
                <a16:creationId xmlns:a16="http://schemas.microsoft.com/office/drawing/2014/main" id="{3DEE2E17-63C5-4D8C-ACD9-A3E0C7F15B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95" name="Forma libre 194">
            <a:extLst>
              <a:ext uri="{FF2B5EF4-FFF2-40B4-BE49-F238E27FC236}">
                <a16:creationId xmlns:a16="http://schemas.microsoft.com/office/drawing/2014/main" id="{D9CCC34D-330F-4B5B-8258-F5E4707F78A2}"/>
              </a:ext>
            </a:extLst>
          </p:cNvPr>
          <p:cNvSpPr/>
          <p:nvPr/>
        </p:nvSpPr>
        <p:spPr>
          <a:xfrm>
            <a:off x="5057775" y="4632325"/>
            <a:ext cx="5321300" cy="688975"/>
          </a:xfrm>
          <a:custGeom>
            <a:avLst/>
            <a:gdLst>
              <a:gd name="connsiteX0" fmla="*/ 5051425 w 5321300"/>
              <a:gd name="connsiteY0" fmla="*/ 0 h 688975"/>
              <a:gd name="connsiteX1" fmla="*/ 5321300 w 5321300"/>
              <a:gd name="connsiteY1" fmla="*/ 0 h 688975"/>
              <a:gd name="connsiteX2" fmla="*/ 5321300 w 5321300"/>
              <a:gd name="connsiteY2" fmla="*/ 688975 h 688975"/>
              <a:gd name="connsiteX3" fmla="*/ 0 w 5321300"/>
              <a:gd name="connsiteY3" fmla="*/ 688975 h 688975"/>
              <a:gd name="connsiteX4" fmla="*/ 0 w 5321300"/>
              <a:gd name="connsiteY4" fmla="*/ 301625 h 688975"/>
              <a:gd name="connsiteX5" fmla="*/ 168275 w 5321300"/>
              <a:gd name="connsiteY5" fmla="*/ 301625 h 68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21300" h="688975">
                <a:moveTo>
                  <a:pt x="5051425" y="0"/>
                </a:moveTo>
                <a:lnTo>
                  <a:pt x="5321300" y="0"/>
                </a:lnTo>
                <a:lnTo>
                  <a:pt x="5321300" y="688975"/>
                </a:lnTo>
                <a:lnTo>
                  <a:pt x="0" y="688975"/>
                </a:lnTo>
                <a:lnTo>
                  <a:pt x="0" y="301625"/>
                </a:lnTo>
                <a:lnTo>
                  <a:pt x="168275" y="3016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Elipse 188">
            <a:extLst>
              <a:ext uri="{FF2B5EF4-FFF2-40B4-BE49-F238E27FC236}">
                <a16:creationId xmlns:a16="http://schemas.microsoft.com/office/drawing/2014/main" id="{ED418D97-6556-4E67-AEC4-AB67CF631ADE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Text Box 50">
            <a:extLst>
              <a:ext uri="{FF2B5EF4-FFF2-40B4-BE49-F238E27FC236}">
                <a16:creationId xmlns:a16="http://schemas.microsoft.com/office/drawing/2014/main" id="{7E7B508B-B504-48B7-810D-B6A970CCDC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94" name="Marcador de número de diapositiva 193">
            <a:extLst>
              <a:ext uri="{FF2B5EF4-FFF2-40B4-BE49-F238E27FC236}">
                <a16:creationId xmlns:a16="http://schemas.microsoft.com/office/drawing/2014/main" id="{E2574497-7FC6-48BE-9194-2D0AC79CE7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97798AA-822D-481B-A65A-8B6369404C9B}" type="slidenum">
              <a:rPr lang="es-ES" altLang="es-ES">
                <a:solidFill>
                  <a:srgbClr val="171717"/>
                </a:solidFill>
              </a:rPr>
              <a:pPr/>
              <a:t>44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7" name="Tabla 186">
            <a:extLst>
              <a:ext uri="{FF2B5EF4-FFF2-40B4-BE49-F238E27FC236}">
                <a16:creationId xmlns:a16="http://schemas.microsoft.com/office/drawing/2014/main" id="{A65DBC59-8062-4DA3-A36B-CBC79D6090AA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4713"/>
          <a:ext cx="6835771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11:5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rs2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4:0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Título 1">
            <a:extLst>
              <a:ext uri="{FF2B5EF4-FFF2-40B4-BE49-F238E27FC236}">
                <a16:creationId xmlns:a16="http://schemas.microsoft.com/office/drawing/2014/main" id="{8DE41D05-3BFE-41DF-9C06-BEDEC9F7B0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90162" name="Rectangle 3">
            <a:extLst>
              <a:ext uri="{FF2B5EF4-FFF2-40B4-BE49-F238E27FC236}">
                <a16:creationId xmlns:a16="http://schemas.microsoft.com/office/drawing/2014/main" id="{FD4DE3CD-19CB-439A-A133-62CBA51E46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SW/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 LW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C08CC14B-7D47-4E19-8D67-000CE3812DDF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)]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 BR[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74D2D877-6A77-4CF2-BB73-D076860867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7915D9A5-8A6F-4EA3-807B-58B0882799B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90173" name="Grupo 188">
            <a:extLst>
              <a:ext uri="{FF2B5EF4-FFF2-40B4-BE49-F238E27FC236}">
                <a16:creationId xmlns:a16="http://schemas.microsoft.com/office/drawing/2014/main" id="{F74F7493-D3D5-4435-95AF-44BE1C78B9CC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BA72438F-87A0-42DF-9B29-A4211B4EF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F41C09A8-6AF6-4667-AAD1-2AE807138E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7EC60130-10B0-44EF-B65B-270769C4D2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93F8B8D0-0749-4314-806C-AED48B5E3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8E08E8C6-9465-4C30-A520-F72F5A6CF8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75B6542A-5E6E-45D4-802B-2F6710EF9B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E2F92838-1172-4BA9-946E-A9C260D18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67F3EC61-080B-4120-9B7D-320B6C19FE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E3FE43F4-57A9-43DE-9392-E6CBC2136D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D1BD83AC-549F-4F1B-948E-AF2D7A8EA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90174" name="Grupo 203">
            <a:extLst>
              <a:ext uri="{FF2B5EF4-FFF2-40B4-BE49-F238E27FC236}">
                <a16:creationId xmlns:a16="http://schemas.microsoft.com/office/drawing/2014/main" id="{05982D83-D6FA-4DAB-80EB-E1BAAD4E5481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6BACCA5F-CD9B-4700-A38B-5FCF8C9F97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8BC5AC2D-16DC-4161-B2B5-EEF7A69C4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D58ADC67-4394-4632-A45D-F97EC72122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943CE831-31D8-40B3-87E9-49D9C40964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4487A604-046B-476F-947F-BEB54B5A1D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42049ECB-4B39-45CE-AFE3-8BD1B11FD5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B968BEBA-8550-41A6-9C58-CD9C62D24F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C99900AA-9960-471A-B1B4-AA02A1D89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A896DC3E-2E91-41F5-9839-B80773C4394B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0175" name="Grupo 213">
            <a:extLst>
              <a:ext uri="{FF2B5EF4-FFF2-40B4-BE49-F238E27FC236}">
                <a16:creationId xmlns:a16="http://schemas.microsoft.com/office/drawing/2014/main" id="{B386391C-F82E-41F9-9632-8BB787A39B2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FEE619AC-F999-4686-AC72-BB3951E14D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B3D5205D-5D4A-42EA-B718-239ACFB032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72B2A20B-3D41-489B-B56D-324541F53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20CE8B95-1820-4590-BBAF-C058A1F8C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89075B6A-275A-42B2-90F7-2B454E6013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F24900BD-5905-4F2F-804A-D6D4334A11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DCF1472C-B2FE-44E3-9C75-A02FABAD5F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3E94A8D2-D91C-4AA7-BB1B-0622D1AD16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E6F6168C-F5AD-4713-BF00-02F7EAC9FB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457ACF8E-B462-44F5-8DAA-B625169D04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32EF9220-E154-4EB7-8347-C2BB6858A1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568FAC72-B07F-4C6C-8335-8BE6C33D8FA7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A5B57A07-A954-4700-81F9-ED8FF6049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4E85FB57-2115-4AEA-870D-3F2E6CC6D20D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90179" name="Grupo 228">
            <a:extLst>
              <a:ext uri="{FF2B5EF4-FFF2-40B4-BE49-F238E27FC236}">
                <a16:creationId xmlns:a16="http://schemas.microsoft.com/office/drawing/2014/main" id="{D8FB294F-937B-454B-9DD5-D48927C5AFD7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D597F8E2-1AC5-40F6-B6FF-CC20498453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CBEF2F8A-2C42-4842-854A-A96BB8FD4D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4D1F4B30-A013-4E37-9918-FFA62B3A3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54A825A5-8F17-409F-BF23-BBA9C6744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CE6EC83A-5AB1-4ED1-8BDC-CDC40770DD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89C111CB-21B6-446E-B261-F91B02C687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83F9330A-286A-43C4-B968-94C8F4745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C4173D3D-469D-4FD6-8DA4-FC8B27DF7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C9A7C96A-8655-49F4-A0C6-3B020EC48F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E06FB815-C715-4CE3-A1A8-3C7D07B87B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59FD4C41-AE3C-47DA-A40E-F45AB52F80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5F0ADE89-C591-466F-94FD-0EB14CB7B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2994F3A7-11AF-45AE-9FA6-1EA0428E9D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028C00FE-964A-4F56-9909-B5F58FD8A9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619070F5-77E3-4BDC-8C69-548877E62D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DBD97759-52F2-4760-95EC-959AE0395B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1700370C-D64A-4750-A377-582A1D70C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B042D69F-6E64-4713-B753-58AD9487F5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BE87B536-3C3B-45E6-8CA4-76E600ADC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7A161B8F-1167-431F-9FC3-61712166C4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1067DFD4-F196-46A2-ACE6-3F2C7D7CC2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3186CC80-84B9-498F-86BB-1A199EC050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6DF68544-2E1A-4A1E-9897-AF99C4A388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DFEDB5F0-580E-4514-9FB8-2400F0359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DD7F6C62-C248-4842-B6DF-1B3CC21F00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39E77333-509A-4F3D-8410-0B3FD99925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C75B730B-3972-407E-8D1B-22FA870E10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ABFB93BF-439B-4608-AB1C-12F7555AF6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B66CBEC9-33F8-4201-B7F6-92495FB3D2FB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0180" name="Grupo 261">
            <a:extLst>
              <a:ext uri="{FF2B5EF4-FFF2-40B4-BE49-F238E27FC236}">
                <a16:creationId xmlns:a16="http://schemas.microsoft.com/office/drawing/2014/main" id="{EAC50A4C-494B-411C-9F86-AEED5CD60474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FD3AE604-6E78-405C-9C13-F4C181BBE9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5E7399F1-34A9-490D-9125-DC9590AE8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CFA4D80A-4DD7-47DE-AFDB-B66DA7A14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09E38A69-F95E-4A57-B00E-966D8875D4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3BE52F28-2E7D-4574-A7E8-65828B64AC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BBB97F03-193A-4DB2-A2FF-2950336458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E6036D86-840B-424D-B93B-5BDABBEDA7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8822657C-2890-4597-86CB-B4591A8A9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B9CC20EF-C69D-4FED-B50D-127D6AFB8A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2A76F1E1-AC54-449F-BA1F-719A79843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5E219967-3208-442E-B613-C2E1575338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809F0FA6-A1B0-4125-9FFC-5E496CA6F8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03CDFCB5-C695-45EC-BBBB-164635E5D6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214DF11D-49C6-4FF3-8B46-78AA4A902C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57978243-7832-4B90-B490-BCE04A7E76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2C7227AC-F181-4630-A88C-FE9DCE1E6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1F7DDBD8-47B6-41E3-B7DE-9A4D7C79E95A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0181" name="Grupo 281">
            <a:extLst>
              <a:ext uri="{FF2B5EF4-FFF2-40B4-BE49-F238E27FC236}">
                <a16:creationId xmlns:a16="http://schemas.microsoft.com/office/drawing/2014/main" id="{C7C88C52-AF39-47F2-AAEB-1D5CF3B39E9F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A83659D6-0021-49F7-894F-ED07D4A598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A5445554-9AE3-460D-8B46-BB0677DB4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1B6713A2-0BEC-4025-AEED-7735F4C8E8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09BEA65F-82D3-48D5-8A4F-F6F43CB2D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55467253-1AEF-46AA-96B5-D030C5AA60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E469F6F0-7E53-45DA-ABBC-556DA86072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339FD6CB-2A30-4FE9-AD9B-C36150F3E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8EB2FDD7-1B83-4CBF-85D9-E9DC16A847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6A202138-96EB-4B80-8C23-91F5E73A07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FD441EE0-BC50-400D-A079-88F934B608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9BE14641-CAA5-4E40-A449-88003FD2EE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1C947B72-8835-4A83-95E2-1CB0192C59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2508418B-39B6-4CC9-9ECE-5BBB4AA23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FB61633E-8781-4361-9356-DA067D4E66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550AD9C7-AEE8-49A7-B329-3A7D2670F3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8F8A8FF9-2329-42C0-9FF4-3D4E4F657D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D61B4E01-65F6-4738-B97A-404B0C6292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EA095734-26DE-4D0E-97F9-113D12BAB72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72815030-1475-4F33-8EF0-66CB88B5D17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03F75332-8DAF-4388-AE2C-E769F373A1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DBC98560-E7FB-4884-BEE4-567E40E092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90182" name="Grupo 303">
            <a:extLst>
              <a:ext uri="{FF2B5EF4-FFF2-40B4-BE49-F238E27FC236}">
                <a16:creationId xmlns:a16="http://schemas.microsoft.com/office/drawing/2014/main" id="{C3A46058-0B75-4783-9ECB-DE8741E9C391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C7A7E4E7-98D5-4084-8D19-28BB59F0B9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77C94626-082D-4143-9A96-43ACB97EFF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C00D849B-CD29-4FAE-A4E8-E1DCD33F1EEA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D78A077E-399B-4C36-9329-78036C822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11A9A1F2-BB64-40DE-9EB5-ACAFDCA680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AE4F84E3-BA61-411F-8898-021A2B06A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F90B3E0C-A116-4DBC-95F4-3B6F03881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4981757F-2806-4D34-9D48-015A9BE075FD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AB90081B-F0D7-469A-B922-BC1A0DF645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5ABEC2C1-39FC-4F08-AB16-D97703AA0DD1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90186" name="Text Box 50">
            <a:extLst>
              <a:ext uri="{FF2B5EF4-FFF2-40B4-BE49-F238E27FC236}">
                <a16:creationId xmlns:a16="http://schemas.microsoft.com/office/drawing/2014/main" id="{2D7C18C2-02E7-48DD-9314-E93337BA0D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7286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(31:25, 11:7)</a:t>
            </a:r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D7C15F08-3A59-4F5C-9C02-2DEDD9226D03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8" name="Forma libre 317">
            <a:extLst>
              <a:ext uri="{FF2B5EF4-FFF2-40B4-BE49-F238E27FC236}">
                <a16:creationId xmlns:a16="http://schemas.microsoft.com/office/drawing/2014/main" id="{59761C26-C399-4BFD-979E-3931FA5CACE9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BB1D7912-DFF4-45A5-8C6B-DDF586259631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1B47AC0D-5BCA-48E4-9982-86EE669CAE18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3A613CA2-3A7F-4D5A-A6A5-3106597482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322" name="Forma libre 321">
            <a:extLst>
              <a:ext uri="{FF2B5EF4-FFF2-40B4-BE49-F238E27FC236}">
                <a16:creationId xmlns:a16="http://schemas.microsoft.com/office/drawing/2014/main" id="{4FD963B1-7575-411A-A05E-03569AE7E7D7}"/>
              </a:ext>
            </a:extLst>
          </p:cNvPr>
          <p:cNvSpPr/>
          <p:nvPr/>
        </p:nvSpPr>
        <p:spPr>
          <a:xfrm>
            <a:off x="5057775" y="4632325"/>
            <a:ext cx="5321300" cy="688975"/>
          </a:xfrm>
          <a:custGeom>
            <a:avLst/>
            <a:gdLst>
              <a:gd name="connsiteX0" fmla="*/ 5051425 w 5321300"/>
              <a:gd name="connsiteY0" fmla="*/ 0 h 688975"/>
              <a:gd name="connsiteX1" fmla="*/ 5321300 w 5321300"/>
              <a:gd name="connsiteY1" fmla="*/ 0 h 688975"/>
              <a:gd name="connsiteX2" fmla="*/ 5321300 w 5321300"/>
              <a:gd name="connsiteY2" fmla="*/ 688975 h 688975"/>
              <a:gd name="connsiteX3" fmla="*/ 0 w 5321300"/>
              <a:gd name="connsiteY3" fmla="*/ 688975 h 688975"/>
              <a:gd name="connsiteX4" fmla="*/ 0 w 5321300"/>
              <a:gd name="connsiteY4" fmla="*/ 301625 h 688975"/>
              <a:gd name="connsiteX5" fmla="*/ 168275 w 5321300"/>
              <a:gd name="connsiteY5" fmla="*/ 301625 h 68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21300" h="688975">
                <a:moveTo>
                  <a:pt x="5051425" y="0"/>
                </a:moveTo>
                <a:lnTo>
                  <a:pt x="5321300" y="0"/>
                </a:lnTo>
                <a:lnTo>
                  <a:pt x="5321300" y="688975"/>
                </a:lnTo>
                <a:lnTo>
                  <a:pt x="0" y="688975"/>
                </a:lnTo>
                <a:lnTo>
                  <a:pt x="0" y="301625"/>
                </a:lnTo>
                <a:lnTo>
                  <a:pt x="168275" y="3016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5" name="Rectángulo redondeado 324">
            <a:extLst>
              <a:ext uri="{FF2B5EF4-FFF2-40B4-BE49-F238E27FC236}">
                <a16:creationId xmlns:a16="http://schemas.microsoft.com/office/drawing/2014/main" id="{15E07468-EB2D-4E73-8523-A0C22B956B6D}"/>
              </a:ext>
            </a:extLst>
          </p:cNvPr>
          <p:cNvSpPr/>
          <p:nvPr/>
        </p:nvSpPr>
        <p:spPr>
          <a:xfrm>
            <a:off x="5930900" y="2201863"/>
            <a:ext cx="1022350" cy="130175"/>
          </a:xfrm>
          <a:prstGeom prst="roundRect">
            <a:avLst/>
          </a:prstGeom>
          <a:noFill/>
          <a:ln>
            <a:solidFill>
              <a:schemeClr val="accent2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6" name="Forma libre 325">
            <a:extLst>
              <a:ext uri="{FF2B5EF4-FFF2-40B4-BE49-F238E27FC236}">
                <a16:creationId xmlns:a16="http://schemas.microsoft.com/office/drawing/2014/main" id="{DE9B5C0E-E2DA-46C9-B6AA-88A475797962}"/>
              </a:ext>
            </a:extLst>
          </p:cNvPr>
          <p:cNvSpPr/>
          <p:nvPr/>
        </p:nvSpPr>
        <p:spPr>
          <a:xfrm>
            <a:off x="4779963" y="2338388"/>
            <a:ext cx="1614487" cy="3214687"/>
          </a:xfrm>
          <a:custGeom>
            <a:avLst/>
            <a:gdLst>
              <a:gd name="connsiteX0" fmla="*/ 1891004 w 1891004"/>
              <a:gd name="connsiteY0" fmla="*/ 0 h 2276670"/>
              <a:gd name="connsiteX1" fmla="*/ 441648 w 1891004"/>
              <a:gd name="connsiteY1" fmla="*/ 1262743 h 2276670"/>
              <a:gd name="connsiteX2" fmla="*/ 0 w 1891004"/>
              <a:gd name="connsiteY2" fmla="*/ 2276670 h 2276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91004" h="2276670">
                <a:moveTo>
                  <a:pt x="1891004" y="0"/>
                </a:moveTo>
                <a:cubicBezTo>
                  <a:pt x="1323909" y="441649"/>
                  <a:pt x="756815" y="883298"/>
                  <a:pt x="441648" y="1262743"/>
                </a:cubicBezTo>
                <a:cubicBezTo>
                  <a:pt x="126481" y="1642188"/>
                  <a:pt x="63240" y="1959429"/>
                  <a:pt x="0" y="2276670"/>
                </a:cubicBezTo>
              </a:path>
            </a:pathLst>
          </a:custGeom>
          <a:noFill/>
          <a:ln>
            <a:solidFill>
              <a:schemeClr val="accent2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7" name="Rectángulo redondeado 326">
            <a:extLst>
              <a:ext uri="{FF2B5EF4-FFF2-40B4-BE49-F238E27FC236}">
                <a16:creationId xmlns:a16="http://schemas.microsoft.com/office/drawing/2014/main" id="{EFCB6C49-9546-4C5B-8978-CD083BC03C50}"/>
              </a:ext>
            </a:extLst>
          </p:cNvPr>
          <p:cNvSpPr/>
          <p:nvPr/>
        </p:nvSpPr>
        <p:spPr>
          <a:xfrm>
            <a:off x="4254500" y="1822450"/>
            <a:ext cx="2139950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3BA4AA22-3A4F-47C3-842D-40577CCEC305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Elipse 327">
            <a:extLst>
              <a:ext uri="{FF2B5EF4-FFF2-40B4-BE49-F238E27FC236}">
                <a16:creationId xmlns:a16="http://schemas.microsoft.com/office/drawing/2014/main" id="{51E460B9-AC7D-4448-9D93-B9DB050D768A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9" name="Line 18">
            <a:extLst>
              <a:ext uri="{FF2B5EF4-FFF2-40B4-BE49-F238E27FC236}">
                <a16:creationId xmlns:a16="http://schemas.microsoft.com/office/drawing/2014/main" id="{510691AB-869E-4F3A-A22B-D44B3583470B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" name="Text Box 50">
            <a:extLst>
              <a:ext uri="{FF2B5EF4-FFF2-40B4-BE49-F238E27FC236}">
                <a16:creationId xmlns:a16="http://schemas.microsoft.com/office/drawing/2014/main" id="{E4268878-4B73-46BF-8DFE-170C145F7C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CBD15310-415E-4BCA-84E2-255675FD9A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15AB684-AE5F-4AC8-8A68-E0D297017A0C}" type="slidenum">
              <a:rPr lang="es-ES" altLang="es-ES">
                <a:solidFill>
                  <a:srgbClr val="171717"/>
                </a:solidFill>
              </a:rPr>
              <a:pPr/>
              <a:t>45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Forma libre 314">
            <a:extLst>
              <a:ext uri="{FF2B5EF4-FFF2-40B4-BE49-F238E27FC236}">
                <a16:creationId xmlns:a16="http://schemas.microsoft.com/office/drawing/2014/main" id="{7E0E714E-90C2-408B-80AC-7D0E4AA8294A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025C24A9-F313-458F-A3AF-7BCE423BE6B5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aphicFrame>
        <p:nvGraphicFramePr>
          <p:cNvPr id="187" name="Tabla 186">
            <a:extLst>
              <a:ext uri="{FF2B5EF4-FFF2-40B4-BE49-F238E27FC236}">
                <a16:creationId xmlns:a16="http://schemas.microsoft.com/office/drawing/2014/main" id="{11027614-2337-4842-B244-119B4528DFB7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4713"/>
          <a:ext cx="6835771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11:5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rs2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4:0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Título 1">
            <a:extLst>
              <a:ext uri="{FF2B5EF4-FFF2-40B4-BE49-F238E27FC236}">
                <a16:creationId xmlns:a16="http://schemas.microsoft.com/office/drawing/2014/main" id="{B4D9520B-970B-46C3-A878-176F6A9E60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92212" name="Rectangle 3">
            <a:extLst>
              <a:ext uri="{FF2B5EF4-FFF2-40B4-BE49-F238E27FC236}">
                <a16:creationId xmlns:a16="http://schemas.microsoft.com/office/drawing/2014/main" id="{849EC420-4DC2-40B2-9B8A-A296E0278F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SW/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 LW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F5BCC75F-E801-4235-B537-BD00682C8DA7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)]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 BR[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1B1F84A4-0A92-4268-A755-54C760622E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04F55D7B-79D7-496C-B784-A91BBAF8DBFD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92223" name="Grupo 188">
            <a:extLst>
              <a:ext uri="{FF2B5EF4-FFF2-40B4-BE49-F238E27FC236}">
                <a16:creationId xmlns:a16="http://schemas.microsoft.com/office/drawing/2014/main" id="{D15AE150-5522-4EB9-A492-3EFFDF093C1D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72D34F16-769B-4DEC-8D0E-CC6091545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97D0FC3A-5176-425B-97E3-7DB3C6B47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436D24FE-A222-474D-B2FD-9AD5019109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7A236863-653B-40E6-AD05-E3D914C815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B4BCF4EA-685A-47AC-B814-12F8F8364F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B2E3796F-8A8C-4A62-A180-57B01A89D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6146A399-3494-49ED-A86C-26DA2B56AA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7F3302F0-1ABD-48E8-A95F-9C70E0B6A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104F97EC-90DE-4ACE-ABBD-87A0E06978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4D3E7999-7155-4816-993D-7545CAF5C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92224" name="Grupo 203">
            <a:extLst>
              <a:ext uri="{FF2B5EF4-FFF2-40B4-BE49-F238E27FC236}">
                <a16:creationId xmlns:a16="http://schemas.microsoft.com/office/drawing/2014/main" id="{3FE7E426-A4C4-4119-AB9D-21FD0A4B6C31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5DB7D5AC-E2D5-436F-9E1C-88C804FD7B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7993C7F6-EB64-4B74-9003-0E924EA17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8D8F0AFC-EB45-482E-A8A2-53941154DA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37BBA286-094D-45A1-AE33-F831775F7F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948E69AB-55F2-42B2-98AC-692547EDB1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A869BD8E-1B1F-4952-A474-9DDBE427FB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F5E60A9E-27ED-4B63-A6C7-545FFCD3C1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60F69B36-9132-452B-B22F-6D89FEE9E3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80611B3F-BFE5-4706-8F98-0950CEC03AB2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2225" name="Grupo 213">
            <a:extLst>
              <a:ext uri="{FF2B5EF4-FFF2-40B4-BE49-F238E27FC236}">
                <a16:creationId xmlns:a16="http://schemas.microsoft.com/office/drawing/2014/main" id="{FB2409EE-8819-4906-B204-069027BB4057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8C089D1A-BD63-4D3B-9ED7-51B9B80479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E85D5B65-8E8F-458D-B559-63C475AD2B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EC737E40-44E5-42F4-AA5A-F29DD33840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6C74DB31-E6EB-4750-BCE0-58A172F4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E513DF2F-C528-4E1E-BA6B-BBC4753EB7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DBB03E56-F846-4AEE-A527-B1DBE96DA3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219CED7B-5681-438A-ADF0-74A7D29B4F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D045823A-BC5B-445C-9DD3-29FB0EB1D9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5CF80623-F8E0-4B78-AC25-24C59E7EEA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3A71CB9E-FEF8-482E-951D-B322D1C25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6495CC78-23F9-487D-8B8D-68F438AAB6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FA8E7426-331B-4FE6-B22D-56D8B874ACD1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4567A3AF-0A41-4DCF-9862-AC110DE4BE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CD05F73D-E544-4516-8EEB-8E9F23CA4B02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92229" name="Grupo 228">
            <a:extLst>
              <a:ext uri="{FF2B5EF4-FFF2-40B4-BE49-F238E27FC236}">
                <a16:creationId xmlns:a16="http://schemas.microsoft.com/office/drawing/2014/main" id="{EF59B3F5-9D19-4466-B871-1A50A267B904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20F2DE01-21FB-48FE-BDE0-87AC8FAD51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12CD6E9A-F965-448D-AFF2-63C11513E5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A8D9BEE2-0728-4F9E-9D93-081760E1A5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10D04E48-4AC0-4286-8C36-EA66F8E790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0D846637-1F66-459B-B4EA-1575BA5FE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3D93FFB0-C969-431A-A396-C01BF1D3C1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A7D1CC40-AE1D-49DC-A693-27B6BFFEDA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94C4C40A-24EC-4BC5-ADAA-7AE727A1F8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320291A4-0E3C-499E-9AA1-A95D5AC5F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D5931C5F-3A17-487F-A785-C58484447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DEAB6E2D-864F-4B97-8448-528BCAFEB9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D3F39589-3991-40A0-9E67-C326B59ED7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52F02B13-8497-454B-8392-A9BC80A1FD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EF1B2D75-9422-423D-B1E2-EFFD5C4856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568CBF58-74CC-4DFE-991B-9A06526A0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8FE48942-5A68-4C84-A7EA-9416BBFD22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FE13E8A6-29E7-4D06-9779-AD9224DDD8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208DDFF2-D9B3-4E49-871C-53F958F065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3A1E27C1-5721-4414-ADE3-FC291C05A5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1D3148F6-5E5A-473D-B93A-EF7A2E3469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8E0C55BA-9D0B-4316-AB4E-5D0AB82AD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55170816-63D3-4C3B-8A7D-0FAF8BE9EB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5FD0465F-B7EE-4D3E-B187-6BE71D9FBE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47CFB25B-D48E-4E04-BD79-190578995F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3BAF6FAF-A151-4F0E-BBA5-B928F94259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84DE65D2-E732-4138-ACBB-6ABD5C9D2C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359A4FF2-0951-4FA0-9409-51B4688427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EC688A23-E5A8-4B5E-9C02-64F2D2C26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7C410A70-024F-4DBA-BA2B-4F00A8E742AB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2230" name="Grupo 261">
            <a:extLst>
              <a:ext uri="{FF2B5EF4-FFF2-40B4-BE49-F238E27FC236}">
                <a16:creationId xmlns:a16="http://schemas.microsoft.com/office/drawing/2014/main" id="{E04BABA4-44F6-466D-9C18-F607F29D8695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5B527B7E-FCF8-46EF-97A6-52C454339D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597A2999-7C65-42FD-8B21-7C0A2C3EE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885969CA-1AB6-4CA3-8B1F-67C21DAEE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6D491B8E-084C-4B86-9083-92C07ABBEF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ECD00BA2-C6C8-4CFE-84C3-E87DDA5768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C3818DDA-6907-4DB0-8173-43B7DCEEE7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90DBC3A9-B901-47E9-AD58-60E3C3C719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3DA3C504-9902-4D49-8800-003580D59A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FDD7E193-02D2-4EB8-8D5F-AD79EC3D65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B781C39B-38B8-459B-AFA2-C559D21828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B9307007-2121-440A-9A55-6578F959E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399FEAB2-B7A3-4E0D-A027-8CAFE285B1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D82FF336-B62B-4050-A0CF-AB0E0EEE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7C312602-FCB5-40F7-9F7A-CA0AD70072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B75959C6-E4E5-4E28-8107-C51248010F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073F9E46-1134-4A30-94EA-AE8B74AD72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C5588A9E-6424-4AC0-9170-A49DF8157187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2231" name="Grupo 281">
            <a:extLst>
              <a:ext uri="{FF2B5EF4-FFF2-40B4-BE49-F238E27FC236}">
                <a16:creationId xmlns:a16="http://schemas.microsoft.com/office/drawing/2014/main" id="{B1E3EEF1-9A67-43F5-B7C2-BBA1ADEE851F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42A5E911-8208-4D53-A061-696A1C30CB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AD2D5984-6C21-4AB3-A1C1-6FE05F7B88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28F7C8D7-298D-43ED-A109-3995773CE0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E7682257-5A36-4E29-9D84-59D20869F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BBAC4F13-E72D-45BA-9FAE-B6C81152C2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DBC0B31E-F67C-48CC-8B95-92961A900B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0959176A-B8CE-42D3-B880-0B248E0DA2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643672AE-DEEA-42A8-AF16-DA4DB31D6D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959BCDB2-FE47-468D-B618-75D3CDB27C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7D1CE803-6CC5-4382-9302-CFA6F3C99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039FD73F-2CC2-43F0-B465-F5B547DB65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532673D9-F3EE-497F-AB88-9C6EBDE1AF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AE52079B-9D82-491B-8FEC-1F1F24B9F8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1D0EBEDE-5E03-4CAE-A048-5B8EA88782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EA62474E-D678-414E-900E-4358F46F4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0BC3B317-155D-4266-B182-CF8600D06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E2063F3A-1827-4CA6-AF1D-DC3260941A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4A321A1B-79FD-4465-9C12-AAF79F0D8CB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98F2FBFB-418D-45A1-897C-0207BB8E512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7AB4DDAD-CB7C-47AC-B9FB-5019B81DBE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05C1E0E4-A68A-4EF7-B7FE-25CABA3D92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92232" name="Grupo 303">
            <a:extLst>
              <a:ext uri="{FF2B5EF4-FFF2-40B4-BE49-F238E27FC236}">
                <a16:creationId xmlns:a16="http://schemas.microsoft.com/office/drawing/2014/main" id="{85500DA3-0FC1-41DF-993D-B07D269352F5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0CD94B04-3100-45E1-BC76-019EA8CC09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65FCC557-AE01-4631-96CC-ADDBFC7F9A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70BFD445-1645-49E0-8FED-0415A979D947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028FD3B8-3B80-4398-BD8D-A0BB7263E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0807D01B-3E51-451F-9AC0-32A27CD9D5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4F92530C-93FB-4B22-AB82-187507448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B7740A36-D764-4AEE-8346-A4D5F25025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212E04C6-2FD3-476E-BC2E-BD09BD2A0154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2C34737A-3203-4977-AC5C-48448FC3E4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91144108-DCE8-4489-940E-A0170894231C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236" name="Text Box 50">
            <a:extLst>
              <a:ext uri="{FF2B5EF4-FFF2-40B4-BE49-F238E27FC236}">
                <a16:creationId xmlns:a16="http://schemas.microsoft.com/office/drawing/2014/main" id="{C37F405B-DE92-4C97-9CFF-C122A421C3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7286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(31:25, 11:7)</a:t>
            </a:r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AA6585B1-F88F-4ABA-B33D-E9A45F708F95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8" name="Forma libre 317">
            <a:extLst>
              <a:ext uri="{FF2B5EF4-FFF2-40B4-BE49-F238E27FC236}">
                <a16:creationId xmlns:a16="http://schemas.microsoft.com/office/drawing/2014/main" id="{875C2312-9FC6-4B07-B780-6ED3F8661DCB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69C353D0-5263-4BA8-98B6-75182C5357D0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E41EDE27-F21E-4491-A726-958344AF0A3B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817DD8AA-5ED9-484A-BE99-707CCB28E7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322" name="Forma libre 321">
            <a:extLst>
              <a:ext uri="{FF2B5EF4-FFF2-40B4-BE49-F238E27FC236}">
                <a16:creationId xmlns:a16="http://schemas.microsoft.com/office/drawing/2014/main" id="{F01CBDB3-9555-411F-AC38-AFF90EDE0598}"/>
              </a:ext>
            </a:extLst>
          </p:cNvPr>
          <p:cNvSpPr/>
          <p:nvPr/>
        </p:nvSpPr>
        <p:spPr>
          <a:xfrm>
            <a:off x="5057775" y="4632325"/>
            <a:ext cx="5321300" cy="688975"/>
          </a:xfrm>
          <a:custGeom>
            <a:avLst/>
            <a:gdLst>
              <a:gd name="connsiteX0" fmla="*/ 5051425 w 5321300"/>
              <a:gd name="connsiteY0" fmla="*/ 0 h 688975"/>
              <a:gd name="connsiteX1" fmla="*/ 5321300 w 5321300"/>
              <a:gd name="connsiteY1" fmla="*/ 0 h 688975"/>
              <a:gd name="connsiteX2" fmla="*/ 5321300 w 5321300"/>
              <a:gd name="connsiteY2" fmla="*/ 688975 h 688975"/>
              <a:gd name="connsiteX3" fmla="*/ 0 w 5321300"/>
              <a:gd name="connsiteY3" fmla="*/ 688975 h 688975"/>
              <a:gd name="connsiteX4" fmla="*/ 0 w 5321300"/>
              <a:gd name="connsiteY4" fmla="*/ 301625 h 688975"/>
              <a:gd name="connsiteX5" fmla="*/ 168275 w 5321300"/>
              <a:gd name="connsiteY5" fmla="*/ 301625 h 68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21300" h="688975">
                <a:moveTo>
                  <a:pt x="5051425" y="0"/>
                </a:moveTo>
                <a:lnTo>
                  <a:pt x="5321300" y="0"/>
                </a:lnTo>
                <a:lnTo>
                  <a:pt x="5321300" y="688975"/>
                </a:lnTo>
                <a:lnTo>
                  <a:pt x="0" y="688975"/>
                </a:lnTo>
                <a:lnTo>
                  <a:pt x="0" y="301625"/>
                </a:lnTo>
                <a:lnTo>
                  <a:pt x="168275" y="3016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5" name="Rectángulo redondeado 324">
            <a:extLst>
              <a:ext uri="{FF2B5EF4-FFF2-40B4-BE49-F238E27FC236}">
                <a16:creationId xmlns:a16="http://schemas.microsoft.com/office/drawing/2014/main" id="{20802F0D-6A87-411D-AAF2-75A37847C3A2}"/>
              </a:ext>
            </a:extLst>
          </p:cNvPr>
          <p:cNvSpPr/>
          <p:nvPr/>
        </p:nvSpPr>
        <p:spPr>
          <a:xfrm>
            <a:off x="3143250" y="2201863"/>
            <a:ext cx="1023938" cy="130175"/>
          </a:xfrm>
          <a:prstGeom prst="roundRect">
            <a:avLst/>
          </a:prstGeom>
          <a:noFill/>
          <a:ln>
            <a:solidFill>
              <a:srgbClr val="7030A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327" name="Rectángulo redondeado 326">
            <a:extLst>
              <a:ext uri="{FF2B5EF4-FFF2-40B4-BE49-F238E27FC236}">
                <a16:creationId xmlns:a16="http://schemas.microsoft.com/office/drawing/2014/main" id="{4576E087-7030-4BDB-BD28-ABD678173C85}"/>
              </a:ext>
            </a:extLst>
          </p:cNvPr>
          <p:cNvSpPr/>
          <p:nvPr/>
        </p:nvSpPr>
        <p:spPr>
          <a:xfrm>
            <a:off x="6630988" y="1822450"/>
            <a:ext cx="641350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92245" name="Text Box 50">
            <a:extLst>
              <a:ext uri="{FF2B5EF4-FFF2-40B4-BE49-F238E27FC236}">
                <a16:creationId xmlns:a16="http://schemas.microsoft.com/office/drawing/2014/main" id="{79612ECA-31EC-45FB-AABB-5B6ED8E2E2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24:20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30868A2A-0EE7-4247-9951-05B0FBE6031F}"/>
              </a:ext>
            </a:extLst>
          </p:cNvPr>
          <p:cNvSpPr/>
          <p:nvPr/>
        </p:nvSpPr>
        <p:spPr>
          <a:xfrm>
            <a:off x="3625850" y="2332038"/>
            <a:ext cx="771525" cy="2058987"/>
          </a:xfrm>
          <a:custGeom>
            <a:avLst/>
            <a:gdLst>
              <a:gd name="connsiteX0" fmla="*/ 0 w 771331"/>
              <a:gd name="connsiteY0" fmla="*/ 0 h 2058955"/>
              <a:gd name="connsiteX1" fmla="*/ 255037 w 771331"/>
              <a:gd name="connsiteY1" fmla="*/ 1293845 h 2058955"/>
              <a:gd name="connsiteX2" fmla="*/ 771331 w 771331"/>
              <a:gd name="connsiteY2" fmla="*/ 2058955 h 20589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1331" h="2058955">
                <a:moveTo>
                  <a:pt x="0" y="0"/>
                </a:moveTo>
                <a:cubicBezTo>
                  <a:pt x="63241" y="475343"/>
                  <a:pt x="126482" y="950686"/>
                  <a:pt x="255037" y="1293845"/>
                </a:cubicBezTo>
                <a:cubicBezTo>
                  <a:pt x="383592" y="1637004"/>
                  <a:pt x="577461" y="1847979"/>
                  <a:pt x="771331" y="2058955"/>
                </a:cubicBezTo>
              </a:path>
            </a:pathLst>
          </a:custGeom>
          <a:noFill/>
          <a:ln>
            <a:solidFill>
              <a:srgbClr val="7030A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Elipse 5">
            <a:extLst>
              <a:ext uri="{FF2B5EF4-FFF2-40B4-BE49-F238E27FC236}">
                <a16:creationId xmlns:a16="http://schemas.microsoft.com/office/drawing/2014/main" id="{CF7F115A-0CB9-407B-A664-EEE8B32A18D1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Line 18">
            <a:extLst>
              <a:ext uri="{FF2B5EF4-FFF2-40B4-BE49-F238E27FC236}">
                <a16:creationId xmlns:a16="http://schemas.microsoft.com/office/drawing/2014/main" id="{90A878AB-BB25-4A3F-B642-644CC698DB21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Text Box 50">
            <a:extLst>
              <a:ext uri="{FF2B5EF4-FFF2-40B4-BE49-F238E27FC236}">
                <a16:creationId xmlns:a16="http://schemas.microsoft.com/office/drawing/2014/main" id="{8B6EB370-AE64-49E3-8B61-F7CB8CCDB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2" name="Marcador de número de diapositiva 11">
            <a:extLst>
              <a:ext uri="{FF2B5EF4-FFF2-40B4-BE49-F238E27FC236}">
                <a16:creationId xmlns:a16="http://schemas.microsoft.com/office/drawing/2014/main" id="{FB62346A-6084-408E-9503-1C27D4EE68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BC5F259-29DE-4F72-9976-6F611D958E75}" type="slidenum">
              <a:rPr lang="es-ES" altLang="es-ES">
                <a:solidFill>
                  <a:srgbClr val="171717"/>
                </a:solidFill>
              </a:rPr>
              <a:pPr/>
              <a:t>46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Forma libre 314">
            <a:extLst>
              <a:ext uri="{FF2B5EF4-FFF2-40B4-BE49-F238E27FC236}">
                <a16:creationId xmlns:a16="http://schemas.microsoft.com/office/drawing/2014/main" id="{FEE6C1C1-175E-44D8-AB29-FF9B3D0641A6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A3868553-599E-4292-985B-C88F077667AD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aphicFrame>
        <p:nvGraphicFramePr>
          <p:cNvPr id="187" name="Tabla 186">
            <a:extLst>
              <a:ext uri="{FF2B5EF4-FFF2-40B4-BE49-F238E27FC236}">
                <a16:creationId xmlns:a16="http://schemas.microsoft.com/office/drawing/2014/main" id="{9BDB4E71-3B44-4B51-8665-7C664D73C215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4713"/>
          <a:ext cx="6835771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11:5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rs2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4:0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Título 1">
            <a:extLst>
              <a:ext uri="{FF2B5EF4-FFF2-40B4-BE49-F238E27FC236}">
                <a16:creationId xmlns:a16="http://schemas.microsoft.com/office/drawing/2014/main" id="{28A49B44-4FBD-4A90-91F0-8EC041A219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94260" name="Rectangle 3">
            <a:extLst>
              <a:ext uri="{FF2B5EF4-FFF2-40B4-BE49-F238E27FC236}">
                <a16:creationId xmlns:a16="http://schemas.microsoft.com/office/drawing/2014/main" id="{046714A6-85A1-4874-B2F7-F7CBC418A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SW/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 LW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448F0578-8E4F-4FA3-A281-9AF03B86B564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)]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9308E75C-41FB-46F2-B5D9-C4B1757CA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0813F128-6BDA-4840-A0D0-E24C59192219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94271" name="Grupo 188">
            <a:extLst>
              <a:ext uri="{FF2B5EF4-FFF2-40B4-BE49-F238E27FC236}">
                <a16:creationId xmlns:a16="http://schemas.microsoft.com/office/drawing/2014/main" id="{4CAE1D2A-6BF8-4E21-9957-C0B4FF268482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E8BC7B28-1904-43A7-8058-C857C5E89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61459AB6-BE1E-46AA-9E76-EE476A3A6C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917C434A-C195-4EEE-A2A5-7C6D93B44D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2B37A242-48A1-4048-A0FF-E667AF72F8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4FB89ECD-342F-46FF-B89B-1A0C949539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D63D99B6-184F-4BE6-B519-345F90CAA8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10F817DC-5D08-49CF-8C95-1B8CAA88EF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D0AAF6D1-F3C5-4023-A943-3608F37B69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0166A944-F607-4A7F-9988-6458BF98CA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34E8846F-2C61-4CE9-B84A-2FFDCF3365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94272" name="Grupo 203">
            <a:extLst>
              <a:ext uri="{FF2B5EF4-FFF2-40B4-BE49-F238E27FC236}">
                <a16:creationId xmlns:a16="http://schemas.microsoft.com/office/drawing/2014/main" id="{A3F69579-61EB-48AF-9A91-D3C43F33F695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8B77DFC7-5B5A-4494-B26A-E11B967BC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A0D6FD0E-3C55-4D72-B815-118CEB55D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8EAE4840-88D3-4389-9D8A-C93082F13D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18948F86-AF13-4C8C-98D8-3264E850BA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4AEFF3BD-00F8-476E-A51A-F4DDF91E4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6D39F4AF-D700-45C5-98EA-6524CAB29B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7FDDFBB4-9DEF-4F15-867D-D9A231BF4C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35FC7E62-9427-4890-AEEE-1D0DB60210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A35F8731-C4ED-4601-91A6-BE93BFCB44FB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4273" name="Grupo 213">
            <a:extLst>
              <a:ext uri="{FF2B5EF4-FFF2-40B4-BE49-F238E27FC236}">
                <a16:creationId xmlns:a16="http://schemas.microsoft.com/office/drawing/2014/main" id="{4B9F383A-C273-41D3-AD78-C5A6FA31DFB6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FD54968B-C2AD-4329-AE67-7B03579C3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763EC706-F921-4F6F-BA99-D8A4E3306A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1B015D60-0E7F-4CDC-92FD-C5F3B241C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C544A375-722B-4F46-BD50-167AD4F35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2904E463-A573-48B2-8CF7-E51FC2841A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070F01B0-4D69-4D3B-A8B5-A6D162B629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2AA6A442-66A8-4A2A-BFDD-C2F727D09F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A1C93168-44D0-4CB9-8726-CC568CEC82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B00841F7-6155-4C04-A9EA-6AD9847E4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2677723C-C06E-47FA-959A-9124EF87D2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D6625407-2F49-4597-AEB2-B53917FF70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F153E810-C2A9-450E-864B-2592B2CCA864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A787A997-AAED-4405-AACB-C46B515189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7A549F49-D8B2-4F8C-B42A-1921824C066B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94277" name="Grupo 228">
            <a:extLst>
              <a:ext uri="{FF2B5EF4-FFF2-40B4-BE49-F238E27FC236}">
                <a16:creationId xmlns:a16="http://schemas.microsoft.com/office/drawing/2014/main" id="{87014B7C-26BA-4E00-8AD9-0FD6E61A4E7C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B7F7268F-D4B5-4A7D-BB2A-4B3AB578C4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D72FF736-3CB4-4D4E-8B76-A36B61E139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CC606E8C-37D6-4554-86A3-0B4379D7B6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7915451D-F239-46CA-89E9-7B91478616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B0373190-BB3A-4217-A97F-B3223E029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3F8875B5-D6CF-4DB7-975A-4157735548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EF851BBC-11AA-4A3A-A36E-387B21DF11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D0DB6839-DDA6-4C4F-9EB1-5346F213ED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DC1F479C-6EC4-4FFA-8A22-D14F0FDCB4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3744068C-72A8-4989-950D-14A4F0525C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6BED26BB-E96E-4B49-AC94-94AE2D84BF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16A0F203-4094-4904-B371-3B5D9C9629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A58E9258-FCEC-4528-BE94-8090FC654C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0EE92823-13F5-4AEB-ACA2-466AF60765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D58D57EE-BA2F-4265-98B5-DB3C621FF4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9094C557-F8FD-45C9-9B91-43F18AD67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1A60978E-8267-4649-B892-EA68E3DF40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015BC906-BF2C-4CE9-9CC3-E281D14AA2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8215B4FB-9DCE-4A9A-9506-E169C9559E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B00AD9DA-A59A-4A7E-AD99-EC2AF5BA7E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36949F0E-3A49-4EBD-84E5-B5DE493077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5AEC0512-0A0B-40A1-9EBE-EAD08C741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DD2A1A18-D41E-43BC-BF97-EF066D5D8D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F17867CD-DD2E-4432-838A-A0D7404577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BAA13396-4419-4A28-9EA6-DF130869C1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7AFE0CF8-150D-41B0-8998-0A456BE21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9B0CFF99-BCE3-443A-9C7C-CCF13190D5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7DA3F862-106B-4281-ABBE-817C5D46D7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12336758-8C53-4234-8E2B-ED3F6C1AE35F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4278" name="Grupo 261">
            <a:extLst>
              <a:ext uri="{FF2B5EF4-FFF2-40B4-BE49-F238E27FC236}">
                <a16:creationId xmlns:a16="http://schemas.microsoft.com/office/drawing/2014/main" id="{97FE9A60-367F-48BA-99F5-827779508FCB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0A05E8F9-637C-4279-A9E7-50B898BA0F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AF8BF204-F464-4EF4-B9EF-BF6635216D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9DD3F8DA-7F08-40C3-B6C4-00182857C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8B20A119-8286-4F3D-B922-ABDCCC8B1D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40E1320C-5AD3-479A-9518-C3DE93B24B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AE6284B6-24D2-4EDE-A294-E4ED6D22A1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937CE8DA-ADF5-43D5-B4A5-B9854BE7B9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E1C073F4-C581-4833-9EA8-7D6F03A9B9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B3AAC35D-638C-4018-9C9E-6ADC3FA643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4CE94CEE-3407-4D2B-99E4-E5B2D01E65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F753F13E-8396-473C-84F9-F612EE693A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FE235195-6A40-40C0-AA27-DAE2B194B4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rgbClr val="C00000"/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E71D6CB6-07FD-4EDE-B7D2-4E36CB2909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FFFF7BE9-D775-4646-A01A-97BD6B7123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3E8484AD-0A47-49F4-A987-FDA6E97EAB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1CCAC1DE-B2E3-4D02-884A-587191959C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66D1BEED-EBDD-443A-A874-2A28135E6AB9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4279" name="Grupo 281">
            <a:extLst>
              <a:ext uri="{FF2B5EF4-FFF2-40B4-BE49-F238E27FC236}">
                <a16:creationId xmlns:a16="http://schemas.microsoft.com/office/drawing/2014/main" id="{B508BD9D-9BE1-4B7B-A788-EB4C6E9C00EA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1C2F3B15-A91E-4EAB-9FE2-7605DFE19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E8F636F7-D8F6-4FFF-81D5-F3D1280954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C86A2B97-71C4-4C93-8D32-EA732E2710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572A47FA-D1F9-44F6-8A47-E28BDEE5E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F49C5340-E93C-4F12-B4DE-71CB41EBED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A63B4F43-C0BE-49C6-AAD8-9E011C794A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487A3D4A-13BD-4A3D-9407-565873816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CE534DCE-5CB5-439B-9E29-E7ABCCA18D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F5731ECA-73B9-437C-ADB2-BBD640F09A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01CF4801-395F-4FD4-80D2-05A2CD1069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026EEF50-9033-4152-AEAD-1E9617A2D9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016F94D7-F145-4DEE-8900-61A187BDD0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9E2C7E1E-084D-4B8D-9F76-B2366EDAE4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57CB88FD-4556-4893-AAEF-9482DF318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5AEEA3B5-BD36-4073-A673-423FD362CA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EDCACBA8-2210-4A64-88CA-08F1B7D35E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83D757A4-8775-4047-B931-64A5EB214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74407785-5AA0-44BB-8664-3F15624050B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37BB190B-2D30-45C1-862E-B10CBC17B9F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B29F8440-2735-4C25-A885-B51404A50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14162E67-D964-40D0-9A99-D1FF728BE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94280" name="Grupo 303">
            <a:extLst>
              <a:ext uri="{FF2B5EF4-FFF2-40B4-BE49-F238E27FC236}">
                <a16:creationId xmlns:a16="http://schemas.microsoft.com/office/drawing/2014/main" id="{9A61AFEF-7CB9-478B-AA70-33E56F65C95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DFCEEA9E-6390-42EB-BE66-6AFBFC5C8A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5952D116-104B-4B51-AAA6-FD3C933ABE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923E4B81-D023-4167-8B8E-F661AB829C70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5E0F66CC-2B1C-4794-AAF4-DA070DFD2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E11E22B3-3E5E-4D96-8B25-3A446946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C23DD9A5-1D2D-4CAC-9869-D1C84EF67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8EC03CEA-EA59-4394-B1E4-1C58C84469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170CCC45-09C0-4F80-81E6-308B749FE140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50DCC3A7-79C1-4683-A649-CC2CB42EBB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479891B9-085E-47C1-A022-8A36340B980C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7BCA6331-7EEB-485F-9C69-BDB41A620386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8" name="Forma libre 317">
            <a:extLst>
              <a:ext uri="{FF2B5EF4-FFF2-40B4-BE49-F238E27FC236}">
                <a16:creationId xmlns:a16="http://schemas.microsoft.com/office/drawing/2014/main" id="{77165941-9B03-40AE-AF25-3313602538FB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DA69AB36-040F-4A9D-8EBE-7F3069F62332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CAD39A82-760F-49D1-AAC6-92CD50A5A3B4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86C71521-0B58-425A-B60E-43155B4D89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322" name="Forma libre 321">
            <a:extLst>
              <a:ext uri="{FF2B5EF4-FFF2-40B4-BE49-F238E27FC236}">
                <a16:creationId xmlns:a16="http://schemas.microsoft.com/office/drawing/2014/main" id="{685B9C99-3C29-4A35-99B0-B3B412DD321A}"/>
              </a:ext>
            </a:extLst>
          </p:cNvPr>
          <p:cNvSpPr/>
          <p:nvPr/>
        </p:nvSpPr>
        <p:spPr>
          <a:xfrm>
            <a:off x="5057775" y="4632325"/>
            <a:ext cx="5321300" cy="688975"/>
          </a:xfrm>
          <a:custGeom>
            <a:avLst/>
            <a:gdLst>
              <a:gd name="connsiteX0" fmla="*/ 5051425 w 5321300"/>
              <a:gd name="connsiteY0" fmla="*/ 0 h 688975"/>
              <a:gd name="connsiteX1" fmla="*/ 5321300 w 5321300"/>
              <a:gd name="connsiteY1" fmla="*/ 0 h 688975"/>
              <a:gd name="connsiteX2" fmla="*/ 5321300 w 5321300"/>
              <a:gd name="connsiteY2" fmla="*/ 688975 h 688975"/>
              <a:gd name="connsiteX3" fmla="*/ 0 w 5321300"/>
              <a:gd name="connsiteY3" fmla="*/ 688975 h 688975"/>
              <a:gd name="connsiteX4" fmla="*/ 0 w 5321300"/>
              <a:gd name="connsiteY4" fmla="*/ 301625 h 688975"/>
              <a:gd name="connsiteX5" fmla="*/ 168275 w 5321300"/>
              <a:gd name="connsiteY5" fmla="*/ 301625 h 68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21300" h="688975">
                <a:moveTo>
                  <a:pt x="5051425" y="0"/>
                </a:moveTo>
                <a:lnTo>
                  <a:pt x="5321300" y="0"/>
                </a:lnTo>
                <a:lnTo>
                  <a:pt x="5321300" y="688975"/>
                </a:lnTo>
                <a:lnTo>
                  <a:pt x="0" y="688975"/>
                </a:lnTo>
                <a:lnTo>
                  <a:pt x="0" y="301625"/>
                </a:lnTo>
                <a:lnTo>
                  <a:pt x="168275" y="3016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5" name="Rectángulo redondeado 324">
            <a:extLst>
              <a:ext uri="{FF2B5EF4-FFF2-40B4-BE49-F238E27FC236}">
                <a16:creationId xmlns:a16="http://schemas.microsoft.com/office/drawing/2014/main" id="{15620E30-211B-4888-8CDE-E1189C39C024}"/>
              </a:ext>
            </a:extLst>
          </p:cNvPr>
          <p:cNvSpPr/>
          <p:nvPr/>
        </p:nvSpPr>
        <p:spPr>
          <a:xfrm>
            <a:off x="3143250" y="2201863"/>
            <a:ext cx="1023938" cy="130175"/>
          </a:xfrm>
          <a:prstGeom prst="roundRect">
            <a:avLst/>
          </a:prstGeom>
          <a:noFill/>
          <a:ln>
            <a:solidFill>
              <a:srgbClr val="7030A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327" name="Rectángulo redondeado 326">
            <a:extLst>
              <a:ext uri="{FF2B5EF4-FFF2-40B4-BE49-F238E27FC236}">
                <a16:creationId xmlns:a16="http://schemas.microsoft.com/office/drawing/2014/main" id="{6AD2B078-2AD6-459F-B839-77AD542A5DA6}"/>
              </a:ext>
            </a:extLst>
          </p:cNvPr>
          <p:cNvSpPr/>
          <p:nvPr/>
        </p:nvSpPr>
        <p:spPr>
          <a:xfrm>
            <a:off x="4229100" y="1822450"/>
            <a:ext cx="3054350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94292" name="Text Box 50">
            <a:extLst>
              <a:ext uri="{FF2B5EF4-FFF2-40B4-BE49-F238E27FC236}">
                <a16:creationId xmlns:a16="http://schemas.microsoft.com/office/drawing/2014/main" id="{7466FF42-4E02-4A82-8244-46606BD3C4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24:20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3C2239BC-0856-49AE-AE51-1BBBCA2C36F2}"/>
              </a:ext>
            </a:extLst>
          </p:cNvPr>
          <p:cNvSpPr/>
          <p:nvPr/>
        </p:nvSpPr>
        <p:spPr>
          <a:xfrm>
            <a:off x="3625850" y="2332038"/>
            <a:ext cx="771525" cy="2058987"/>
          </a:xfrm>
          <a:custGeom>
            <a:avLst/>
            <a:gdLst>
              <a:gd name="connsiteX0" fmla="*/ 0 w 771331"/>
              <a:gd name="connsiteY0" fmla="*/ 0 h 2058955"/>
              <a:gd name="connsiteX1" fmla="*/ 255037 w 771331"/>
              <a:gd name="connsiteY1" fmla="*/ 1293845 h 2058955"/>
              <a:gd name="connsiteX2" fmla="*/ 771331 w 771331"/>
              <a:gd name="connsiteY2" fmla="*/ 2058955 h 20589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1331" h="2058955">
                <a:moveTo>
                  <a:pt x="0" y="0"/>
                </a:moveTo>
                <a:cubicBezTo>
                  <a:pt x="63241" y="475343"/>
                  <a:pt x="126482" y="950686"/>
                  <a:pt x="255037" y="1293845"/>
                </a:cubicBezTo>
                <a:cubicBezTo>
                  <a:pt x="383592" y="1637004"/>
                  <a:pt x="577461" y="1847979"/>
                  <a:pt x="771331" y="2058955"/>
                </a:cubicBezTo>
              </a:path>
            </a:pathLst>
          </a:custGeom>
          <a:noFill/>
          <a:ln>
            <a:solidFill>
              <a:srgbClr val="7030A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48D9A1FE-94E6-4897-9A56-D7ABE6CFF15B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A5210473-2E83-4AD8-AA47-35B9198D1F24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F8FC9DE7-2C52-4D2B-A47A-28D7991FDE09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" name="Line 18">
            <a:extLst>
              <a:ext uri="{FF2B5EF4-FFF2-40B4-BE49-F238E27FC236}">
                <a16:creationId xmlns:a16="http://schemas.microsoft.com/office/drawing/2014/main" id="{E823CE5F-93F2-4565-AC96-57D08D83D856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" name="Text Box 50">
            <a:extLst>
              <a:ext uri="{FF2B5EF4-FFF2-40B4-BE49-F238E27FC236}">
                <a16:creationId xmlns:a16="http://schemas.microsoft.com/office/drawing/2014/main" id="{F6DB8552-D555-4069-9D13-F8F02B68CB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94299" name="Text Box 50">
            <a:extLst>
              <a:ext uri="{FF2B5EF4-FFF2-40B4-BE49-F238E27FC236}">
                <a16:creationId xmlns:a16="http://schemas.microsoft.com/office/drawing/2014/main" id="{A0E233E7-F05E-42B6-A627-B84DF835A7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7286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(31:25, 11:7)</a:t>
            </a:r>
          </a:p>
        </p:txBody>
      </p:sp>
      <p:sp>
        <p:nvSpPr>
          <p:cNvPr id="15" name="Marcador de número de diapositiva 14">
            <a:extLst>
              <a:ext uri="{FF2B5EF4-FFF2-40B4-BE49-F238E27FC236}">
                <a16:creationId xmlns:a16="http://schemas.microsoft.com/office/drawing/2014/main" id="{37867805-7144-4BB9-8E33-E14D5339C5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87667CC-E28A-45AA-9114-B1F07C635F83}" type="slidenum">
              <a:rPr lang="es-ES" altLang="es-ES">
                <a:solidFill>
                  <a:srgbClr val="171717"/>
                </a:solidFill>
              </a:rPr>
              <a:pPr/>
              <a:t>47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rma libre 2">
            <a:extLst>
              <a:ext uri="{FF2B5EF4-FFF2-40B4-BE49-F238E27FC236}">
                <a16:creationId xmlns:a16="http://schemas.microsoft.com/office/drawing/2014/main" id="{AAE3BE69-AE43-43E3-8D19-C9D724B85A35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aphicFrame>
        <p:nvGraphicFramePr>
          <p:cNvPr id="187" name="Tabla 186">
            <a:extLst>
              <a:ext uri="{FF2B5EF4-FFF2-40B4-BE49-F238E27FC236}">
                <a16:creationId xmlns:a16="http://schemas.microsoft.com/office/drawing/2014/main" id="{C25DDA9B-368F-457B-A4A2-9A58FA82B381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4713"/>
          <a:ext cx="6835771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11:5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rs2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4:0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Título 1">
            <a:extLst>
              <a:ext uri="{FF2B5EF4-FFF2-40B4-BE49-F238E27FC236}">
                <a16:creationId xmlns:a16="http://schemas.microsoft.com/office/drawing/2014/main" id="{3EB7C27B-B9AC-4666-9804-D14C150E24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96307" name="Rectangle 3">
            <a:extLst>
              <a:ext uri="{FF2B5EF4-FFF2-40B4-BE49-F238E27FC236}">
                <a16:creationId xmlns:a16="http://schemas.microsoft.com/office/drawing/2014/main" id="{8992CB02-3C50-42B5-BCA5-0AD67484C4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0DF05657-18E9-4E96-BD41-092AFBAE42A1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  BR[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16CD4412-AC45-4390-B809-42635D3171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2EBEEC31-D9A0-4CDF-B51E-FD57E2CABCD6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96318" name="Grupo 188">
            <a:extLst>
              <a:ext uri="{FF2B5EF4-FFF2-40B4-BE49-F238E27FC236}">
                <a16:creationId xmlns:a16="http://schemas.microsoft.com/office/drawing/2014/main" id="{65DE515D-DACD-488F-A155-CE20BA21AC42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3F79E3E8-5921-414A-B005-5BF47BCC0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A91D1EEB-88E2-4C4E-BC4A-511AE40DE7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225191AD-9654-468F-8398-5C3E76E73C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3D084BD1-904F-48F3-952F-649A139BD7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B935CD6E-2D83-48FB-B3F7-1E4E7A492E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84F5BA09-A7A4-43F0-A4D7-D8783CC9D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8D55FF37-FBD1-4607-97C3-8FD50E813E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3F3D29F8-6405-456B-9D04-E74876320C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A3354612-BE41-44B3-8BD6-A8A328F318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7B3DBF4B-D4EE-4BCC-90AA-D976D7D520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96319" name="Grupo 203">
            <a:extLst>
              <a:ext uri="{FF2B5EF4-FFF2-40B4-BE49-F238E27FC236}">
                <a16:creationId xmlns:a16="http://schemas.microsoft.com/office/drawing/2014/main" id="{B701A380-1EAB-4EA7-8044-76F79E29C0E9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717B323E-EC77-4CD2-B563-9F7758572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1FDB25E4-ADA0-4718-9B0F-DA373445E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8C04A897-3AC8-4D4D-B2FE-3C149EFC78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573915B0-0874-41BF-ADDB-399CD26046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AEA3CA50-248B-454F-B2D1-AEEF17924D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F08DA2F0-700E-402D-BBFF-F35A4B6449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50BAE9F4-1BCB-4232-B4EB-D2BC077D3C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E520A7F7-1F4F-409C-90D4-72D11BA07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F31E5819-C8C2-41D3-8EFB-73C05A250F4F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6320" name="Grupo 213">
            <a:extLst>
              <a:ext uri="{FF2B5EF4-FFF2-40B4-BE49-F238E27FC236}">
                <a16:creationId xmlns:a16="http://schemas.microsoft.com/office/drawing/2014/main" id="{DC8500C4-86D2-492F-8E1C-7B76101B461A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BBC419C1-5505-4411-8715-DA143F6285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1AF5B17E-950F-41C3-A066-52E14062D9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3FB924E2-4DCE-4D0C-B2E8-5F1C9A996A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5DA126B5-688B-4963-89EF-EDC6F29D5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881E2976-1E44-4603-9CE7-EFD3C41CF8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B6C953C4-683B-492B-900D-96729E857D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EB08C4E5-8398-41F9-BACE-D6142801EC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A6427B43-D505-4AD6-8BF7-A7C5379121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D36031EB-083C-4862-8613-C1D8BEF364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D27DCE09-0E6D-4BD0-88A6-3B444932D0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38D2CCE1-067B-4E02-9E25-1A02E3FB58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1415C6B5-463B-477B-A32A-5807E910A262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D56A0843-5684-45F4-9A1A-7D8D8B03F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5754024F-0F61-4B5B-8B22-B7B46EC33744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96324" name="Grupo 228">
            <a:extLst>
              <a:ext uri="{FF2B5EF4-FFF2-40B4-BE49-F238E27FC236}">
                <a16:creationId xmlns:a16="http://schemas.microsoft.com/office/drawing/2014/main" id="{6A2AABF9-E754-4A66-B114-21FB33B49AFA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CDACF225-A7CB-4789-9259-F3C92BE859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DA7D3197-4AA7-4D7F-9E80-CA8EF76BC3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09035525-7264-4D7F-9407-33EAD12F1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178ED00D-BA2F-46C1-AAFE-5CE1B64741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1ACD039E-3763-418F-87E6-673C04F9D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DDED2EDA-ADC4-474D-B7AC-D28B3A6958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21AB9719-FDDE-4DEC-BFE7-A0C3DBA8B1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4B59B947-BD30-49F9-A9E0-364E2DEF24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C72889B2-0687-4BD9-AE68-4AA0F9C453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840D92E6-18EC-4E8A-A9C7-FF99223345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6060A51F-EB1E-4F31-BD2B-20B47F4BC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EAC2ACBD-EB79-40B8-83E8-2EE11C73EE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5A5DB08D-EBCA-43CE-84E4-C63BE1796A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8F2F06C1-4EEE-461D-998E-A4C67A3D4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CDF22294-64C1-4502-88EF-15E47B2668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5729A684-46F6-4CDD-82D5-05F37962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09C08D5E-B2B9-4952-B0B5-34C9D1110C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C59C2F20-0A91-410F-AEFA-9B8E6060F0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4CD0749A-3AAD-41CE-B076-530C2AD26B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59DC3A0A-5A20-4E59-91E8-37F3A23DC6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88E03F8A-0A86-47BC-BC2C-91E24E4CD0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EDC8EC52-9FB7-4B6B-AB0A-88D05EADB1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E0ABB5AF-5B26-4059-85C8-66485783EF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EB956729-E793-460E-B31F-F1AB892BA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1AADFBD0-2695-4D77-A6BE-F10A4A959F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621EDD8E-375F-42A1-BAB2-4659788FE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435C304A-751B-43EB-9880-6B978A848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115CE91E-47A9-4F3B-A764-5642FD4EC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B72A0E90-C580-4BC2-BEA0-C3147C64BC46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6325" name="Grupo 261">
            <a:extLst>
              <a:ext uri="{FF2B5EF4-FFF2-40B4-BE49-F238E27FC236}">
                <a16:creationId xmlns:a16="http://schemas.microsoft.com/office/drawing/2014/main" id="{F7B909EC-75C0-41B7-82FB-642657124D06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8C14CD98-E5FD-45E1-9810-F80569959F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2B63DB56-C286-4632-8392-EE5E993AA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9378D70A-B7D4-468A-9286-8C9A5389B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BA04D676-D461-423E-950C-498BD560FA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8EC226F7-01C6-4C1E-B0D0-F16B12BF0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1F676801-DE44-4A7C-A7EE-3F29D9EDAF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49700176-CCF0-47A9-8073-92BB09F38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9E3E35A4-F1BB-4199-9254-AEC830C587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C5A04593-783A-47DA-8398-EF1278845D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52DA4304-BFB3-4E0D-8E16-36C43975B4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67F6B88A-F5F8-4EB4-BD09-6DE7153011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BB6EE39C-CFB7-4EAE-BDC4-BF6A961CD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9A09B1EA-CD28-4A25-8B8B-49FD90A6B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E7C8F6A7-AF7B-4B8B-9BFF-970C2FDBA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05A9A0E8-7231-471D-93B3-8EC603FD67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B26FE13B-B5A8-4A9A-93CC-61C6D2E5B0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A8024F8E-510C-4607-9F76-B1A45877938D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96326" name="Grupo 281">
            <a:extLst>
              <a:ext uri="{FF2B5EF4-FFF2-40B4-BE49-F238E27FC236}">
                <a16:creationId xmlns:a16="http://schemas.microsoft.com/office/drawing/2014/main" id="{A6AE82E0-F8B3-45E1-B490-9DF7D0ED5FE6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CF7EDC72-7555-468F-84B2-736F3A942E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B52CE08A-D125-48F0-820B-E3B77CCA70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92D9961F-C3D4-43C0-9099-3A235371A2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1EA25F40-53EE-4753-9D2B-113B81AA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C30EA237-A70B-46B4-AD45-9A4932B86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3DB524E3-A41C-4A28-A1D2-0190A0F3FF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6923525E-2D28-41BE-94D3-78BAD53361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9B49F1E3-ED5A-4085-82EA-4D43C39B94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A22AFE1A-36E6-4890-8374-E88F38AF42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49A706DD-630B-4479-BC82-1A069F5F2F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07F0314D-6552-4FEC-A3F5-3E3B1E660B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1814DFF8-B509-4266-8125-6946EB3D18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20FA3545-D392-4CD2-AE7D-41DE9FB9F5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65D44F5B-A966-4CC6-B274-93BDACEB40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D402F41C-6125-4016-A90A-4304207638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B4A6C0B8-E1AB-440A-A031-06B420F94B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DC262CD8-D2D1-45F5-BC16-80750044AC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F3AEC5F1-DFF4-431C-B28B-6A38411DE1E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FDD3F044-FD91-4BD3-8DAE-43DCAC77DA4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FB474C95-475D-4845-8F32-9E82783098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D0F0D2C7-7975-4467-9F16-5D2069E92C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96327" name="Grupo 303">
            <a:extLst>
              <a:ext uri="{FF2B5EF4-FFF2-40B4-BE49-F238E27FC236}">
                <a16:creationId xmlns:a16="http://schemas.microsoft.com/office/drawing/2014/main" id="{ABF3F836-F0FB-439D-A7A6-0BD6AF3B4A23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B4B3926A-0267-44DA-ABFE-20414BF06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32CA840D-7F62-4BF9-9FE7-035BB426A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43D36721-A4C4-4B48-AEA5-B5B917E37BC6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0B877CF0-FA11-46E7-A9A6-4B666C665C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4B7C6A20-44D6-49B6-A89C-F0AC2F910A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D44631EA-7A97-4B57-8A2A-852AD25DB6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95EFF33F-C9CD-4056-A992-88F98D18C0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FAF03397-71C4-4605-A489-9E104D4AEBC8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BA0BB075-1DC7-4618-9515-CE99335C14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1EC6A3B5-F254-4723-AFA4-C9EFF6D33A0D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10675475-26ED-4697-A21F-CFE83C0EF5C7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4E5C8821-D1FB-4FDE-AAFD-BFE2752AD4FC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8" name="Forma libre 317">
            <a:extLst>
              <a:ext uri="{FF2B5EF4-FFF2-40B4-BE49-F238E27FC236}">
                <a16:creationId xmlns:a16="http://schemas.microsoft.com/office/drawing/2014/main" id="{CDF1FEC1-1111-4782-862F-F7F3FFC026D0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4B2D1869-81FF-4D23-96BC-844B848DE01C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BB1363CE-6B86-445A-AD0C-4A4EDCFA24E4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AC47DB6E-17FF-4848-97F0-E5396C78BB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322" name="Forma libre 321">
            <a:extLst>
              <a:ext uri="{FF2B5EF4-FFF2-40B4-BE49-F238E27FC236}">
                <a16:creationId xmlns:a16="http://schemas.microsoft.com/office/drawing/2014/main" id="{68A6CDB1-11C9-4B9F-BEA9-EC2C49CEF281}"/>
              </a:ext>
            </a:extLst>
          </p:cNvPr>
          <p:cNvSpPr/>
          <p:nvPr/>
        </p:nvSpPr>
        <p:spPr>
          <a:xfrm>
            <a:off x="5057775" y="4632325"/>
            <a:ext cx="5321300" cy="688975"/>
          </a:xfrm>
          <a:custGeom>
            <a:avLst/>
            <a:gdLst>
              <a:gd name="connsiteX0" fmla="*/ 5051425 w 5321300"/>
              <a:gd name="connsiteY0" fmla="*/ 0 h 688975"/>
              <a:gd name="connsiteX1" fmla="*/ 5321300 w 5321300"/>
              <a:gd name="connsiteY1" fmla="*/ 0 h 688975"/>
              <a:gd name="connsiteX2" fmla="*/ 5321300 w 5321300"/>
              <a:gd name="connsiteY2" fmla="*/ 688975 h 688975"/>
              <a:gd name="connsiteX3" fmla="*/ 0 w 5321300"/>
              <a:gd name="connsiteY3" fmla="*/ 688975 h 688975"/>
              <a:gd name="connsiteX4" fmla="*/ 0 w 5321300"/>
              <a:gd name="connsiteY4" fmla="*/ 301625 h 688975"/>
              <a:gd name="connsiteX5" fmla="*/ 168275 w 5321300"/>
              <a:gd name="connsiteY5" fmla="*/ 301625 h 68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21300" h="688975">
                <a:moveTo>
                  <a:pt x="5051425" y="0"/>
                </a:moveTo>
                <a:lnTo>
                  <a:pt x="5321300" y="0"/>
                </a:lnTo>
                <a:lnTo>
                  <a:pt x="5321300" y="688975"/>
                </a:lnTo>
                <a:lnTo>
                  <a:pt x="0" y="688975"/>
                </a:lnTo>
                <a:lnTo>
                  <a:pt x="0" y="301625"/>
                </a:lnTo>
                <a:lnTo>
                  <a:pt x="168275" y="3016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A9DC8589-2203-455C-B157-1F4E19F02A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71B971C0-1784-458B-8A1C-B039AAB932FB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9836F3C0-651E-4607-8602-D1691698059A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69DAE3FA-5519-43C4-A004-AF4707712E3D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" name="Line 18">
            <a:extLst>
              <a:ext uri="{FF2B5EF4-FFF2-40B4-BE49-F238E27FC236}">
                <a16:creationId xmlns:a16="http://schemas.microsoft.com/office/drawing/2014/main" id="{D90088B4-371B-4F5B-8D10-B6274E49CC7E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" name="Text Box 50">
            <a:extLst>
              <a:ext uri="{FF2B5EF4-FFF2-40B4-BE49-F238E27FC236}">
                <a16:creationId xmlns:a16="http://schemas.microsoft.com/office/drawing/2014/main" id="{A6BC0A3B-F468-4024-B108-CCBF2531AB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3" name="Marcador de número de diapositiva 12">
            <a:extLst>
              <a:ext uri="{FF2B5EF4-FFF2-40B4-BE49-F238E27FC236}">
                <a16:creationId xmlns:a16="http://schemas.microsoft.com/office/drawing/2014/main" id="{684AAD34-B875-40B7-AA31-234B8321AE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C6CDE33E-9B21-4125-9A60-F62857E279C3}" type="slidenum">
              <a:rPr lang="es-ES" altLang="es-ES">
                <a:solidFill>
                  <a:srgbClr val="171717"/>
                </a:solidFill>
              </a:rPr>
              <a:pPr/>
              <a:t>48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rma libre 2">
            <a:extLst>
              <a:ext uri="{FF2B5EF4-FFF2-40B4-BE49-F238E27FC236}">
                <a16:creationId xmlns:a16="http://schemas.microsoft.com/office/drawing/2014/main" id="{D0DFA0C7-5C63-4E5E-81B5-FB2B5EEF3726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ADC48A1F-8517-4B08-AA26-A7E35F4C5F4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98307" name="Rectangle 3">
            <a:extLst>
              <a:ext uri="{FF2B5EF4-FFF2-40B4-BE49-F238E27FC236}">
                <a16:creationId xmlns:a16="http://schemas.microsoft.com/office/drawing/2014/main" id="{362077E2-0BB0-4245-9A6E-81A5E83EE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ALUI/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SW/ LW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1359C63A-58BB-4AF7-BCB4-606F79BA9D63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7BBBF347-7ED7-47AF-BC32-1B7E25521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14D38203-29FA-4035-8516-20910E7E9694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98318" name="Grupo 188">
            <a:extLst>
              <a:ext uri="{FF2B5EF4-FFF2-40B4-BE49-F238E27FC236}">
                <a16:creationId xmlns:a16="http://schemas.microsoft.com/office/drawing/2014/main" id="{E65AAB94-1960-431A-BF81-DD9C4A86B999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A45F8C0E-6AEE-4E23-BB17-73213007F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7114150C-BA2A-4E96-AC49-80865913CD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658E8B24-111A-40B9-A4FA-C5EEBC6DF7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BC79549E-8E1B-4AEC-A1EC-5103D7EFF5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73360E45-CA0B-4997-A334-B8B2E3C3EB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DD560D67-3CBE-48E9-A524-BB68041E6A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B551F36D-20A7-4C37-AF8C-B826ACA0F1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EB62E276-C9B6-479C-8CCE-0F89CCA00E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238EC614-EB1A-415A-BA49-2588180FC2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57B410C4-D289-41E3-A29A-6DF75CBB3A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98319" name="Grupo 203">
            <a:extLst>
              <a:ext uri="{FF2B5EF4-FFF2-40B4-BE49-F238E27FC236}">
                <a16:creationId xmlns:a16="http://schemas.microsoft.com/office/drawing/2014/main" id="{46074B9C-621C-4B9B-A087-3A5128642FC6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D222C160-5FC5-4FFD-B39E-5EDBB66782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66C6C745-52CD-414B-A800-4A3266F05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E34B949E-6329-41CD-B4BB-293C679635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F26AE4FD-2844-4AD6-959C-FDF89FEB2C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F355D0AF-A74F-4AD5-ACB4-FD157E999B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CDE81635-7F37-4C20-97A6-5053FF754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AC462D75-C8C0-427F-B747-7645A9D0F8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91A95947-3B4D-460B-B1D9-CCED6D24AE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BAAD4A44-C586-4A9D-BEAC-CB66CE6BE136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8320" name="Grupo 213">
            <a:extLst>
              <a:ext uri="{FF2B5EF4-FFF2-40B4-BE49-F238E27FC236}">
                <a16:creationId xmlns:a16="http://schemas.microsoft.com/office/drawing/2014/main" id="{E5D1AEEE-E458-48E3-A835-1C51C71537E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41D3451C-C87D-4F7F-804F-B0FCAAD15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E8A8FBCD-089E-4F76-9653-4603154CEF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0DE83D81-0628-4840-B4C7-5DDE4F22E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ED5BBB72-2F81-40F1-9AFE-06761719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9252D682-5B71-431B-84EC-47CE555AAE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35C259FA-30F5-4863-8F67-A94A304ADE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D707BF87-B758-44D6-9EF7-E2EC8E983C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729A2E71-AE82-47D7-8F6C-286A90CFF8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BEB082D5-91D3-48F9-A142-C3D420D07A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074CE961-0D94-478C-9104-2E451A225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55999CA5-8CAC-4A38-B7FB-F1DF582C08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CF27F8E6-4A12-4A99-9CB9-20396519BFC0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9E51AE9E-1948-4FE8-BE21-8A906F3DDD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FDE87AF1-6738-44BF-90ED-137C47EEFE31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98324" name="Grupo 228">
            <a:extLst>
              <a:ext uri="{FF2B5EF4-FFF2-40B4-BE49-F238E27FC236}">
                <a16:creationId xmlns:a16="http://schemas.microsoft.com/office/drawing/2014/main" id="{92D0F67D-0ECF-46D7-87A3-A95A2DE1FBBA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ECD3898D-5895-46A1-A9F5-647538F3CE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25D887B1-001D-4CD7-841A-086F92BB6F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1A3CF341-BB3C-4D24-A4AF-8D50EA4B11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E399FCD1-F964-4C76-9EA1-21DB133AE0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F1C2BEE2-EC48-4F8E-A753-A887370E0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7F71E589-4528-46E4-A2E7-BBFBCA258E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1CD71909-9F60-4DA0-AE19-86106F11BF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504384DD-04D8-4525-8FCC-0B45945127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D9D5C240-1D6C-4D12-BDBF-CEE86C50BF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648FA2F4-8D09-40D5-89DB-BB79856534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E39B56BF-1442-48D8-A956-AEAAF54230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EACE75DD-244B-46B3-AB19-63B42BF67B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6658B7A8-2155-4319-917B-0FE58C730A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15B67020-A81B-4EE2-A722-5749D08C4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B856C4E0-930D-4EEA-B0C4-5D41E26BD7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792F934B-F7C2-4BFC-8F0E-F9FBC69A59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2DAC6897-853D-4F21-9843-9CF0D2FA1F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4FCF1DE5-BAAC-4B96-9C62-D1F501DC35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5C0F01B5-C261-4DCB-A991-5B73AF97F1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3E022623-723C-4F02-95FC-7F5D0096EE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B2F04823-063F-433C-9653-29C639B8EE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2CC6F432-B776-4DD1-B1C8-42BBD97A5F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BC7FCA49-04D3-4AE1-86BA-1BCBE46A1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C5D7D4E9-9A0B-4222-8AAA-639E90AB5A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A0A58CF6-FCC8-413D-84AE-2914A85287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71CA13AD-89E8-4F6C-891B-04D6BBC824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B582DC7A-FE14-4E5E-AD0C-85E378D961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1A517EF7-1379-4F8E-82F4-789057CF69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B74114C5-5A2F-4517-8A38-990A144E9FC1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98325" name="Grupo 261">
            <a:extLst>
              <a:ext uri="{FF2B5EF4-FFF2-40B4-BE49-F238E27FC236}">
                <a16:creationId xmlns:a16="http://schemas.microsoft.com/office/drawing/2014/main" id="{6DA05CF4-C036-410E-937A-2A4ED0C7ECEE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32F322A6-3733-4EF1-99F4-184BF6F72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08C7C83E-EF84-4CC3-9381-16F82AA4E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36D34995-2BBF-4425-AE17-5B1662BFB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EE416D14-3B19-4E04-839F-30B711B8DA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3A60D981-03B5-49AA-B527-BAD23B1F8F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8B543C00-183F-4423-A754-527C0ACEE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3EAB24F9-16D8-4A13-A63D-4D9662EFA9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799EED41-0144-43FF-A3F5-B4179DF219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57ABFA8C-CD1E-4850-9A1A-361A9E7D1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547B1320-4D17-42AA-99F2-62CE93A67A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70072F4E-C498-4BF4-91EB-3F6B5A7C2A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CC896C9C-7195-4CE9-82AA-B630EDC1B9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B74F7376-3FBF-4B4B-ADF2-9A9601AF3B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CE1B9656-ADB4-483A-9D87-5FC8EC7916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5ED3D2DA-C0AA-4834-9712-B810B1D6DB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0B1797B1-110B-4A53-A4D5-C709E2FEE7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EDC51C80-9077-4A21-8364-A558CA09545D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98326" name="Grupo 281">
            <a:extLst>
              <a:ext uri="{FF2B5EF4-FFF2-40B4-BE49-F238E27FC236}">
                <a16:creationId xmlns:a16="http://schemas.microsoft.com/office/drawing/2014/main" id="{F075C5C2-9E94-4A36-869C-7EB37734B8AA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F93DFB6E-567A-400A-887F-B266AE822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C704611A-D194-4322-BFC8-296005EBAF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54855282-9652-4872-AE28-733D0FCD63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CBBC6BA4-5A09-45DB-86AC-A36DAD305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C792D4B8-17A6-4FDC-AE4D-5C2D07148B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D2F0AB93-59E0-4FB3-B921-5E56082158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05A71F16-8E22-46BB-8135-DFCC03576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3CC0CEB1-ADE2-4CD0-9C22-1FD29D479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09F8C968-D8F0-48D4-BE4D-FEEF54384A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12944C2C-38D5-4D2A-937B-0C99DCAB7D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16710676-D138-4E56-818F-36969157FC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94AE75F1-9CF5-4D6A-9A10-A840BF3E44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2F0C94B0-C480-4216-AA53-6900A8D13C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1F130597-D964-408C-9B05-FFB6F83269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E2966322-86C9-4A75-A04A-BB169C2F9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9741F23D-81BA-4533-91AD-A28ABD755B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7BC97A55-A860-4B44-9807-16B8570521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37DDCDF4-A637-429E-98CE-DCE38D0B02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C7257F5F-D506-484E-B6CA-65904EA1702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EDD917AB-6FA2-4F92-9109-C65796C4A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37CBB4EA-1440-4F23-A900-AAF5C36DB3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98327" name="Grupo 303">
            <a:extLst>
              <a:ext uri="{FF2B5EF4-FFF2-40B4-BE49-F238E27FC236}">
                <a16:creationId xmlns:a16="http://schemas.microsoft.com/office/drawing/2014/main" id="{9614C421-5B98-4A44-98CB-87C8510DEE16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31E604B9-D0C8-4A43-9F03-CF2739BF93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27D16CCF-E2F1-48F5-A350-964C0CF985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579FE43B-DF85-4F15-AE93-3163D361D2FE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3AD26E2F-EBA1-45F0-BAE9-35061F0B1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FEDDD00E-852D-47D7-AD7E-113A181483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113BE7E5-B814-474F-BABC-739E6306C8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18B0F33F-3A63-4538-8E8C-BE816561A8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89C1E6FE-CAF7-4A85-9140-3F71B551A781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81C2A584-1F4B-4AB4-BA6F-A8FC9B80E9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8D5727B9-C239-4DAB-94B5-1A731FF88533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D023C790-8F5F-4E68-8EED-38F9D88DCBCA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A416EC22-DC47-4C98-80CF-36CEF8703B13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8" name="Forma libre 317">
            <a:extLst>
              <a:ext uri="{FF2B5EF4-FFF2-40B4-BE49-F238E27FC236}">
                <a16:creationId xmlns:a16="http://schemas.microsoft.com/office/drawing/2014/main" id="{5B5DD821-3CD0-4C8D-9228-E4D0BA228D75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C159CFD1-1FC0-4D64-A09D-CBC97B566952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963B477B-D73E-4CEC-B42B-D1E78D2EE5F4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42278BD0-3B18-4017-9284-86ED0C0702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322" name="Forma libre 321">
            <a:extLst>
              <a:ext uri="{FF2B5EF4-FFF2-40B4-BE49-F238E27FC236}">
                <a16:creationId xmlns:a16="http://schemas.microsoft.com/office/drawing/2014/main" id="{2E601D00-F5A4-4554-82FF-7203FC8A1769}"/>
              </a:ext>
            </a:extLst>
          </p:cNvPr>
          <p:cNvSpPr/>
          <p:nvPr/>
        </p:nvSpPr>
        <p:spPr>
          <a:xfrm>
            <a:off x="5057775" y="4632325"/>
            <a:ext cx="5321300" cy="688975"/>
          </a:xfrm>
          <a:custGeom>
            <a:avLst/>
            <a:gdLst>
              <a:gd name="connsiteX0" fmla="*/ 5051425 w 5321300"/>
              <a:gd name="connsiteY0" fmla="*/ 0 h 688975"/>
              <a:gd name="connsiteX1" fmla="*/ 5321300 w 5321300"/>
              <a:gd name="connsiteY1" fmla="*/ 0 h 688975"/>
              <a:gd name="connsiteX2" fmla="*/ 5321300 w 5321300"/>
              <a:gd name="connsiteY2" fmla="*/ 688975 h 688975"/>
              <a:gd name="connsiteX3" fmla="*/ 0 w 5321300"/>
              <a:gd name="connsiteY3" fmla="*/ 688975 h 688975"/>
              <a:gd name="connsiteX4" fmla="*/ 0 w 5321300"/>
              <a:gd name="connsiteY4" fmla="*/ 301625 h 688975"/>
              <a:gd name="connsiteX5" fmla="*/ 168275 w 5321300"/>
              <a:gd name="connsiteY5" fmla="*/ 301625 h 68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21300" h="688975">
                <a:moveTo>
                  <a:pt x="5051425" y="0"/>
                </a:moveTo>
                <a:lnTo>
                  <a:pt x="5321300" y="0"/>
                </a:lnTo>
                <a:lnTo>
                  <a:pt x="5321300" y="688975"/>
                </a:lnTo>
                <a:lnTo>
                  <a:pt x="0" y="688975"/>
                </a:lnTo>
                <a:lnTo>
                  <a:pt x="0" y="301625"/>
                </a:lnTo>
                <a:lnTo>
                  <a:pt x="168275" y="3016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C6674CA6-3F3B-404D-BBA4-308EF657E6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F67A3FFE-C9BB-414E-A98B-BDDFE065E33E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D1F18D61-A040-4AB8-B24A-E34EC301066E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619AAF61-90AF-4892-BEEB-77E57F3200B8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Elipse 7">
            <a:extLst>
              <a:ext uri="{FF2B5EF4-FFF2-40B4-BE49-F238E27FC236}">
                <a16:creationId xmlns:a16="http://schemas.microsoft.com/office/drawing/2014/main" id="{0179F6F2-4073-4651-A97E-BC047C0E0AE6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" name="Line 18">
            <a:extLst>
              <a:ext uri="{FF2B5EF4-FFF2-40B4-BE49-F238E27FC236}">
                <a16:creationId xmlns:a16="http://schemas.microsoft.com/office/drawing/2014/main" id="{FDBDCA43-810B-412F-B330-D7135C714D93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" name="Text Box 50">
            <a:extLst>
              <a:ext uri="{FF2B5EF4-FFF2-40B4-BE49-F238E27FC236}">
                <a16:creationId xmlns:a16="http://schemas.microsoft.com/office/drawing/2014/main" id="{A5D26C57-E6A9-4F8C-AF0C-646BF358E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4" name="Marcador de número de diapositiva 13">
            <a:extLst>
              <a:ext uri="{FF2B5EF4-FFF2-40B4-BE49-F238E27FC236}">
                <a16:creationId xmlns:a16="http://schemas.microsoft.com/office/drawing/2014/main" id="{5BF3D0ED-A91F-45D3-AF2C-B922EA35DB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6CD5BB1-9C3E-4A64-AB97-39AA49D83047}" type="slidenum">
              <a:rPr lang="es-ES" altLang="es-ES">
                <a:solidFill>
                  <a:srgbClr val="171717"/>
                </a:solidFill>
              </a:rPr>
              <a:pPr/>
              <a:t>49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Forma libre 318">
            <a:extLst>
              <a:ext uri="{FF2B5EF4-FFF2-40B4-BE49-F238E27FC236}">
                <a16:creationId xmlns:a16="http://schemas.microsoft.com/office/drawing/2014/main" id="{A1E14801-43B8-4982-9C40-1EB2ECF1273A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BA53B4E1-966A-4BE3-9D6C-91181CD182AF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4D3C8554-E57D-413E-A6DF-688F613AA3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00356" name="Rectangle 3">
            <a:extLst>
              <a:ext uri="{FF2B5EF4-FFF2-40B4-BE49-F238E27FC236}">
                <a16:creationId xmlns:a16="http://schemas.microsoft.com/office/drawing/2014/main" id="{9D91F177-816F-4F45-8609-DADFF0AF14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ALUI/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SW/ LW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5B2F47F3-0B29-4234-98D8-E7804D9BC9D4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)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1884D089-D16E-4E46-AF82-5FC6D0DFC5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0E5E1056-C6D2-492C-BB4F-78410BBAEE80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00367" name="Grupo 188">
            <a:extLst>
              <a:ext uri="{FF2B5EF4-FFF2-40B4-BE49-F238E27FC236}">
                <a16:creationId xmlns:a16="http://schemas.microsoft.com/office/drawing/2014/main" id="{09CB5436-23F2-47A8-81C2-3C8E03BBF209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D2152F50-3B95-4C46-AED0-DDB2FE8FB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5E6118C7-0D8C-4B3A-8665-4F564C676A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8EFE0DF6-B6C6-4828-B587-14F25F9955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B39BAC07-0F7E-4389-8EAC-FD4747DC24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10901C5D-D151-4615-92A6-3C3DA159C9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56192E34-E7E4-4794-8338-4493DCBA66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D58F19BA-2FEA-4D0E-9FE8-58BB3D5EB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E639111E-3B16-4332-BFCE-043149E9AE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D4DAAAF1-E4FF-4729-B2A1-B570B80F0F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5D435AA9-3E5B-4449-939B-1CCBFD3385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100368" name="Grupo 203">
            <a:extLst>
              <a:ext uri="{FF2B5EF4-FFF2-40B4-BE49-F238E27FC236}">
                <a16:creationId xmlns:a16="http://schemas.microsoft.com/office/drawing/2014/main" id="{74D81353-2258-4069-898C-72754C01B201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774CD165-BA08-434D-BFB6-02FBC6F92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ED463969-CA08-4BD5-AA09-9C2E4684B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D20AE36C-95A4-4095-BEFE-DDD32F6B6E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CA224A70-9EF4-4F49-AE37-5970014EFA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9D53FD5E-AD59-4819-BCF3-22C29ABD97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E50B40FB-DDBF-4D8B-A6F2-D62CAAF131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A7860196-899D-482B-B8BE-7969AD8103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1C73432B-40DA-4FFE-A2B0-F3182B6338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E7154A70-A149-486F-B0C4-97D51DED4769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00369" name="Grupo 213">
            <a:extLst>
              <a:ext uri="{FF2B5EF4-FFF2-40B4-BE49-F238E27FC236}">
                <a16:creationId xmlns:a16="http://schemas.microsoft.com/office/drawing/2014/main" id="{DFCA5D41-F205-4EA1-A959-C0D6517FE4A6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AF303BA1-140D-42E0-AE8B-846026614B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3E2FE6AC-42DD-4457-BD4E-D6BD1C5A4A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1CC9F4E1-CF14-4357-9E00-9CA32E534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006DA088-65ED-4180-8040-7A336C007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BFE46B9D-BC22-4AB6-B7DF-A029ADE79C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7DE7725E-00D5-4916-AF40-B9EFE7545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392B62EA-E65E-4601-8C9F-01818EFF90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9E33958C-58FC-40C3-8B9F-A8DD9E86A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A9733642-8360-447D-8FF2-AE0893FF71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45212E94-9F86-43C3-B727-8FAF31FFA8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C489D568-D372-4428-A19B-4AEFB059C1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C1CB6A8F-9B6B-49AC-B4BC-23AAB76A6093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549A4057-BD6A-4B81-AC35-83F9B435F9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90C40571-23A9-48DD-9BAF-69853A73644F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00373" name="Grupo 228">
            <a:extLst>
              <a:ext uri="{FF2B5EF4-FFF2-40B4-BE49-F238E27FC236}">
                <a16:creationId xmlns:a16="http://schemas.microsoft.com/office/drawing/2014/main" id="{1B037222-35D4-40B4-8F7C-0F3E5B98ED52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480B9EE0-D272-414C-80A9-7E37DFC4A8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66124D28-5530-4670-BD07-9F413D893A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02A0DD89-96FB-4EA1-8C1D-CEE13E61CA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AE48C5D1-CD55-4EB6-B8E6-E35EBE7B83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94140C59-2C83-49DA-8F33-6BEF60AE2D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ED6BE84D-6BDE-4F5A-A83B-7EBD02B05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3068C41F-8B86-4999-AF34-70C32338F4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F3A34BEB-EA07-415C-A0BC-2506215347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0F7A3DC9-6C8A-438A-B4A7-AFCC1F563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8F010BA3-DF57-49C8-B29E-2B785E4EC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8F0A6A41-9F12-41E5-ACA5-A3785E647D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038600D9-B5AF-4243-B471-422B9217E6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62AADC1C-2654-46D1-AA45-3A714243A9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CFEBC48A-FD22-4E89-88F3-AEBD8F2E3C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6914F955-D769-4D33-9EFB-6BDDE45752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1AEF9BBE-C405-4D8F-AF4C-0665427224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EF590521-B3AD-4D56-946F-08927AA04E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9945313F-C7F5-4DA7-BF03-2FFCBF3548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F178AD29-C9D0-4444-8B4E-D3F3AE58A2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F992BC41-7F42-40BA-B080-ABBAA881E3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B6CE7FA6-F9AC-4EC4-9B57-5128EAF30D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200046FA-3DB1-47A8-AB69-4A2059AB64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2C35511A-246F-424B-94FA-682743D146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12F8B269-C29A-477C-8EF2-75616747B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3E2289FE-CA1A-4E06-A020-222BDC253B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A6C04067-4316-46AC-885F-E9E8C0FC0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189D65BB-996F-4CE8-85CD-5A67767873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AFC1218A-B562-47CD-B6C7-C969373840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A0511B6B-16E1-44A0-850D-93489F41B79D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00374" name="Grupo 261">
            <a:extLst>
              <a:ext uri="{FF2B5EF4-FFF2-40B4-BE49-F238E27FC236}">
                <a16:creationId xmlns:a16="http://schemas.microsoft.com/office/drawing/2014/main" id="{6573A9ED-FC9E-401E-ADB1-B14F7F98F89C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3A4A87C4-D3FF-4D74-A6C5-E81EC786CD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27BC6FBC-94F1-43A0-B373-31276A672C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12E6CAEF-40C0-457C-88CE-A875E9DEC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D3A483B5-6800-4AD8-AB64-694C34E832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E7205650-3ED7-4C42-B1DA-3333CF19CC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5BBB4874-6536-4DA8-86DC-FCAF48A422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C7BACF81-2726-4F7B-84FC-0FA138C614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FFB81AB4-50BC-4C4E-9F5C-7AFD4D22D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F67FC71B-D397-42FE-BDE3-116E08DEDC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3653E142-B331-4240-858C-BFEA20776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8D78B0BB-D8A2-426A-BDFA-95D72285C8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E313326D-2B09-4A38-9C92-37851C8F41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765E8CB7-077B-4135-AB7B-6584407680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7662220D-3360-4341-9C88-AE90C8A15A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C8E508E7-A9F4-466A-BEA8-A817468D99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3A30FAC5-7340-4565-857C-510E99E893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B86B3692-8A80-4F8B-A8F8-5FE17ACF45BD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00375" name="Grupo 281">
            <a:extLst>
              <a:ext uri="{FF2B5EF4-FFF2-40B4-BE49-F238E27FC236}">
                <a16:creationId xmlns:a16="http://schemas.microsoft.com/office/drawing/2014/main" id="{F1ADED3B-BEFB-4C47-8B35-CD86E53943EA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9F49CFEF-8F5A-4944-9031-231316F4C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4394961D-424A-46D0-A2A8-32BA72ADA4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A603264D-045C-44D7-B6C2-D490984BE5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E8D4D887-7522-419D-BA08-29DCA0CBE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6CF23E55-8634-4B71-B8E2-98BFB88CA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9133FAA3-8FFB-402C-A061-6621D32540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BF6E157C-1858-4157-B7DB-2FDC2D97E9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AE61C548-4B2E-45BF-8296-1E640EA1A4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5817AF27-4CF5-4A0F-BC88-73FE28AF89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5B7F2B58-7D5B-4408-A376-CAB9F7A82D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7B60A422-0EAC-4C03-8B60-22687AD2BB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E2762534-02C5-4051-8F59-048623B73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83C3876A-3889-43C8-AF62-B2DE8AB854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5175452D-5E39-4877-8C7A-6F441EB01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C6DBEDDE-0D7F-475B-BF33-746AA25E71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DB0F15DE-62A2-415B-82BD-A25AB2D83E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208B88E3-5F20-407D-B3D6-FFD59460C9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9632D9ED-7AF8-42D5-8DD3-9077D2F14DF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D9AEE382-A98C-4DDD-806F-95F0C108732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663BE969-DC47-4F5B-92D6-106B346EF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37D6C20D-AD64-4930-A016-B692E1056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00376" name="Grupo 303">
            <a:extLst>
              <a:ext uri="{FF2B5EF4-FFF2-40B4-BE49-F238E27FC236}">
                <a16:creationId xmlns:a16="http://schemas.microsoft.com/office/drawing/2014/main" id="{D3889485-58CE-435F-9DFC-E843C68D338A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7EC52BBF-7234-4A45-9055-FF602A8899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98E7F4DF-83A5-4998-B735-005749C7CE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AE762D73-6728-4F25-8C50-33A30C4F1EED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98A56297-2523-49E4-A8C2-AF318D5E7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3CCE2AA1-9577-4E43-8754-74FA652A37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C246397D-9E67-4D27-853A-870E027518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A3802334-3957-40EC-A97B-C6F61B26C2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A60A0D62-4A88-479E-AF38-DAD6A78577DD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5B330283-C41F-461E-8CE3-552CE02DF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900792EC-6A0B-4652-AC89-7C8E5A9705A2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1F60D9A9-B2EA-4F87-9B57-59269F49B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2"/>
                </a:solidFill>
                <a:latin typeface="+mn-lt"/>
              </a:rPr>
              <a:t>(31:20)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40B0BABF-C352-4AF7-B51E-C937859EA68A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8" name="Forma libre 317">
            <a:extLst>
              <a:ext uri="{FF2B5EF4-FFF2-40B4-BE49-F238E27FC236}">
                <a16:creationId xmlns:a16="http://schemas.microsoft.com/office/drawing/2014/main" id="{AF685F7A-2339-4AB8-9B9F-B1F64856F530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47D0ED06-A746-4D6E-86DC-72334DF549CC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0384" name="Text Box 50">
            <a:extLst>
              <a:ext uri="{FF2B5EF4-FFF2-40B4-BE49-F238E27FC236}">
                <a16:creationId xmlns:a16="http://schemas.microsoft.com/office/drawing/2014/main" id="{8BBA2D69-718C-4F7B-874E-75945F519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322" name="Forma libre 321">
            <a:extLst>
              <a:ext uri="{FF2B5EF4-FFF2-40B4-BE49-F238E27FC236}">
                <a16:creationId xmlns:a16="http://schemas.microsoft.com/office/drawing/2014/main" id="{1AE1FA6D-0BA6-458F-842C-E5A4B2D8D59E}"/>
              </a:ext>
            </a:extLst>
          </p:cNvPr>
          <p:cNvSpPr/>
          <p:nvPr/>
        </p:nvSpPr>
        <p:spPr>
          <a:xfrm>
            <a:off x="5057775" y="4632325"/>
            <a:ext cx="5321300" cy="688975"/>
          </a:xfrm>
          <a:custGeom>
            <a:avLst/>
            <a:gdLst>
              <a:gd name="connsiteX0" fmla="*/ 5051425 w 5321300"/>
              <a:gd name="connsiteY0" fmla="*/ 0 h 688975"/>
              <a:gd name="connsiteX1" fmla="*/ 5321300 w 5321300"/>
              <a:gd name="connsiteY1" fmla="*/ 0 h 688975"/>
              <a:gd name="connsiteX2" fmla="*/ 5321300 w 5321300"/>
              <a:gd name="connsiteY2" fmla="*/ 688975 h 688975"/>
              <a:gd name="connsiteX3" fmla="*/ 0 w 5321300"/>
              <a:gd name="connsiteY3" fmla="*/ 688975 h 688975"/>
              <a:gd name="connsiteX4" fmla="*/ 0 w 5321300"/>
              <a:gd name="connsiteY4" fmla="*/ 301625 h 688975"/>
              <a:gd name="connsiteX5" fmla="*/ 168275 w 5321300"/>
              <a:gd name="connsiteY5" fmla="*/ 301625 h 68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21300" h="688975">
                <a:moveTo>
                  <a:pt x="5051425" y="0"/>
                </a:moveTo>
                <a:lnTo>
                  <a:pt x="5321300" y="0"/>
                </a:lnTo>
                <a:lnTo>
                  <a:pt x="5321300" y="688975"/>
                </a:lnTo>
                <a:lnTo>
                  <a:pt x="0" y="688975"/>
                </a:lnTo>
                <a:lnTo>
                  <a:pt x="0" y="301625"/>
                </a:lnTo>
                <a:lnTo>
                  <a:pt x="168275" y="3016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FF95ED3B-96AE-4C09-BB08-E0EC3B5210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181208C9-36C2-4412-B170-DCE601A3016F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F8AAD25B-0815-4F30-AC75-512B86B3BF0A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0B49A0B8-72BC-443B-9D6B-09B15483B75B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Rectángulo redondeado 7">
            <a:extLst>
              <a:ext uri="{FF2B5EF4-FFF2-40B4-BE49-F238E27FC236}">
                <a16:creationId xmlns:a16="http://schemas.microsoft.com/office/drawing/2014/main" id="{DC6D8893-51BB-4B0E-9228-3BD3EACEB73C}"/>
              </a:ext>
            </a:extLst>
          </p:cNvPr>
          <p:cNvSpPr/>
          <p:nvPr/>
        </p:nvSpPr>
        <p:spPr>
          <a:xfrm>
            <a:off x="5057775" y="1822450"/>
            <a:ext cx="1709738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" name="Rectángulo redondeado 9">
            <a:extLst>
              <a:ext uri="{FF2B5EF4-FFF2-40B4-BE49-F238E27FC236}">
                <a16:creationId xmlns:a16="http://schemas.microsoft.com/office/drawing/2014/main" id="{BD0A5192-B18B-44E6-ACCC-329AAA3706EF}"/>
              </a:ext>
            </a:extLst>
          </p:cNvPr>
          <p:cNvSpPr/>
          <p:nvPr/>
        </p:nvSpPr>
        <p:spPr>
          <a:xfrm>
            <a:off x="4252913" y="1819275"/>
            <a:ext cx="56197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C2070B88-458C-4FD1-8E37-0F0390FD70EA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Elipse 10">
            <a:extLst>
              <a:ext uri="{FF2B5EF4-FFF2-40B4-BE49-F238E27FC236}">
                <a16:creationId xmlns:a16="http://schemas.microsoft.com/office/drawing/2014/main" id="{723D46C8-55B4-45CA-9F04-A22BAAE13E31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Line 18">
            <a:extLst>
              <a:ext uri="{FF2B5EF4-FFF2-40B4-BE49-F238E27FC236}">
                <a16:creationId xmlns:a16="http://schemas.microsoft.com/office/drawing/2014/main" id="{66A0E47A-2E86-4E4B-9FE3-46DC6E0A2E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1A0D03CA-FBAD-4BFC-A3AA-F7BDFEA3B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7263" y="3594100"/>
            <a:ext cx="1395412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código correspondiente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 </a:t>
            </a: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(funct3)</a:t>
            </a:r>
          </a:p>
        </p:txBody>
      </p:sp>
      <p:sp>
        <p:nvSpPr>
          <p:cNvPr id="14" name="Text Box 50">
            <a:extLst>
              <a:ext uri="{FF2B5EF4-FFF2-40B4-BE49-F238E27FC236}">
                <a16:creationId xmlns:a16="http://schemas.microsoft.com/office/drawing/2014/main" id="{9952799E-DA91-4CE6-9824-1D3A277A3D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0" name="Marcador de número de diapositiva 19">
            <a:extLst>
              <a:ext uri="{FF2B5EF4-FFF2-40B4-BE49-F238E27FC236}">
                <a16:creationId xmlns:a16="http://schemas.microsoft.com/office/drawing/2014/main" id="{C4C8D8A1-2CE9-49C7-914D-F4BDE57DF7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0310490-EE12-4DAD-A1D0-8F5B9595D82A}" type="slidenum">
              <a:rPr lang="es-ES" altLang="es-ES">
                <a:solidFill>
                  <a:srgbClr val="171717"/>
                </a:solidFill>
              </a:rPr>
              <a:pPr/>
              <a:t>50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Forma libre 318">
            <a:extLst>
              <a:ext uri="{FF2B5EF4-FFF2-40B4-BE49-F238E27FC236}">
                <a16:creationId xmlns:a16="http://schemas.microsoft.com/office/drawing/2014/main" id="{77542DC2-4DEE-49CF-9759-507AAB8D2B53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BD95673E-C925-454C-AE69-18446ED1A64B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2C9A45B3-6DF9-49A1-9F45-6A5C7385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02404" name="Rectangle 3">
            <a:extLst>
              <a:ext uri="{FF2B5EF4-FFF2-40B4-BE49-F238E27FC236}">
                <a16:creationId xmlns:a16="http://schemas.microsoft.com/office/drawing/2014/main" id="{93D6EFBC-C18C-4BDD-BCEF-EF1BD7FE86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ALUI/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SW/ LW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4F931B8D-9F48-476E-A160-C05597B55D54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)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51488612-5EEC-4B5C-A9A9-9D0FD71B90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8189AB0E-0651-401A-86CF-5679B1001A30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02415" name="Grupo 188">
            <a:extLst>
              <a:ext uri="{FF2B5EF4-FFF2-40B4-BE49-F238E27FC236}">
                <a16:creationId xmlns:a16="http://schemas.microsoft.com/office/drawing/2014/main" id="{59C3D67A-2F17-41C5-8618-FFCB4351DBE5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E2B2DA2D-9499-44AB-BF25-C9D8264B3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FB8F4BBA-20B2-4675-BAAA-72C5ACE52F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536CF208-8B0A-4B14-8BA5-090FEBDCAE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A27B544B-8EB0-4E37-AD88-C555E18F87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F34B4A5D-8A19-4499-B04F-D073F4CC9E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D3B92675-94DA-441A-9E0A-4C42490B8C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20DF7498-3386-4998-A836-1712AA6941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B8FE314C-F396-411D-BB68-4FBC0F2ECC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5D7122BF-D2E2-431E-B610-DBADAA7EDC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BE813189-E10D-4419-9F7E-138E2048AB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102416" name="Grupo 203">
            <a:extLst>
              <a:ext uri="{FF2B5EF4-FFF2-40B4-BE49-F238E27FC236}">
                <a16:creationId xmlns:a16="http://schemas.microsoft.com/office/drawing/2014/main" id="{D94DD506-9B2C-4B1C-B76F-E8DCC6D70819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DBF9C5A2-2059-49F5-98E6-9BB46E6F09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84FEA131-A57B-4B07-BEE3-61FB9861D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37B5FEEE-1BBA-49EB-8DCA-B64D7B6DDA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41F24B85-CE8C-4CA0-8584-B8BEFFF4B3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21627C0C-C258-4575-B57D-1E062A5D89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AA036612-7FBF-4F61-B9AA-ECBDD71F43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271FD9AC-FB5D-4565-81EE-A8664837CA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47B7131A-43B7-469C-AA2A-F888ABF37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96B22EC2-7EEB-4979-BA3F-3AC90C63B390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02417" name="Grupo 213">
            <a:extLst>
              <a:ext uri="{FF2B5EF4-FFF2-40B4-BE49-F238E27FC236}">
                <a16:creationId xmlns:a16="http://schemas.microsoft.com/office/drawing/2014/main" id="{A01774BC-61FE-46C6-8DA1-5DFBA189B0C2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1EAFC953-E6AD-41AC-8D34-4555E475C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683E1D99-56E4-4D8A-A880-82BFAA117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0A907B02-DAE5-4197-B258-09845CB1C7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AA1C4B07-1143-45E1-91F7-8329E5F54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66726E90-3A9D-43F0-A4FC-AD0EA26B1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FFBE7DCF-4D66-4CAA-9E05-3253AB0535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239BB4E3-05C0-4CD5-A9FF-6CFF3DFF1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E83D35AE-A6D3-4454-8562-2C415FDB49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291D4BB2-5BEF-4160-A061-77EB33173A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D39E3ED0-84D6-4156-9870-8674F56FE1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BF9F97A8-7786-486D-8774-D206FBCDD4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53DE413C-CAF2-4A17-8F02-6CF8340111DD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455ED5AC-B113-4AD4-9166-2DB57F7C9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90ECFBC5-5ADD-4272-9568-C6659857E665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02421" name="Grupo 228">
            <a:extLst>
              <a:ext uri="{FF2B5EF4-FFF2-40B4-BE49-F238E27FC236}">
                <a16:creationId xmlns:a16="http://schemas.microsoft.com/office/drawing/2014/main" id="{DB540D83-35F1-4C44-8A4A-3A587FECA59B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E1367ACC-9E89-421B-A2D7-96E2A39E2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4C2CA634-6810-4FF2-889B-204D3052D0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489F86E3-64BD-4BB4-A17C-3937201DE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5F91CBD7-3665-4FB7-B13E-959471C63B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A1BB2819-5D9C-40DE-BA03-7317198117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DB70674A-C305-454E-9933-571ED9BD7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711A8986-1387-4CD8-8F17-9529912A26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8CCC995D-B905-4D1E-A1DE-508F6E3C5D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E8C34F84-8E73-49D7-95E2-36D90E99F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E3878D5A-D5A7-4172-914C-F36CEF90C5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237CCE5A-C075-407F-9E74-7DD97AB1A7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FC6CDA4B-5909-424A-962E-09398D0D89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6B4831B2-0E17-4D62-9802-BA4B9EF7F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60747AF0-223E-4FFC-8C4A-626EC0B0A3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8AC33789-DEB9-4417-83B1-46CA52B71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CD440CDC-443C-4C1C-A470-9095A8508B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8F0D02B4-8E31-450A-9910-2673516845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0DC135EC-F2F1-49D4-BE6B-B0A293A917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6772474B-1DD4-4FDB-AB88-9438B285BF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3608C76C-A5A9-4CA1-96D9-3893901276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2902E6BE-90BA-44B7-AAF2-262D1903AB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DACD596D-EEFD-4F7F-8090-9F175E106A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BADDBEA4-D532-45FD-9442-88FFE9CA01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81DCA5C5-B912-4224-BDA4-33EF147358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B210B17F-870A-43EB-B04D-912B2D0477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D09A9B77-37AB-470E-A3A5-173640807B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35B3B352-CDEA-4146-8C00-CBAFBDFD65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1A602E30-CEA8-47EC-9BE7-DF75281C10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017BB170-E38E-425B-91C8-5F9D0C35B7DD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02422" name="Grupo 261">
            <a:extLst>
              <a:ext uri="{FF2B5EF4-FFF2-40B4-BE49-F238E27FC236}">
                <a16:creationId xmlns:a16="http://schemas.microsoft.com/office/drawing/2014/main" id="{8EE5EE60-EC7F-48B2-867D-D8F439558D60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0FBC2A71-DBB5-4746-9E9B-A8D2E72F4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EA151A5A-CA94-4D0D-B86D-AD7FF3978E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9BDCC7A8-8C56-4345-8088-BED3108D1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59D2D3F7-5DA8-40C0-8BC0-672AC3EE8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C439F4F2-1D11-4581-9C98-AD59D81526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637C4F8C-AB8D-4B6B-84A8-BEFCFFC5BE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EE473732-4352-4C30-9374-5492D913B9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03BA5F2C-E519-4077-A787-200DA1579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64034351-BDBA-4829-A29B-FB3A8D8ECB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03FE5FBF-C732-4BA2-A21E-2357E75668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E89F6D1E-32CD-4B0B-B643-1B68730F84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1AAC4727-7B72-4CD7-92EA-7FC787499E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2AC802AC-6C4E-40E9-BDDD-93E9BF7B3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4B668903-178F-4A74-9428-923D63C264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B6DB00BC-84D2-4BBC-857E-1BE2C12275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119699CE-F34A-447E-8693-11E34AD3DF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4F9D0B27-D873-422C-808D-60F210AB676F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02423" name="Grupo 281">
            <a:extLst>
              <a:ext uri="{FF2B5EF4-FFF2-40B4-BE49-F238E27FC236}">
                <a16:creationId xmlns:a16="http://schemas.microsoft.com/office/drawing/2014/main" id="{AC9C12BE-5F69-4AD2-9F76-0F2CEB60ADE1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D52A5435-512B-43E3-A45E-7585387A5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6DF91845-3048-47C7-9EFD-F81E5009B2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A02EC7C0-4DCD-4778-B1B4-F33472C655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0E16ABA7-A968-4D7A-8B50-4EA805A8D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9B21BED2-D658-4A4B-AF3E-BD27AABF62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73B538FB-9B15-497D-B99A-7E136C1AF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D847FA62-B3F5-4D09-AF46-229C6D02AE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D7CA11BA-61DA-49EF-944A-7E038D500B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AF77FDDA-4281-4D29-8214-6C536D2574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1B800CCA-74FD-4F00-84FC-9F3FC3E111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69E4F71B-F4DA-4502-992E-C57BDE057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359ABCB0-0070-4B8E-A124-457AF1179E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B5454E5F-5BC3-43BB-BC6C-5F91CEBE30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B77AE8E0-1EA3-4582-810A-5C229D5FB6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6141EEB2-ECE6-49FC-A06F-38096C828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90739304-DE84-45A9-9D49-EA1DBA2E06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9007E304-EF6C-416F-ACA2-EECF49955E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994B9349-5287-45FE-B594-DF067340131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C72910E8-4F73-4397-BA36-1A7AB97D93B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D37C5D3A-E853-4630-AB3F-48DFD443D0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186DAC79-C034-430A-8084-33463A8B50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02424" name="Grupo 303">
            <a:extLst>
              <a:ext uri="{FF2B5EF4-FFF2-40B4-BE49-F238E27FC236}">
                <a16:creationId xmlns:a16="http://schemas.microsoft.com/office/drawing/2014/main" id="{C967F5C3-C455-46EE-90EC-E5660198F111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E0C771AE-9B43-43DE-91F2-B2F5DA214B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E7B9B9A3-0A85-4F3A-BD72-208D5A12D4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61ABF85F-2E11-46D4-BF3D-78987EF785C5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5E988978-B8CF-43E7-B53E-2326B6CC6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5401A0B1-0AB0-41E9-82FF-4BFDAF1E04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C7E6BB42-1DF5-4EF7-B58C-CA94AE171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4D0DDA9B-061A-463B-969F-A3B2CB73E7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51A02428-5523-4BEF-9E22-909CF3139402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465C1410-FB6F-4866-BA5E-AA24A6A7FA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2F003747-BDC5-4409-A853-74039608580A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236D0A85-DD43-4B0D-9FD5-04756B4677F7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8" name="Forma libre 317">
            <a:extLst>
              <a:ext uri="{FF2B5EF4-FFF2-40B4-BE49-F238E27FC236}">
                <a16:creationId xmlns:a16="http://schemas.microsoft.com/office/drawing/2014/main" id="{B920E5B7-B66D-46AC-AC26-68C247F0BC12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818E1C44-CD9D-43FB-8DC1-7D086EBF4B5D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2431" name="Text Box 50">
            <a:extLst>
              <a:ext uri="{FF2B5EF4-FFF2-40B4-BE49-F238E27FC236}">
                <a16:creationId xmlns:a16="http://schemas.microsoft.com/office/drawing/2014/main" id="{516D32E6-7E6D-479F-93BF-D303C921C3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48CEED67-F326-4684-BA10-9BA8968205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4C745BF1-1AE2-44E2-88DC-E0E932F3A3BB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E091A8C4-18D9-4BF3-834A-706EED131366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E9EDDB58-F8AA-4431-828E-70370E0C6DF0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Rectángulo redondeado 7">
            <a:extLst>
              <a:ext uri="{FF2B5EF4-FFF2-40B4-BE49-F238E27FC236}">
                <a16:creationId xmlns:a16="http://schemas.microsoft.com/office/drawing/2014/main" id="{3FC911CC-25A7-4B96-96C2-5D9E3D6A65B9}"/>
              </a:ext>
            </a:extLst>
          </p:cNvPr>
          <p:cNvSpPr/>
          <p:nvPr/>
        </p:nvSpPr>
        <p:spPr>
          <a:xfrm>
            <a:off x="4235450" y="1822450"/>
            <a:ext cx="25320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71066515-A7F7-494A-B935-DEA82A62A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6996BEF5-C94B-4233-BD82-D87C21E03C1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01A451C4-5CBC-435D-9D4E-9DE340936687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E17DB0A2-7A34-4604-9A5A-A387DA90A5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3B8B5856-8718-4D2C-B90E-19A1E5A96B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07BDD737-7571-455E-A4EB-75FFE97DD1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4EF6B03A-F161-4F32-95FA-A144BD163C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F0F25AD6-A85D-45FB-8B8E-D7F1D2EBE79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02D5CBF9-E16D-4E3D-9DF7-3F2FC82CE38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0F8A4F00-9594-4E27-A6D8-63E238BF98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B14A8EA8-8019-4477-97FF-B3FFE5B73186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61E4B1EF-95C1-40BE-9513-BE453CDF86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5070ACF3-7E93-4A6B-9E56-CF90B29650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2" name="Forma libre 31">
            <a:extLst>
              <a:ext uri="{FF2B5EF4-FFF2-40B4-BE49-F238E27FC236}">
                <a16:creationId xmlns:a16="http://schemas.microsoft.com/office/drawing/2014/main" id="{DF70A906-91E6-4CF7-AD3E-D331363B8FE6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AF83E17A-935D-43C8-9A4F-C277F3258AA3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649F4741-15DE-4D81-9E91-ED199C47DB7A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8BA2FEAF-4FF9-40A5-9190-5623DEEB722F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Elipse 36">
            <a:extLst>
              <a:ext uri="{FF2B5EF4-FFF2-40B4-BE49-F238E27FC236}">
                <a16:creationId xmlns:a16="http://schemas.microsoft.com/office/drawing/2014/main" id="{0AAF1732-B66E-4C03-9C81-DAE884053938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8" name="Line 18">
            <a:extLst>
              <a:ext uri="{FF2B5EF4-FFF2-40B4-BE49-F238E27FC236}">
                <a16:creationId xmlns:a16="http://schemas.microsoft.com/office/drawing/2014/main" id="{7D8543DE-F1A7-46AE-823B-C978A1753268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Text Box 50">
            <a:extLst>
              <a:ext uri="{FF2B5EF4-FFF2-40B4-BE49-F238E27FC236}">
                <a16:creationId xmlns:a16="http://schemas.microsoft.com/office/drawing/2014/main" id="{CCF8F7E8-A844-4A9A-9831-6EC42A155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7263" y="3594100"/>
            <a:ext cx="1395412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código correspondiente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 </a:t>
            </a: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(funct3)</a:t>
            </a:r>
          </a:p>
        </p:txBody>
      </p:sp>
      <p:sp>
        <p:nvSpPr>
          <p:cNvPr id="11" name="Text Box 50">
            <a:extLst>
              <a:ext uri="{FF2B5EF4-FFF2-40B4-BE49-F238E27FC236}">
                <a16:creationId xmlns:a16="http://schemas.microsoft.com/office/drawing/2014/main" id="{ABBD3FB7-1C64-4ACD-AB4C-FE6D1BDE1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9F7F5E3F-2D7D-470D-BC15-A409EDBFAC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2"/>
                </a:solidFill>
                <a:latin typeface="+mn-lt"/>
              </a:rPr>
              <a:t>(31:20)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" name="Marcador de número de diapositiva 30">
            <a:extLst>
              <a:ext uri="{FF2B5EF4-FFF2-40B4-BE49-F238E27FC236}">
                <a16:creationId xmlns:a16="http://schemas.microsoft.com/office/drawing/2014/main" id="{AF562795-8EF1-4D9B-B9F7-F0A25E013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CF47434A-E5DC-489C-96EB-4139FCDE04EE}" type="slidenum">
              <a:rPr lang="es-ES" altLang="es-ES">
                <a:solidFill>
                  <a:srgbClr val="171717"/>
                </a:solidFill>
              </a:rPr>
              <a:pPr/>
              <a:t>51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9">
            <a:extLst>
              <a:ext uri="{FF2B5EF4-FFF2-40B4-BE49-F238E27FC236}">
                <a16:creationId xmlns:a16="http://schemas.microsoft.com/office/drawing/2014/main" id="{006B43D9-E2E4-4527-9014-490529B0F0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F0D9737B-2EFC-4A5B-879F-22ED11571B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4C4220E0-88AD-4C11-A08A-BAF901C49AA3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C3166560-796D-4462-B61F-4CBD3847D78F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9F6DD8C3-5FF6-4FC7-9846-6021908E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04454" name="Rectangle 3">
            <a:extLst>
              <a:ext uri="{FF2B5EF4-FFF2-40B4-BE49-F238E27FC236}">
                <a16:creationId xmlns:a16="http://schemas.microsoft.com/office/drawing/2014/main" id="{4940B942-E368-414E-9657-BBED4B6EB0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ALUI/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SW/ LW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50440E4F-23F8-4E35-B151-B3CA7D766439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)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06489280-D650-4FAE-88CC-279EB9FDE5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4E25E865-D6A0-47FB-AC61-BC70C5D6B554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04465" name="Grupo 188">
            <a:extLst>
              <a:ext uri="{FF2B5EF4-FFF2-40B4-BE49-F238E27FC236}">
                <a16:creationId xmlns:a16="http://schemas.microsoft.com/office/drawing/2014/main" id="{7CDAB53C-3034-4F10-A67A-1C19A3F2CF1E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B99E0252-FE8A-40C4-BE6D-EA575B14F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2F4C58CF-AEB0-4863-9EC0-34DBDA07E8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9C93F9DB-50BE-47EC-A89B-72F9319873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A1C91C3D-5C0A-4229-AA76-E3D0C8BD64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F27BDEF7-8C79-4867-8697-7E8D419DB5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99AFBD09-1C5C-4918-B3C0-3AB8831F64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9E5A1917-39C7-4B95-9DCA-D03C4E5BC5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84F06880-8AB3-40AF-B34E-5F9F91FD1B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15935592-0C9B-4667-881A-76614E50F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F629FC80-A690-4D59-A128-5CE4D2F3F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104466" name="Grupo 203">
            <a:extLst>
              <a:ext uri="{FF2B5EF4-FFF2-40B4-BE49-F238E27FC236}">
                <a16:creationId xmlns:a16="http://schemas.microsoft.com/office/drawing/2014/main" id="{9875558D-A29B-4F35-A875-20FC8814D136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CFF483EB-6490-4692-9DA1-5FCE55EA8B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6F69C7F0-CE31-42DA-A3F3-813128B0D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8CBD6E62-427C-444C-97C0-85BBB2212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7C57AC4D-ABE3-4537-841F-AF2E575AE1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F75DB6B7-3F13-485F-9CED-45A893557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74B321BB-E400-49B6-BC28-9678532140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02C36ACC-BD33-4A14-9F5F-DA7E1429FD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8E611AB7-3958-4794-9520-053B58FCB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3F5A80BD-04CD-4764-A1F8-9716CAB0B66D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04467" name="Grupo 213">
            <a:extLst>
              <a:ext uri="{FF2B5EF4-FFF2-40B4-BE49-F238E27FC236}">
                <a16:creationId xmlns:a16="http://schemas.microsoft.com/office/drawing/2014/main" id="{AB953B13-1DA7-4BA2-B8ED-D03FC57617A4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76B34BD9-E3B9-4F4E-933F-8F22A99D6C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C9685239-C192-4163-A782-5C29482426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AD7F46AB-5C51-4465-A758-B5E9B3028F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F7E56369-7A60-4683-84F4-D0624B705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23A315B4-4BB1-4D48-BF73-3A0DE84EAC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198E931B-CE2B-4A8D-B7A9-C83DB03DB4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23DDC866-76F7-4754-8659-9069A4E1C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5B1E12B7-9210-4D3E-9065-5474BC2112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82A987CE-33B4-4B92-9F03-64865C1918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3A1C3066-9695-4445-A900-148EC43536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3CBBF6FC-94D4-4A6A-8070-25626B8FC0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2933904A-3EF5-41D0-AA3B-867F71080768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AA50CA78-10EF-4F96-A05F-98191FE3CD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0662036A-3CEC-4F1B-8757-D20326AFF6F7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04471" name="Grupo 228">
            <a:extLst>
              <a:ext uri="{FF2B5EF4-FFF2-40B4-BE49-F238E27FC236}">
                <a16:creationId xmlns:a16="http://schemas.microsoft.com/office/drawing/2014/main" id="{AAADB42D-B397-45B5-8BA2-9014109BFE5F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BE097201-BED9-497D-8AE9-E3269BD26D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ABF94D29-DF9E-4523-9DD2-D06618C1FD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A737D0F3-8633-4548-834F-24D5B32E2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40C54B67-CB94-4F7D-8BB8-9236A63F4D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6368DCB8-B680-4F16-AD64-2C18C98E98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48C7786A-9C58-4E5F-BD0D-EA5E2D193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C6736000-F468-4E26-94C1-B501D290E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DC27A737-38E7-496D-B633-1B29B4F8C8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E269D20B-1DA2-4F3A-A42B-45F317BEF9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2DAC704D-21BB-4E75-9DE5-94C09E34F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0E951376-6094-41C9-8BFE-5F1C2E8E6B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48E5600A-F793-41A4-9712-A0547B37A8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A34E6A1F-BC60-4A00-86AD-8020DD55D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04613" name="Text Box 17">
              <a:extLst>
                <a:ext uri="{FF2B5EF4-FFF2-40B4-BE49-F238E27FC236}">
                  <a16:creationId xmlns:a16="http://schemas.microsoft.com/office/drawing/2014/main" id="{FB961991-D45B-46CA-9D9D-1002138E7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5pPr>
              <a:lvl6pPr marL="25146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6pPr>
              <a:lvl7pPr marL="29718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7pPr>
              <a:lvl8pPr marL="34290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8pPr>
              <a:lvl9pPr marL="38862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9pPr>
            </a:lstStyle>
            <a:p>
              <a:pPr eaLnBrk="1" hangingPunct="1"/>
              <a:r>
                <a:rPr lang="es-ES" altLang="es-ES" sz="800">
                  <a:solidFill>
                    <a:srgbClr val="C00000"/>
                  </a:solidFill>
                </a:rPr>
                <a:t>Write</a:t>
              </a: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5C543A9A-B058-4F7C-B560-465CB742AC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461D61E8-1EBD-4A22-B896-6154B15743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271FE84A-4DD3-4C16-B19C-E2C988782D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E66C370D-F05A-4211-A1C2-EE423CD900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4E98BB0E-552F-4F3E-9F40-3DFDE89C5D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D88D989B-DAA4-4741-95DB-EC6F1BECA0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B4219A95-33C9-46F7-A13A-F56E60B86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70D723F4-E462-416A-A73E-213624B930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E07115B0-0062-4DA8-B33C-90D46ECE5F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58C12311-31AC-45DD-8BE7-9FB938D068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D8F6F177-4DE6-49DA-ADCA-3B12D9438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399D97CA-A898-4840-BA8F-95BF39D83E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6690C60E-4354-4580-88A5-F04CB3AE15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F6D8A3D3-7BE8-48E1-853D-27D1ECD104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2AAB4EDB-9773-4A3F-93A3-7F3C696A8854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04472" name="Grupo 261">
            <a:extLst>
              <a:ext uri="{FF2B5EF4-FFF2-40B4-BE49-F238E27FC236}">
                <a16:creationId xmlns:a16="http://schemas.microsoft.com/office/drawing/2014/main" id="{EB2B19AA-DE09-4F0D-9EE2-A82A3DAE66E1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56439135-EB02-4782-8752-37742BFCA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0AA63096-BCA2-44FB-8780-5A03D37CC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2B39F08B-8A90-46BC-83FE-97FD4C85B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85240356-2008-43B5-AA38-28C8BBF501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0175BB59-4764-4A50-901E-94702AA78C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11DFF8F9-5DD1-4935-A3E0-FF0EAD8C8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54980435-226B-4B4C-B72E-388BDF6EA7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85A8F2DA-6595-4007-B48C-7A0EF34BFD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D25A751A-DFEA-486A-84EE-10C391A54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60C0CD64-B983-4DD8-9106-63F5314370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A006D198-400D-4F12-B1B6-4F2BF8BBD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D77A8023-FFAD-42C4-A81D-0D92CFC91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770E92CA-446E-4DA7-8DCB-74A13189A1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ADC00C58-83BA-49C5-BED3-B496F733F6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2918260D-FAB2-402E-9284-C99C13A79E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53AB83B4-B5B3-4CE0-92DE-7F25AE674E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23B5A928-BF07-42AF-807A-E37BE987BE16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04473" name="Grupo 281">
            <a:extLst>
              <a:ext uri="{FF2B5EF4-FFF2-40B4-BE49-F238E27FC236}">
                <a16:creationId xmlns:a16="http://schemas.microsoft.com/office/drawing/2014/main" id="{3E25F3BE-BFFF-4B42-BDAF-13EA0084D94A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F3FAAB11-A544-46A1-A3AE-E7596AD6A4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AC7CDA19-9740-4494-B881-45EC78AB56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7A9E54FD-4F04-492B-AF98-3CBE09B2D2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2224D6CC-6482-4E12-86F3-D0D5011DD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AE2EEA75-4B65-40F3-A995-54BF29910A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7E016633-7EDF-45B4-ADE8-AE961C66E9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48D1342D-9093-4279-A269-B131B3A083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19326B16-7A1B-4E0B-9E11-330009D48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AA07D475-B173-4B49-8A97-4223DA6132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48F02495-FAD9-4A01-98CA-042548CD05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FC21678B-04C6-4768-A2B7-E4D31F6FE8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AF00D432-85F6-4D6D-8E2B-94318B163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169E7A64-9C09-471B-A2DA-60F67F8113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D7AC5874-A3E0-407C-B146-F0ECCF2379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C49D3346-F381-4492-825D-E5AFF513B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59FF980B-DBD6-4E0C-951F-C14FA84B2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DB4A02DA-560C-4CC2-9785-76642C89EF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05081E56-ADC2-497F-8774-2E042FA5886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4C217661-AE8A-4E66-9CC6-A438E64D069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F9F41CC2-1F16-462B-B109-3C0BA9B948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A1EA4819-B9CC-4312-A171-DC1EE62AEF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04474" name="Grupo 303">
            <a:extLst>
              <a:ext uri="{FF2B5EF4-FFF2-40B4-BE49-F238E27FC236}">
                <a16:creationId xmlns:a16="http://schemas.microsoft.com/office/drawing/2014/main" id="{61617A56-86E0-46E9-8AA3-27AB18497563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2C2AD5BA-451F-4BC7-81E3-A0EBC65A80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768BBAE2-B1E3-4B50-9216-474655B16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390D7B25-CF39-4E41-B9BE-1E1FA53CED3C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32288B50-E945-41C7-BAE9-ACF09F80E0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472525A2-2A92-4668-9B7C-CE393C3DFA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7E279B7F-BBC2-41D8-A71B-FD0CFBC32C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B84A2E0A-1011-4E61-B781-686B17D4A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74E57773-F88F-4350-9BE5-4C7DD7589CAC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E4279D86-E293-451D-B19C-D9D08A7FFB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E675A025-4CC5-4C55-94D9-621CEEA673B5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D67F81B0-A8A5-4E41-AB11-488A7F7CC638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8" name="Forma libre 317">
            <a:extLst>
              <a:ext uri="{FF2B5EF4-FFF2-40B4-BE49-F238E27FC236}">
                <a16:creationId xmlns:a16="http://schemas.microsoft.com/office/drawing/2014/main" id="{6684F164-A87C-4FB2-B660-9A4FD9A41849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D7B14DF3-FE77-4595-9B24-681BE5F112C3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4481" name="Text Box 50">
            <a:extLst>
              <a:ext uri="{FF2B5EF4-FFF2-40B4-BE49-F238E27FC236}">
                <a16:creationId xmlns:a16="http://schemas.microsoft.com/office/drawing/2014/main" id="{0B7B74E2-8FC5-4A8E-9D7C-5D4891D7E2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9FB90829-2C8F-40FF-B980-1E8DBC214E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C7490AF8-B9F1-486D-9D83-C87828C5A60B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065BE3B4-0445-41D5-B7BF-68BAE8C770BF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697A70E6-4AE3-4287-A9E4-041895C3070A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Rectangle 43">
            <a:extLst>
              <a:ext uri="{FF2B5EF4-FFF2-40B4-BE49-F238E27FC236}">
                <a16:creationId xmlns:a16="http://schemas.microsoft.com/office/drawing/2014/main" id="{98E39B5A-BB82-44DA-AA1B-67FA1A164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E647356F-7404-4C56-A9E5-73CEABABFEA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12028ECC-487B-4DEB-8A4F-FCBC5251B972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AB0B3BD1-23FD-4534-A349-E6A59FE5D3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34B65F4F-69CB-473F-A16B-8217F07F9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82271423-A1FB-4694-A238-908E2ECCCA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78757BB2-387F-45CF-AE4D-4E12498B1B0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FDCBADBE-0A06-42A5-9949-2C2ABB798E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3A0A6C5D-C14C-45CE-90A1-118C8067F420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C4E0A1F0-D41E-4728-8094-D90442779C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104541" name="Text Box 47">
            <a:extLst>
              <a:ext uri="{FF2B5EF4-FFF2-40B4-BE49-F238E27FC236}">
                <a16:creationId xmlns:a16="http://schemas.microsoft.com/office/drawing/2014/main" id="{31E89385-D97E-4C0D-86EE-C78CA893E5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32" name="Forma libre 31">
            <a:extLst>
              <a:ext uri="{FF2B5EF4-FFF2-40B4-BE49-F238E27FC236}">
                <a16:creationId xmlns:a16="http://schemas.microsoft.com/office/drawing/2014/main" id="{2B70DE33-429A-4901-821E-B47701960E60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CF17859B-07AC-4CDC-8F96-83DBC557311A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EA0218E0-E2EB-42D5-A8A4-D8FC5DB525F8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541EFB18-D115-42A4-A30A-BC047C866F3A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713F8212-44BA-44D1-AB52-E4718A3547E8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Elipse 9">
            <a:extLst>
              <a:ext uri="{FF2B5EF4-FFF2-40B4-BE49-F238E27FC236}">
                <a16:creationId xmlns:a16="http://schemas.microsoft.com/office/drawing/2014/main" id="{2A8D323F-FCB8-4DA2-8D90-277BEB4008F1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C21553CB-E463-4731-8CDC-F8166AC9D3D2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0EE9D5C4-F40F-4482-87BF-13C02E4915F8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" name="Rectángulo redondeado 27">
            <a:extLst>
              <a:ext uri="{FF2B5EF4-FFF2-40B4-BE49-F238E27FC236}">
                <a16:creationId xmlns:a16="http://schemas.microsoft.com/office/drawing/2014/main" id="{06E54EB5-8AED-4348-9932-8FAEBF542F57}"/>
              </a:ext>
            </a:extLst>
          </p:cNvPr>
          <p:cNvSpPr/>
          <p:nvPr/>
        </p:nvSpPr>
        <p:spPr>
          <a:xfrm>
            <a:off x="4235450" y="1822450"/>
            <a:ext cx="25320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" name="Text Box 50">
            <a:extLst>
              <a:ext uri="{FF2B5EF4-FFF2-40B4-BE49-F238E27FC236}">
                <a16:creationId xmlns:a16="http://schemas.microsoft.com/office/drawing/2014/main" id="{BDBBAD70-974D-4C45-8EC8-32B4B4113E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7263" y="3594100"/>
            <a:ext cx="1395412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código correspondiente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 </a:t>
            </a: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(funct3)</a:t>
            </a:r>
          </a:p>
        </p:txBody>
      </p:sp>
      <p:sp>
        <p:nvSpPr>
          <p:cNvPr id="31" name="Text Box 50">
            <a:extLst>
              <a:ext uri="{FF2B5EF4-FFF2-40B4-BE49-F238E27FC236}">
                <a16:creationId xmlns:a16="http://schemas.microsoft.com/office/drawing/2014/main" id="{10AACA5B-DA9D-49B4-A154-895C277483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5" name="Text Box 50">
            <a:extLst>
              <a:ext uri="{FF2B5EF4-FFF2-40B4-BE49-F238E27FC236}">
                <a16:creationId xmlns:a16="http://schemas.microsoft.com/office/drawing/2014/main" id="{CBE8B47E-B92E-4D0B-8C27-19C12F657E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2"/>
                </a:solidFill>
                <a:latin typeface="+mn-lt"/>
              </a:rPr>
              <a:t>(31:20)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8" name="Marcador de número de diapositiva 37">
            <a:extLst>
              <a:ext uri="{FF2B5EF4-FFF2-40B4-BE49-F238E27FC236}">
                <a16:creationId xmlns:a16="http://schemas.microsoft.com/office/drawing/2014/main" id="{BF32772B-D6F1-4A96-9FA1-A03F0F1E80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40F3611-07B5-4A11-A0EF-541851B59405}" type="slidenum">
              <a:rPr lang="es-ES" altLang="es-ES">
                <a:solidFill>
                  <a:srgbClr val="171717"/>
                </a:solidFill>
              </a:rPr>
              <a:pPr/>
              <a:t>52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9">
            <a:extLst>
              <a:ext uri="{FF2B5EF4-FFF2-40B4-BE49-F238E27FC236}">
                <a16:creationId xmlns:a16="http://schemas.microsoft.com/office/drawing/2014/main" id="{72BBDF8C-1AC4-45C0-AB68-8739D6DDFB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69A1C1B3-5FAD-4B1D-8F97-83C6BF5AC1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95603767-5463-4BB8-BA50-892CA41720AE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9F96AF38-9388-42CD-B358-3FCF67C813B2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F58A119B-7BE9-4FCD-86FB-68806B0FAF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06502" name="Rectangle 3">
            <a:extLst>
              <a:ext uri="{FF2B5EF4-FFF2-40B4-BE49-F238E27FC236}">
                <a16:creationId xmlns:a16="http://schemas.microsoft.com/office/drawing/2014/main" id="{4FC20E83-9EBA-4F9B-A60D-572BA77A19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ALUI/SW/LW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65BB0367-02C9-4FC4-B3BA-0890A6ECED5B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DE898D1D-FCF9-438F-8651-7D51C72D73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A609CD81-CFD8-4F56-897F-7F7D269AD9D8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06513" name="Grupo 188">
            <a:extLst>
              <a:ext uri="{FF2B5EF4-FFF2-40B4-BE49-F238E27FC236}">
                <a16:creationId xmlns:a16="http://schemas.microsoft.com/office/drawing/2014/main" id="{7E8AD741-EBAA-477F-8D3B-1DDCFE16AD45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67D75D4A-04FB-4F99-86B4-170CB956B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4C3EFE7B-3E32-4B32-958D-37C9A634C5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3D65F9BC-9320-4D31-9891-7CB0D16AF2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6EF8E763-7722-4A61-9F8D-EB86397CB2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DC11AB01-62E6-4C47-A8DC-ED6237A1F7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013B4FA6-7435-4169-B52A-5C0CD9390F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3A898521-89CD-4110-8551-38A77BF78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809D5173-74E2-4826-A8D3-615EB59A1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BD3D563A-827F-4E79-AB96-2B26C477B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A22D4744-A516-4DD6-9596-6DC12579FC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106514" name="Grupo 203">
            <a:extLst>
              <a:ext uri="{FF2B5EF4-FFF2-40B4-BE49-F238E27FC236}">
                <a16:creationId xmlns:a16="http://schemas.microsoft.com/office/drawing/2014/main" id="{F7E42D5C-93F0-4485-A20F-BA8719EAA3F8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1D1D84AC-12F0-4863-9B6E-3BF52D71D7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49172003-CBA6-413C-BF51-68D640903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A340379F-6C29-42CA-9D10-78C052109A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3B9C685F-BB6D-4068-BDA1-8AD5578A1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C0136C33-B288-4465-ABD3-6216C642C4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7B1008CF-4E24-4F19-9804-5185B3CACF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A56572F0-F241-49EF-975B-6BCB534F7F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2014030E-64C7-4A05-80DB-FC5ADCD4F3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B44E64D7-38B8-4873-8130-C7AFC4B82F10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06515" name="Grupo 213">
            <a:extLst>
              <a:ext uri="{FF2B5EF4-FFF2-40B4-BE49-F238E27FC236}">
                <a16:creationId xmlns:a16="http://schemas.microsoft.com/office/drawing/2014/main" id="{66FB4909-9F5D-4861-A311-A38F6DE9C06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CB904778-D89E-456E-96C1-B973E89005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7A184AE9-A77F-44FB-BBAF-2187EF4467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45BF0AC3-BF17-411C-8EE0-18E17F1330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ED696712-6010-4684-999A-634DF3CAF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3A56F203-3BF3-4178-8016-BBBBB2E06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23B45A54-7BFB-47C7-8A14-07695B24F0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5994574B-AA48-45B9-828E-ED6E44A2F2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2962F712-B430-4CB5-B889-14A38C5265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87EEFFAC-284B-4D37-90F6-97F1095852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DD48BB78-FADD-42E5-87A1-2865D0F724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11F4AD70-93E1-4979-AE52-5F87B949E6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D77BAAA8-7666-4B1A-8D6F-CEBEF42F4D12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5BC56315-416B-485D-B98E-73B39D64A5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D7A83FB6-34E8-409F-B076-424A9168E3ED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06519" name="Grupo 228">
            <a:extLst>
              <a:ext uri="{FF2B5EF4-FFF2-40B4-BE49-F238E27FC236}">
                <a16:creationId xmlns:a16="http://schemas.microsoft.com/office/drawing/2014/main" id="{DE6C950E-C709-4085-BF95-1CEE6634D8BA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E25E7FD8-F1E9-4CF9-B6A0-15A2ACD67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1B43A013-357E-45CA-8923-2B89FC7B7F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870DA166-DFCA-4F7C-BADC-ADA8A09B56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077A6716-0AAD-4817-A203-BD108CB0AC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DFDB96C5-B343-4A77-9F4C-1F4D94DA8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AF722DE1-DA5B-44C0-82D9-A7DFAF9D9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DD0469FF-32D6-44B8-9A2C-D896D6521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2BAF2A6E-B05C-440F-AFD7-2D03CCD91C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B0CA5344-63F5-4E18-9B0F-BBA0FFF3BC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7A0E0F40-53E4-4E89-A2EA-726E5E27FA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51EFE52B-6804-4547-80B6-F1F8BE14CF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EC75591E-B63E-4105-96BA-E57B127CA7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DD464EDE-31D4-4E12-93EA-2EE48BEFDD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CEE3E6A6-B2BD-4472-8A89-24E76E37C0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CF32E503-0007-4415-8F97-F697EA703A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F982DF27-8676-4401-9632-7433425B2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9F6C0812-6306-4886-8E48-B72E03100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1DC9EF08-7F3F-4EB3-BC09-F5ECD9A5F4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26E7A5E4-9CD3-4C82-8375-D476DCD9C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EF7B830C-BF4B-4E03-A076-F0A2FFCB4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4418A441-6B68-4954-8EF5-14F7CB29FF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9CD28F6E-7C47-4A94-BDE6-59B92F4BD7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D649F5C8-B46A-4AFE-B7A5-7285989969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C7E0A569-E0CA-4769-88AA-54E1836DAE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FE44971C-3A3A-4E6D-8F57-1E7E8F67C1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A613FDFB-62A6-49CF-8AE6-CDDCCA4684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33B240CA-EF17-4C78-A1FB-3344BE5CA9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0522A938-C279-441E-A296-1C61DFFCB7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B8E08E5E-4C6D-4991-AB0E-86193D08F598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06520" name="Grupo 261">
            <a:extLst>
              <a:ext uri="{FF2B5EF4-FFF2-40B4-BE49-F238E27FC236}">
                <a16:creationId xmlns:a16="http://schemas.microsoft.com/office/drawing/2014/main" id="{BC53309E-37E3-4774-91EA-B9A97B3BBF9B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1D7FCD40-4652-41A4-B293-311E265A2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BB8B3A11-0455-4DA8-B040-1C2FF07C2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BBED12A2-4CF9-4690-976C-5A50789B6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C7E52198-E93C-46ED-9BC3-47B23AFD30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FC5D388D-E59F-4351-ABE3-AACEFA5D8D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A8BA1DFC-41D6-4315-AC9D-962935D8C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303F0584-8E83-4E07-AB37-E9BC163B71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251C002B-6A0B-4B72-8F24-A0F28CB4DF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7A6EA073-BC3A-4582-AD64-AC2FA951E4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F01D702C-3311-41FD-8EFE-02AA56AE0D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260E0F8D-0CDB-4A04-8BB8-E2F5D7ADC6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FA9F15A0-554B-438B-9599-A73030924F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D8DFA0C3-9F9A-4A41-83A8-7FFBE1AD5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CE2A3E61-DC7B-4A3F-A6EE-70CAC1587D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BB115AAF-24D4-4B85-8398-76F69162D5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BE5F9744-436F-4BEC-82A2-14A0B3CF63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B22220BF-6F48-4071-9D33-D670A31427D5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06521" name="Grupo 281">
            <a:extLst>
              <a:ext uri="{FF2B5EF4-FFF2-40B4-BE49-F238E27FC236}">
                <a16:creationId xmlns:a16="http://schemas.microsoft.com/office/drawing/2014/main" id="{B4BF6CDE-94A8-4B18-9EA7-2F9C9A8A276B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26D1609B-D8C3-4F0A-BB6C-21C5CE41B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0F5BCDE1-25E1-4BFD-AA1C-69575B7621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749AB604-26CD-45B2-AD8F-5196F549F1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ED74803B-D7E0-4F64-9669-399D97044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40F462AF-8A12-4B2A-A647-1B0F0B032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EA6E6FCF-7005-4B5E-882D-DB99642732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16F75143-1DB6-43D5-9A67-836164965C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8BE73BC7-1B84-4CBC-8EDF-36EC4EDC64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C8E35970-CEC5-40FF-B0A6-E155EA5312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47F0EEF9-FCF0-46ED-965A-FBEAEDEC89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EFB4F6A8-7149-4E26-86C5-06AB5B6A2E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8B0E6245-27D5-4522-BAEF-EAE189A022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F7459E3F-F187-4413-A6FF-15E63296E8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875F1162-702A-49B7-B0FB-00FD65844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C9A2C659-2B56-4D63-B68B-8353E86442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4ACCD840-6AF5-49A3-A5E1-F39DF72CE8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19268C64-6C33-457C-97FB-AC6BCD41D1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464DED58-CDEF-469E-B73A-7CE48AC6BB8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1154E773-BDC5-4C6B-A36F-93A2F4374DB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24B38F66-9E69-4B61-BE54-3223BB759D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74BFF2B7-637A-447A-BA2B-923E0038F1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06522" name="Grupo 303">
            <a:extLst>
              <a:ext uri="{FF2B5EF4-FFF2-40B4-BE49-F238E27FC236}">
                <a16:creationId xmlns:a16="http://schemas.microsoft.com/office/drawing/2014/main" id="{6A66AC67-8D30-4EB2-BAD7-91E796970067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184563A6-7102-4B34-80B3-336CDEF967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73D1F7BD-1B19-4291-950A-B62F4D9F0A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F5627784-1497-4648-A15D-E56AA4B8D011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382B3A11-BBD2-4B9B-A9B2-ACF4038FC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7B0C7C32-8325-476E-A05A-D9CE00DE9D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F4BB6397-E239-4D4F-911F-03D549BA3B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7FEFE0B9-E6EB-4A6F-A837-1C3FCD2142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7CE434C0-ED07-4789-98B8-4E8D82300761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60136EE7-6D4B-4E74-8D08-CC99875203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B5225020-A296-4905-9124-066F4023C8F6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F1D238F3-08C3-4B82-9732-862EF55659FB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B27D18D4-D24B-47A6-9CA6-299572F7E247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8" name="Forma libre 317">
            <a:extLst>
              <a:ext uri="{FF2B5EF4-FFF2-40B4-BE49-F238E27FC236}">
                <a16:creationId xmlns:a16="http://schemas.microsoft.com/office/drawing/2014/main" id="{636461DA-CD5B-4C0B-B00E-ACB4A814F70A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A85E7B29-2745-44F7-A28A-E1E6AAEFBA48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382FA3B0-CA03-4918-B283-537FAA1CBA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B2EF3FDA-D706-4126-8440-59FF953402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BAD1BF7D-5625-4C69-86DD-8208922A2C84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8999C033-8877-4FB9-B326-4A086C673E21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7CE1EF59-FA7F-4D8F-8FAC-3A24EE546285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Rectangle 43">
            <a:extLst>
              <a:ext uri="{FF2B5EF4-FFF2-40B4-BE49-F238E27FC236}">
                <a16:creationId xmlns:a16="http://schemas.microsoft.com/office/drawing/2014/main" id="{6D1C470A-786B-4CE3-A35C-3008A8B2A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001AD947-E858-4C57-8B90-3DFE3163C15F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C6C7BFCB-4FC9-4393-B3EF-F44BD77564B6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64335516-0FCC-4E90-9033-D3D673DFD0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9D52376F-72B5-423A-B36B-E898F560CF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DED426EB-96CA-41FD-87E2-1983851A483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54890FFE-6E9C-4574-A733-E8393F9ABAF7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99964712-DD81-413B-B1BA-75BB41EFA9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4AA9C589-594D-4F91-867E-10F75EC1BF2D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A84F2DFC-E987-424A-84BE-4E8246BE9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96927DFA-F717-4F4E-A908-B19B013DD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2" name="Forma libre 31">
            <a:extLst>
              <a:ext uri="{FF2B5EF4-FFF2-40B4-BE49-F238E27FC236}">
                <a16:creationId xmlns:a16="http://schemas.microsoft.com/office/drawing/2014/main" id="{0B85EABD-2268-4EB5-B68C-8172A71A72BF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04F70186-0836-4BB7-9558-5328D4E3ACE0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743C65D9-9721-4B49-8B93-B8ECCC048D3B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AD6EF952-0142-4930-B1EF-D499CADFDDBA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EF9BA026-63D4-4659-BBBC-F2AACE65C5AC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C2C6C4A3-EA2B-4B7A-816D-0C0A9E174869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5768B9F-755D-4092-9AD8-53DC024CADDA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Text Box 50">
            <a:extLst>
              <a:ext uri="{FF2B5EF4-FFF2-40B4-BE49-F238E27FC236}">
                <a16:creationId xmlns:a16="http://schemas.microsoft.com/office/drawing/2014/main" id="{8734009A-9BC6-421B-85EA-F0D09FF757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1" name="Marcador de número de diapositiva 30">
            <a:extLst>
              <a:ext uri="{FF2B5EF4-FFF2-40B4-BE49-F238E27FC236}">
                <a16:creationId xmlns:a16="http://schemas.microsoft.com/office/drawing/2014/main" id="{2BFB12BF-7DE6-482F-BC15-7908B49FAF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0F8A5C8-7C4C-498C-A116-48CE031DEF9F}" type="slidenum">
              <a:rPr lang="es-ES" altLang="es-ES">
                <a:solidFill>
                  <a:srgbClr val="171717"/>
                </a:solidFill>
              </a:rPr>
              <a:pPr/>
              <a:t>53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9">
            <a:extLst>
              <a:ext uri="{FF2B5EF4-FFF2-40B4-BE49-F238E27FC236}">
                <a16:creationId xmlns:a16="http://schemas.microsoft.com/office/drawing/2014/main" id="{3EC74F65-FDA7-4305-AF09-C7F9E3050B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99A8205E-492E-4138-AEA3-F451321198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9DB69A85-4961-4AC2-856F-ABF531425103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67B62AAA-E827-40E7-8A14-5558831F27C9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49A8C0DD-9C01-4CD3-A619-51E7521C3F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08550" name="Rectangle 3">
            <a:extLst>
              <a:ext uri="{FF2B5EF4-FFF2-40B4-BE49-F238E27FC236}">
                <a16:creationId xmlns:a16="http://schemas.microsoft.com/office/drawing/2014/main" id="{60711B1B-B5AC-40F6-A758-4A497E9062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ALU/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C3147D13-1D6D-40A5-AAAE-1BF37E1399F8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AFAF24F2-95A0-4E87-9252-101276B800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733D9381-5CCA-4D48-9B81-4408C211C9D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08561" name="Grupo 188">
            <a:extLst>
              <a:ext uri="{FF2B5EF4-FFF2-40B4-BE49-F238E27FC236}">
                <a16:creationId xmlns:a16="http://schemas.microsoft.com/office/drawing/2014/main" id="{D8C9ADCA-0B50-4BC6-8CE1-E3E10F9A6468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706D635A-7261-4732-B4DF-9E884C431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558B5317-C4D4-4799-9196-CED95CA0BC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BFD71DA4-3E31-4814-8A63-9366EA7E25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512C64F3-EAF8-478A-8773-6D49191723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52427360-5B3A-4764-824D-EAC97D5D8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DFAC1B58-2789-4EBA-A16E-2F94C7B5C6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8B150C18-F070-4537-BE4A-3FF7CA3F88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57761E31-6EEE-478F-9CAF-0EFB467F85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E6C9C11A-9DD2-4930-A27E-4F1431E59D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A62E85B6-1CBC-4CBA-B34A-0288C4E730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108562" name="Grupo 203">
            <a:extLst>
              <a:ext uri="{FF2B5EF4-FFF2-40B4-BE49-F238E27FC236}">
                <a16:creationId xmlns:a16="http://schemas.microsoft.com/office/drawing/2014/main" id="{56ED9C05-CFEA-4043-9C6B-D8B899327B04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41E208FE-21E5-4851-B35B-060F3A04A5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A74F2ABA-2BE4-4274-A680-C9898516A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8A468FFB-B039-45F4-A26E-7DD45B461B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EFF73E09-15CC-48F9-8066-9CB883397F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157AD87C-4314-49C0-8DC0-A7395DDE69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134E0C7C-FA59-431C-9652-2AFE2B7AF7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9CB573FC-4AD1-411E-95B4-061AD4940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454055C7-22C8-4508-A51E-65624C361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8EF0224C-B934-431A-9F35-5069B54EEFB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08563" name="Grupo 213">
            <a:extLst>
              <a:ext uri="{FF2B5EF4-FFF2-40B4-BE49-F238E27FC236}">
                <a16:creationId xmlns:a16="http://schemas.microsoft.com/office/drawing/2014/main" id="{8F05927A-99EA-45FF-9426-771729CD0EE2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7318A3BE-077F-4E4F-ABFE-4E832CC6A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A8C5D9F0-2247-44A6-88CA-4FE709FC0C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57B1A289-D457-4DEB-BEDE-9D4A9147E6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54061B4D-6AC0-4641-AF04-E91F7F741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F431FCC3-886E-4078-AD1B-20A3AC5282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4E75B719-E9B3-4D83-A434-D131904DE2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BE6169E0-68B0-42F0-B5A7-28A2430387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27608E36-778F-4F89-B5B6-4778F8D66E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3310D9E8-F9B6-47E1-B971-4B1554864D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0552F481-C5A9-45BE-97F8-46CA9E2DBD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A6F74395-2A0A-42A3-9E01-AB2142B79C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67952237-3079-4261-8D7B-17AA89020F90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C16234A7-FDEF-486E-A38B-383B0CB449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BBE76047-F35D-4C57-9637-1185DBB047DC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08567" name="Grupo 228">
            <a:extLst>
              <a:ext uri="{FF2B5EF4-FFF2-40B4-BE49-F238E27FC236}">
                <a16:creationId xmlns:a16="http://schemas.microsoft.com/office/drawing/2014/main" id="{CE5790A3-47C4-4585-8CE4-874DBC5987A3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C24FC873-5291-4D20-82BE-6993F5F21C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6D8190BD-97B2-4C5B-A502-D17BCC5E9A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11DD8DFB-4DB6-450E-B8D6-986CEED74B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954ACEFA-6525-4FEA-A1B5-97DDCFF6F8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6A4B7D68-05EA-4D69-8F98-1E9975A1C2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31B31B1A-731D-42CD-B873-F7E20D27F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870AFC27-DB0C-41D6-8340-6744F7839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36ADAA6F-7C1D-42CF-B77C-D5BE2EDF22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C215AE07-BB0E-4C5E-A1E5-8587140745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38884D5C-5347-4818-86DB-F9C5DBC18D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526B6B7A-AD2B-4678-83A6-EEB1CBB49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2DBF784D-50E6-4A86-A9CD-CD9ECB9CB1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953B2230-ACA0-4313-9E7F-80B7086C13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D2FCAACD-9B24-4CEA-8400-205139DEF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F835E0E0-1C25-41E4-AF44-3613EA042C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78CED52F-13D6-4571-8A94-BFDC12D0CF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BEEDF2DD-58FF-4CFD-9FF6-FC91B44B08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4762A7FA-3B7E-4089-B8D3-01AA9486F9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28A7EE78-E49E-4C45-834B-D155B0D3E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1ABFB035-0238-480A-8699-4A4FF3010D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A6DE96C2-D607-4ACC-89DF-3C5C758066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5F2BDCFF-3F15-48BF-874A-36A4A6BF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4211B7EA-DEF9-4966-9CD9-2FFFADE1DC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560B7C51-A8CF-4C33-9467-DC75B420A7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D4570793-6437-49D9-A970-D81E6A687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BA291A3A-1950-462D-928C-5C3BFD36FC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C8826185-1E29-4336-8D50-E11F0A5EF3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90BC3E56-D83D-4619-83BC-C751EC2EC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1A6643D8-75D2-41F9-9F67-6A77B715CBAA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08568" name="Grupo 261">
            <a:extLst>
              <a:ext uri="{FF2B5EF4-FFF2-40B4-BE49-F238E27FC236}">
                <a16:creationId xmlns:a16="http://schemas.microsoft.com/office/drawing/2014/main" id="{15016D30-5777-49D1-9C07-AE04EAB5C6EE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0EA40922-373D-4B11-9A46-6FA7D6E8E2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2DD292EC-2F25-4C04-A2F7-6146D92788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09EA11D8-B6C2-40C5-9B73-0E6F4F4D9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269B43AA-A956-4501-93BD-66FF16BC3C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69F1EB23-C411-420F-BD3E-D5C9A40300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E77C000F-25EF-4E62-A42B-E3BDE8D5E5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7143A749-8F25-421D-8254-36DB1B8995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E007548D-17A4-4671-B45B-6795C3E779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D86ED56E-0BD8-442A-8AB3-403AE47F14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6A588FAE-E3F1-4027-A141-00D14B2B0B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B4A97A82-60A1-4A3D-8BF1-EC0DBE303E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7BBC5C25-2459-44C4-BB76-B2D1391D9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E711362E-90D2-48B4-9AE5-A5196E24BC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47B72B1E-E172-446E-BD4D-6292E47B0D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B40B6327-B242-42C7-9D03-84B1649C6D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3ADA0656-8C0C-41C9-9626-51FB69ADEE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661607E4-D9CE-4B02-ABF8-692CED8E3137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08569" name="Grupo 281">
            <a:extLst>
              <a:ext uri="{FF2B5EF4-FFF2-40B4-BE49-F238E27FC236}">
                <a16:creationId xmlns:a16="http://schemas.microsoft.com/office/drawing/2014/main" id="{55750A8A-955F-4EB8-855F-0E23DEE44743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9972835B-23DF-44AF-9366-B35E14B0E7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92B50A78-1807-4336-AC0F-F8F077AF0F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F359D1C5-0329-43D7-87F3-A85C3C177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1BC46B04-4A74-419B-8B7B-E0DF28A12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CC74A7F7-B7A8-4B55-ACBF-8B46BD1DB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43F91DA9-8415-4B37-8C2C-E54DF8F5D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8569993D-BE7C-4342-B23C-5E5413302B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0820E968-6745-4EB3-9FBD-DA3C25C5EC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9B7E7F66-2935-4499-9E5B-13633974CE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10D80E68-B0FA-4379-9A0F-24D6CC0EFC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E34A1D9D-37FA-4A2B-92EC-F60267AC22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4F532424-F584-42BF-910F-88A3E98DC4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F1A65536-598C-480B-8B02-B011C7835D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BE105457-BDA7-478C-9AEB-4E1CAE35D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69CA7CB6-EEEE-47A7-9AD7-484A9267C4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BF050FD8-4D90-49D2-B930-21209C97DA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9A16A52F-298D-407B-90F9-D8380E669F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E02676BB-27A5-45BA-990F-581AE2AAE2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B7E8BE4D-45C0-4108-9148-E17C85B9E98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BF206D7A-8A0A-404E-8495-5845086367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A7730123-0F21-4202-BA00-4E070EB633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08570" name="Grupo 303">
            <a:extLst>
              <a:ext uri="{FF2B5EF4-FFF2-40B4-BE49-F238E27FC236}">
                <a16:creationId xmlns:a16="http://schemas.microsoft.com/office/drawing/2014/main" id="{2552049F-2D76-4795-85A0-BE134101C2A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37D258E1-29B0-452D-AD81-E69A7749E6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A0CC988E-D387-41E4-BAA2-4E95F0FB8A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8698161E-0DCB-467F-AE35-1C34D0196AD3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DFDEBE00-9B8D-443E-B570-6AF4350E4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8BF7E1BD-F7C2-4C14-8B55-75F5CAA01F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A24F9A1E-65C7-4BE9-93A5-E8F1B3FA4F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B0E8859C-24F8-4397-80AE-EEBDF35532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A5E909BA-B941-4C50-9E98-CBE6157ABBE3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FE5A1CC5-AE9A-4D20-A075-2D55C36DE0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8540AC27-70D5-47FA-9FD8-33323FC80159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56784550-6135-4C7C-8B5E-09993B66F41A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0CAD3121-175C-4FF9-A407-47A957020A3F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8" name="Forma libre 317">
            <a:extLst>
              <a:ext uri="{FF2B5EF4-FFF2-40B4-BE49-F238E27FC236}">
                <a16:creationId xmlns:a16="http://schemas.microsoft.com/office/drawing/2014/main" id="{9AB29DD1-3A04-450A-B777-15A3A4011291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78C7B1E5-EA15-419D-964E-4607142CC479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EBFF4961-F2A6-4426-A943-4DD997452D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734B152F-C2B3-4C88-9D45-EAFFF279AF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2E0246FC-2C74-4913-BFF5-3D8B475B2EB8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8BBDA0CD-3FBC-4A77-9535-0C35AB16CA71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6CEDA380-A8A5-4564-9A67-47FCA6B86090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Rectangle 43">
            <a:extLst>
              <a:ext uri="{FF2B5EF4-FFF2-40B4-BE49-F238E27FC236}">
                <a16:creationId xmlns:a16="http://schemas.microsoft.com/office/drawing/2014/main" id="{295E72C1-B108-4785-8424-351407840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EC0A55B0-1C00-4A0E-950E-316071D4154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BC36AEC3-1998-42E3-92AA-54F575284204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6058059B-CD1F-4300-840A-7EC3CF54E90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3912D12B-9979-4213-90C6-C91144057F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8A2C08C6-1949-4928-A18B-FBB01892C5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2562B20E-8FE2-4D7D-B665-46F85077C1AF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953174DF-8714-4DA3-A332-6821419656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27605743-D3C8-4763-81B8-DDE1804FAFB1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4623F58B-B313-48E5-A320-AAD10DC99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A2C13224-02FB-4132-816A-B6F47F15A9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2" name="Forma libre 31">
            <a:extLst>
              <a:ext uri="{FF2B5EF4-FFF2-40B4-BE49-F238E27FC236}">
                <a16:creationId xmlns:a16="http://schemas.microsoft.com/office/drawing/2014/main" id="{D34D314A-27FB-4128-87BE-A5691130DC35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42B852B4-92B7-4AB3-AB49-6DA2AE572C1B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9EDE13D0-E1BC-4CF4-B676-6721C6901579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7E07B462-2A42-42D8-B2C6-F1B83D59FDB5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A739AA80-F4AC-4970-B274-B5C8043F657E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funct7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" name="Elipse 9">
            <a:extLst>
              <a:ext uri="{FF2B5EF4-FFF2-40B4-BE49-F238E27FC236}">
                <a16:creationId xmlns:a16="http://schemas.microsoft.com/office/drawing/2014/main" id="{510E8A1C-1D58-4CF4-AC04-9C8E429AEC82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39630107-BB96-4B68-888E-622A7DBFE9F8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27A35F2A-FCBE-42E3-BFF3-E1EF063FD22D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" name="Text Box 50">
            <a:extLst>
              <a:ext uri="{FF2B5EF4-FFF2-40B4-BE49-F238E27FC236}">
                <a16:creationId xmlns:a16="http://schemas.microsoft.com/office/drawing/2014/main" id="{C7551DAC-CE50-4D2A-976A-4FD6988B24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5" name="Marcador de número de diapositiva 34">
            <a:extLst>
              <a:ext uri="{FF2B5EF4-FFF2-40B4-BE49-F238E27FC236}">
                <a16:creationId xmlns:a16="http://schemas.microsoft.com/office/drawing/2014/main" id="{5D40DD65-F849-47A9-9D3A-B1D473CFC4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C3499C2-BFDE-4123-B4CE-1A01EC9283D5}" type="slidenum">
              <a:rPr lang="es-ES" altLang="es-ES">
                <a:solidFill>
                  <a:srgbClr val="171717"/>
                </a:solidFill>
              </a:rPr>
              <a:pPr/>
              <a:t>54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a libre 6">
            <a:extLst>
              <a:ext uri="{FF2B5EF4-FFF2-40B4-BE49-F238E27FC236}">
                <a16:creationId xmlns:a16="http://schemas.microsoft.com/office/drawing/2014/main" id="{E42B1AAC-311C-4840-AC61-28A60C45F4D8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E5B0D925-E01C-4FA6-8D5F-9DBB4E3580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A70CCD92-ED65-4C44-8056-D670B4597A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E0061E40-9AEF-4931-974A-DAB5E75D5E25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30370034-3219-4238-81A5-C5BA4BE45653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2ED18306-3D97-4B2F-B8E5-1E0C331EE0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10599" name="Rectangle 3">
            <a:extLst>
              <a:ext uri="{FF2B5EF4-FFF2-40B4-BE49-F238E27FC236}">
                <a16:creationId xmlns:a16="http://schemas.microsoft.com/office/drawing/2014/main" id="{1582EB83-C1FA-4D0E-B96F-4B8961D7C2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ALU/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24820A00-6010-45EE-8DE1-08DAE8732678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B35F1C26-ADAA-4A43-87C5-13D485736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0AC3C02E-D5D0-40EE-B638-CAF37367F099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10610" name="Grupo 188">
            <a:extLst>
              <a:ext uri="{FF2B5EF4-FFF2-40B4-BE49-F238E27FC236}">
                <a16:creationId xmlns:a16="http://schemas.microsoft.com/office/drawing/2014/main" id="{33EF0076-A7BF-44DA-9702-B3D070C86403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21C862FF-5575-4C84-A22D-EE16BC0F2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959FD3F8-E1F7-43F2-99BA-C29AB4121E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099F5D14-0849-4610-8D01-9101076CA6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6A137CF4-864F-4282-B17D-FAF7983150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ACAB5FF8-A3A0-4A5E-904C-F6B5C4A486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4A72141A-BC07-4A48-BDFA-9712B9506F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4B42435D-6B5D-455D-8C22-206FCEA1C8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C7BF6B5E-D3DB-4F35-BA68-5DA225FEE8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062C8866-8236-4477-9837-8197FE97E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7D18A13C-21C0-4860-A0CE-A1CD78DC81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110611" name="Grupo 203">
            <a:extLst>
              <a:ext uri="{FF2B5EF4-FFF2-40B4-BE49-F238E27FC236}">
                <a16:creationId xmlns:a16="http://schemas.microsoft.com/office/drawing/2014/main" id="{2A64917A-E9E7-43B4-BD70-E97CBAB1341F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E5599144-C570-498E-8CBA-9F46F5A929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784D6C0F-ED86-4C4C-B511-5569E6D1C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7D25E77F-9E3F-42FB-831C-E810C1B067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B96FA120-96E7-47A4-90CA-137459C592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80178AC8-CC01-4043-887A-9BC6704643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0CB31758-F638-4C2A-80E5-8C50416874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B63C04C4-A91B-4D83-831C-7C980179A2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7C9C21B1-1BD6-41A3-86B0-4CB5122C32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5CD3D2ED-DE93-4B90-8E3C-611FE204A56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10612" name="Grupo 213">
            <a:extLst>
              <a:ext uri="{FF2B5EF4-FFF2-40B4-BE49-F238E27FC236}">
                <a16:creationId xmlns:a16="http://schemas.microsoft.com/office/drawing/2014/main" id="{4E8A79A7-8F11-4555-A78F-CB77672391F5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30E02E06-561C-4F8A-B424-0E816FE1C7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B96EDA19-CB43-4D1D-A097-1796347C4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F2FF7A16-EDFA-45F4-B171-3BFD8C7B50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A4CCE7CC-D8CE-468D-9F89-F0FEA3501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950D31CC-F477-4F01-8415-CDC185649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D601310B-F997-48D0-8EE0-77244E56E6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58173B0A-65CA-4DCB-A5A4-A1DCF03ED6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4D58E4A7-347D-4F50-AF8C-2AB43ED91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DF2CD010-423D-4C15-9193-679B131173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D278F6F8-FF1D-4DAE-9E98-96513DA7E3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53161978-8FB4-4B9C-B0B4-E922C8314E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90F9B791-68C0-49F3-BEE7-F46F6905EFD5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003F3548-0BD8-4778-B906-2E23F786A1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9F326AAB-7A8A-4DE7-8B81-605349F23C97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10616" name="Grupo 228">
            <a:extLst>
              <a:ext uri="{FF2B5EF4-FFF2-40B4-BE49-F238E27FC236}">
                <a16:creationId xmlns:a16="http://schemas.microsoft.com/office/drawing/2014/main" id="{24E2D1FC-BCBB-4D39-928D-45665244B642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FB8C907D-D3E0-44AE-A244-D126BD9FF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D3A346BF-BE4E-4780-A59B-D850753D2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05713A00-D2F8-42FE-BE5D-6CD1AB2FCC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AE1D8671-DF0F-4A7E-9C3C-93DCAC6EA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4E16A7D8-DC67-413B-B705-39949AD1C7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B44DB523-D5A7-4D33-B1E7-3B85C32CE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012C77B2-3ABD-45C8-AE52-1B4738D78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9D17C4FE-1981-4A8C-B619-AB297F3AE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A7B50726-1C38-4F09-819B-406A76857D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80867F12-E768-498D-85DB-4118D5856E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CF0ADB29-9E6B-4DA9-8DE8-66CCC71DF0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B98D391C-674F-4D06-93B3-546E585C37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61E433AF-51E9-4EA8-8172-C081E95666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6C141CD7-C4A2-4945-AF23-AE6043C6D9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B6D1F6E4-7682-4B60-B81F-ED1C029A6C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C3B2EDDA-B074-4763-ADBE-A5FD0488F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D413BAE0-BB90-4C2D-BE14-154C56682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2997A77C-BA7E-48C0-B262-3178259F06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CC619DFD-E1B8-42A4-ADEF-B456283825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C37BDE1D-4D3D-4E5A-A74E-0199B5E458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B87F53F0-EDB2-4F18-95DB-DF5A2B280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A9D6233D-489B-4F83-9164-D11B1E50FB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572CD522-8DE4-4347-ADB6-0CF65241C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84BE5E61-42B9-4028-94A5-A968EEEE01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9AE20FCC-477E-49C6-88B3-81A94A2DC2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A3A3E0DE-4C4B-490D-8CE5-1F4E7AAF1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A3D6B471-A120-4757-A066-8406F2EEB8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1D0A7525-FD46-47D6-AB5F-5D2568453E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440D950F-1ECC-455B-B08E-64E22A25D84E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10617" name="Grupo 261">
            <a:extLst>
              <a:ext uri="{FF2B5EF4-FFF2-40B4-BE49-F238E27FC236}">
                <a16:creationId xmlns:a16="http://schemas.microsoft.com/office/drawing/2014/main" id="{B3FA7612-891E-4E66-B352-8981ACC1CE08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1C183733-5E34-4EF2-8850-D62A6B6D0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017529E5-1CF4-488E-99B4-0016DE708A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14B5315E-A60E-4ED7-92A8-A85C34669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46645363-4440-4C5E-ADC8-3D0816F880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0C4364EB-F507-4362-AF7C-83EDC14CF2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CC223EF3-8753-4200-947B-3CADEE3B70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9CC6F49E-CA2D-4693-B591-FF65C90D42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1178A2F7-D85F-4AF1-A3A5-0E8408FB84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AA9CD0B1-FB09-40F7-834F-15D36BB93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0F56DA70-9DF9-4A26-9E8F-F1520F54D7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1896E9DF-A892-441F-BB40-68E0F88B89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FE3BC83E-007D-4176-A73B-B4994427FB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14BE9729-C1E5-4CEB-B1C9-101D03132E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2A04E224-C4C1-4178-BDD6-54C4B248D4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A9575DAA-FCE0-41CF-8075-66A1075AE8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163D6783-AFEB-4D25-B198-1736D5F4E9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D558A8C4-DEAB-4933-8FCE-2832E099D9C7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10618" name="Grupo 281">
            <a:extLst>
              <a:ext uri="{FF2B5EF4-FFF2-40B4-BE49-F238E27FC236}">
                <a16:creationId xmlns:a16="http://schemas.microsoft.com/office/drawing/2014/main" id="{6E343CB4-1D47-49C0-AE34-62CC65630515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3C3E8918-8626-479A-8544-3D6E974253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08E39A6C-A74B-42D3-9569-C571572D5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3CEE38E4-EC37-46A1-980A-82E086BB33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3BFA015C-2194-4990-B1EF-49D7BBD8E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962A1AE6-9D04-4D99-92BD-A5E468A8D1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176B7D24-27C6-4A7E-9092-5F87587DF4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76DDFE0D-22B6-4847-99D4-5769B5613A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B1BB3DF2-8750-44D4-978F-22CBE368DB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C52AEF18-64D5-4682-A4F3-0C93EF265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B197C74D-4E23-480F-BC80-E75EBD342C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D2296AC9-6917-4BF9-9992-75D95DD67B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ECA7D000-6C0B-4442-87D9-B50B5ECA5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F532DAA7-9A94-469A-BEB0-652415C228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463EAAB5-9D43-4D23-92A5-1D3689B0F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5202A226-4C7F-4F50-A9D5-ADD86E4A9C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80F65CF1-9C13-42EC-A0E7-C802580302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E700D486-4C8B-4A84-943D-EC8C8FE18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A9772E70-C77E-4F75-8818-D12925DB43F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327828B6-73F0-4AD3-BF98-9E4E7B0D9EE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BBAF86B6-9D53-44B9-B61A-97AB198126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CEF8F328-44D4-4F62-983B-B4B757DDD4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10619" name="Grupo 303">
            <a:extLst>
              <a:ext uri="{FF2B5EF4-FFF2-40B4-BE49-F238E27FC236}">
                <a16:creationId xmlns:a16="http://schemas.microsoft.com/office/drawing/2014/main" id="{72E5EC72-A514-47FB-A38E-39C15B533CA8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10D3F0B3-D181-4C92-8D58-65AAFDFBEF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9BE39CB4-78B5-4D3C-A164-22C181BE79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00AF1EE7-7C26-4F51-A863-A1E0D240CA2B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92CA59AB-2AD5-4A39-8C55-22903EF598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946925F7-9C1B-4ABC-8326-EA5E7FC770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F8F6213F-CB26-47EE-9E2A-415202521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667DC444-441F-490E-A34E-4919549B02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EE7EA86A-8F10-41DA-80E3-38087BFDAB87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2012AB11-9231-4EA2-AC22-5EACCF9DA3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BDDFB7E3-7705-416D-BF26-44496E21D4FF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D32C1F60-82CE-4F92-9B23-EA2CEB596A69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8" name="Forma libre 317">
            <a:extLst>
              <a:ext uri="{FF2B5EF4-FFF2-40B4-BE49-F238E27FC236}">
                <a16:creationId xmlns:a16="http://schemas.microsoft.com/office/drawing/2014/main" id="{5CACB88B-5109-4037-B8E5-2D6E914385CC}"/>
              </a:ext>
            </a:extLst>
          </p:cNvPr>
          <p:cNvSpPr/>
          <p:nvPr/>
        </p:nvSpPr>
        <p:spPr>
          <a:xfrm>
            <a:off x="6423025" y="4625975"/>
            <a:ext cx="1289050" cy="1025525"/>
          </a:xfrm>
          <a:custGeom>
            <a:avLst/>
            <a:gdLst>
              <a:gd name="connsiteX0" fmla="*/ 0 w 1289050"/>
              <a:gd name="connsiteY0" fmla="*/ 1025525 h 1025525"/>
              <a:gd name="connsiteX1" fmla="*/ 314325 w 1289050"/>
              <a:gd name="connsiteY1" fmla="*/ 1025525 h 1025525"/>
              <a:gd name="connsiteX2" fmla="*/ 314325 w 1289050"/>
              <a:gd name="connsiteY2" fmla="*/ 0 h 1025525"/>
              <a:gd name="connsiteX3" fmla="*/ 781050 w 1289050"/>
              <a:gd name="connsiteY3" fmla="*/ 0 h 1025525"/>
              <a:gd name="connsiteX4" fmla="*/ 1289050 w 1289050"/>
              <a:gd name="connsiteY4" fmla="*/ 0 h 102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9050" h="1025525">
                <a:moveTo>
                  <a:pt x="0" y="1025525"/>
                </a:moveTo>
                <a:lnTo>
                  <a:pt x="314325" y="1025525"/>
                </a:lnTo>
                <a:lnTo>
                  <a:pt x="314325" y="0"/>
                </a:lnTo>
                <a:lnTo>
                  <a:pt x="781050" y="0"/>
                </a:lnTo>
                <a:lnTo>
                  <a:pt x="12890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CB4749CB-9FCC-4007-B3DC-411FDA8C9105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0626" name="Text Box 50">
            <a:extLst>
              <a:ext uri="{FF2B5EF4-FFF2-40B4-BE49-F238E27FC236}">
                <a16:creationId xmlns:a16="http://schemas.microsoft.com/office/drawing/2014/main" id="{67818D64-2EC7-4266-BA9B-3B955894A6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110627" name="Text Box 50">
            <a:extLst>
              <a:ext uri="{FF2B5EF4-FFF2-40B4-BE49-F238E27FC236}">
                <a16:creationId xmlns:a16="http://schemas.microsoft.com/office/drawing/2014/main" id="{C3154F4C-B284-4309-93DD-75E7636E1F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3971E12B-F60E-427A-872E-FAD4AA57ADDA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F9748CC3-AAD0-4DA6-81E4-46D29877F7CE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Rectangle 43">
            <a:extLst>
              <a:ext uri="{FF2B5EF4-FFF2-40B4-BE49-F238E27FC236}">
                <a16:creationId xmlns:a16="http://schemas.microsoft.com/office/drawing/2014/main" id="{C9F0E69B-2FBB-49FB-94C8-5A9FFEF910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D3646603-34EF-46BE-B2F2-B9A814D08D02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45AB8B3F-1182-4929-9336-45976D604F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F4559145-7A68-414C-AD49-649BB23FD3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EE596E54-941A-45A1-AC0B-BEE40FF7A3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E2FED902-3BF7-4362-9EA5-884B658F9A5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32360D98-67C2-400B-949D-7F68042D4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7134A3B3-7B95-4DEC-BF8E-5E987A2087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73EB8B9E-DF17-4160-9F51-CFD51293F08D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5964E570-DF73-457C-BF4E-EDB060B1B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73430486-73C7-45AB-B571-EAFBD0A3B8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2" name="Forma libre 31">
            <a:extLst>
              <a:ext uri="{FF2B5EF4-FFF2-40B4-BE49-F238E27FC236}">
                <a16:creationId xmlns:a16="http://schemas.microsoft.com/office/drawing/2014/main" id="{D85B6E64-0B7B-442E-855A-3F5092B64CD8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C9DC0183-B354-418F-82CE-97610CD29A75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FF8ACC8D-9DF6-4B59-A4BC-04AAA0E9A8AE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F097B17C-8ECF-42C2-BED4-E27487F74A02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01E279B3-E6BF-4DF4-BB10-7D19328029EC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funct7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" name="Rectángulo redondeado 9">
            <a:extLst>
              <a:ext uri="{FF2B5EF4-FFF2-40B4-BE49-F238E27FC236}">
                <a16:creationId xmlns:a16="http://schemas.microsoft.com/office/drawing/2014/main" id="{7E9AEE81-9806-494F-B34D-DA70F573DDA8}"/>
              </a:ext>
            </a:extLst>
          </p:cNvPr>
          <p:cNvSpPr/>
          <p:nvPr/>
        </p:nvSpPr>
        <p:spPr>
          <a:xfrm>
            <a:off x="4252913" y="1819275"/>
            <a:ext cx="56197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Rectángulo redondeado 10">
            <a:extLst>
              <a:ext uri="{FF2B5EF4-FFF2-40B4-BE49-F238E27FC236}">
                <a16:creationId xmlns:a16="http://schemas.microsoft.com/office/drawing/2014/main" id="{E746BCCC-79C1-4669-89A6-F77CF996BD41}"/>
              </a:ext>
            </a:extLst>
          </p:cNvPr>
          <p:cNvSpPr/>
          <p:nvPr/>
        </p:nvSpPr>
        <p:spPr>
          <a:xfrm>
            <a:off x="5076825" y="1822450"/>
            <a:ext cx="6143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Rectángulo redondeado 26">
            <a:extLst>
              <a:ext uri="{FF2B5EF4-FFF2-40B4-BE49-F238E27FC236}">
                <a16:creationId xmlns:a16="http://schemas.microsoft.com/office/drawing/2014/main" id="{18F0A5B7-2432-4A0F-9275-BAB396FB5FAF}"/>
              </a:ext>
            </a:extLst>
          </p:cNvPr>
          <p:cNvSpPr/>
          <p:nvPr/>
        </p:nvSpPr>
        <p:spPr>
          <a:xfrm>
            <a:off x="5956300" y="1825625"/>
            <a:ext cx="615950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E8C58EA1-0434-493C-9F0D-59A91577376B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Elipse 27">
            <a:extLst>
              <a:ext uri="{FF2B5EF4-FFF2-40B4-BE49-F238E27FC236}">
                <a16:creationId xmlns:a16="http://schemas.microsoft.com/office/drawing/2014/main" id="{00B12993-F9C7-4C0F-9CDD-AE30C4F54564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" name="Elipse 28">
            <a:extLst>
              <a:ext uri="{FF2B5EF4-FFF2-40B4-BE49-F238E27FC236}">
                <a16:creationId xmlns:a16="http://schemas.microsoft.com/office/drawing/2014/main" id="{72082867-0178-4112-951E-26287B6BBEB7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" name="Line 18">
            <a:extLst>
              <a:ext uri="{FF2B5EF4-FFF2-40B4-BE49-F238E27FC236}">
                <a16:creationId xmlns:a16="http://schemas.microsoft.com/office/drawing/2014/main" id="{1F339B00-9DC9-4143-8113-5D795F74058E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5" name="Text Box 50">
            <a:extLst>
              <a:ext uri="{FF2B5EF4-FFF2-40B4-BE49-F238E27FC236}">
                <a16:creationId xmlns:a16="http://schemas.microsoft.com/office/drawing/2014/main" id="{D7FD368C-8478-4D5D-9094-D31CB6FD4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9" name="Marcador de número de diapositiva 38">
            <a:extLst>
              <a:ext uri="{FF2B5EF4-FFF2-40B4-BE49-F238E27FC236}">
                <a16:creationId xmlns:a16="http://schemas.microsoft.com/office/drawing/2014/main" id="{FA979E99-FA89-4A8D-BFF9-3D7488868B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545F0BE-E422-4D33-9CF3-3515517B5EE2}" type="slidenum">
              <a:rPr lang="es-ES" altLang="es-ES">
                <a:solidFill>
                  <a:srgbClr val="171717"/>
                </a:solidFill>
              </a:rPr>
              <a:pPr/>
              <a:t>55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a libre 6">
            <a:extLst>
              <a:ext uri="{FF2B5EF4-FFF2-40B4-BE49-F238E27FC236}">
                <a16:creationId xmlns:a16="http://schemas.microsoft.com/office/drawing/2014/main" id="{F9DB031D-04AA-4400-9BD8-DBD5D96C1014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48EDA378-6E77-4E74-BD75-B7F6553B30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98D6DB2F-2917-4D6A-98A4-4EB33CE56A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858E58BB-1B93-4B0D-86B1-17FF173441A7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F55BFD09-90A6-4D35-AE26-4E74063CC537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75AA16CF-0399-4DEE-BBA0-9060065748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12647" name="Rectangle 3">
            <a:extLst>
              <a:ext uri="{FF2B5EF4-FFF2-40B4-BE49-F238E27FC236}">
                <a16:creationId xmlns:a16="http://schemas.microsoft.com/office/drawing/2014/main" id="{367C688D-AEFF-4C7C-B835-43E6D7B405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ALU/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5BA6146D-352E-437D-AD16-1B74CA712625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05DFC401-E7FB-408E-8FA0-49D7A0750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016CEEBC-48DE-4A9E-BEAF-859E72F9B4D3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12658" name="Grupo 188">
            <a:extLst>
              <a:ext uri="{FF2B5EF4-FFF2-40B4-BE49-F238E27FC236}">
                <a16:creationId xmlns:a16="http://schemas.microsoft.com/office/drawing/2014/main" id="{59892378-B2F1-4D51-BE92-73C59417EEB3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3A4C0051-3808-4042-ABC0-A982A43EB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4C120FBD-81C7-4D07-BC28-B9149E3C32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C46B5B7A-720E-4042-A2CE-DE24562D4E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31A9078A-D6B8-43A2-B648-511B29DA6B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F845E5A0-FCED-4340-BD3E-45CD91FAE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DF9E6C66-DBDF-4AC1-9F2A-22AC71B1A6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FC209DFD-D747-430A-A2D7-00EC5F0015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E7B768DF-1689-4A34-8551-15A215F05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BB8B1ABA-CFD8-4E1C-B982-D317E337DA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E24CC7C3-A409-41D1-B411-9360AA2CBD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112659" name="Grupo 203">
            <a:extLst>
              <a:ext uri="{FF2B5EF4-FFF2-40B4-BE49-F238E27FC236}">
                <a16:creationId xmlns:a16="http://schemas.microsoft.com/office/drawing/2014/main" id="{F48CC09A-55B8-49AE-8F6B-7AC4763D8E1B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21AC3484-327A-4E35-A0F6-338331242F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41FA6269-2A20-42F1-9F4C-4F3E079E7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F2C1521B-540D-4484-909F-9035C9768E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4F91B82A-FE56-4EA9-BAA0-767B2B83D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E472472E-5AE0-4B05-A27E-EE437D50DF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5B116544-77A5-464C-9B3E-240CA71D54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7265C415-8491-4CE9-BD1B-95C389AD4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D27B8C02-4F51-4274-BCB0-1C8783E890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C8E0C9D5-D6B6-489C-AFBB-828470A4A6EA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12660" name="Grupo 213">
            <a:extLst>
              <a:ext uri="{FF2B5EF4-FFF2-40B4-BE49-F238E27FC236}">
                <a16:creationId xmlns:a16="http://schemas.microsoft.com/office/drawing/2014/main" id="{39E502FE-699A-4CFC-A0DC-A36AC8F9D9C4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D74C5E9D-9D78-4F3E-946D-6CA3ACF7ED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C4F6B2CC-E47F-42DC-85B1-99B9131CC5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9A2D77D3-5908-41B9-A7D4-3644A151A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25D981C7-9C90-498D-AFC0-033E0D2D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8C957F22-6BCC-4F8C-B41A-F55DDAC6D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990C1F32-36FA-42FA-A7D9-6065907A89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47D584EE-4FB9-4A6E-86C3-5FF5E56504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772593ED-0C78-4409-A3FE-042164605B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D96B378F-E4AE-48FD-8D09-51EA9FEBB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876457E0-333C-485C-8153-ECDD854DD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E86CF496-39F8-4154-9DD5-75D4C37755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3FED762F-4984-4B04-98F3-5ACB87DCA8D8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032574AF-112F-4B4B-ACA8-975C8A538A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7945EF04-D76E-4871-A874-F8D83B7C0E3A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12664" name="Grupo 228">
            <a:extLst>
              <a:ext uri="{FF2B5EF4-FFF2-40B4-BE49-F238E27FC236}">
                <a16:creationId xmlns:a16="http://schemas.microsoft.com/office/drawing/2014/main" id="{9156DCDE-487F-41F5-BF54-9CC2082BA499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8BC6C036-CF11-4644-B715-3F25E3B21D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37F3C114-5D0A-4012-889D-B2517A611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86C94C5C-3638-4302-A4B4-BDC6D3DC3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1B0843EF-D057-4876-BBAC-1B2B283189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5CCC7094-E800-42F2-A995-853E638CEC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8AB3B176-622B-4993-AEBA-DEC7C74BCC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92E245E4-4B1F-4B8C-94AE-2AB1EF7CA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0138DCA2-DA94-41A2-9EB5-84E9AA1D16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C1089913-3B1E-40A3-8F03-1CA11AA797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D2F6B3B0-2C09-4CAE-932A-51DEE592F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5CAD6E50-B221-4AA4-894C-36B1F5522D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8E105BC2-8AAF-42E2-8901-3C448F4818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7BEC698A-0DE2-4F62-AEE0-BC6E92253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D6A1D5EE-27A9-4467-8EC7-A83FC859C1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27FB7708-E277-4EA5-8C1D-5DAD4B565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43DB4EC3-4048-4606-91C7-B2E849DDE5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33D1A082-C692-4AC6-B9F8-C0ED54FC17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D037A0B1-392C-4FD5-9380-76B6ADA4E0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15EFB9F4-1E5A-4A19-9614-2889A5E0BA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E91428D1-05F4-4803-B53C-494A6E3360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52C66D4B-E231-45B8-9481-3A7E30623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FB4FA0B1-7039-4372-B7CD-9622B0A623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CEE7D69B-B7DF-4DA5-AB35-1DB7A715C7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FB6D9D2B-CB3A-4A23-BF5D-B35E6A47B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65C316F2-88CF-4005-A103-8C27A5BFF9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45557BAF-011E-46C2-86D0-12EDED08FF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311E7B51-E93A-4CBA-B140-E0F83535E7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894B82E2-BA0C-4A84-9765-435D9DA289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58FF9A32-91A4-4F50-AE18-8DA17EE0F32D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12665" name="Grupo 261">
            <a:extLst>
              <a:ext uri="{FF2B5EF4-FFF2-40B4-BE49-F238E27FC236}">
                <a16:creationId xmlns:a16="http://schemas.microsoft.com/office/drawing/2014/main" id="{EB9F838F-1E56-42FB-AAB8-EB5121F4BCBC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836C7F33-02D1-4004-9C2D-150D9ADBF6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BC100F14-E878-4E1F-B6AC-705FC10B4E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DD0EB082-6B97-407F-B431-BC3784B7B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440E2D1C-4996-465D-A45F-2B01DD7A4A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3EABD53A-FDD6-4EA0-A6D9-F9B1E233D0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8F5859BD-0787-495D-A12B-D869F1954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216E7286-3384-4378-B305-CE59C71863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7BAC004C-6481-42D5-B208-3B299B765F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29289DFD-24F9-42AF-A144-9382B5967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AB4E818C-2546-4212-A26C-D9EE72489A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D91A0B4D-CC80-4955-8358-402FB17DF7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589B96BC-F604-40C7-AC76-A52267A222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9681DFCF-808F-4E64-A8B8-F8A529F7A5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2B2EFB9D-C776-4004-B7D1-EA06AA9EA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C0A8DA84-408B-4A58-A494-39F086DF8C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0D4EFB0F-5D58-4DC4-AE99-D7FCB812B6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05F188C9-9B0D-46C6-874C-A5CBD80F7326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12666" name="Grupo 281">
            <a:extLst>
              <a:ext uri="{FF2B5EF4-FFF2-40B4-BE49-F238E27FC236}">
                <a16:creationId xmlns:a16="http://schemas.microsoft.com/office/drawing/2014/main" id="{B3252629-02F8-4212-94D9-0C113E6A97F8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EE30B483-A779-4714-9E2B-7B9A2F47F5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5895711D-7102-44B7-81EE-C5956F484C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615C76A7-28D1-4B2E-A9A0-9BFBB9A417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B848EA5D-2565-4D6B-A5F4-F56B35A0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7EF692E1-2479-4527-9895-7DBCAF4B02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309BC102-82C6-4C0B-8458-2FC66BE0CC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28BD324C-6C67-4357-B2CB-D4EC9B655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DFA442A6-769C-43EE-8FA4-2C9BE5D1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3DCF907F-45E8-4F36-A69B-60A9CBDDB9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71ADFD14-60A3-4A94-9276-C456615BBD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B9A7B52E-3C31-4648-A2C5-E0E38D397B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7C17FEAD-2B12-4669-9921-6318053554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E1E67FD9-92A4-440D-8E27-7BF4170866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C9E1E111-25D9-4581-9261-CBBC7AB620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BF3B233C-2EDB-4566-9CD9-55033540E6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07E5CFEE-4803-4881-8440-896263D138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B4F5D6D4-3624-4099-AC39-394598510F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B1429AB0-533F-4DC0-A6B0-737DF4D0866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E2587A19-F377-4A30-9B47-2CF2E101FB9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6454F5BE-B89C-49F9-9E31-F5116E4707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16C9C8D8-BB22-4CCB-A9E0-5033769B48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12667" name="Grupo 303">
            <a:extLst>
              <a:ext uri="{FF2B5EF4-FFF2-40B4-BE49-F238E27FC236}">
                <a16:creationId xmlns:a16="http://schemas.microsoft.com/office/drawing/2014/main" id="{4D0BCD4A-4D70-49EE-B050-A8466957D8FB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0B69C4C6-AFE2-493F-B853-41C70502DE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13B4CB8E-C447-416E-9346-09E6F3BA58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B101726C-5098-4FEC-9B63-1952AE4F119A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D9DDAC6B-43AA-4599-870C-8805BC0D5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B175FD40-A696-4160-9EF8-782E1E88B9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FF56C8BF-FA44-4F47-BF5B-A90DC1EC18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E8E233ED-DF06-41B7-960A-A5F39DB25F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28A82D93-9DF8-400B-B6DD-DE1A903D2B6D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77EBE250-6D7B-4340-B651-EA36D4DD29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729CF880-B728-40CB-990B-86306F27392F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5DBEE027-2929-4FE1-95AB-B76B1D65CE4F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B3AB2C36-C902-42CC-B3CD-BA3E7D610522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2673" name="Text Box 50">
            <a:extLst>
              <a:ext uri="{FF2B5EF4-FFF2-40B4-BE49-F238E27FC236}">
                <a16:creationId xmlns:a16="http://schemas.microsoft.com/office/drawing/2014/main" id="{F6A5827E-2451-4D9C-9C6A-51D274A239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112674" name="Text Box 50">
            <a:extLst>
              <a:ext uri="{FF2B5EF4-FFF2-40B4-BE49-F238E27FC236}">
                <a16:creationId xmlns:a16="http://schemas.microsoft.com/office/drawing/2014/main" id="{1579D8DA-F8A1-42D0-B4EA-F9517F0A51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093BE8E4-1CF9-4606-9434-C7764B2B0B88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A520D6E6-1748-4650-9F61-DDE203CAD2C6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Rectangle 43">
            <a:extLst>
              <a:ext uri="{FF2B5EF4-FFF2-40B4-BE49-F238E27FC236}">
                <a16:creationId xmlns:a16="http://schemas.microsoft.com/office/drawing/2014/main" id="{8D1906AE-F421-49E8-949E-07955FB20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ED1D37D2-FE91-4256-9A1F-72172309E4E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DEC94EE1-D57F-480E-A7CF-6D60F36FF253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6EEAA0DC-51D5-4675-A536-00C19884DC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CCF158FC-069A-40C1-BAEB-923E9EEFBF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374803E2-921C-4BE7-A841-B2BF5924C8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F39E9DCE-9A0F-4CD0-AEC1-956C3DAC84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7998ABE1-4DEB-495E-9DBB-49EFEE0578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6A487EDB-3723-4072-96F3-86A582B05FE4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C125E0B8-C75D-4226-8E89-0FD718F8C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DFC210C9-75B0-4052-9EF5-5492BC54FF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2" name="Forma libre 31">
            <a:extLst>
              <a:ext uri="{FF2B5EF4-FFF2-40B4-BE49-F238E27FC236}">
                <a16:creationId xmlns:a16="http://schemas.microsoft.com/office/drawing/2014/main" id="{0BF24DE8-9762-4EC8-A0C5-28BD547BA533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072C4DE5-C709-44A5-B009-4257E8E481BA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98AF8966-4CC2-44D0-8363-028B1FAD1868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DC1C0210-898B-4943-A2BD-C4EF490685D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5CE9395C-B533-4AB6-9917-AE7DB475DAFA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funct7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" name="Rectángulo redondeado 9">
            <a:extLst>
              <a:ext uri="{FF2B5EF4-FFF2-40B4-BE49-F238E27FC236}">
                <a16:creationId xmlns:a16="http://schemas.microsoft.com/office/drawing/2014/main" id="{AA8BF2FC-4130-415A-A16A-82A8222AA4F2}"/>
              </a:ext>
            </a:extLst>
          </p:cNvPr>
          <p:cNvSpPr/>
          <p:nvPr/>
        </p:nvSpPr>
        <p:spPr>
          <a:xfrm>
            <a:off x="4252913" y="1819275"/>
            <a:ext cx="56197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Rectángulo redondeado 26">
            <a:extLst>
              <a:ext uri="{FF2B5EF4-FFF2-40B4-BE49-F238E27FC236}">
                <a16:creationId xmlns:a16="http://schemas.microsoft.com/office/drawing/2014/main" id="{703CCBFD-D5F1-44AD-8C2D-06F84CF2C8BB}"/>
              </a:ext>
            </a:extLst>
          </p:cNvPr>
          <p:cNvSpPr/>
          <p:nvPr/>
        </p:nvSpPr>
        <p:spPr>
          <a:xfrm>
            <a:off x="5083175" y="1825625"/>
            <a:ext cx="1479550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6D3D8CBE-6515-420C-AE58-CB8F1BEC82CE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2788" name="Grupo 27">
            <a:extLst>
              <a:ext uri="{FF2B5EF4-FFF2-40B4-BE49-F238E27FC236}">
                <a16:creationId xmlns:a16="http://schemas.microsoft.com/office/drawing/2014/main" id="{226AD204-1638-4D65-935B-34108D21016D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B65546B7-2399-4E32-9277-8CF754D37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AC76989C-2F37-4042-BF13-A985AAD596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F7C1258B-022A-44C5-870E-20061982AC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2B82E83B-7020-41D1-BB3E-56FE606461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9A037C4D-C292-49CE-A4BE-B923DA1EA2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8E1321BB-578B-4C84-8F7A-BEEB19E41C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4B9FB3AA-C127-44AE-8DED-90588F0E09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66BF074A-D5C5-4ABA-9447-2972A9D00C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773D2709-1DB8-4366-93C9-495708863F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E0E1412C-D899-4C3B-9FBB-533F06619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9C1F5A2C-DFAB-486C-8D84-01C4FC4BBDF6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4F1E0B94-EF3A-42E2-8980-A1269452DC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A899D2DC-5524-4C30-A747-7646FEA9793B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0F43FDB2-F8BB-46AC-B941-E3B526F08B3F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" name="Elipse 47">
            <a:extLst>
              <a:ext uri="{FF2B5EF4-FFF2-40B4-BE49-F238E27FC236}">
                <a16:creationId xmlns:a16="http://schemas.microsoft.com/office/drawing/2014/main" id="{469BD9EF-BF63-47A7-A2CA-97100670D258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7CDBA3B7-B63E-4E93-B7F5-7AF1AFA4403C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6AC2AB23-D399-4DF2-A547-B2C538D10257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Line 18">
            <a:extLst>
              <a:ext uri="{FF2B5EF4-FFF2-40B4-BE49-F238E27FC236}">
                <a16:creationId xmlns:a16="http://schemas.microsoft.com/office/drawing/2014/main" id="{D5AAE97D-1D06-4C93-A89A-3196B38844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2" name="Line 18">
            <a:extLst>
              <a:ext uri="{FF2B5EF4-FFF2-40B4-BE49-F238E27FC236}">
                <a16:creationId xmlns:a16="http://schemas.microsoft.com/office/drawing/2014/main" id="{27089037-93F6-40D9-A4E4-28E10818E6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" name="Text Box 50">
            <a:extLst>
              <a:ext uri="{FF2B5EF4-FFF2-40B4-BE49-F238E27FC236}">
                <a16:creationId xmlns:a16="http://schemas.microsoft.com/office/drawing/2014/main" id="{AC60ED4D-1C39-47C0-8831-4D88A8592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55" name="Marcador de número de diapositiva 54">
            <a:extLst>
              <a:ext uri="{FF2B5EF4-FFF2-40B4-BE49-F238E27FC236}">
                <a16:creationId xmlns:a16="http://schemas.microsoft.com/office/drawing/2014/main" id="{5BF91043-D0BF-44C6-A8AD-75AB79730E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7AAC366-5FF1-41EA-9538-B9B7DB773166}" type="slidenum">
              <a:rPr lang="es-ES" altLang="es-ES">
                <a:solidFill>
                  <a:srgbClr val="171717"/>
                </a:solidFill>
              </a:rPr>
              <a:pPr/>
              <a:t>56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a libre 6">
            <a:extLst>
              <a:ext uri="{FF2B5EF4-FFF2-40B4-BE49-F238E27FC236}">
                <a16:creationId xmlns:a16="http://schemas.microsoft.com/office/drawing/2014/main" id="{2F87F60A-5DB2-4D5B-A07E-E944142BE519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C12CE611-4BFC-4FBB-8158-9D153CC21D38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79A40351-1AAA-4318-ADC7-9C496A2133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174AC50F-446B-4B71-82D6-E6531BD8DE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3866A914-5586-4589-9E04-7F452BD29CFF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66B7E48D-3981-4639-B210-50DC87A1AE25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00E7721B-A035-4D93-9E91-BB31423470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14696" name="Rectangle 3">
            <a:extLst>
              <a:ext uri="{FF2B5EF4-FFF2-40B4-BE49-F238E27FC236}">
                <a16:creationId xmlns:a16="http://schemas.microsoft.com/office/drawing/2014/main" id="{0D8A12D3-6CE7-4091-92E6-E75F4A5AF8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ALU/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90306F71-C1B3-43B1-A517-6A28C05D6077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1A3323BD-EC9E-4621-AE6E-AD951B11C8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6F7AED33-9807-43CD-9E3C-EE43E6F53995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14707" name="Grupo 188">
            <a:extLst>
              <a:ext uri="{FF2B5EF4-FFF2-40B4-BE49-F238E27FC236}">
                <a16:creationId xmlns:a16="http://schemas.microsoft.com/office/drawing/2014/main" id="{8A45D1E6-23EA-4D3E-A3A6-B78912D8FA86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1567A050-9E2F-4EDB-8C0C-1AD151364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7376D812-D9C3-4ECD-B5D0-EA183D4A0A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28A923F8-EAAE-4EAA-ACA4-3447B1D31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AF8608BF-77FE-4279-AA29-BC8E74F253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292B9935-40F7-4830-AACF-D97C83DBCF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410F6A38-86CB-4997-9619-889BEA2D37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A94B8739-25BE-468A-A1AC-B9724F0121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9E67770E-D64A-4141-BC7D-18851CF302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1C7CFACD-5194-4E6F-8E6B-F114C6827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F72690AE-B2F7-4067-ABD3-A7917CDD70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114708" name="Grupo 203">
            <a:extLst>
              <a:ext uri="{FF2B5EF4-FFF2-40B4-BE49-F238E27FC236}">
                <a16:creationId xmlns:a16="http://schemas.microsoft.com/office/drawing/2014/main" id="{56F0BC47-ADA9-4C68-8180-C58B632C4728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519DBF8B-CFC3-405D-8B9D-879AFC7F6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CEFBF6BF-066E-4B65-BB48-BDEE1F1A5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FA54DE2F-5642-4FFF-A9AC-A02FA9B653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03DF3183-4A51-49F2-9692-5F71B7E147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626664DD-6D58-479A-8080-2F78A3C5C5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5B5D6C58-7A5E-4835-8C1A-A066D5B34B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1B10B488-2C68-4FC6-9B1F-4E28ECB53A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B89F2D23-1EF0-409C-8028-977E543989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CACF79B2-1542-40CB-9ACA-A5B5B72E3F44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14709" name="Grupo 213">
            <a:extLst>
              <a:ext uri="{FF2B5EF4-FFF2-40B4-BE49-F238E27FC236}">
                <a16:creationId xmlns:a16="http://schemas.microsoft.com/office/drawing/2014/main" id="{A9DE8E58-8900-42CA-8CB4-CDC210EFB756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30C46BBB-8D54-4302-A0E3-459BF0643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376AEFDA-F1CC-4BE6-9C7A-35BA67A0F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5E8402E0-9654-4B65-83A0-C13B36DD4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6CA306A5-B2CC-416E-8BAF-92A0D0BA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5DECC79E-F9E1-46A8-9D88-AA0F4B8916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AB568B2B-C34A-4753-8D2A-6C22B58EBF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79F6BE64-8A0B-42E9-BF17-9306AEFFF6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A5ABBA45-A02A-4785-93F9-BB47AF00C4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7E99F4D1-72EC-4399-B027-B90AE31FA3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54C00426-E784-44F6-9A76-0A9669FF5F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5EDC494E-070A-4183-9B5F-32AF6279ED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C2FB3889-E444-4C76-A7F1-9E8FFEE22CCE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39EDFBBB-FA96-45C8-B13B-F5BBD4DF39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5862AEC1-0AA0-4FAA-ACF5-B5C49D879F14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14713" name="Grupo 228">
            <a:extLst>
              <a:ext uri="{FF2B5EF4-FFF2-40B4-BE49-F238E27FC236}">
                <a16:creationId xmlns:a16="http://schemas.microsoft.com/office/drawing/2014/main" id="{9738C84E-8BB2-41D8-9D76-97642F1E9603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BF8A47E6-3125-4BBC-BCAA-DFAC8F677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2F203B80-07B6-42F7-92A4-9A0105D53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4FFFD29D-E2E7-49BB-81F8-7ACCC4B77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F8E80CCD-ACDA-4CEA-8A3A-A44B72325C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5547695B-7D03-4731-9040-979EA7F27E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DE1178D3-DE91-456B-898C-9777DCB456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E396C316-4205-41B0-9775-10DC599C9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9D84B7C8-393A-432A-AE22-26238113B6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4A8D6C5E-297C-4A3C-982B-48B903EC6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9B60E846-356C-43C8-9D3D-1F1F192991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0D852B20-97E4-400F-B264-F372A091DF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2910A9EB-ED16-4076-843C-D5318199F6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72F3702C-0649-47E6-B107-4F8AE3D64E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4D97CE72-8993-4117-B44E-645342C4F4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C1606504-6595-4887-8161-A3AA6F3A52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7FD0BF3F-DCDB-49D8-AA09-2F39FA9020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E1A5150D-54B8-487F-BD6B-8126181F74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C1B09D08-33D9-4C38-A1EC-ECC9A616F2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9CBFA9D1-E339-4768-895C-CD136D6E4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538B261B-6753-489B-B6AA-A35F715360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089A3087-585B-4D41-A2F8-D26E76D7B7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0938C97F-759F-4014-B5EB-F85C3150A4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AA6D350A-4AA7-44AB-BAF5-3C85C80CCE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8C8CBCD4-41D1-4CDE-B740-9D851C3BB7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BBF651F5-C09E-4B59-BF18-D621C10A5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7C16FFF3-D70D-4B38-BF60-F0B7BA3E97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0094AC66-27F6-41FE-A158-03C3DC70B6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BDF4F3C4-4EAC-4C34-8EC3-97D211E65E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5DFA5736-862D-48B7-9BB5-DE54EE438A23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14714" name="Grupo 261">
            <a:extLst>
              <a:ext uri="{FF2B5EF4-FFF2-40B4-BE49-F238E27FC236}">
                <a16:creationId xmlns:a16="http://schemas.microsoft.com/office/drawing/2014/main" id="{E9BD89AA-FEEE-4E09-910F-674C98460FC7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78C1A7D2-01DC-4832-84F5-BEF72EDD7A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EB7760D5-64B6-4641-A589-A8F93F66CA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491FC707-F29B-4E33-940D-5C0997ABF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F82E73A8-EDD1-4BE7-971F-7E0D7A981C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85E47635-C7C5-4064-9351-BAF0D0D4ED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FFE56A8E-BC6C-45EB-872F-703AB686AB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DE22689D-4B58-43EF-A646-56A9C34076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27CCBD7E-C746-46FE-B3D8-1785925AFA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A2D194B1-0146-47C6-B7F8-CA2727D68D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5F90D294-1D10-4296-A857-C14EE00D3E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66531891-6A3B-499E-9706-9A8E30B87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C7EF6E45-89B7-4D66-B988-018CDD3EC6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E7EAA8DD-3F98-46CF-B8A0-124F15E42D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8D75FA3A-A0F3-46F9-9BB9-7D72A72F4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A481C6A6-AAAF-423C-B879-A3C03F135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1D1218C2-2C5C-48A5-885C-A3DBD78C78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E5A1A1F1-11C3-40A3-8901-670665A9E3A8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14715" name="Grupo 281">
            <a:extLst>
              <a:ext uri="{FF2B5EF4-FFF2-40B4-BE49-F238E27FC236}">
                <a16:creationId xmlns:a16="http://schemas.microsoft.com/office/drawing/2014/main" id="{7B2681E6-6545-400E-B623-7AC3DDC6CA94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33EE5E72-49A4-4302-A7EB-D1FC6DB3D3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61F7A9DB-1F3B-4D1E-BA62-3E5EB3A6A2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CFCBF037-BF2A-429B-A652-F06E2D9414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85A40C83-D12A-4079-8BE8-BE3EED106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FDD5D264-CA5C-422F-97C6-BF0013CBF4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F67D12F3-46AB-4B59-A93F-65A5C205E8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250C43F5-31D1-4244-911E-D874144FB8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5F79429B-E031-405C-99A1-4D661019CF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23E94DFE-EAAC-458A-93CA-972FF414E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436F9399-C3AC-4BF2-9CEC-D10665CE5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F870B72F-65FF-4203-8755-F342921473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769AF3F5-F408-4539-82BC-4AE0F83FB4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0C6C83F7-34B0-4C9E-BDFB-6E1EBA5A26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5BBFC76E-11D6-46FC-BB29-61005DA5A7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896C5EC7-150B-4F31-83AA-9F96CF15B8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F932FA1E-5A54-436F-9170-FED4F39602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E9FD38C3-1F91-4D8A-ADFC-8B68BCFE70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42672A79-7639-4BEC-8E10-AAE5C796226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EF1783C8-9E43-408D-814B-A68B4625A9B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C1442CEE-E6D8-41D7-AB5C-AC260096C0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A9373D75-1081-413E-A39F-A29D21062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14716" name="Grupo 303">
            <a:extLst>
              <a:ext uri="{FF2B5EF4-FFF2-40B4-BE49-F238E27FC236}">
                <a16:creationId xmlns:a16="http://schemas.microsoft.com/office/drawing/2014/main" id="{28CB5CE3-CF43-43A4-B7EA-8E0A4802C8BD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6E50F0B8-2489-4BF6-B35C-A44B607C3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39592715-451F-40FA-8107-9FF8D0CA0F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800847D5-335C-4F4D-BDA2-C83A71C09815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DD1243ED-A500-4A49-BDC2-2750959D0F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DA2796C6-1FF4-4633-80CB-915B5B711D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0318D31A-80B2-4522-8C59-D775FDEB2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37EED307-3B69-4ECB-8B96-45DA5B4879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50C85DF5-9552-49BE-A388-F8246C2AABAA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B0557F17-131B-4407-9779-D6DADD9222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63861D2F-51C5-4DD2-B552-013C9174B6B5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EEE9E8E7-F10A-49A2-A38B-379C5316144D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5A250D39-972D-47B7-ABDE-9A25EC540976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4722" name="Text Box 50">
            <a:extLst>
              <a:ext uri="{FF2B5EF4-FFF2-40B4-BE49-F238E27FC236}">
                <a16:creationId xmlns:a16="http://schemas.microsoft.com/office/drawing/2014/main" id="{CDE32226-1B25-48B1-9651-E4442A85B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114723" name="Text Box 50">
            <a:extLst>
              <a:ext uri="{FF2B5EF4-FFF2-40B4-BE49-F238E27FC236}">
                <a16:creationId xmlns:a16="http://schemas.microsoft.com/office/drawing/2014/main" id="{CDAD5386-DDB2-4D4C-B1B1-214DF9F9F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E27D8A43-D7D8-4BAA-A7EA-5398E16AF344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71CDC3B1-5840-4572-8227-A58FB356D52F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Rectangle 43">
            <a:extLst>
              <a:ext uri="{FF2B5EF4-FFF2-40B4-BE49-F238E27FC236}">
                <a16:creationId xmlns:a16="http://schemas.microsoft.com/office/drawing/2014/main" id="{69BAB1BE-3D01-4BA9-BD4B-59629716C7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1F73B42D-23C1-45EE-A1AD-58D55B85665A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5AA72F55-F80E-4718-AE0F-5578AF5B6870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4AFC28E7-CC9A-4279-9DE3-287A7939A4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3EE575F2-309D-494D-AE98-F52178929F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503280CA-82DE-48EB-97C7-8EB5557699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B27D4F5A-5FC5-4E71-9EA8-6811335289B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7D31DBE5-CE80-47EE-A2F7-11F4389ED5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001AA35F-CF60-4F11-9937-8322F8FAFF9B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A92AD80C-0294-4C88-BECE-95C5FB3AE2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81E23DA6-BBBA-45EE-A164-02F72C9C26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2" name="Forma libre 31">
            <a:extLst>
              <a:ext uri="{FF2B5EF4-FFF2-40B4-BE49-F238E27FC236}">
                <a16:creationId xmlns:a16="http://schemas.microsoft.com/office/drawing/2014/main" id="{26ABDDAF-72F5-4649-A9AF-F8DC5C9E58F8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53E1BEDB-D590-4AD4-8592-84322B2FB95D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A2172C5A-7C77-44B5-BCCD-00D0A9B5303F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7BDC7FCC-858C-4D02-8387-EEE9F1D4878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CFBBFF71-86AA-4DC9-9C96-572F80289F65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funct7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" name="Rectángulo redondeado 9">
            <a:extLst>
              <a:ext uri="{FF2B5EF4-FFF2-40B4-BE49-F238E27FC236}">
                <a16:creationId xmlns:a16="http://schemas.microsoft.com/office/drawing/2014/main" id="{AEBA9E1B-0F0D-4EA4-9391-CD0298FA0EEE}"/>
              </a:ext>
            </a:extLst>
          </p:cNvPr>
          <p:cNvSpPr/>
          <p:nvPr/>
        </p:nvSpPr>
        <p:spPr>
          <a:xfrm>
            <a:off x="4252913" y="1819275"/>
            <a:ext cx="56197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C4F966A1-B0EF-48CC-A158-703658A80DAD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4836" name="Grupo 27">
            <a:extLst>
              <a:ext uri="{FF2B5EF4-FFF2-40B4-BE49-F238E27FC236}">
                <a16:creationId xmlns:a16="http://schemas.microsoft.com/office/drawing/2014/main" id="{8A1DCDB3-7EB2-4203-B891-FD95E102EA59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925B6677-CFED-4FA6-936A-831F8B8E1D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C2BE93A2-FF9E-464E-9746-ED6DC6DE28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4C7C43EA-564A-4D7E-AABD-E190C1891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572359B7-B1F8-4AEE-A8AD-A547748C28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D6E3613D-74C4-405F-A84F-3AFC5A6F5C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2F24E655-3F1A-429A-BB2A-1CED84B3F9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A5663388-25D9-4366-AC45-DCD07A20A4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4A8A0138-5D58-4158-93B2-575253F8A6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136529A0-8202-4254-BF95-95FC699C3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681F5838-8B66-40C7-BD71-5B5B381CA1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0F4066B4-920A-4D64-BF47-5CC666858FCF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B84F91AC-02DF-40C3-B903-EF3EDF1612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6D03B25C-FB68-4874-9F5C-20941C320DF3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1CDB0902-8112-4E4C-9174-69D9ADDE652A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" name="Elipse 47">
            <a:extLst>
              <a:ext uri="{FF2B5EF4-FFF2-40B4-BE49-F238E27FC236}">
                <a16:creationId xmlns:a16="http://schemas.microsoft.com/office/drawing/2014/main" id="{C362312E-77BE-465C-B05D-9A42ED93349C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3DE3258D-FDC4-4C99-9747-30011B2D39EA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ECE28FED-4FDD-42D6-BEFF-F90A78A8835D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469EDF13-EA0C-4FB4-B400-17416C2248F5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04F72AF2-8E75-4000-A795-B3C75204D5E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" name="Line 18">
            <a:extLst>
              <a:ext uri="{FF2B5EF4-FFF2-40B4-BE49-F238E27FC236}">
                <a16:creationId xmlns:a16="http://schemas.microsoft.com/office/drawing/2014/main" id="{2DB8BE05-43DE-4FEF-9FE8-905C067AEAA9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" name="Rectángulo redondeado 10">
            <a:extLst>
              <a:ext uri="{FF2B5EF4-FFF2-40B4-BE49-F238E27FC236}">
                <a16:creationId xmlns:a16="http://schemas.microsoft.com/office/drawing/2014/main" id="{24787B27-22BF-41AF-B34E-69FF6EBC9EFA}"/>
              </a:ext>
            </a:extLst>
          </p:cNvPr>
          <p:cNvSpPr/>
          <p:nvPr/>
        </p:nvSpPr>
        <p:spPr>
          <a:xfrm>
            <a:off x="5083175" y="1825625"/>
            <a:ext cx="1479550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7B286B32-BD10-4208-996E-BD9C539B16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57" name="Marcador de número de diapositiva 56">
            <a:extLst>
              <a:ext uri="{FF2B5EF4-FFF2-40B4-BE49-F238E27FC236}">
                <a16:creationId xmlns:a16="http://schemas.microsoft.com/office/drawing/2014/main" id="{63CBE208-EDE2-4276-A58B-7AEDC7F1A2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C80F87E-0635-41F8-B7B9-CA9D8A30D239}" type="slidenum">
              <a:rPr lang="es-ES" altLang="es-ES">
                <a:solidFill>
                  <a:srgbClr val="171717"/>
                </a:solidFill>
              </a:rPr>
              <a:pPr/>
              <a:t>57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a libre 6">
            <a:extLst>
              <a:ext uri="{FF2B5EF4-FFF2-40B4-BE49-F238E27FC236}">
                <a16:creationId xmlns:a16="http://schemas.microsoft.com/office/drawing/2014/main" id="{1115953B-15EF-443D-8FA5-92D5F5C79EB9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5295FCBF-798B-4F37-8732-6B345CFFEEA0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3C929A4A-8A31-4E2E-AA1B-44DE85CE8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BCA4D6FB-B873-43CE-90E5-A3784AACD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9A69F916-C9B1-470C-B49C-DE6E5248EEBC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1ACDB08E-4A85-4824-8629-8542C7C56042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874BFD4D-ECB0-4AD6-BC37-DDBA37D407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16744" name="Rectangle 3">
            <a:extLst>
              <a:ext uri="{FF2B5EF4-FFF2-40B4-BE49-F238E27FC236}">
                <a16:creationId xmlns:a16="http://schemas.microsoft.com/office/drawing/2014/main" id="{A8AD22EE-457C-475A-AFB2-2070906A4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ALU/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6B037F97-D1ED-4ECA-9E89-C149E4A62A7E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3D67D22E-0499-468F-929A-14ACF288F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DBB6D2C5-990C-4131-9299-DAD47B3F5F89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16755" name="Grupo 188">
            <a:extLst>
              <a:ext uri="{FF2B5EF4-FFF2-40B4-BE49-F238E27FC236}">
                <a16:creationId xmlns:a16="http://schemas.microsoft.com/office/drawing/2014/main" id="{63372374-A9E1-479C-B4AB-60850BD83C5D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6321886A-824D-442C-A324-B955A968F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279DE79F-550C-4658-8F2B-6CE1D38AA8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D36A2989-99B4-4484-954C-3839471256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A40AF44F-0718-46A5-A345-3CD2ADE04E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B6C3583D-0929-45A2-AB92-8027C8FEE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20A4794F-E100-4602-B82D-7D289834C9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19A409E2-0847-4632-8B51-B42C18424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F79FAE12-59C8-40ED-BD9F-F02755CA37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95597D7A-566E-42CC-8D7A-10462EBD1A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27521F92-EC26-4BBF-9BD3-1E1262FD12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116756" name="Grupo 203">
            <a:extLst>
              <a:ext uri="{FF2B5EF4-FFF2-40B4-BE49-F238E27FC236}">
                <a16:creationId xmlns:a16="http://schemas.microsoft.com/office/drawing/2014/main" id="{0978CFAB-075C-42EF-9587-EFBC8D3D657E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700FAECB-EC33-47F8-8122-C4E0203F9A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05C5533C-1515-45B2-B651-4F80217AE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70E6F07C-ED7F-497B-9DAE-DA08BF15F7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901EDBB9-5BAE-4376-B5AF-D02215606D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2E6B7706-37B8-4339-A0C8-D11DCD6AA1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D5FFD1E8-1EDF-4B26-AC3F-C242F830E1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687432D5-017F-454D-B55A-68DA6B512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3C266497-5AA9-4CBA-AFC2-13F98CD53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D43EA289-B0C9-427A-B9A1-7DA9C97119D6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16757" name="Grupo 213">
            <a:extLst>
              <a:ext uri="{FF2B5EF4-FFF2-40B4-BE49-F238E27FC236}">
                <a16:creationId xmlns:a16="http://schemas.microsoft.com/office/drawing/2014/main" id="{4F9FCC1F-CAD0-4C6B-AB1D-69974BD61982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AB15447B-DD12-4102-8140-31B5BFD8DA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AA7AEAAE-7B02-4EFC-8954-ADF7CF92DA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947B66DB-DC59-497E-9E1D-FD9E7BAC8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0643E79A-762A-4499-8DAF-7717F3BA7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ABFD28F4-91AF-4214-AABA-CC90F5B488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BBE61B92-9C6A-4D6E-9965-AB50B5AB3E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0C6AAA11-4A27-4CB3-B303-977245EB32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1D661EE1-2C98-446F-A390-CF6246A88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5A64E824-F659-48C7-8C72-C281CFB49F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FA2B6F34-4F63-46AD-974A-A9A0D238A9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439E617E-E803-4D98-AD87-BAF47057A0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341286E7-4853-4F71-827A-1DBA931569A6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9D8CA906-75FE-43DE-B3DB-3832F262BE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6944420D-E867-4F44-9032-A9500120FF02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16761" name="Grupo 228">
            <a:extLst>
              <a:ext uri="{FF2B5EF4-FFF2-40B4-BE49-F238E27FC236}">
                <a16:creationId xmlns:a16="http://schemas.microsoft.com/office/drawing/2014/main" id="{3C218ADF-C940-4A1F-A2F3-730F07C7E23E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81BAD3DA-1363-4603-B25F-DD9DFA86EA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00AC98E0-96D1-4E38-8231-FAF258748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C3E21439-C991-4BF5-A6F0-CB291F8BC8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B17E924D-A927-45BE-83DC-7D8EF04997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5AFCD1F4-1C83-4BC8-A812-C53C85B7C3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92AC832C-3C50-4800-8A2E-B2A41E3091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D6896558-71E1-489C-8246-FE7920795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72606C2E-AEAE-4424-8393-69B3CA0097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1E5C125B-7B69-4EF5-81C9-CE85FD3F58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5021FBD2-D11E-4004-AD2F-A462C4395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C9E1D58F-4341-453B-BF5D-8D97270606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E26A7A54-CCC6-4E55-ACB7-395766CC17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965BECB7-7DE4-41C8-A37C-241642EC6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16966" name="Text Box 17">
              <a:extLst>
                <a:ext uri="{FF2B5EF4-FFF2-40B4-BE49-F238E27FC236}">
                  <a16:creationId xmlns:a16="http://schemas.microsoft.com/office/drawing/2014/main" id="{BAA811E5-3F97-4A2E-A0C8-FD543A910C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5pPr>
              <a:lvl6pPr marL="25146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6pPr>
              <a:lvl7pPr marL="29718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7pPr>
              <a:lvl8pPr marL="34290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8pPr>
              <a:lvl9pPr marL="38862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9pPr>
            </a:lstStyle>
            <a:p>
              <a:pPr eaLnBrk="1" hangingPunct="1"/>
              <a:r>
                <a:rPr lang="es-ES" altLang="es-ES" sz="800">
                  <a:solidFill>
                    <a:srgbClr val="C00000"/>
                  </a:solidFill>
                </a:rPr>
                <a:t>Write</a:t>
              </a: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4CFD37A3-96E2-4099-B172-5C1E5EC4AE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6E24BB58-6D18-461C-89EA-9139EC5DF3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ABACCE11-B940-428C-949D-704989CB2B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89A479EE-5211-49BD-9652-4DADD53EDD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D881A9B2-4B72-4CB7-8633-44DC4D8CD0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5FB3BEF2-73B8-43A2-973A-F1D50BC8AB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240E5316-35C3-42A5-81EF-8C0AD1A63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B1273C8F-1259-4628-9FE8-71CBF59758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00DE7B74-A5A0-4D48-B54F-18B7F8250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AAD588E0-4734-42D1-A9C6-89C6C9A25F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0FD1FE89-70E4-4721-A518-6CB2381B68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29FCD6AD-20FE-42F3-84B2-D49823AA20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5AF06149-E741-4B36-94B8-411BB5767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ED76AB16-648E-44F7-B2C8-AF024D1AEA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E408B7CE-EAD5-40D1-B4EE-F8ED6249F66F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16762" name="Grupo 261">
            <a:extLst>
              <a:ext uri="{FF2B5EF4-FFF2-40B4-BE49-F238E27FC236}">
                <a16:creationId xmlns:a16="http://schemas.microsoft.com/office/drawing/2014/main" id="{55921ADF-3C93-472B-B678-7EEFA22A4295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4E568D30-3F2A-4FA6-9858-AE3792E35C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D541A74F-2E3A-45B6-A481-651D0263E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FA93F679-D802-4375-B9B8-C98D6D572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BCFC4447-CC6A-4DF3-AC27-C784C2B805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2C1CEE2E-C8F7-4DEE-9D1A-E3225EE389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782ECE7E-15FE-4EC1-AAFD-E6F6FEDF64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55A5C25F-DE12-4A37-BF59-4672791788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B86B3470-DF30-44CD-99CA-A2C047373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05A04054-B7AE-478F-8302-A3F55E4ADD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61E8F9AF-467F-4CB0-AAC3-2AB59CCB73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EB9A6585-CD6C-4026-A7E9-8CB16D4AE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382DF27D-21D5-4C4B-BD62-745D7DC85B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74174E4E-C6F3-4E50-9859-8B10308C9D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3706CE30-B3E6-4444-B7A0-544E29E398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01ED231C-6EAC-4CC5-88E7-ED2B1081B2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B0EC83BF-FEA4-4B37-9D56-02B53A9FAA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0D262ED7-417C-45DC-9190-D6D082C734C2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16763" name="Grupo 281">
            <a:extLst>
              <a:ext uri="{FF2B5EF4-FFF2-40B4-BE49-F238E27FC236}">
                <a16:creationId xmlns:a16="http://schemas.microsoft.com/office/drawing/2014/main" id="{6D8F1F39-25F3-4407-80D6-92609FB2440E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7A5ADF17-C0AE-4318-B259-BE547D674D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104CB979-0181-4BDC-BC81-FF4D6A709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EC84B9E9-F2A9-46FD-B5F7-7135B4E351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9E0FF5F8-E317-4924-8253-7739B988B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D1DD8239-46F8-4431-8C65-032BB4256F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CDB535E2-53F0-4994-9EDA-EC4F7F5FB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DA175AC0-2E5D-4DDF-A825-5AE7AD8105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B540CDE0-AE2A-44CD-B62B-3EE30CAD54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290F44C7-42F6-4B4A-BA7C-C0BF8CC67E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E4A2E32B-30E2-481C-A766-009B47EE8B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407A9DAE-4ED9-4A5C-B5E8-8F9F241537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AE57F9D1-0B52-4E77-8005-9708A01373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B013CE6B-81D7-4498-8EDB-93072021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D1E6DA50-4B3F-4A76-A9DC-6B4BC5ADC6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23B0A4AC-2806-43AD-85B1-7D16B6FB1C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252A6208-81BF-4BB2-8BDF-6FB49DCA03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8475814C-9842-4DF3-B119-9C60B58089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5B19BB70-4922-4B8B-9097-3C4A4AB6BF4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01D3A4A7-0F0C-4C34-B899-45B56D5F9EC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C00C87D8-7730-433D-9938-AD80C4C25B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8BD58DCE-7908-4FD5-BD1A-802A9F1BD7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16764" name="Grupo 303">
            <a:extLst>
              <a:ext uri="{FF2B5EF4-FFF2-40B4-BE49-F238E27FC236}">
                <a16:creationId xmlns:a16="http://schemas.microsoft.com/office/drawing/2014/main" id="{CC2091F8-0B90-4146-84D3-43C28AA96B6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EF8A2522-14C6-4B29-B5FB-FD28BFA34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C6C68ABC-E1A3-4351-B5ED-2BDDF342F7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85FB7C15-296F-43C8-86A1-CE772B68DE77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B7D92382-EE04-47F1-9188-58B6C3B3AD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FBEDEC99-0E0B-4257-95AC-3DA1976C93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9B16F348-CA2B-4474-B5AC-1971080E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02F0C0E2-9087-4CD9-96AA-7099125755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D4E80F0D-22CE-49A4-8DB7-8F4B2ED6D118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AF4086DE-5249-4AF7-987D-1001870718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E03A37C6-5475-45FE-B1B1-29A1693AEE7D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35633CA0-D346-4BBC-93FE-2FE4424EFB03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844A7FFF-4805-4965-B9D1-572FFCBB1B9D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6770" name="Text Box 50">
            <a:extLst>
              <a:ext uri="{FF2B5EF4-FFF2-40B4-BE49-F238E27FC236}">
                <a16:creationId xmlns:a16="http://schemas.microsoft.com/office/drawing/2014/main" id="{DF564023-1544-4BEF-B688-9EB6056CBE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116771" name="Text Box 50">
            <a:extLst>
              <a:ext uri="{FF2B5EF4-FFF2-40B4-BE49-F238E27FC236}">
                <a16:creationId xmlns:a16="http://schemas.microsoft.com/office/drawing/2014/main" id="{62C49023-CF48-491B-A394-5216848074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93C09CF0-8DF3-45AF-9A7D-9E41E1AF19EC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2E7325F7-DE3E-4CA7-90C2-D5FBA98D248C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Rectangle 43">
            <a:extLst>
              <a:ext uri="{FF2B5EF4-FFF2-40B4-BE49-F238E27FC236}">
                <a16:creationId xmlns:a16="http://schemas.microsoft.com/office/drawing/2014/main" id="{44682B6A-C9A6-4E41-BFF6-212200001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D3348601-4967-4F1F-8FC6-47692FDEDCD5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B5DBBA42-225D-436B-B3C5-DA1A4DAC4979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66B8EF47-E3F2-455F-AE3F-F007F55CA7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193DD052-A5FF-45C3-8534-9C1B48832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82D47D98-C6EF-4708-A410-E4EDEF91BEE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BDC4C687-E1BC-4FDB-909B-8FEC76D88FC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01040EE6-F9BE-4F0B-8E47-C7EC8CAE1EA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87A55A58-9508-4C58-8EA6-897AF0CF8576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827AE392-1ACA-4454-B544-C38C873C2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116829" name="Text Box 47">
            <a:extLst>
              <a:ext uri="{FF2B5EF4-FFF2-40B4-BE49-F238E27FC236}">
                <a16:creationId xmlns:a16="http://schemas.microsoft.com/office/drawing/2014/main" id="{BC805760-9C42-4E08-BA92-46867F316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32" name="Forma libre 31">
            <a:extLst>
              <a:ext uri="{FF2B5EF4-FFF2-40B4-BE49-F238E27FC236}">
                <a16:creationId xmlns:a16="http://schemas.microsoft.com/office/drawing/2014/main" id="{1EF374B6-6B60-43FC-AB37-FEBB97421D24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9686FD0F-E6CE-4667-BD80-949E2BAC287B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88193AEF-7035-4312-BBCD-5763155EFB38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BAB318E9-0971-4D50-BBFD-74F6387CF4D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58BB32E4-EAF7-4D2F-8AE0-1F64C9C7B14A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funct7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A35679DB-3961-4F65-B880-0B0D5512D690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6883" name="Grupo 27">
            <a:extLst>
              <a:ext uri="{FF2B5EF4-FFF2-40B4-BE49-F238E27FC236}">
                <a16:creationId xmlns:a16="http://schemas.microsoft.com/office/drawing/2014/main" id="{43513F54-3DA4-4298-A1F1-CC5FB7AF5EEE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760E2122-C4DF-4DE2-988A-CAAD9C6491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98B89C66-5172-43B7-80E0-DB121178D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C8D2597A-4BDA-4CEE-A9A2-F96209911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235C352D-B4CD-4C3E-BD4A-2778CEB3E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68DCA815-001E-489D-9483-E41454D131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1B9C01EE-6741-4462-9545-64FECFA54A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2CD83E50-766F-490F-B5C0-5CA3435E5B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C099AC8A-DF5F-4602-9034-8D96EBD85D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4924584C-7A31-4830-A725-9AB67886FA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16FCF855-FF7D-41FA-9BEF-A515B4070E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F834DD35-66E1-4177-92D1-50C589F8D81F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89C4A3F2-5115-4A64-98E7-9B9E74250F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E11E128D-A86D-4022-A82F-FD4A576EB4CD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732EA4B0-3C0F-4751-B15B-45FCCF7DD851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" name="Elipse 47">
            <a:extLst>
              <a:ext uri="{FF2B5EF4-FFF2-40B4-BE49-F238E27FC236}">
                <a16:creationId xmlns:a16="http://schemas.microsoft.com/office/drawing/2014/main" id="{CB3CF469-21A1-41D0-A670-1D92851E2DDB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1CA0F784-2F7F-49EF-BB30-47D22B26B496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D8DF78EC-914E-4880-8D97-BF690EA9B10D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5A768AE0-5332-4AC2-96B2-880BE28DAEB6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5AE94F8E-29D0-4561-A6EE-BADF2135EF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" name="Rectángulo redondeado 53">
            <a:extLst>
              <a:ext uri="{FF2B5EF4-FFF2-40B4-BE49-F238E27FC236}">
                <a16:creationId xmlns:a16="http://schemas.microsoft.com/office/drawing/2014/main" id="{14FEF557-D442-469A-8BF8-94B376C6DC2F}"/>
              </a:ext>
            </a:extLst>
          </p:cNvPr>
          <p:cNvSpPr/>
          <p:nvPr/>
        </p:nvSpPr>
        <p:spPr>
          <a:xfrm>
            <a:off x="4252913" y="1825625"/>
            <a:ext cx="2324100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Line 18">
            <a:extLst>
              <a:ext uri="{FF2B5EF4-FFF2-40B4-BE49-F238E27FC236}">
                <a16:creationId xmlns:a16="http://schemas.microsoft.com/office/drawing/2014/main" id="{3D9C1734-9664-4547-9024-7736E4274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Text Box 50">
            <a:extLst>
              <a:ext uri="{FF2B5EF4-FFF2-40B4-BE49-F238E27FC236}">
                <a16:creationId xmlns:a16="http://schemas.microsoft.com/office/drawing/2014/main" id="{CF6C308C-C10D-41C2-A865-0B1C79CBB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7263" y="3594100"/>
            <a:ext cx="1395412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código correspondiente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 </a:t>
            </a: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(funct3 y funct7)</a:t>
            </a:r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AE3C3B34-19A6-4B4C-AEB6-12817468A0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57" name="Marcador de número de diapositiva 56">
            <a:extLst>
              <a:ext uri="{FF2B5EF4-FFF2-40B4-BE49-F238E27FC236}">
                <a16:creationId xmlns:a16="http://schemas.microsoft.com/office/drawing/2014/main" id="{5D37FB9F-365B-46DC-A4EA-4FF67CDD89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C9709CC-0337-4A27-A36C-DF6C5D86FDBD}" type="slidenum">
              <a:rPr lang="es-ES" altLang="es-ES">
                <a:solidFill>
                  <a:srgbClr val="171717"/>
                </a:solidFill>
              </a:rPr>
              <a:pPr/>
              <a:t>58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a libre 6">
            <a:extLst>
              <a:ext uri="{FF2B5EF4-FFF2-40B4-BE49-F238E27FC236}">
                <a16:creationId xmlns:a16="http://schemas.microsoft.com/office/drawing/2014/main" id="{BBF8E174-F2FA-4969-821F-7C067E969070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625E8B03-A903-4107-8BA7-6344893F175D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DB1A56B6-3889-4DEF-8DF6-DB66B75C4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116E5AB2-3789-4B6C-B565-EFDA2BD74E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C520312A-CE0C-40C7-83BD-7AB48100D6D0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2402AF21-A136-41FF-A90F-AB3C8998FFE1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750A5058-A888-4DBA-95C2-C36C48B38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18792" name="Rectangle 3">
            <a:extLst>
              <a:ext uri="{FF2B5EF4-FFF2-40B4-BE49-F238E27FC236}">
                <a16:creationId xmlns:a16="http://schemas.microsoft.com/office/drawing/2014/main" id="{7DF83F8B-909C-4C6C-B276-051F75EE2D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ALU/ADDI/SW/LW</a:t>
            </a:r>
            <a:endParaRPr lang="es-ES" altLang="es-ES" sz="1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73E466DC-3C60-4BAC-B85F-4CA025EC5D37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C1206939-EF4B-4576-9C30-2668307627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1BD0F6CE-1F2B-4546-A9B8-052D8666F082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18803" name="Grupo 188">
            <a:extLst>
              <a:ext uri="{FF2B5EF4-FFF2-40B4-BE49-F238E27FC236}">
                <a16:creationId xmlns:a16="http://schemas.microsoft.com/office/drawing/2014/main" id="{DD05BDF1-1DAA-4A53-824F-32EB764B524E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1E9B2F66-2FE2-40CB-8A93-8BA2CDF1C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B0592147-7964-4E46-98E3-BA6991191A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B68ED551-DFB8-4BFC-A91D-E08A46B2B5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820D61BA-9763-46E3-B76C-AB5C774D55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8DF532A4-60A0-49C3-935D-F9C1D76E66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500A3AD4-7EB1-4000-A3DA-1AFDBEA242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B9DF4C99-C252-499A-B17C-BF93F5C3D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60A1EEE9-6A7F-4025-9E88-8F01806585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6F34FA5C-74A1-40C4-A46D-87C9BC45A7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5936F70B-7CCF-4029-9FD9-8BB31A36BF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118804" name="Grupo 203">
            <a:extLst>
              <a:ext uri="{FF2B5EF4-FFF2-40B4-BE49-F238E27FC236}">
                <a16:creationId xmlns:a16="http://schemas.microsoft.com/office/drawing/2014/main" id="{7F631BAE-A452-45E0-9D80-A072604A69E7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7BA6EF23-145F-435C-805A-3EBAB56B74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0D8B1D81-DB97-42D4-A060-2EE22090B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73CAA21F-17B1-4E70-93E1-21736E18A1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8711D5B0-56CF-4E7E-B379-3519BACEEA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040B3649-0BC5-4A41-A156-91BDCE5C85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3F4CD172-D586-4D1A-94B4-F5B3D7C395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057AD346-7315-487C-88F7-D398F00AA6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3208B954-ED6B-4ED1-B99D-3794A04739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709514D2-9E00-4BFF-A35F-D34CDACA6B59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18805" name="Grupo 213">
            <a:extLst>
              <a:ext uri="{FF2B5EF4-FFF2-40B4-BE49-F238E27FC236}">
                <a16:creationId xmlns:a16="http://schemas.microsoft.com/office/drawing/2014/main" id="{C370CB20-D811-4DAC-9D10-40B15BE5E070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0A4A902D-1E81-4514-A1EF-D782BB4582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4149B60F-BC08-4CD8-AB78-4111F9949D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02487C83-622A-4334-AF23-FA1EF3079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E0281D49-F7FE-47E1-A512-DF50D7F88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C584AC12-EC98-49A8-A620-B0383DDE96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5BC185BE-FAE9-451D-833B-300601BECF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296F9919-B74B-485E-A56A-D24CA12E1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22231358-D2FF-4B9D-9DA2-A1F81B6BBA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57F8B5DC-0A14-4041-8973-44FC7B74AD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75B760E3-BF11-4185-8863-12AD0EDE5D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E8CF56FB-200D-499F-8893-DD1082C810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60BCC9CB-BC17-4E71-A6FC-7402C6DFB9F2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5554E5E7-AF4E-4E3B-B054-FD3F538D0E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94AF7724-D759-4304-B61A-FA16896284A2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18809" name="Grupo 228">
            <a:extLst>
              <a:ext uri="{FF2B5EF4-FFF2-40B4-BE49-F238E27FC236}">
                <a16:creationId xmlns:a16="http://schemas.microsoft.com/office/drawing/2014/main" id="{2D50E760-60C2-4D17-9B34-39BD03EE77FF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F6AFA6DF-FA8D-456A-B530-C19FE81234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68AEA975-E189-4344-97A7-1385CD93D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50692CEE-1FDE-44AC-8B37-2AB6E2FE3E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971F6EF0-499E-46A7-A931-7282D1DACA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930FAFEB-E59F-4A4C-9C30-D575079700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F37B1D60-9D59-4D84-BF1B-19E6ABF74F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4FA378BA-9D2B-4392-AD29-9D35D7549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C37BBFFD-35DF-445A-AE42-1127F8E2E8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3B777AAC-2052-4A94-AAB0-581E0274F5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563F0851-74E1-4DEA-A293-49E6B2E4F3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9CB7B2DF-A66E-4019-93EB-9B4FCAE90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B3FC5F2D-C8B0-4337-9F76-119B6A345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E0BEEA80-9FAD-4CC4-898A-D35E49246C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8805927C-2269-49AF-AAE1-2D43DD2349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2E65F187-7EE0-407D-9B6B-42C668116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56FCF91F-9BB0-47E2-9A5B-DE21547044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2130D527-8A04-41FD-A6A2-BB11856CD6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4EE1A09E-4964-4AF7-BEF4-997247A85E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8E4A487B-8810-4415-AEB9-770954EA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6B160EE0-89E2-43A0-A004-8DFA7238A5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78026816-C51B-4796-A059-B6B8381ABF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363D3582-872A-48A9-9979-4E55CA5D54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8B1EB4FB-95FF-4002-847C-AA14CD2FD2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08D26B20-5AFF-4290-A6CA-418C4A7D18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DABAABD6-D170-468B-AC75-182FF417C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93319A2B-2DE7-416D-924C-E52F0ED8EF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A3C11DC2-6607-4FBA-87BD-FEF50AA543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A230970A-E69F-4337-BBED-2786185905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22868667-9FBF-436E-9183-E35A4373BE27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18810" name="Grupo 261">
            <a:extLst>
              <a:ext uri="{FF2B5EF4-FFF2-40B4-BE49-F238E27FC236}">
                <a16:creationId xmlns:a16="http://schemas.microsoft.com/office/drawing/2014/main" id="{BF8B38C1-738D-4EA9-805C-894129AA32C1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74980B55-49AC-45F7-AD0F-6983683C59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C777111F-80F7-4DD6-82AE-A13B09873F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DBF9357C-3D77-473E-BF4A-291034A16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DB4E0F1F-3EDF-4E26-AE64-BAC9699DF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F3275590-F567-496A-A1D9-A44F49990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B57E03CD-25AF-410A-B77D-5627C67884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B29073F5-9193-4D49-A665-6365F9AB60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1DE74289-D053-436A-8222-9BAE2C7A69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B65290D1-2558-41E9-AA6E-6D222F0BF4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5EE171A3-FE5C-4F5E-ACD9-6A57E93370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D34CD7F4-E94C-43C2-9923-D1DD0421AA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C8A6A14D-68EE-4148-83CF-7DD9DF777E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20AF0279-EBF5-46B1-9D82-3005278C82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444F55B3-1131-4CA0-BD75-70DF7264C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EA839395-9D57-444B-9F48-D6E78A9BC3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E1C82B59-AD63-44EE-B6BF-B45B40881B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30C4A2F3-FD68-4373-9755-FA5771354B22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18811" name="Grupo 281">
            <a:extLst>
              <a:ext uri="{FF2B5EF4-FFF2-40B4-BE49-F238E27FC236}">
                <a16:creationId xmlns:a16="http://schemas.microsoft.com/office/drawing/2014/main" id="{8DEFF002-D148-422C-881A-26F85DBA4D57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25E6F3A8-ADC8-4897-A134-F0BC0A857C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A892BCB1-583E-4858-9F0E-AC7A28C20D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93B2CE0C-9018-4401-8ACA-CBE8A17B45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F5A1E134-B160-43FC-90EA-8B16F0254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1CFF19CA-6917-464E-93C4-41703E37E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57943D54-72E7-4FCF-9F0F-5916FDD777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4AEFF659-4F10-4168-B529-6B056B4C79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8316F133-A739-4605-B34D-8B20E4FE82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380D8643-5482-4A33-8024-6B560D45EA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14AEE921-41BC-4A4D-BFCD-9AB3082A1A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131E689E-0745-4EB9-A43E-8CF4219007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ED51E5DF-8B8C-41DF-9341-4DA89848E4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896E973C-2B79-4DD1-AAEF-9B36CBC343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9D1C21BF-95E7-4CFA-A781-CE0A9754C9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ECDA76E2-A7C2-41CF-BC08-042286BD6D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3D02D779-2C97-4B7A-8CE9-7DBBD716C0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80AACD82-2FBA-479A-A5BF-566B943542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AE067AB5-4114-4F44-AB8A-EE2783A2187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A7D9B792-5978-4C4B-91AE-F49DBA71E38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1BC4D138-4055-49BF-8F95-0A99567F0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ED1FB4F8-1208-41E7-A6B8-DAADA62ECD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18812" name="Grupo 303">
            <a:extLst>
              <a:ext uri="{FF2B5EF4-FFF2-40B4-BE49-F238E27FC236}">
                <a16:creationId xmlns:a16="http://schemas.microsoft.com/office/drawing/2014/main" id="{039D3816-17A5-4ABE-8095-13C670EA2B9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9BC4A36F-8505-47B3-B1EE-9C59855039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8E57CF22-C163-4039-A111-38652F6A72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05537261-26B0-4164-B92D-41C509AA77C1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17212A53-9384-4E18-89AC-360937CBE1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D8B8BF19-1EED-4847-8BC8-52663DE1A4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458A3E09-7B61-486E-93AB-AB996BB4DE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9426516F-EA84-4881-85EC-B2CA9D41C7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2E66921D-4EB0-4F8C-9B58-EB3CF7EDCC9D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CAFEEE4D-D29E-4314-B6CC-D5494E88ED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96A8C580-3A2D-4C37-9309-8191660CFD11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784D1C60-3CC2-43E7-8B80-FB08E1E243EB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11331A39-E01D-4810-8E47-72D6CC2A7DCA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D72A7953-DF9F-4C07-BB89-D19033735C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7F72B680-FBF1-4780-851B-4AB66DA5DF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D583E796-9EB1-4BA1-8274-4C6E31813237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C30CE116-D0BF-48AB-9178-94FC3A0C4689}"/>
              </a:ext>
            </a:extLst>
          </p:cNvPr>
          <p:cNvGraphicFramePr>
            <a:graphicFrameLocks noGrp="1"/>
          </p:cNvGraphicFramePr>
          <p:nvPr/>
        </p:nvGraphicFramePr>
        <p:xfrm>
          <a:off x="1617663" y="2147888"/>
          <a:ext cx="6834178" cy="45915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Rectangle 43">
            <a:extLst>
              <a:ext uri="{FF2B5EF4-FFF2-40B4-BE49-F238E27FC236}">
                <a16:creationId xmlns:a16="http://schemas.microsoft.com/office/drawing/2014/main" id="{ADAE7882-7A7C-423D-A7E0-C3E6F8D04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DEBCDB9E-76A9-4987-AAF5-28CA30CA4B27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598558C9-7FFE-4257-8D2B-6E92A715A68D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215D984B-9191-4E24-A9B4-54CD5DB576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ED4B3EAD-2159-489F-AE58-968EE4C9D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9E20A864-BD82-4A41-A2CB-AAB5BBD84E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EBE788C0-9D71-4AF3-88C6-E18F8DDC8BA4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A24C4030-2B1F-4D05-BD35-00475A40F2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897C14A8-98DD-4542-A2C7-CFDD9EEBCA0E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3C0D42B6-1EC6-478E-9BCB-92E82E0A55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F9E4128C-6A56-4388-91BC-8A0A8C5CAC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2" name="Forma libre 31">
            <a:extLst>
              <a:ext uri="{FF2B5EF4-FFF2-40B4-BE49-F238E27FC236}">
                <a16:creationId xmlns:a16="http://schemas.microsoft.com/office/drawing/2014/main" id="{1B1E6B0B-7E34-47F8-B29A-49E265544D29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68C4B3C6-83FF-4A43-B417-EA356152A03C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41DC594D-839F-43D8-902D-068CF2DA50A5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9FE4226E-76B7-41F2-BF87-E9A9408DDA4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DB0325D5-3729-4753-83B3-4F3EE329015C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funct7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96CE6BF1-7C43-4771-9032-D1EA99366CBE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8931" name="Grupo 27">
            <a:extLst>
              <a:ext uri="{FF2B5EF4-FFF2-40B4-BE49-F238E27FC236}">
                <a16:creationId xmlns:a16="http://schemas.microsoft.com/office/drawing/2014/main" id="{0BDCBA9C-A00D-4BF3-9A3C-CABB0CE1C5E4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2ABF0659-2F99-4C64-AFA5-DA40F7E57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0BA162CE-BC88-4D6F-B0BF-BAE8B59B79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4DB0DB38-4A40-47E7-B119-EDBCC0E78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E1B76FEA-29AB-4AB5-88C6-1E491A7047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0042771A-CD11-4C98-835A-9C922022BA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17307354-0617-4BA7-BFD5-06B29374CF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0A77E2CB-7B31-4F2A-9674-63C4156895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E75DD3FA-B52F-44CF-A05B-6EE0B06703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13E5BF33-60A3-42AE-8FF5-4A8F50B7B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D619CDD5-A290-4373-9734-E415167BF6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1A2BC47D-DE17-4580-9ACE-D9B2A24A147C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8173ECB2-4DC7-4EA4-B0C5-3947FA318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E8BE841B-145A-4816-9496-BFD70664C91C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6A2E8916-D366-4F86-8D52-A13032BEFD93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" name="Elipse 47">
            <a:extLst>
              <a:ext uri="{FF2B5EF4-FFF2-40B4-BE49-F238E27FC236}">
                <a16:creationId xmlns:a16="http://schemas.microsoft.com/office/drawing/2014/main" id="{868B5AD7-2C08-4C61-A465-DE551CFD3E26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0FB317C6-74C2-414B-9D8E-82BA42100B3F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3F012E63-9224-491B-B45F-0C72BADCE667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7C601AA9-DE77-49CD-A662-9426F5F4B630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5DD1DD0F-743C-4A37-B183-C6B3D9ADECAD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Line 18">
            <a:extLst>
              <a:ext uri="{FF2B5EF4-FFF2-40B4-BE49-F238E27FC236}">
                <a16:creationId xmlns:a16="http://schemas.microsoft.com/office/drawing/2014/main" id="{8332346A-66D9-436D-B3CB-9E96F532E7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A2A5A774-8298-4CCB-82E1-8008D5007A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55" name="Marcador de número de diapositiva 54">
            <a:extLst>
              <a:ext uri="{FF2B5EF4-FFF2-40B4-BE49-F238E27FC236}">
                <a16:creationId xmlns:a16="http://schemas.microsoft.com/office/drawing/2014/main" id="{1D1BEAFF-38CC-4BBD-8FE8-F819D97B0B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4783465-1571-4001-82C4-7033331C6722}" type="slidenum">
              <a:rPr lang="es-ES" altLang="es-ES">
                <a:solidFill>
                  <a:srgbClr val="171717"/>
                </a:solidFill>
              </a:rPr>
              <a:pPr/>
              <a:t>59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E8178BDE-A959-482B-8F91-8B9FE2000D7C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Forma libre 6">
            <a:extLst>
              <a:ext uri="{FF2B5EF4-FFF2-40B4-BE49-F238E27FC236}">
                <a16:creationId xmlns:a16="http://schemas.microsoft.com/office/drawing/2014/main" id="{25FA3CD3-3F4A-4E8F-8FF9-2268269AA61C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451D7AE4-34FE-4B0A-BDEA-62A4DCDBFEF1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BCE4426A-3393-477D-BE80-71F8B5FD94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E6573B2E-3A46-4863-9F01-7968EFF919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2D42D5C8-4415-4541-BA27-5265ED6D6F01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853813E3-245B-4A83-B85D-A65431D6726A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418862B9-7F2C-43E6-A682-D32F646012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20888" name="Rectangle 3">
            <a:extLst>
              <a:ext uri="{FF2B5EF4-FFF2-40B4-BE49-F238E27FC236}">
                <a16:creationId xmlns:a16="http://schemas.microsoft.com/office/drawing/2014/main" id="{8584CF2D-BCBD-400F-9031-73B27CCF5C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BEQ/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ADD/ADDI/SW/LW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6AEC67FC-F242-4AEB-90FB-74828339A276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9436100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05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0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= 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])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PC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&lt;&lt; 1))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(PC + 4)</a:t>
                      </a:r>
                      <a:endParaRPr lang="es-ES" sz="16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Text Box 50">
            <a:extLst>
              <a:ext uri="{FF2B5EF4-FFF2-40B4-BE49-F238E27FC236}">
                <a16:creationId xmlns:a16="http://schemas.microsoft.com/office/drawing/2014/main" id="{ECE8A64D-7191-4656-82C0-5F6BC383FE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17" name="Forma libre 16">
            <a:extLst>
              <a:ext uri="{FF2B5EF4-FFF2-40B4-BE49-F238E27FC236}">
                <a16:creationId xmlns:a16="http://schemas.microsoft.com/office/drawing/2014/main" id="{11D14C8E-0E79-4985-81A8-DDFAF6906317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0899" name="Grupo 188">
            <a:extLst>
              <a:ext uri="{FF2B5EF4-FFF2-40B4-BE49-F238E27FC236}">
                <a16:creationId xmlns:a16="http://schemas.microsoft.com/office/drawing/2014/main" id="{CD6FE9A2-F3B5-40D5-BE3C-F0E8581DCE2D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32E29B94-974C-4A42-A7F5-CEA09AB29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02EB6CAF-F2FC-45D2-B54D-1925C52056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D272D4A6-77E7-4917-9730-4DB3F721A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E4303B9C-FC1C-4710-B74B-4162AD15B1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F4EA123A-12B6-4689-8F68-20682B4F02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6D771446-8A72-4E52-B18F-A51CE02BDC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2DEAE301-55EB-4F36-9681-FEFDF1D325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1FD64CFC-2430-42F5-AC22-671D196179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CF55C373-270E-498F-8D28-4FE4B0C50D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8B0C6A24-A517-4973-9026-74818834BE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pSp>
        <p:nvGrpSpPr>
          <p:cNvPr id="120900" name="Grupo 203">
            <a:extLst>
              <a:ext uri="{FF2B5EF4-FFF2-40B4-BE49-F238E27FC236}">
                <a16:creationId xmlns:a16="http://schemas.microsoft.com/office/drawing/2014/main" id="{3F362E65-6204-46A9-934C-50519B73366D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9425B400-1957-4863-A649-12668C110A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76EA36C1-73BB-44C3-833B-54CD0AB17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6FCC18D8-E9EC-407F-A8A4-8740A11FB8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FC352653-61D0-4C63-9843-89DE1D9FD3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B1237C6D-4E23-4C21-95BB-534FC90436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8A9A1A5F-915B-4B02-8C6A-9DA9948AD2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B99007DD-7244-4731-A746-A6284D644D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4E1897F7-7186-4071-90DB-5FDD7D671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58965017-F2BB-471A-B97A-140D33D66C7F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20901" name="Grupo 213">
            <a:extLst>
              <a:ext uri="{FF2B5EF4-FFF2-40B4-BE49-F238E27FC236}">
                <a16:creationId xmlns:a16="http://schemas.microsoft.com/office/drawing/2014/main" id="{2E325D6C-B2CD-4993-8063-8FF89D86A571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8E68D3A5-19DC-4925-8C44-F475323E1D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A613D80A-BC25-40E4-855C-A185B80C0E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6B277AB6-6F98-4FA5-8D7E-DB3EAC6A6B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C00AA937-A77C-4A38-85D5-0EE06B6E2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2FE06131-F9F1-4E2F-A2CD-B29E644F64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6EDB22DC-ED42-4746-97FC-9E35EA3602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6BDADCB7-DB9E-40EA-B878-59CA3EA067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25488E48-A78D-4EBD-B801-6A4E44BC3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64507F66-D75A-49E8-82D0-1695C38BC6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3C69762A-4012-46F6-A3DB-3CDBCC4381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6E89D697-41DF-40C6-913A-5151816CC6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B070D6DC-8DA1-4D53-816D-9EFC4F75FDB7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7" name="Text Box 46">
            <a:extLst>
              <a:ext uri="{FF2B5EF4-FFF2-40B4-BE49-F238E27FC236}">
                <a16:creationId xmlns:a16="http://schemas.microsoft.com/office/drawing/2014/main" id="{CDB1A9B1-8978-46E9-9FC4-42E00388B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D247821D-438D-43D0-A440-EF4A418AF29D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0905" name="Grupo 228">
            <a:extLst>
              <a:ext uri="{FF2B5EF4-FFF2-40B4-BE49-F238E27FC236}">
                <a16:creationId xmlns:a16="http://schemas.microsoft.com/office/drawing/2014/main" id="{A97C8347-BC9E-4BA7-B28C-42E02D2D8879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649FD8AA-5803-4A5C-B9F2-C35A20A1B2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7F4E7CB2-7C93-49E5-AA3D-78F112A875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93B4E354-2370-4777-B9EF-E602C90051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56832A69-F32E-4C3F-91DB-8EF021E055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DAB7B552-FB12-47E4-A7BC-0E2555C352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2CF92ECF-7BB0-4AFF-8C38-DDF71E502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2E546BC6-99A8-4314-9322-797D09D4D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DD60D5DF-E2BE-43A3-AE72-90CE7A8475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55F01E35-CD50-4D58-9BB5-67D96709DD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4A76EAE4-ECCC-4EEE-BDD8-DC393A97FB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C7FE172E-91AB-41F6-8915-22C009DEC1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1B51B7E1-DA9A-44E2-BD42-F04EBADCBE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B6B44D0C-67C3-4707-85CB-9CF6501F0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26DA4C98-7BD2-47DD-91DA-10081FE6A8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88255110-7B39-410D-A036-7BED61EC10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456FE571-07C3-48A9-9660-675126048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47C63322-A973-4B6E-ACDE-D381B7BF95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D947432C-B1BE-4C40-8C5C-420B5AF0A8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63850CF9-66BF-4667-9766-C0DE0B3534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AF78F6B0-312D-4AD2-9A8D-84703CB5B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2DD79647-F8F0-4DFC-AD52-7783F2052E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19248732-8F21-4872-8BA9-7A1DE9C775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36C2D112-2F90-4E4C-87F5-66FD1AA28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FE1722A3-FB5B-40D8-8D53-4FF6FF5519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635F751F-71F3-4C6F-B91F-6CDD988568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AE6C024F-D6CD-4A42-82DE-D7E2C18E28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014886B8-7018-4C2D-8A65-B4200B563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92ADE5E8-1BE1-4BD1-846B-E572133311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5236047B-07FA-4A57-95E8-45FDA09164FE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20906" name="Grupo 261">
            <a:extLst>
              <a:ext uri="{FF2B5EF4-FFF2-40B4-BE49-F238E27FC236}">
                <a16:creationId xmlns:a16="http://schemas.microsoft.com/office/drawing/2014/main" id="{8414EC03-FBDE-44C1-8610-3529A1C14684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29FF8973-019A-4AF5-A0DF-AE747829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7B16DB21-8F16-4B90-8B63-C00CDC139F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BDF7068B-8D87-4F74-829D-FDBCB25BB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E0035774-4E57-4742-BB1B-44D7B95808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95301F27-3A4D-46B5-BA3E-D7D1B16DFA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F8FEDAA4-C982-4E23-8A51-2BC6320B4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CEBDB0E6-ED57-4581-B075-3BB71CCC48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7E419287-8053-4E4C-9E37-DD6E2FD351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C4A2136C-ECE9-40E3-96BD-BF8510DA63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B9F17D6B-01B4-4621-BA73-8E619E3A3E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D0FD060A-C797-47AF-A3CA-1AA4C38C03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315616AB-F786-4094-A5FB-AC49F4C2FC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675D4195-4342-4167-A6D8-241253B926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C1753FCC-4A56-426B-8321-0B82D5692E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8829572C-21A6-4182-ACD3-FA6C43AF77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7E795D67-69E6-4C4F-B10F-A96FED13F4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B9CF88B0-A84C-4C2E-997C-922D823AAADB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20907" name="Grupo 281">
            <a:extLst>
              <a:ext uri="{FF2B5EF4-FFF2-40B4-BE49-F238E27FC236}">
                <a16:creationId xmlns:a16="http://schemas.microsoft.com/office/drawing/2014/main" id="{F50F9A7A-5DAE-49FC-8463-2EE5DBA15A08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54957600-0BD9-4DE0-A024-6B57F1F887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FA67C323-9C4E-444F-91C8-B53EA6AE9B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F747EDB3-2C14-4995-83EF-98BEFFB165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46127C74-9679-45AB-A1D7-EFEC00152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1548055B-AAF0-4627-8E2E-4C7E0A4983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0617B651-E951-4F75-A4E1-CB9987BBE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AC408300-4397-4669-A284-866ABBD860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507597AD-236A-4C4B-B855-06D168AD3F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B6942DD3-3595-49EA-B2CB-08442230ED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9385C4D9-0419-4848-A8E1-B5D44B1C39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5A89C594-9368-487B-A8C3-F6FB14C1D3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30A912F5-260D-4278-8E1C-C87AC2709D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FBB9796E-0EAD-4719-9357-9ADB9660FB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C0C92A5F-F860-4F71-8F2C-66F84AE561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65DCD2F3-213D-4BA5-9073-71B62F4ACD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AB2F3825-173F-4E85-A00B-702B1C331A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1E2561D6-9745-459E-A932-DBE27ED18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08777D78-4C09-42B9-A290-14EC4AFE0BE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FCFF1484-3743-4B6D-A36B-641EF2489BA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55DB0131-C72C-478F-8477-34CCF804D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7B3FE5C3-279D-42FE-A57E-2B1B5B7335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20908" name="Grupo 303">
            <a:extLst>
              <a:ext uri="{FF2B5EF4-FFF2-40B4-BE49-F238E27FC236}">
                <a16:creationId xmlns:a16="http://schemas.microsoft.com/office/drawing/2014/main" id="{9F960435-4EED-4359-B906-F9921AB97358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33503FEB-6C28-4156-AA7B-DBDBDB8EFD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1641B6E2-7E02-410C-8B17-CFD58BC9C2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1140A332-1101-4A15-B7DC-EFFC635B820A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A4A8A5B8-B246-4825-9406-7B19309DDF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75D0E1EA-7D38-45DB-BBE2-F874B31831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DDB706BD-46C4-4D4D-BD39-710C3A0D6C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64FD4FD5-55F3-4BCA-B773-E82DE80FE0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68EC1088-26A4-4078-986F-D96F85198CCE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9F844E13-AEC5-417C-A6AE-690045419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12660BCC-3473-493B-B587-CBF64B5057BE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B028B5A7-6F24-4432-AFE8-F9F23FBB6F20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9F53CA7B-77F6-4E4B-BBD0-794CE2F9C6A0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CC9F8334-A077-44A2-8B32-962102A3D9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C1CABC1C-8AE1-41F5-9B83-65E2B71232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EBFFD0E3-50F3-4299-BB00-6F6D52153CE5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FC639222-F2ED-4B06-9E0B-3E779839C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61BC8CF3-8AD5-4AAF-98DF-86189C6125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9261D05F-A9EE-4E99-83E7-E03A7E2C24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A3DBF412-15EA-41B6-AE86-D29A76CA5E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5CE4DB18-78A0-4927-9DC9-B4BA78A4AE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960B7540-0AAA-4F5E-A552-B2D9EC6729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559C0EF0-7918-4B73-B27A-195392D49CF2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B43907C2-94A8-476F-A395-CE210B264A4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2871CC92-1CCA-44AD-9AC5-B1387722FB90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C56B3CC0-E103-4664-8702-5E16C1A2F5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90C9D5F6-2590-47F1-910D-2C6CBE780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2" name="Forma libre 31">
            <a:extLst>
              <a:ext uri="{FF2B5EF4-FFF2-40B4-BE49-F238E27FC236}">
                <a16:creationId xmlns:a16="http://schemas.microsoft.com/office/drawing/2014/main" id="{D96C9727-581F-474D-AA74-D5960E29326F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40C319F4-5893-4CEF-9CFD-091444194FD5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C72ECC0A-8B40-4CE1-9FF4-9BE4F416D91D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09B79CE5-976E-4166-B3EA-4287BBFE597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EC86D81D-EB45-4568-8045-6BD32ECEA36D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0933" name="Grupo 27">
            <a:extLst>
              <a:ext uri="{FF2B5EF4-FFF2-40B4-BE49-F238E27FC236}">
                <a16:creationId xmlns:a16="http://schemas.microsoft.com/office/drawing/2014/main" id="{E5C88C23-D7B3-45D9-B645-E2CA42EB9263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F742CC63-69EA-4CEC-9CA1-85B8914861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2F91C06F-20CB-4BF1-82F3-CCEA4857F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82A22552-23DB-4643-9673-43A1A473C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88851FED-A95D-45EB-BB79-49E0E10D43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4A805CF9-C08A-43AB-B08F-249A673AB3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98FA8F83-C7CE-4D05-A977-4F2DE3707E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DA4E294F-3801-4C91-A060-06AEC918B9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C6F450FD-5586-44F6-A805-407ACA1719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8F74125F-91E5-466D-8B14-CD28164A05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B40C3E8C-F4A1-452D-83AB-F9AC57C106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57744AA9-F9F7-4CEB-8036-237E327145EC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9AE251D1-6F29-4CED-A459-57C8BFFBB0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4C78632F-8730-4090-B8F5-9E7BC81EC295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930E6DAD-281E-4EA9-87EF-79DF05F81434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" name="Elipse 47">
            <a:extLst>
              <a:ext uri="{FF2B5EF4-FFF2-40B4-BE49-F238E27FC236}">
                <a16:creationId xmlns:a16="http://schemas.microsoft.com/office/drawing/2014/main" id="{8F4F89D7-BA99-455D-B995-24D71DE8C60A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F4C5C383-C72A-4A11-A10F-039CFFBADFD5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79890D2E-0F87-42C0-8915-3B9F4BBEF37D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CD47942B-5536-4DD8-BC1B-E14428A2A024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5846EFA5-24CE-4D62-A63C-03E71A3A20A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" name="Line 18">
            <a:extLst>
              <a:ext uri="{FF2B5EF4-FFF2-40B4-BE49-F238E27FC236}">
                <a16:creationId xmlns:a16="http://schemas.microsoft.com/office/drawing/2014/main" id="{9CC3DFB9-1A02-422F-B288-BD71E74501ED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2313" y="57261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" name="Text Box 50">
            <a:extLst>
              <a:ext uri="{FF2B5EF4-FFF2-40B4-BE49-F238E27FC236}">
                <a16:creationId xmlns:a16="http://schemas.microsoft.com/office/drawing/2014/main" id="{69BAE269-2E38-4156-AE99-5997C8A4C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54" name="Marcador de número de diapositiva 53">
            <a:extLst>
              <a:ext uri="{FF2B5EF4-FFF2-40B4-BE49-F238E27FC236}">
                <a16:creationId xmlns:a16="http://schemas.microsoft.com/office/drawing/2014/main" id="{4B46CD98-61AE-463D-8070-39B394C1E7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767A524-8F23-429C-AE95-BC6D12F77D27}" type="slidenum">
              <a:rPr lang="es-ES" altLang="es-ES">
                <a:solidFill>
                  <a:srgbClr val="171717"/>
                </a:solidFill>
              </a:rPr>
              <a:pPr/>
              <a:t>60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Forma libre 316">
            <a:extLst>
              <a:ext uri="{FF2B5EF4-FFF2-40B4-BE49-F238E27FC236}">
                <a16:creationId xmlns:a16="http://schemas.microsoft.com/office/drawing/2014/main" id="{F5BC2E81-8DEE-474A-830B-7ABF67EFC6E9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05246DE1-8786-48BC-AD9F-AC27CB705454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3A566863-7233-4EE9-8A57-69176AB1CC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2DF0DE73-988D-4EBA-8944-A65C71E61CC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C12E26AC-87F0-42AD-A59A-C3118ED9DC3E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Forma libre 6">
            <a:extLst>
              <a:ext uri="{FF2B5EF4-FFF2-40B4-BE49-F238E27FC236}">
                <a16:creationId xmlns:a16="http://schemas.microsoft.com/office/drawing/2014/main" id="{A9CB1005-8A0D-40E4-83AF-3FE7C380FA3E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F444789A-B673-44A3-956E-74F9F27A716D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5ECA6ED4-577D-48A2-8277-CE82EC4F7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6283ED9B-2168-40C3-9CE7-37B5CAFA86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2CE9DE3E-0A33-4835-8BC2-E663C4C8D3BA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D3CB4470-A827-4D10-845C-0AB77CC1AB88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ABE6B1E5-849B-49CF-BDB9-50BB345F5D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22940" name="Rectangle 3">
            <a:extLst>
              <a:ext uri="{FF2B5EF4-FFF2-40B4-BE49-F238E27FC236}">
                <a16:creationId xmlns:a16="http://schemas.microsoft.com/office/drawing/2014/main" id="{AAC3CB5B-D929-4D7D-9A3F-EA8FAEFDE2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BEQ/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ADD/ADDI/SW/LW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EDF9F974-98B2-429F-B4FB-4F8D8A40871B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9436100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05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0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=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)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PC 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&lt;&lt; 1)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</a:t>
                      </a:r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PC + 4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</a:t>
                      </a:r>
                      <a:endParaRPr lang="es-ES" sz="16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" name="Forma libre 16">
            <a:extLst>
              <a:ext uri="{FF2B5EF4-FFF2-40B4-BE49-F238E27FC236}">
                <a16:creationId xmlns:a16="http://schemas.microsoft.com/office/drawing/2014/main" id="{81FC0DCB-35E8-48AC-A54F-D825A5B7F470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2950" name="Grupo 203">
            <a:extLst>
              <a:ext uri="{FF2B5EF4-FFF2-40B4-BE49-F238E27FC236}">
                <a16:creationId xmlns:a16="http://schemas.microsoft.com/office/drawing/2014/main" id="{26B0CBE0-65D9-4608-9BD5-D47F79558E1E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211" name="Text Box 49">
              <a:extLst>
                <a:ext uri="{FF2B5EF4-FFF2-40B4-BE49-F238E27FC236}">
                  <a16:creationId xmlns:a16="http://schemas.microsoft.com/office/drawing/2014/main" id="{69C0BAEA-1D20-4AA3-A2C8-CB59D5E61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Text Box 47">
              <a:extLst>
                <a:ext uri="{FF2B5EF4-FFF2-40B4-BE49-F238E27FC236}">
                  <a16:creationId xmlns:a16="http://schemas.microsoft.com/office/drawing/2014/main" id="{C85C219F-20F9-464B-B4D8-436AAC2CB1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6" name="Rectangle 43">
              <a:extLst>
                <a:ext uri="{FF2B5EF4-FFF2-40B4-BE49-F238E27FC236}">
                  <a16:creationId xmlns:a16="http://schemas.microsoft.com/office/drawing/2014/main" id="{2AAF3474-DE47-4953-BF24-4B1210217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Line 44">
              <a:extLst>
                <a:ext uri="{FF2B5EF4-FFF2-40B4-BE49-F238E27FC236}">
                  <a16:creationId xmlns:a16="http://schemas.microsoft.com/office/drawing/2014/main" id="{BC67B3E1-0712-451A-B6FA-D8638CC3A2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45">
              <a:extLst>
                <a:ext uri="{FF2B5EF4-FFF2-40B4-BE49-F238E27FC236}">
                  <a16:creationId xmlns:a16="http://schemas.microsoft.com/office/drawing/2014/main" id="{A51B4577-3DE0-4345-9388-90F5A46AFE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46">
              <a:extLst>
                <a:ext uri="{FF2B5EF4-FFF2-40B4-BE49-F238E27FC236}">
                  <a16:creationId xmlns:a16="http://schemas.microsoft.com/office/drawing/2014/main" id="{D0E2825B-D390-4DE6-A165-AC93DAF32C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8">
              <a:extLst>
                <a:ext uri="{FF2B5EF4-FFF2-40B4-BE49-F238E27FC236}">
                  <a16:creationId xmlns:a16="http://schemas.microsoft.com/office/drawing/2014/main" id="{05043B66-0F03-463D-94CB-2533B9AD8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Text Box 53">
              <a:extLst>
                <a:ext uri="{FF2B5EF4-FFF2-40B4-BE49-F238E27FC236}">
                  <a16:creationId xmlns:a16="http://schemas.microsoft.com/office/drawing/2014/main" id="{47657F4C-1DCB-4C47-99FE-BE2DCCA6C6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13" name="Forma libre 212">
              <a:extLst>
                <a:ext uri="{FF2B5EF4-FFF2-40B4-BE49-F238E27FC236}">
                  <a16:creationId xmlns:a16="http://schemas.microsoft.com/office/drawing/2014/main" id="{F304D9D7-47A2-4945-8AA2-EFC21EF820BA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22951" name="Grupo 213">
            <a:extLst>
              <a:ext uri="{FF2B5EF4-FFF2-40B4-BE49-F238E27FC236}">
                <a16:creationId xmlns:a16="http://schemas.microsoft.com/office/drawing/2014/main" id="{5F1E67A1-1A19-4010-85AB-0B8D23E1C575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15" name="Text Box 48">
              <a:extLst>
                <a:ext uri="{FF2B5EF4-FFF2-40B4-BE49-F238E27FC236}">
                  <a16:creationId xmlns:a16="http://schemas.microsoft.com/office/drawing/2014/main" id="{4F063DD0-8ED7-4B34-9E28-F3A3A25F84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6" name="Text Box 57">
              <a:extLst>
                <a:ext uri="{FF2B5EF4-FFF2-40B4-BE49-F238E27FC236}">
                  <a16:creationId xmlns:a16="http://schemas.microsoft.com/office/drawing/2014/main" id="{4BB5E36A-F658-4880-A3E9-EDC005EF3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7" name="Text Box 53">
              <a:extLst>
                <a:ext uri="{FF2B5EF4-FFF2-40B4-BE49-F238E27FC236}">
                  <a16:creationId xmlns:a16="http://schemas.microsoft.com/office/drawing/2014/main" id="{4001F47B-7937-4570-958B-08DE9AD5A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18" name="Freeform 44">
              <a:extLst>
                <a:ext uri="{FF2B5EF4-FFF2-40B4-BE49-F238E27FC236}">
                  <a16:creationId xmlns:a16="http://schemas.microsoft.com/office/drawing/2014/main" id="{30C2BB91-067F-4559-B80B-6A41906F8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46">
              <a:extLst>
                <a:ext uri="{FF2B5EF4-FFF2-40B4-BE49-F238E27FC236}">
                  <a16:creationId xmlns:a16="http://schemas.microsoft.com/office/drawing/2014/main" id="{D0546257-F9B1-4025-8DA7-86CF885A9D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0" name="Line 47">
              <a:extLst>
                <a:ext uri="{FF2B5EF4-FFF2-40B4-BE49-F238E27FC236}">
                  <a16:creationId xmlns:a16="http://schemas.microsoft.com/office/drawing/2014/main" id="{522C9B5F-D68D-4C4C-A750-1C27A54756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1" name="Text Box 49">
              <a:extLst>
                <a:ext uri="{FF2B5EF4-FFF2-40B4-BE49-F238E27FC236}">
                  <a16:creationId xmlns:a16="http://schemas.microsoft.com/office/drawing/2014/main" id="{E038C4B3-CF65-43F6-B84A-4A80CAF49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51">
              <a:extLst>
                <a:ext uri="{FF2B5EF4-FFF2-40B4-BE49-F238E27FC236}">
                  <a16:creationId xmlns:a16="http://schemas.microsoft.com/office/drawing/2014/main" id="{93F9C681-7276-43E3-B4A8-D7493EC339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52">
              <a:extLst>
                <a:ext uri="{FF2B5EF4-FFF2-40B4-BE49-F238E27FC236}">
                  <a16:creationId xmlns:a16="http://schemas.microsoft.com/office/drawing/2014/main" id="{AE9BD14C-A42D-41CA-95DD-B2EBD4F10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4" name="Line 55">
              <a:extLst>
                <a:ext uri="{FF2B5EF4-FFF2-40B4-BE49-F238E27FC236}">
                  <a16:creationId xmlns:a16="http://schemas.microsoft.com/office/drawing/2014/main" id="{93FD05A8-4397-4DE3-85F8-C2AB3BD41C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Line 56">
              <a:extLst>
                <a:ext uri="{FF2B5EF4-FFF2-40B4-BE49-F238E27FC236}">
                  <a16:creationId xmlns:a16="http://schemas.microsoft.com/office/drawing/2014/main" id="{5C31C119-B3F1-4C7D-B6CA-1272043704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26" name="Forma libre 225">
            <a:extLst>
              <a:ext uri="{FF2B5EF4-FFF2-40B4-BE49-F238E27FC236}">
                <a16:creationId xmlns:a16="http://schemas.microsoft.com/office/drawing/2014/main" id="{0FE8F0E9-2448-4419-B9E1-9E4BC149CEBB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2953" name="Text Box 46">
            <a:extLst>
              <a:ext uri="{FF2B5EF4-FFF2-40B4-BE49-F238E27FC236}">
                <a16:creationId xmlns:a16="http://schemas.microsoft.com/office/drawing/2014/main" id="{0E02CBBD-ADFB-42CA-84B2-164D35B06C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228" name="Forma libre 227">
            <a:extLst>
              <a:ext uri="{FF2B5EF4-FFF2-40B4-BE49-F238E27FC236}">
                <a16:creationId xmlns:a16="http://schemas.microsoft.com/office/drawing/2014/main" id="{7FA0569C-491F-4AE0-BB0B-28CD3BA718AC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2955" name="Grupo 228">
            <a:extLst>
              <a:ext uri="{FF2B5EF4-FFF2-40B4-BE49-F238E27FC236}">
                <a16:creationId xmlns:a16="http://schemas.microsoft.com/office/drawing/2014/main" id="{DFA66818-6127-4F21-AED1-D3BDF4B5DAB4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9EE78B4C-C362-4F06-90E8-76BCFA9A59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BD86298A-8A92-4B55-BCD9-A1F7BBD2B8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61E3BFFB-FD00-49C4-AD73-2D1C85D186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CEDF39C6-D37B-48A4-8806-44D950B180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430E830B-DD43-48D5-86A5-9712B7B652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0DE7469D-F9F5-4ADF-80C7-37A9CD3992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74A83152-C0AB-4A83-A541-3C391AE77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761A8DC0-19A3-4D95-ADBE-DD9B7325CC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1391624D-2052-4303-AF88-B9FC6D0F1B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55A3C7FF-C612-40E5-AC11-9788302D0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EF7FF890-6C81-4034-A880-901F5F7ED8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271A2624-40A6-46F0-9F4E-3084931712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0E375C53-FE21-42A0-8BF8-881F3C25CB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D7BB3C69-6AE7-4296-87D5-58A2B7AAA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D65B80E0-F51F-4E56-99D3-8D813DDFC5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787D9ECD-D0A3-4388-91EB-6A5C1988B2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38434423-720B-44ED-B942-FE23E97D7E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FB8E15E3-6699-4C12-9CDF-34B5A06BB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D21268E7-E5D2-4CC7-AF52-5B054A3F3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6749DA9F-8C43-421B-8901-B5E86CAE1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69CE91D6-71CF-431A-8CEC-CE3AE1669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FD42B52F-0FDC-4765-8C0F-0E1148C1BB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FFE6C95F-C747-4DAB-99ED-DA7AD3730B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5905AE8B-31A7-42F3-81AF-E18282E711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D13D0EF0-7C54-413C-8684-522BC0B07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49A30C96-D044-4A0D-A312-A74A11A25A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CEEEA384-2D91-4649-B640-8547F64867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70E0F195-61C6-4F01-A686-A896821E7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94A710D8-6869-4859-BDB4-42C001F0A8B9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22956" name="Grupo 261">
            <a:extLst>
              <a:ext uri="{FF2B5EF4-FFF2-40B4-BE49-F238E27FC236}">
                <a16:creationId xmlns:a16="http://schemas.microsoft.com/office/drawing/2014/main" id="{20144B8F-0193-4621-805C-8A9F0042E952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C0D15E35-EB3E-4384-9D2C-E0CB0921FF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1B004FBB-9BAB-4A31-8C9B-83AE7AC8D9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08A10DCD-54C1-4E63-AB9E-7D2605763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717893D1-D1D2-4CC7-9743-601D632CCD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2C2681D3-675B-407D-83B7-709409CF4A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1D921EBE-A347-44C3-A07C-A372A1EBE9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AE3A5987-A582-4E23-AB11-FE885DB16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90D9E59B-81C6-4908-87B4-A4CDB8281D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B6E19C53-5604-4466-A7E7-716AF8F54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8A29611B-26FA-49A6-84DD-6463B117A0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F5CC08F4-38E1-4009-AF1A-6FF1236BCA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4C859ADC-2EDD-463B-A429-8282753404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43225D8D-A4D5-45FF-AA15-ED7D8B1EA7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62C17E62-1BA3-4289-B946-B4017965D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BDD96ABA-E196-43F3-A800-833BFA860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F44E3216-DD85-4D2E-A61D-BD79E8C6D8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AE1D9489-3CEB-488B-A1C3-53627EC7C2B6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22957" name="Grupo 281">
            <a:extLst>
              <a:ext uri="{FF2B5EF4-FFF2-40B4-BE49-F238E27FC236}">
                <a16:creationId xmlns:a16="http://schemas.microsoft.com/office/drawing/2014/main" id="{05B62BEE-CCD9-402D-9B7D-574382B75E62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67120A8A-C426-4900-93FF-4329DB265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C4498D97-7AB6-468C-BC7A-CE3C502440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82ABF903-EB0B-4BB6-A2B9-5E22BE97C7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056436C7-82DE-4C64-B554-C78360FC0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CEF31D93-38CA-4402-9504-3A765BDE2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467835E6-75F9-45B4-B700-F7D15733D9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412A6DE2-517F-4876-A308-67ED95FE9E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BE44CD3B-C35C-4F84-9753-B699E3275F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C00A7FA1-49D2-4996-BEED-D0C2B36FED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C656993F-7C10-4BD4-B7CA-C826CE63F6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E5FFE23E-510B-42C1-83C4-8B9D13A3EE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46CC3786-C59A-4522-84C0-1776EE9C27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BE1C4FC0-DE61-47D0-BDE9-602627B76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35568170-6056-4289-B0B6-827410F7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8C1FD3C6-0372-47AD-8B05-BD78308FC6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DD225315-57E5-4BFA-A78D-D2AD74FBC2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1BFCF62A-C905-4F75-9377-859C88A331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899EAAB9-FE18-4041-81D6-84163E270E2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82A9A761-E344-4D08-9678-621F88F5289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4F7B80A1-EBDF-4AAD-A3EF-D17C037983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595067E6-BFF8-4E09-8C73-9277B7E583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</p:grpSp>
      <p:grpSp>
        <p:nvGrpSpPr>
          <p:cNvPr id="122958" name="Grupo 303">
            <a:extLst>
              <a:ext uri="{FF2B5EF4-FFF2-40B4-BE49-F238E27FC236}">
                <a16:creationId xmlns:a16="http://schemas.microsoft.com/office/drawing/2014/main" id="{BE5AFA86-9B96-4BAB-AE51-6B88B81B3D6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836D9CB4-B5FC-4D01-81C3-65BF813F7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B29FA980-7570-4BBB-A6A2-FA02271687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967D9050-4727-42B4-9B4C-42BC9634DA34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1FBCBAF3-7984-41B7-8B55-C8187E4A72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AF754A4B-5190-432B-B3DD-727FE04621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0F87FA53-13FC-4F68-8E1E-2A623868E7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049A69B0-F4EC-43B6-8C2D-DB06FEC473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6CD51A3C-FEF7-4A36-846A-143333B52668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6D9001D6-08E1-4347-8BEE-6A8156FC6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919F7BA4-D549-4F77-88FC-BA3D54BD510B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2962" name="Text Box 50">
            <a:extLst>
              <a:ext uri="{FF2B5EF4-FFF2-40B4-BE49-F238E27FC236}">
                <a16:creationId xmlns:a16="http://schemas.microsoft.com/office/drawing/2014/main" id="{10744B18-10D4-4EB4-9466-7946C0DE8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7286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(31:25, 11:7)</a:t>
            </a:r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D893A1CE-8ABD-403E-AE83-3D8CACBD4AEF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58DD22C2-55CB-4632-A38B-B254511DDF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22965" name="Text Box 50">
            <a:extLst>
              <a:ext uri="{FF2B5EF4-FFF2-40B4-BE49-F238E27FC236}">
                <a16:creationId xmlns:a16="http://schemas.microsoft.com/office/drawing/2014/main" id="{D41DB8D8-3C73-45CF-BA56-8B28DD8EFE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F83E4127-16EB-4286-9CCC-2B1ED781DED3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D09AAC82-CF7A-4C0C-B511-E5943BD84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304089EB-8CEF-4537-AE42-494175894E9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3EB27527-1239-4122-9A02-182A08EC9E22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822DA3CC-71EA-4EFB-A9C1-D9EE333FF2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38AFE282-840C-4976-894E-5A3311825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81538739-2C10-415A-B021-DA9CC48B28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466451AB-0D49-4623-B6AE-58A79F4901D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20AAA316-7A3A-4BB1-A2C9-77C915EF8A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FDD7BDB6-F533-44DC-9AF1-02643946CD03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DEA0C586-8C0B-46D3-995D-3AC8BBBA52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DF34598A-5649-4070-ABE6-116137927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587F449F-E8CF-4225-9E09-ADABA2793676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CA3C00E2-81A4-4EB6-8702-589A56DBCC2B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F6FBF0B9-E6F3-4DCF-8532-354617B41AA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C8A99C7E-F4CF-45A9-9100-0B805A8F4785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2982" name="Grupo 27">
            <a:extLst>
              <a:ext uri="{FF2B5EF4-FFF2-40B4-BE49-F238E27FC236}">
                <a16:creationId xmlns:a16="http://schemas.microsoft.com/office/drawing/2014/main" id="{6A85ECF9-005D-449F-90DF-6F80A22FC922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8E807BAE-FB85-4E22-85BB-7E5F8A8049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D72539F5-CA0F-41F5-B832-EAA293E053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962699C8-9483-4443-93BF-793E619DC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99E350A8-CF3F-4634-9774-27FA03C9E0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0C5D4C5A-D772-4D12-81BC-D34921C4AA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9F312FF1-922B-4B97-BFEF-DB219A32BE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DE3D9619-8B11-4D4D-8A50-1020B23B20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85B088A2-FC16-49A5-A929-426EE509AB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FEFC12FC-EC2A-438B-840B-822FD0D33C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1A459EFB-4C95-4F34-82F0-1ECCEC3C70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125345FD-81FF-4852-AA3D-F8EB488DFE4B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F299686C-624F-4A39-B7F0-0A687A9B1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7ABCBF8C-9F6A-4E0A-8D5A-E68FE8BAA3A1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E01EFE87-A61E-411E-9526-E1939A2878B1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" name="Elipse 47">
            <a:extLst>
              <a:ext uri="{FF2B5EF4-FFF2-40B4-BE49-F238E27FC236}">
                <a16:creationId xmlns:a16="http://schemas.microsoft.com/office/drawing/2014/main" id="{658E0E2B-4495-456F-B697-B6D2231D3C24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6153864A-5B7D-4255-A7CB-54F207EDDE59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A98D4E5B-8CF7-446B-BD66-389F1E811C9D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1882AF0A-3978-494A-AB60-DD75503A8F1D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" name="Rectángulo redondeado 4">
            <a:extLst>
              <a:ext uri="{FF2B5EF4-FFF2-40B4-BE49-F238E27FC236}">
                <a16:creationId xmlns:a16="http://schemas.microsoft.com/office/drawing/2014/main" id="{C9EE3729-60E2-4CA7-9CAB-CC5E31845083}"/>
              </a:ext>
            </a:extLst>
          </p:cNvPr>
          <p:cNvSpPr/>
          <p:nvPr/>
        </p:nvSpPr>
        <p:spPr>
          <a:xfrm>
            <a:off x="5149850" y="1825625"/>
            <a:ext cx="615950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Rectángulo redondeado 7">
            <a:extLst>
              <a:ext uri="{FF2B5EF4-FFF2-40B4-BE49-F238E27FC236}">
                <a16:creationId xmlns:a16="http://schemas.microsoft.com/office/drawing/2014/main" id="{533585BB-0D89-4D02-BC4E-A7CEE49723D9}"/>
              </a:ext>
            </a:extLst>
          </p:cNvPr>
          <p:cNvSpPr/>
          <p:nvPr/>
        </p:nvSpPr>
        <p:spPr>
          <a:xfrm>
            <a:off x="5962650" y="1822450"/>
            <a:ext cx="6143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Rectángulo redondeado 10">
            <a:extLst>
              <a:ext uri="{FF2B5EF4-FFF2-40B4-BE49-F238E27FC236}">
                <a16:creationId xmlns:a16="http://schemas.microsoft.com/office/drawing/2014/main" id="{04C1BCA0-579A-44F6-B77C-6D10BC6BFFE7}"/>
              </a:ext>
            </a:extLst>
          </p:cNvPr>
          <p:cNvSpPr/>
          <p:nvPr/>
        </p:nvSpPr>
        <p:spPr>
          <a:xfrm>
            <a:off x="7535863" y="1828800"/>
            <a:ext cx="150812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C79DB00F-073D-46FF-821E-4F58CE9BBB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A90B6D62-9607-4CC0-B82B-6C710C54831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8DC82FD3-4754-47E7-A7D5-8340E99C2B24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9" name="Rectángulo redondeado 58">
            <a:extLst>
              <a:ext uri="{FF2B5EF4-FFF2-40B4-BE49-F238E27FC236}">
                <a16:creationId xmlns:a16="http://schemas.microsoft.com/office/drawing/2014/main" id="{435F5823-5670-4AF5-890B-8BDF49721827}"/>
              </a:ext>
            </a:extLst>
          </p:cNvPr>
          <p:cNvSpPr/>
          <p:nvPr/>
        </p:nvSpPr>
        <p:spPr>
          <a:xfrm>
            <a:off x="9591675" y="1825625"/>
            <a:ext cx="5889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2996" name="Grupo 188">
            <a:extLst>
              <a:ext uri="{FF2B5EF4-FFF2-40B4-BE49-F238E27FC236}">
                <a16:creationId xmlns:a16="http://schemas.microsoft.com/office/drawing/2014/main" id="{86D87A04-AA77-4726-9DB9-02B3035A1326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829E7816-8BEC-43E4-8E71-4B03730B2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633527D7-2771-4A3F-8CD4-19CDA13D0E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2A47E19A-5C81-4678-8433-9019F611C0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5F22A878-319D-40C3-913F-FD051078F4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92358C79-AE75-4168-8565-4204361191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445AC2A7-237B-42BA-A779-7096F1A595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E5936D73-EACD-454B-833D-6E5CBD3ED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B644634D-FBFA-4527-AFAA-3A97CDEB25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B3B4D5D9-1B62-4A66-9AD5-F14222DDA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7E8EEF94-2866-4554-9294-D4D893CA87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9" name="Text Box 50">
            <a:extLst>
              <a:ext uri="{FF2B5EF4-FFF2-40B4-BE49-F238E27FC236}">
                <a16:creationId xmlns:a16="http://schemas.microsoft.com/office/drawing/2014/main" id="{732B4810-6500-43BC-BBC0-8D3582FBC0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0" name="Marcador de número de diapositiva 59">
            <a:extLst>
              <a:ext uri="{FF2B5EF4-FFF2-40B4-BE49-F238E27FC236}">
                <a16:creationId xmlns:a16="http://schemas.microsoft.com/office/drawing/2014/main" id="{EB8BE3E0-195A-458F-AC16-6D33904487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2DFE67B-CD91-405E-8FA1-A3346A4BC0D3}" type="slidenum">
              <a:rPr lang="es-ES" altLang="es-ES">
                <a:solidFill>
                  <a:srgbClr val="171717"/>
                </a:solidFill>
              </a:rPr>
              <a:pPr/>
              <a:t>61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orma libre 49">
            <a:extLst>
              <a:ext uri="{FF2B5EF4-FFF2-40B4-BE49-F238E27FC236}">
                <a16:creationId xmlns:a16="http://schemas.microsoft.com/office/drawing/2014/main" id="{29BEDBB4-C19C-4B72-BF60-40C0AF733583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E8A76EC0-E284-4339-AACA-A2DE6FBBF0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AFE15C3D-7CFE-4D63-A289-E1173ACC4F83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097CDA7D-3B5B-42C7-AD9D-76B22B6D3A69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Forma libre 6">
            <a:extLst>
              <a:ext uri="{FF2B5EF4-FFF2-40B4-BE49-F238E27FC236}">
                <a16:creationId xmlns:a16="http://schemas.microsoft.com/office/drawing/2014/main" id="{615CFE54-CCB1-459B-AF97-173F12AD11B6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12580B25-77FD-4111-A429-851FDCF1EDC8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7EEBC95A-AA2B-4C87-A307-BD3000431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A1DE727F-2841-48F6-B608-331204F42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61157A83-A19C-4A10-A7F2-4196749CC434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F8F8D5D4-0169-42FA-80F7-3664D742884C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020870AF-D29E-4851-A0CF-BEE2CD9C26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24987" name="Rectangle 3">
            <a:extLst>
              <a:ext uri="{FF2B5EF4-FFF2-40B4-BE49-F238E27FC236}">
                <a16:creationId xmlns:a16="http://schemas.microsoft.com/office/drawing/2014/main" id="{60EA7469-3971-4425-9AEA-4125A5C401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BEQ/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ADD/ADDI/SW/LW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85559C89-4D81-471C-A6F7-CBE679D5048E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9436100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05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0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=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)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PC 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&lt;&lt; 1)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</a:t>
                      </a:r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PC + 4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</a:t>
                      </a:r>
                      <a:endParaRPr lang="es-ES" sz="16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24996" name="Grupo 228">
            <a:extLst>
              <a:ext uri="{FF2B5EF4-FFF2-40B4-BE49-F238E27FC236}">
                <a16:creationId xmlns:a16="http://schemas.microsoft.com/office/drawing/2014/main" id="{064C6828-7D96-4E94-9E15-2689B3713665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62A57E80-E1C7-417B-8807-1535ED53C2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CD08F873-0089-4050-9B0C-FAF2CB5651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4259883D-AA3B-4791-B0CE-C40BC689C3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E08AED35-2B30-4A56-B27D-2A856284B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D722E342-A7BD-47BF-8878-DC1A2DBD55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8D888B04-7040-42BA-9CAE-B6AD051A75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0B69B8E5-3F7F-4ED8-82C2-AB8DE6763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6F5C2266-5BC7-41E1-AB6C-EEF304F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1E4635E7-8A2F-4D8D-B380-F3FAB3570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4B0DA397-79E6-48A3-AC1F-F5A58A1606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3830F7C7-994F-4B8C-8790-6AB1ED9A1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3380E999-836A-460E-8443-982C523D4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AE7E1A13-F344-421D-84E8-6C2F7B594E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CC9B3D3A-2C19-40A1-8AAF-3884670B80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822BC024-BAF1-43CD-A992-DAB8990D5E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1AF43C35-14B5-429A-B90D-7204086D05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DFBAAEDB-D9BB-44FD-8BC3-5DCEC6FCCF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32E6216F-B84E-4BC7-9FB6-A3A5EEE630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B82CF062-1D12-42F8-B142-63429E79FB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02BEEBEC-F95B-45A2-AD01-455B0FD514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CEE53CC6-BA5F-4558-88F6-B80C069CC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D7A4DC3D-CA95-4B18-9B9D-6B39CD0894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78667B07-07A5-4911-960F-617D5FAF1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C46EFEE4-CBAC-47EE-861C-89DA3FFB2F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9C42DE6E-AF98-407E-9602-C013FC4B9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F35BCC98-A8A8-4787-853A-9C94783C59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9CBF1F4A-8940-486C-AEB0-267E93FE8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EBF04D22-314B-4451-9E66-81DC947920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C85B22EA-28B5-4E5D-9EE4-42CE2FE52344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24997" name="Grupo 261">
            <a:extLst>
              <a:ext uri="{FF2B5EF4-FFF2-40B4-BE49-F238E27FC236}">
                <a16:creationId xmlns:a16="http://schemas.microsoft.com/office/drawing/2014/main" id="{5A9FF5C3-5023-405B-A866-A1285C26E1BA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3C504B46-29F8-4AE6-A115-3746798B9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EA1F6D77-016A-42EC-8E09-AD02FF0EEE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BEB98B92-D5FC-41FD-AB6A-5939F0C1B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50EE19D9-A7C5-4F54-B7D9-96130EDFD3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2A97071F-7382-45BC-9BC2-0EC280496E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409478CC-F82C-452E-A144-9BAF0EC62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B5E3A50F-839C-4136-A753-90D2F06779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0BCD13B6-25CC-4AC2-A848-5F213D6827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4B7D8262-8A9C-4A7F-9D2B-DA2483ED0C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02704116-6895-4845-9FCB-3365B4C52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A9D13229-9345-4DA2-A141-80D8BB9237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7DB71298-112E-4CED-AAB6-E7635CF8E8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56348BD5-B44F-4737-809A-37213590AC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094E24E9-8DCB-4315-A385-868B2A0B1F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6D74A9AE-39C7-42BA-8AE8-F10A6DFC90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CDDA93B8-4743-411D-AE5F-0BD0C593FE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0E74D1E4-0936-4765-AB34-61F0B33E3BCB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24998" name="Grupo 281">
            <a:extLst>
              <a:ext uri="{FF2B5EF4-FFF2-40B4-BE49-F238E27FC236}">
                <a16:creationId xmlns:a16="http://schemas.microsoft.com/office/drawing/2014/main" id="{35E7DAF7-CD6B-4BB8-A3AB-6BE084AD29EF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0402E403-2879-49F1-88AD-904859C40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19B7E25D-1B37-4BFB-8E51-AD570F5BC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EB621F9D-04A9-40D5-9872-9BA0546FB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C880A963-A32B-4464-A0AD-499237DEE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AE38BD84-C4A8-497D-A053-3967DE457F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C3344F95-F3D4-4415-A21F-0D4D7B4B02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DAF8548C-5B07-41FD-955C-2ECFEB6FA7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754759FF-91D5-4CD2-A0B3-01E665EED1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74C2756D-D745-46E0-BAB4-1CA125B929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62BDDB41-D5A7-4FF9-8CE1-057BA4F2CC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2ED2AAB3-8670-4BC4-87B1-DDE88642A6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56B36F72-16A4-451D-B516-5CF3397DEA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BEC96FC2-DA69-4F79-B5D3-5FF0372A89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5B4A3C2F-B588-4AE9-A461-A595D3BEFB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FB89DA37-C218-46DE-8127-7ACDEE7D4E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8D6DAE4F-0AA9-4EA4-B044-FB0A71722E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A0A85BFE-7E90-447B-8DC9-21B0D784DD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4204AF14-9FBE-435E-94F2-53907A4492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031D8B22-27A6-4684-BB2E-DE3E49A54E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4EE19D69-364D-43C1-834A-571A313A7B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C904128A-2580-409E-996C-DA8B1F43855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24999" name="Grupo 303">
            <a:extLst>
              <a:ext uri="{FF2B5EF4-FFF2-40B4-BE49-F238E27FC236}">
                <a16:creationId xmlns:a16="http://schemas.microsoft.com/office/drawing/2014/main" id="{E88E9C63-ECA5-4543-8323-167A56821C6F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2AD619BF-8B3A-4836-B983-462ED5B23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93DC7613-1D04-4F7F-A829-4945C8476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669B2105-1998-4F49-8582-8BFDD1CABDB5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C28EBA6B-25C1-4C05-B4D6-6F84167027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0BFCDC00-3403-486B-A321-712E6C529A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348354DA-C297-43E1-9DB6-CBEA768485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B0B6C549-70A8-47C5-84A6-B456FFD6C0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0F1B9819-46E9-4CDC-9E5D-B483A470C666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25A47605-9646-43AC-BA95-E3716271FA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18B0BD7E-7891-4025-A508-228ADB9F0E3B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0F7E674F-4862-4DAE-B809-6544C83ADC34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9AABD15F-C708-4285-ABDB-0B709BB8EADA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1852D3C7-A4F1-4B53-9B7C-6BB098C1BE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25006" name="Text Box 50">
            <a:extLst>
              <a:ext uri="{FF2B5EF4-FFF2-40B4-BE49-F238E27FC236}">
                <a16:creationId xmlns:a16="http://schemas.microsoft.com/office/drawing/2014/main" id="{6C945606-DAB6-45B5-A79C-4A037BBE5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15B3B0A0-6346-44A1-9554-E6BAEF8BA195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45C629AD-1798-4651-A54E-9BFBF19E5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9F9717A2-BF5F-4644-A799-F54486AB78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00E512B8-2498-4AB4-A498-D9462FB3A574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81797462-1CE0-478F-B74C-EC815BE44C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C51C4E0E-4255-4C7C-89E7-4DA2BF6BD4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9B8DA0B2-544B-4871-AE11-5897F444CC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30ED9CA0-3A74-464B-85B9-DAE7F010EF4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4CA19EF2-BE39-49C9-9C99-6A415D791FD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C4C081CA-0784-43CA-9CB3-EE259CFFA10C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E3735506-C00A-4445-B571-25A47C43BA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2939EB52-64C2-46F5-8B1A-58DDE35BD8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E30989F8-52C8-4C22-8D06-235FC8819407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546300EF-9674-4F0F-9546-4329D83ACDA9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8D5000F3-E4F2-4310-BF2F-E63DB776ABB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64F512CA-5C37-4481-A240-19C7E462F82F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5023" name="Grupo 27">
            <a:extLst>
              <a:ext uri="{FF2B5EF4-FFF2-40B4-BE49-F238E27FC236}">
                <a16:creationId xmlns:a16="http://schemas.microsoft.com/office/drawing/2014/main" id="{6D7006D2-2E32-4231-923F-325441FC8118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481B57EF-D12C-468A-9249-686B7EE9FC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C4D76503-2038-4ECD-8C58-2330B6698B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661374A4-D293-4963-93FA-73077D72B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9523FB02-0CCD-4B42-9394-16B2D89AA1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809C156B-F746-4339-A894-854B79B3AC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4A949A56-3F9D-419E-9C17-5B1A20F580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049884AA-A215-4E63-AAB1-28871B0428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306DD543-1480-4BD2-B87A-C4E8A2B342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D8FAD831-888E-4BED-BE4C-FBD07D304E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256342C6-D9DC-4ADB-B446-F969397E09AC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51DDF59F-7456-4A26-8C41-A6DFC891DD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8F123DBD-5131-404E-85E0-A8AA2F6D3D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EE8989B3-1C10-422F-A0E2-38ED74487A06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2157DFE8-2D9E-4067-BBDE-1692CC9B55D9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4A3353F6-3EF9-45E4-B6ED-72B7C54C386B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25087F89-77DD-4F29-8FE8-8591D100997D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B013C6D0-36D7-41E8-BFAD-B0D5C906575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Rectángulo redondeado 7">
            <a:extLst>
              <a:ext uri="{FF2B5EF4-FFF2-40B4-BE49-F238E27FC236}">
                <a16:creationId xmlns:a16="http://schemas.microsoft.com/office/drawing/2014/main" id="{37167DB4-7FE8-40A9-B4D8-5625B0EFD034}"/>
              </a:ext>
            </a:extLst>
          </p:cNvPr>
          <p:cNvSpPr/>
          <p:nvPr/>
        </p:nvSpPr>
        <p:spPr>
          <a:xfrm>
            <a:off x="5132388" y="1822450"/>
            <a:ext cx="146367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D39C2092-0273-4735-B902-5A3F2DE7F9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C8DA7ABF-7E91-4BC8-8E41-365A84E43B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3BD89506-FF67-43B4-A028-1D2C3FE81E1E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76F69C0E-18D0-43D2-A75E-D4B1A8969866}"/>
              </a:ext>
            </a:extLst>
          </p:cNvPr>
          <p:cNvSpPr/>
          <p:nvPr/>
        </p:nvSpPr>
        <p:spPr>
          <a:xfrm>
            <a:off x="5865813" y="2038350"/>
            <a:ext cx="1974850" cy="2028825"/>
          </a:xfrm>
          <a:custGeom>
            <a:avLst/>
            <a:gdLst>
              <a:gd name="connsiteX0" fmla="*/ 0 w 1592425"/>
              <a:gd name="connsiteY0" fmla="*/ 0 h 2058955"/>
              <a:gd name="connsiteX1" fmla="*/ 478972 w 1592425"/>
              <a:gd name="connsiteY1" fmla="*/ 1468016 h 2058955"/>
              <a:gd name="connsiteX2" fmla="*/ 1592425 w 1592425"/>
              <a:gd name="connsiteY2" fmla="*/ 2058955 h 20589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92425" h="2058955">
                <a:moveTo>
                  <a:pt x="0" y="0"/>
                </a:moveTo>
                <a:cubicBezTo>
                  <a:pt x="106784" y="562428"/>
                  <a:pt x="213568" y="1124857"/>
                  <a:pt x="478972" y="1468016"/>
                </a:cubicBezTo>
                <a:cubicBezTo>
                  <a:pt x="744376" y="1811175"/>
                  <a:pt x="1168400" y="1935065"/>
                  <a:pt x="1592425" y="2058955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A3BF40F3-4290-4B26-A613-1060026BEE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0925" y="3243263"/>
            <a:ext cx="243046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Restar y comprobar si resultado es cero (</a:t>
            </a:r>
            <a:r>
              <a:rPr lang="es-ES" sz="1050" i="1" dirty="0">
                <a:solidFill>
                  <a:srgbClr val="C00000"/>
                </a:solidFill>
                <a:latin typeface="+mn-lt"/>
              </a:rPr>
              <a:t>Z</a:t>
            </a: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)</a:t>
            </a:r>
          </a:p>
        </p:txBody>
      </p:sp>
      <p:sp>
        <p:nvSpPr>
          <p:cNvPr id="60" name="Text Box 50">
            <a:extLst>
              <a:ext uri="{FF2B5EF4-FFF2-40B4-BE49-F238E27FC236}">
                <a16:creationId xmlns:a16="http://schemas.microsoft.com/office/drawing/2014/main" id="{85BE31FC-A233-4EB8-AF48-5ABF09B5D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5888" y="3594100"/>
            <a:ext cx="539750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código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resta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DFF5F576-EE7D-405B-B1A5-F42A26248821}"/>
              </a:ext>
            </a:extLst>
          </p:cNvPr>
          <p:cNvSpPr/>
          <p:nvPr/>
        </p:nvSpPr>
        <p:spPr>
          <a:xfrm>
            <a:off x="8255000" y="3446463"/>
            <a:ext cx="98425" cy="839787"/>
          </a:xfrm>
          <a:custGeom>
            <a:avLst/>
            <a:gdLst>
              <a:gd name="connsiteX0" fmla="*/ 0 w 99526"/>
              <a:gd name="connsiteY0" fmla="*/ 839755 h 839755"/>
              <a:gd name="connsiteX1" fmla="*/ 99526 w 99526"/>
              <a:gd name="connsiteY1" fmla="*/ 839755 h 839755"/>
              <a:gd name="connsiteX2" fmla="*/ 99526 w 99526"/>
              <a:gd name="connsiteY2" fmla="*/ 0 h 839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526" h="839755">
                <a:moveTo>
                  <a:pt x="0" y="839755"/>
                </a:moveTo>
                <a:lnTo>
                  <a:pt x="99526" y="839755"/>
                </a:lnTo>
                <a:lnTo>
                  <a:pt x="99526" y="0"/>
                </a:ln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8" name="Forma libre 127">
            <a:extLst>
              <a:ext uri="{FF2B5EF4-FFF2-40B4-BE49-F238E27FC236}">
                <a16:creationId xmlns:a16="http://schemas.microsoft.com/office/drawing/2014/main" id="{B7F0AE9A-D6F8-498B-A1A5-EEB2A425B992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5038" name="Grupo 128">
            <a:extLst>
              <a:ext uri="{FF2B5EF4-FFF2-40B4-BE49-F238E27FC236}">
                <a16:creationId xmlns:a16="http://schemas.microsoft.com/office/drawing/2014/main" id="{878C49F2-1982-4A84-9DD9-DDDEBF8D496D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30" name="Text Box 49">
              <a:extLst>
                <a:ext uri="{FF2B5EF4-FFF2-40B4-BE49-F238E27FC236}">
                  <a16:creationId xmlns:a16="http://schemas.microsoft.com/office/drawing/2014/main" id="{8C8FB928-C2E8-4C97-82BC-85332169D8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47">
              <a:extLst>
                <a:ext uri="{FF2B5EF4-FFF2-40B4-BE49-F238E27FC236}">
                  <a16:creationId xmlns:a16="http://schemas.microsoft.com/office/drawing/2014/main" id="{7527AD1E-90E9-4284-9EB1-A8D5529C2C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Rectangle 43">
              <a:extLst>
                <a:ext uri="{FF2B5EF4-FFF2-40B4-BE49-F238E27FC236}">
                  <a16:creationId xmlns:a16="http://schemas.microsoft.com/office/drawing/2014/main" id="{090D35C0-AA14-402C-A070-E3427BDF0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44">
              <a:extLst>
                <a:ext uri="{FF2B5EF4-FFF2-40B4-BE49-F238E27FC236}">
                  <a16:creationId xmlns:a16="http://schemas.microsoft.com/office/drawing/2014/main" id="{44D059CD-0E2D-4ED6-B72A-E1231776B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4" name="Line 45">
              <a:extLst>
                <a:ext uri="{FF2B5EF4-FFF2-40B4-BE49-F238E27FC236}">
                  <a16:creationId xmlns:a16="http://schemas.microsoft.com/office/drawing/2014/main" id="{DD7CFD65-6EA4-4389-A0E5-4BE33C7E5E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6">
              <a:extLst>
                <a:ext uri="{FF2B5EF4-FFF2-40B4-BE49-F238E27FC236}">
                  <a16:creationId xmlns:a16="http://schemas.microsoft.com/office/drawing/2014/main" id="{3C0E10E3-B93B-4892-A77A-BFF2939692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48">
              <a:extLst>
                <a:ext uri="{FF2B5EF4-FFF2-40B4-BE49-F238E27FC236}">
                  <a16:creationId xmlns:a16="http://schemas.microsoft.com/office/drawing/2014/main" id="{0FBCAC52-CBD9-4007-AF69-940A9AA707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Text Box 53">
              <a:extLst>
                <a:ext uri="{FF2B5EF4-FFF2-40B4-BE49-F238E27FC236}">
                  <a16:creationId xmlns:a16="http://schemas.microsoft.com/office/drawing/2014/main" id="{32628531-09F9-49EE-ACC4-6BA465FE1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38" name="Forma libre 137">
              <a:extLst>
                <a:ext uri="{FF2B5EF4-FFF2-40B4-BE49-F238E27FC236}">
                  <a16:creationId xmlns:a16="http://schemas.microsoft.com/office/drawing/2014/main" id="{F46349A7-A851-4AEB-BD04-53A6B34CC47B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25039" name="Grupo 138">
            <a:extLst>
              <a:ext uri="{FF2B5EF4-FFF2-40B4-BE49-F238E27FC236}">
                <a16:creationId xmlns:a16="http://schemas.microsoft.com/office/drawing/2014/main" id="{E23D372B-EF45-4D9A-9B29-0F91EDCED067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40" name="Text Box 48">
              <a:extLst>
                <a:ext uri="{FF2B5EF4-FFF2-40B4-BE49-F238E27FC236}">
                  <a16:creationId xmlns:a16="http://schemas.microsoft.com/office/drawing/2014/main" id="{B2684CA0-189A-48AA-97BD-A1781519B7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57">
              <a:extLst>
                <a:ext uri="{FF2B5EF4-FFF2-40B4-BE49-F238E27FC236}">
                  <a16:creationId xmlns:a16="http://schemas.microsoft.com/office/drawing/2014/main" id="{5AA4324E-CBD0-496F-836B-C65225708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Text Box 53">
              <a:extLst>
                <a:ext uri="{FF2B5EF4-FFF2-40B4-BE49-F238E27FC236}">
                  <a16:creationId xmlns:a16="http://schemas.microsoft.com/office/drawing/2014/main" id="{829C9677-B016-4DE5-9058-B47FE65088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3" name="Freeform 44">
              <a:extLst>
                <a:ext uri="{FF2B5EF4-FFF2-40B4-BE49-F238E27FC236}">
                  <a16:creationId xmlns:a16="http://schemas.microsoft.com/office/drawing/2014/main" id="{3899E58D-B0F3-4E39-BB88-B4F7F761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4" name="Line 46">
              <a:extLst>
                <a:ext uri="{FF2B5EF4-FFF2-40B4-BE49-F238E27FC236}">
                  <a16:creationId xmlns:a16="http://schemas.microsoft.com/office/drawing/2014/main" id="{EFD261B7-785E-45D0-BB76-F0435F251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7">
              <a:extLst>
                <a:ext uri="{FF2B5EF4-FFF2-40B4-BE49-F238E27FC236}">
                  <a16:creationId xmlns:a16="http://schemas.microsoft.com/office/drawing/2014/main" id="{B39AF25B-1DB7-4547-889A-7596244F87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Text Box 49">
              <a:extLst>
                <a:ext uri="{FF2B5EF4-FFF2-40B4-BE49-F238E27FC236}">
                  <a16:creationId xmlns:a16="http://schemas.microsoft.com/office/drawing/2014/main" id="{32EDDDC4-3C9D-4356-9DBF-E64A6BCC0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Line 51">
              <a:extLst>
                <a:ext uri="{FF2B5EF4-FFF2-40B4-BE49-F238E27FC236}">
                  <a16:creationId xmlns:a16="http://schemas.microsoft.com/office/drawing/2014/main" id="{F2E020E3-DAAB-4AD8-A8B1-5488D2C7C0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8" name="Line 52">
              <a:extLst>
                <a:ext uri="{FF2B5EF4-FFF2-40B4-BE49-F238E27FC236}">
                  <a16:creationId xmlns:a16="http://schemas.microsoft.com/office/drawing/2014/main" id="{366B8F68-1905-479E-9E23-0D972D9399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9" name="Line 55">
              <a:extLst>
                <a:ext uri="{FF2B5EF4-FFF2-40B4-BE49-F238E27FC236}">
                  <a16:creationId xmlns:a16="http://schemas.microsoft.com/office/drawing/2014/main" id="{62AA4CBC-CE18-409B-AAB3-BBA54800F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0" name="Line 56">
              <a:extLst>
                <a:ext uri="{FF2B5EF4-FFF2-40B4-BE49-F238E27FC236}">
                  <a16:creationId xmlns:a16="http://schemas.microsoft.com/office/drawing/2014/main" id="{031D1689-E388-4843-888E-528477A584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51" name="Forma libre 150">
            <a:extLst>
              <a:ext uri="{FF2B5EF4-FFF2-40B4-BE49-F238E27FC236}">
                <a16:creationId xmlns:a16="http://schemas.microsoft.com/office/drawing/2014/main" id="{5FE07BEA-DDE3-4A80-BB27-C38A6E173027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5041" name="Text Box 46">
            <a:extLst>
              <a:ext uri="{FF2B5EF4-FFF2-40B4-BE49-F238E27FC236}">
                <a16:creationId xmlns:a16="http://schemas.microsoft.com/office/drawing/2014/main" id="{073B6313-7D12-4361-A7E6-56656E6C82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153" name="Forma libre 152">
            <a:extLst>
              <a:ext uri="{FF2B5EF4-FFF2-40B4-BE49-F238E27FC236}">
                <a16:creationId xmlns:a16="http://schemas.microsoft.com/office/drawing/2014/main" id="{F74BEF7E-8034-4AC4-ACD8-F5A3B255C4A7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54" name="Elipse 153">
            <a:extLst>
              <a:ext uri="{FF2B5EF4-FFF2-40B4-BE49-F238E27FC236}">
                <a16:creationId xmlns:a16="http://schemas.microsoft.com/office/drawing/2014/main" id="{D4AFEF01-3DFB-4B83-9D5E-BB68D4232182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5044" name="Grupo 188">
            <a:extLst>
              <a:ext uri="{FF2B5EF4-FFF2-40B4-BE49-F238E27FC236}">
                <a16:creationId xmlns:a16="http://schemas.microsoft.com/office/drawing/2014/main" id="{C76C6967-5068-449A-B71E-8376B6440E04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1C4F5770-6958-4EBF-985E-3691AE9F6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52728ACE-D597-4781-BFC3-CD21F9EC12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170CEDD2-EF9E-41D5-BA58-8D3A577CE2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DEC52CB3-2C2C-4F6B-A307-D60D485D46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D74977B7-3323-41AC-980E-D9416123A4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57E0F2C9-B44F-4616-A4E2-55FF73FB10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0D341FCB-2D79-4635-87A7-BA1260DB8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FAC3556E-82B9-435D-9822-187123FB3B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4F7E0DC8-0226-4AB8-887E-A798AB05FD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1344FC84-8D58-4B28-8132-E3B0EDBE5B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55" name="Rectángulo redondeado 154">
            <a:extLst>
              <a:ext uri="{FF2B5EF4-FFF2-40B4-BE49-F238E27FC236}">
                <a16:creationId xmlns:a16="http://schemas.microsoft.com/office/drawing/2014/main" id="{65336041-6BF9-43E9-9132-B429C248E3CA}"/>
              </a:ext>
            </a:extLst>
          </p:cNvPr>
          <p:cNvSpPr/>
          <p:nvPr/>
        </p:nvSpPr>
        <p:spPr>
          <a:xfrm>
            <a:off x="7535863" y="1828800"/>
            <a:ext cx="150812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56" name="Rectángulo redondeado 155">
            <a:extLst>
              <a:ext uri="{FF2B5EF4-FFF2-40B4-BE49-F238E27FC236}">
                <a16:creationId xmlns:a16="http://schemas.microsoft.com/office/drawing/2014/main" id="{A717EBB4-9FCA-4E3E-B3C8-C882858357A1}"/>
              </a:ext>
            </a:extLst>
          </p:cNvPr>
          <p:cNvSpPr/>
          <p:nvPr/>
        </p:nvSpPr>
        <p:spPr>
          <a:xfrm>
            <a:off x="9591675" y="1825625"/>
            <a:ext cx="5889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" name="Text Box 50">
            <a:extLst>
              <a:ext uri="{FF2B5EF4-FFF2-40B4-BE49-F238E27FC236}">
                <a16:creationId xmlns:a16="http://schemas.microsoft.com/office/drawing/2014/main" id="{27C28B04-C68B-437B-935D-3FAE21AAF1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25048" name="Text Box 50">
            <a:extLst>
              <a:ext uri="{FF2B5EF4-FFF2-40B4-BE49-F238E27FC236}">
                <a16:creationId xmlns:a16="http://schemas.microsoft.com/office/drawing/2014/main" id="{BA43556C-5EAF-444D-8FAD-34C6C5DAF7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7286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(31:25, 11:7)</a:t>
            </a:r>
          </a:p>
        </p:txBody>
      </p:sp>
      <p:sp>
        <p:nvSpPr>
          <p:cNvPr id="48" name="Marcador de número de diapositiva 47">
            <a:extLst>
              <a:ext uri="{FF2B5EF4-FFF2-40B4-BE49-F238E27FC236}">
                <a16:creationId xmlns:a16="http://schemas.microsoft.com/office/drawing/2014/main" id="{917C1662-4415-4FE9-BFBE-C7F577C967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1E44F22-2F6C-43BB-96D7-3288FF66C02E}" type="slidenum">
              <a:rPr lang="es-ES" altLang="es-ES">
                <a:solidFill>
                  <a:srgbClr val="171717"/>
                </a:solidFill>
              </a:rPr>
              <a:pPr/>
              <a:t>62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orma libre 49">
            <a:extLst>
              <a:ext uri="{FF2B5EF4-FFF2-40B4-BE49-F238E27FC236}">
                <a16:creationId xmlns:a16="http://schemas.microsoft.com/office/drawing/2014/main" id="{A256A79E-8E60-4A62-B668-4A3C5CD558DE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B418D0F2-F77C-4985-8B6C-8492C34B3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8BCE00D5-3DD8-4016-9068-D5C3440F094A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52CD350A-19E1-41E3-8583-729DE0EB9AE4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Forma libre 6">
            <a:extLst>
              <a:ext uri="{FF2B5EF4-FFF2-40B4-BE49-F238E27FC236}">
                <a16:creationId xmlns:a16="http://schemas.microsoft.com/office/drawing/2014/main" id="{CCBF821C-40FA-40DA-8B48-D42ED64BB824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411897F2-2866-4E59-AB83-9309F3277829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56D548E2-D8DA-48A1-85A8-1F298C065D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548C20F5-738E-40E8-8D83-FD03EE3916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1A56AB5B-A260-4B34-9E87-2B725E717C7D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20A3CC0F-D02B-489D-B2E5-96D565583217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58B4A8D8-F765-4EB5-B7AE-C7317FC6CF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27035" name="Rectangle 3">
            <a:extLst>
              <a:ext uri="{FF2B5EF4-FFF2-40B4-BE49-F238E27FC236}">
                <a16:creationId xmlns:a16="http://schemas.microsoft.com/office/drawing/2014/main" id="{92028161-A88C-475F-912D-4CD374D45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BEQ/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ADD/ADDI/SW/LW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32A374B2-A219-4B60-9F5C-B45187156908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9436100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05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0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=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)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PC 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&lt;&lt; 1)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</a:t>
                      </a:r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PC + 4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</a:t>
                      </a:r>
                      <a:endParaRPr lang="es-ES" sz="16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27044" name="Grupo 228">
            <a:extLst>
              <a:ext uri="{FF2B5EF4-FFF2-40B4-BE49-F238E27FC236}">
                <a16:creationId xmlns:a16="http://schemas.microsoft.com/office/drawing/2014/main" id="{22F4137B-D6A4-4756-B0C7-B4DD462202AD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9F34C3E2-3893-46EF-9FD7-090D8BE1CD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2D3F05B4-45A6-4B12-BE3A-53B58F5E9F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FB9FFA06-9CB9-4856-BE56-A947D80AD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B2B38931-F72F-471C-9C02-793C6AEF1C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F7974B33-ABDC-4D06-9307-1A19AFA53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F89E1A8F-9E77-4F01-B1BC-8CEF77FD8A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28A3EDEC-F971-4B87-B0B8-44ACD4497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1F41A502-303A-4317-A6BE-B91335E65A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45A8A460-00A0-47ED-AECF-81D3592AA7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F6A7E729-24E9-4369-9D84-76E108812F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660D27E4-119C-4A80-8327-D463F13182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6E26484A-1F80-4727-BD25-E359A834D1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70551A18-1D65-4F4E-8848-58BF88A6D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CBFDFA4D-CAA9-4892-A238-777BF38ED6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CAA0FD22-CA7F-4AAE-A686-D3F3284BC1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4B5D81B4-2043-4D3D-B9D1-B0EF20F1A0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E8D245A3-2D82-4565-A7F0-C308AFF17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ADB980E1-17E7-4CFB-95D2-D04620D3D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6CD366EA-8CBF-4995-B4A9-15F1A4E279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7057B8B9-3AA7-4A8C-B37D-C441ED707F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1CFDA59E-17A6-4188-B66F-FFE78334F3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8CD8EB59-08E5-436B-9AFF-3E6879B46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C63BDBE9-61F8-462D-9FB2-A1315A691F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BE5327D2-A1DB-491A-B3AB-F613AA34EE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75034D28-8120-4149-B286-1C2DAC144F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D7D97C89-4A0A-41D3-88F5-4FFA9142B1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D84C73FD-38D6-45F3-877C-EA7AD96A32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7B76C682-A565-4309-B257-F99C0F177B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400E4762-BE79-4A0F-A1C3-6130876A8D70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27045" name="Grupo 261">
            <a:extLst>
              <a:ext uri="{FF2B5EF4-FFF2-40B4-BE49-F238E27FC236}">
                <a16:creationId xmlns:a16="http://schemas.microsoft.com/office/drawing/2014/main" id="{836B29B6-7FBB-4B07-ACBF-E6D1CD66CFFE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D8E983B1-4EC4-4619-9AF2-14C39499CD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B00A7CAC-FFE3-4FEF-A7C4-744A5482AA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3A963688-820E-427A-8838-E33216851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FA050853-B2EF-4902-99B2-AF9A99AEBA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2BC9915A-8A9C-4260-B2BC-6D9BC1D09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7D4DD3D5-9F1D-471D-8492-85101BF692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B5B84314-787F-40E5-83E3-B31BA1C03E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FD44BFEA-E29E-40A7-8107-5FDF36CD5B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FF473FE0-2950-496E-9BCC-3B263B7AC1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C9C18D96-7702-4F01-B634-F9E58CDE1E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CD50CA3B-8393-476D-941A-30C9C27841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C54E9856-3880-45AA-BB39-F0F1631FAC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C8FBAFFD-78F9-407B-9BD9-92FFA1078C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90208028-CB02-485E-9312-B214B4AF8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6F67E446-5892-4E94-B7E5-04F9AB73F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896858A0-9FD2-4DB1-B35E-E1218676FB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51A71A08-55FD-4C77-9BA8-0985F089621A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27046" name="Grupo 281">
            <a:extLst>
              <a:ext uri="{FF2B5EF4-FFF2-40B4-BE49-F238E27FC236}">
                <a16:creationId xmlns:a16="http://schemas.microsoft.com/office/drawing/2014/main" id="{48E8A85B-8C5C-41BA-A3EE-4087F58057D0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38FB6736-8EC8-4559-B498-BD4717D1ED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BCCAF934-ED85-4E7F-A181-5093A5DF96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E031B60E-511F-4933-8ABF-0A531AB2D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9DECBA6E-EB4D-4DCC-AD9E-99D11DED7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EE7FEC3D-B441-4269-83D5-24D9081878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0655A502-88DD-4922-8F31-45813B7DD3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E9C58984-CEBA-4FA8-9142-FB905879BB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8386BAA8-7F7E-4472-966E-F823C29135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720F7689-480B-4070-9CF4-D018762FA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0C28098E-73DB-4939-8D71-05C8E0C457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9BDDE685-C0F0-4672-8888-3AFCAB7F78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3473605F-2FE8-428B-9DC2-3DB0AE6D98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A585DEAA-97BE-47A7-97A5-B884446462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AF655918-450A-42F6-940A-4F1B8A96A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8999040E-D825-4BE7-ADF9-BFACCCB6D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A7298E54-3F87-458F-AA4C-5DF135B408C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961F0E9D-1984-49C7-AAF3-BEB880F657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17DE2722-A878-419B-828C-E85FE7EF47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08FA5979-F471-424B-BB27-A9F030339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A3A9E0E7-857E-4623-B8B4-BF308ED928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3FC058A3-75F2-424A-828B-482583204CC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27047" name="Grupo 303">
            <a:extLst>
              <a:ext uri="{FF2B5EF4-FFF2-40B4-BE49-F238E27FC236}">
                <a16:creationId xmlns:a16="http://schemas.microsoft.com/office/drawing/2014/main" id="{1B1E4D6F-7989-4EB1-A4F3-945136186719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DA8B8ED1-E7E4-4931-91C2-65F53DD8C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7D4031B2-DBAD-40A4-A9A6-11B8F390B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746B333E-BB24-4F8D-88B2-E63401BBC6B2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8C41D419-E8DE-43C4-8CBD-BD139B7668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D153C13B-F534-4469-AD0F-D9343DAFF0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133B3D14-3B92-44CB-A4C3-514CF65BF5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127019F6-7E02-4271-85C3-082948D5DA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45078E06-09FA-4DF4-B24D-F76A4C08367A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6EABB151-A110-44B5-B04B-67BE0A835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D9A58146-1E82-4CCB-94FF-384ABF93C4B4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B9388375-AB9A-4CA7-BB4B-532B4F4656C9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B34BEB36-244F-4017-9753-DB034CE19B4E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9EE95055-8F8D-4DA1-AF95-003146F89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27054" name="Text Box 50">
            <a:extLst>
              <a:ext uri="{FF2B5EF4-FFF2-40B4-BE49-F238E27FC236}">
                <a16:creationId xmlns:a16="http://schemas.microsoft.com/office/drawing/2014/main" id="{C1AF9029-910D-44E3-9CEA-5C23C24B6D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61EC78E4-E393-4057-82FD-7A698A0FF8FC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725CEABB-4CA9-4BA5-860B-C49F3C4A3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89F5F1F6-8246-42AC-B1A9-B9B367A4BF8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631878A3-03C8-4BFD-B403-0C1E59333D09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6CC1E393-A516-4180-B26C-5D7AB260EA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200352CD-8F2E-44E0-B1F4-58E0980BDF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B1D4C4B4-007E-4578-85FD-5C91C933D0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F910AC8D-D2DD-44E1-84C0-1AE7592231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33D4501A-323D-41A1-BB09-BDB7D363D7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42BFEE97-DED0-4E34-9157-1315CCB5BD3E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D703225E-6CB4-45DB-8735-12B2F13ECC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792ADE1F-79B5-4212-B62D-C799209E03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AFE500B0-26C6-492B-BABB-853B1974F199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C2F734F4-7282-469E-AA4F-D05351C43BA9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E1910404-B25A-4A87-8C42-3F2853FF48F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6B6E7E9F-ACC2-45F2-BCFB-8392E8EB6B5F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071" name="Grupo 27">
            <a:extLst>
              <a:ext uri="{FF2B5EF4-FFF2-40B4-BE49-F238E27FC236}">
                <a16:creationId xmlns:a16="http://schemas.microsoft.com/office/drawing/2014/main" id="{381A4992-5646-4B4D-B330-F446B786B57B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E2757B0C-F9DA-4FAB-A59C-0AB9F608E0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EA64F916-983D-433D-9297-4B00D15CF1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2152FD35-2395-49C1-8626-63B3DDDC7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D07E1251-2661-442D-8D52-FF215181AB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A50C7C1D-70F4-48B1-8246-0FBE4DAFE3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90577A21-6A34-42EF-894E-D2D06B9B01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A7A353CB-5CEA-4379-9634-36E4C0F442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9869220B-6450-4C67-9E8B-0F7CDB3D83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F6D61C3B-CDDC-499B-AB98-2520B5872D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D720F376-8B60-4A43-921C-8062FB52EABD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2C0A5B69-086E-466B-BDCE-567BA1A8F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4687CC1E-9BFF-4CA6-8916-4C03032807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8FF943E6-7B2D-4E1A-991C-35DE7707B8FA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A9F2DEB0-FB95-4A0D-989F-148F2C2B9F91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696A2A3A-9A42-4320-A28D-CCAA624ED276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68EB6836-55D2-4785-9A83-10FF81CCE487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623152B3-9C50-4F19-BB15-398A62B84B2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" name="Rectángulo redondeado 10">
            <a:extLst>
              <a:ext uri="{FF2B5EF4-FFF2-40B4-BE49-F238E27FC236}">
                <a16:creationId xmlns:a16="http://schemas.microsoft.com/office/drawing/2014/main" id="{4DCFAC00-5305-4B70-A0E7-A64AB854D239}"/>
              </a:ext>
            </a:extLst>
          </p:cNvPr>
          <p:cNvSpPr/>
          <p:nvPr/>
        </p:nvSpPr>
        <p:spPr>
          <a:xfrm>
            <a:off x="7086600" y="1828800"/>
            <a:ext cx="1963738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452C85B0-78AE-4D3C-9D81-5D0643CA72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CCD4F92F-64A4-44A9-998F-B88F3CDE2C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74514D22-8280-4031-A4EA-F715CB936B8E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7962F687-5646-4F3B-B39B-90367127C0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4838" y="3243263"/>
            <a:ext cx="2587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rgbClr val="C00000"/>
                </a:solidFill>
                <a:latin typeface="+mn-lt"/>
              </a:rPr>
              <a:t>Z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0" name="Text Box 50">
            <a:extLst>
              <a:ext uri="{FF2B5EF4-FFF2-40B4-BE49-F238E27FC236}">
                <a16:creationId xmlns:a16="http://schemas.microsoft.com/office/drawing/2014/main" id="{60C59B8F-A477-4A2D-AA44-BB4A5E1BB2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5888" y="3594100"/>
            <a:ext cx="539750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código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resta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32F0421A-DA35-4707-84E5-F26A57A8A284}"/>
              </a:ext>
            </a:extLst>
          </p:cNvPr>
          <p:cNvSpPr/>
          <p:nvPr/>
        </p:nvSpPr>
        <p:spPr>
          <a:xfrm>
            <a:off x="8255000" y="3446463"/>
            <a:ext cx="98425" cy="839787"/>
          </a:xfrm>
          <a:custGeom>
            <a:avLst/>
            <a:gdLst>
              <a:gd name="connsiteX0" fmla="*/ 0 w 99526"/>
              <a:gd name="connsiteY0" fmla="*/ 839755 h 839755"/>
              <a:gd name="connsiteX1" fmla="*/ 99526 w 99526"/>
              <a:gd name="connsiteY1" fmla="*/ 839755 h 839755"/>
              <a:gd name="connsiteX2" fmla="*/ 99526 w 99526"/>
              <a:gd name="connsiteY2" fmla="*/ 0 h 839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526" h="839755">
                <a:moveTo>
                  <a:pt x="0" y="839755"/>
                </a:moveTo>
                <a:lnTo>
                  <a:pt x="99526" y="839755"/>
                </a:lnTo>
                <a:lnTo>
                  <a:pt x="99526" y="0"/>
                </a:ln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7084" name="Grupo 4">
            <a:extLst>
              <a:ext uri="{FF2B5EF4-FFF2-40B4-BE49-F238E27FC236}">
                <a16:creationId xmlns:a16="http://schemas.microsoft.com/office/drawing/2014/main" id="{EA5ED8DC-E246-470A-B03A-4F6AC7E302E8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04E01307-97A5-48BF-BC7E-72D36D6BB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47878B3C-1002-48A0-9150-78BA65B4B3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709B2453-F1ED-4445-A559-CC02559577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2291B55A-78D8-4E2D-8D52-E05F011EE9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879763A7-86C5-46D8-BA78-385F72F8F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BDC52CF8-31D1-408D-BB10-63703C56C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8F2718CA-84DF-431D-8746-514FCAAA36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BEBAF4CE-63D3-438E-996A-A928F8547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CCA33280-2376-4FE4-B4AD-1F72A5AAFB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7B69BCD2-E4FF-4E80-B081-F24B44D461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D2784F59-9958-48A9-B29C-7A11953CB7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</p:grpSp>
      <p:sp>
        <p:nvSpPr>
          <p:cNvPr id="135" name="Forma libre 134">
            <a:extLst>
              <a:ext uri="{FF2B5EF4-FFF2-40B4-BE49-F238E27FC236}">
                <a16:creationId xmlns:a16="http://schemas.microsoft.com/office/drawing/2014/main" id="{92E3E9B0-A670-4510-B7E5-DA9425423075}"/>
              </a:ext>
            </a:extLst>
          </p:cNvPr>
          <p:cNvSpPr/>
          <p:nvPr/>
        </p:nvSpPr>
        <p:spPr>
          <a:xfrm>
            <a:off x="6907213" y="2033588"/>
            <a:ext cx="974725" cy="3459162"/>
          </a:xfrm>
          <a:custGeom>
            <a:avLst/>
            <a:gdLst>
              <a:gd name="connsiteX0" fmla="*/ 469726 w 973579"/>
              <a:gd name="connsiteY0" fmla="*/ 0 h 3470987"/>
              <a:gd name="connsiteX1" fmla="*/ 15636 w 973579"/>
              <a:gd name="connsiteY1" fmla="*/ 1710612 h 3470987"/>
              <a:gd name="connsiteX2" fmla="*/ 973579 w 973579"/>
              <a:gd name="connsiteY2" fmla="*/ 3470987 h 3470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73579" h="3470987">
                <a:moveTo>
                  <a:pt x="469726" y="0"/>
                </a:moveTo>
                <a:cubicBezTo>
                  <a:pt x="200693" y="566057"/>
                  <a:pt x="-68339" y="1132114"/>
                  <a:pt x="15636" y="1710612"/>
                </a:cubicBezTo>
                <a:cubicBezTo>
                  <a:pt x="99611" y="2289110"/>
                  <a:pt x="536595" y="2880048"/>
                  <a:pt x="973579" y="3470987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7" name="Forma libre 136">
            <a:extLst>
              <a:ext uri="{FF2B5EF4-FFF2-40B4-BE49-F238E27FC236}">
                <a16:creationId xmlns:a16="http://schemas.microsoft.com/office/drawing/2014/main" id="{AEF82007-EE78-468E-A8CF-3A2777447B41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7087" name="Grupo 137">
            <a:extLst>
              <a:ext uri="{FF2B5EF4-FFF2-40B4-BE49-F238E27FC236}">
                <a16:creationId xmlns:a16="http://schemas.microsoft.com/office/drawing/2014/main" id="{D900BD8C-5BA2-4B40-893C-E066A7AC6D66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39" name="Text Box 49">
              <a:extLst>
                <a:ext uri="{FF2B5EF4-FFF2-40B4-BE49-F238E27FC236}">
                  <a16:creationId xmlns:a16="http://schemas.microsoft.com/office/drawing/2014/main" id="{BE3C03BB-B3BA-4A0A-8141-4202A2757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0" name="Text Box 47">
              <a:extLst>
                <a:ext uri="{FF2B5EF4-FFF2-40B4-BE49-F238E27FC236}">
                  <a16:creationId xmlns:a16="http://schemas.microsoft.com/office/drawing/2014/main" id="{6E4DF161-C86D-4CEC-950C-3F857205EE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Rectangle 43">
              <a:extLst>
                <a:ext uri="{FF2B5EF4-FFF2-40B4-BE49-F238E27FC236}">
                  <a16:creationId xmlns:a16="http://schemas.microsoft.com/office/drawing/2014/main" id="{EB9F3866-10F0-4882-BC80-0C0AB43B4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2" name="Line 44">
              <a:extLst>
                <a:ext uri="{FF2B5EF4-FFF2-40B4-BE49-F238E27FC236}">
                  <a16:creationId xmlns:a16="http://schemas.microsoft.com/office/drawing/2014/main" id="{9FF5FA3F-FFFA-4761-86F0-5C68895A3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5">
              <a:extLst>
                <a:ext uri="{FF2B5EF4-FFF2-40B4-BE49-F238E27FC236}">
                  <a16:creationId xmlns:a16="http://schemas.microsoft.com/office/drawing/2014/main" id="{E8A5BFEB-F755-44DA-A01B-616CF2F604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4" name="Line 46">
              <a:extLst>
                <a:ext uri="{FF2B5EF4-FFF2-40B4-BE49-F238E27FC236}">
                  <a16:creationId xmlns:a16="http://schemas.microsoft.com/office/drawing/2014/main" id="{E3A9F058-29E0-435E-83AD-A4D6351F3F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8">
              <a:extLst>
                <a:ext uri="{FF2B5EF4-FFF2-40B4-BE49-F238E27FC236}">
                  <a16:creationId xmlns:a16="http://schemas.microsoft.com/office/drawing/2014/main" id="{CD3E4860-5190-481E-9D3B-E92E47E906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Text Box 53">
              <a:extLst>
                <a:ext uri="{FF2B5EF4-FFF2-40B4-BE49-F238E27FC236}">
                  <a16:creationId xmlns:a16="http://schemas.microsoft.com/office/drawing/2014/main" id="{3E94F155-E099-46EB-BBA3-B52384B9D2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7" name="Forma libre 146">
              <a:extLst>
                <a:ext uri="{FF2B5EF4-FFF2-40B4-BE49-F238E27FC236}">
                  <a16:creationId xmlns:a16="http://schemas.microsoft.com/office/drawing/2014/main" id="{D3294AA7-A938-4FA8-B3EE-C11570FEBBF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27088" name="Grupo 147">
            <a:extLst>
              <a:ext uri="{FF2B5EF4-FFF2-40B4-BE49-F238E27FC236}">
                <a16:creationId xmlns:a16="http://schemas.microsoft.com/office/drawing/2014/main" id="{FB8105EA-1F04-4789-B3EA-3EA5813C2E3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49" name="Text Box 48">
              <a:extLst>
                <a:ext uri="{FF2B5EF4-FFF2-40B4-BE49-F238E27FC236}">
                  <a16:creationId xmlns:a16="http://schemas.microsoft.com/office/drawing/2014/main" id="{2A34A466-6188-49F7-95C4-CD74F87E35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0" name="Text Box 57">
              <a:extLst>
                <a:ext uri="{FF2B5EF4-FFF2-40B4-BE49-F238E27FC236}">
                  <a16:creationId xmlns:a16="http://schemas.microsoft.com/office/drawing/2014/main" id="{01DAE276-0A2D-4274-8A23-D796AB3BF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3">
              <a:extLst>
                <a:ext uri="{FF2B5EF4-FFF2-40B4-BE49-F238E27FC236}">
                  <a16:creationId xmlns:a16="http://schemas.microsoft.com/office/drawing/2014/main" id="{610985C4-2C4D-4226-8BB2-7BF1577418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Freeform 44">
              <a:extLst>
                <a:ext uri="{FF2B5EF4-FFF2-40B4-BE49-F238E27FC236}">
                  <a16:creationId xmlns:a16="http://schemas.microsoft.com/office/drawing/2014/main" id="{63B8C10B-AD08-4C2C-811D-A16346FD2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6">
              <a:extLst>
                <a:ext uri="{FF2B5EF4-FFF2-40B4-BE49-F238E27FC236}">
                  <a16:creationId xmlns:a16="http://schemas.microsoft.com/office/drawing/2014/main" id="{5F7E7F24-D88D-463A-9E04-5DD4672A2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7">
              <a:extLst>
                <a:ext uri="{FF2B5EF4-FFF2-40B4-BE49-F238E27FC236}">
                  <a16:creationId xmlns:a16="http://schemas.microsoft.com/office/drawing/2014/main" id="{5B163B6F-46E3-4949-BFFE-ADC0C1A1C9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Text Box 49">
              <a:extLst>
                <a:ext uri="{FF2B5EF4-FFF2-40B4-BE49-F238E27FC236}">
                  <a16:creationId xmlns:a16="http://schemas.microsoft.com/office/drawing/2014/main" id="{0450C104-CD29-4CF3-A3DF-0FF2C6D69C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Line 51">
              <a:extLst>
                <a:ext uri="{FF2B5EF4-FFF2-40B4-BE49-F238E27FC236}">
                  <a16:creationId xmlns:a16="http://schemas.microsoft.com/office/drawing/2014/main" id="{268A36B7-AA09-4AE3-8B39-21D9464352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2">
              <a:extLst>
                <a:ext uri="{FF2B5EF4-FFF2-40B4-BE49-F238E27FC236}">
                  <a16:creationId xmlns:a16="http://schemas.microsoft.com/office/drawing/2014/main" id="{E1078C2A-47F7-4CD9-81FF-B7CA19B5A7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5">
              <a:extLst>
                <a:ext uri="{FF2B5EF4-FFF2-40B4-BE49-F238E27FC236}">
                  <a16:creationId xmlns:a16="http://schemas.microsoft.com/office/drawing/2014/main" id="{0DCEF75B-7136-4868-A071-68448EC942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6">
              <a:extLst>
                <a:ext uri="{FF2B5EF4-FFF2-40B4-BE49-F238E27FC236}">
                  <a16:creationId xmlns:a16="http://schemas.microsoft.com/office/drawing/2014/main" id="{2F3E67E5-5C73-48CE-98FD-A21263FC28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0" name="Forma libre 159">
            <a:extLst>
              <a:ext uri="{FF2B5EF4-FFF2-40B4-BE49-F238E27FC236}">
                <a16:creationId xmlns:a16="http://schemas.microsoft.com/office/drawing/2014/main" id="{9CAC842B-DCFC-449A-8545-AA1345D1FB54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7090" name="Text Box 46">
            <a:extLst>
              <a:ext uri="{FF2B5EF4-FFF2-40B4-BE49-F238E27FC236}">
                <a16:creationId xmlns:a16="http://schemas.microsoft.com/office/drawing/2014/main" id="{62FE649B-ADA4-4010-A0AE-C5A505FC0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162" name="Forma libre 161">
            <a:extLst>
              <a:ext uri="{FF2B5EF4-FFF2-40B4-BE49-F238E27FC236}">
                <a16:creationId xmlns:a16="http://schemas.microsoft.com/office/drawing/2014/main" id="{316A2860-E90A-4847-99D4-694DB8B38212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3" name="Elipse 162">
            <a:extLst>
              <a:ext uri="{FF2B5EF4-FFF2-40B4-BE49-F238E27FC236}">
                <a16:creationId xmlns:a16="http://schemas.microsoft.com/office/drawing/2014/main" id="{6A1269E3-9641-4D54-B284-95997231EFA8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7093" name="Grupo 188">
            <a:extLst>
              <a:ext uri="{FF2B5EF4-FFF2-40B4-BE49-F238E27FC236}">
                <a16:creationId xmlns:a16="http://schemas.microsoft.com/office/drawing/2014/main" id="{059A34AC-28CD-4C12-883D-22B24E98367D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E7F032E2-BBFF-4589-A760-63CAABEF7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E3360729-3106-43C0-80CF-368E3803B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78C0EA12-76DA-4032-9B28-0C1F5FFFCD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45B276FD-2AA6-4417-A002-8EDC2C3233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0CEFACF4-59C7-4859-9075-6C9950C665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A1486913-3A44-49DD-96D5-4739380897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B91DB08F-C4A1-46AA-B72D-15DCDA866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1597C334-AD25-4256-98D5-17E64A6CD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E5F80B6E-05BD-44AD-A22C-E1AC7FA50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ECD4AB3B-26C0-43EE-9D5E-5AF8A63B7E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65" name="Rectángulo redondeado 164">
            <a:extLst>
              <a:ext uri="{FF2B5EF4-FFF2-40B4-BE49-F238E27FC236}">
                <a16:creationId xmlns:a16="http://schemas.microsoft.com/office/drawing/2014/main" id="{C4A4FEA5-FDCD-426F-B17D-3BBC80CBB045}"/>
              </a:ext>
            </a:extLst>
          </p:cNvPr>
          <p:cNvSpPr/>
          <p:nvPr/>
        </p:nvSpPr>
        <p:spPr>
          <a:xfrm>
            <a:off x="5132388" y="1822450"/>
            <a:ext cx="146367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6" name="Rectángulo redondeado 165">
            <a:extLst>
              <a:ext uri="{FF2B5EF4-FFF2-40B4-BE49-F238E27FC236}">
                <a16:creationId xmlns:a16="http://schemas.microsoft.com/office/drawing/2014/main" id="{650144C1-84BE-4814-AB0E-C587573AC5AF}"/>
              </a:ext>
            </a:extLst>
          </p:cNvPr>
          <p:cNvSpPr/>
          <p:nvPr/>
        </p:nvSpPr>
        <p:spPr>
          <a:xfrm>
            <a:off x="9591675" y="1825625"/>
            <a:ext cx="5889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50">
            <a:extLst>
              <a:ext uri="{FF2B5EF4-FFF2-40B4-BE49-F238E27FC236}">
                <a16:creationId xmlns:a16="http://schemas.microsoft.com/office/drawing/2014/main" id="{97CEAA4F-1F8F-4450-80F2-42C9E72D8D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27097" name="Text Box 50">
            <a:extLst>
              <a:ext uri="{FF2B5EF4-FFF2-40B4-BE49-F238E27FC236}">
                <a16:creationId xmlns:a16="http://schemas.microsoft.com/office/drawing/2014/main" id="{1FE4E278-EBF8-40F8-B16F-4CFE202A0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7286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(31:25, 11:7)</a:t>
            </a:r>
          </a:p>
        </p:txBody>
      </p:sp>
      <p:sp>
        <p:nvSpPr>
          <p:cNvPr id="136" name="Marcador de número de diapositiva 135">
            <a:extLst>
              <a:ext uri="{FF2B5EF4-FFF2-40B4-BE49-F238E27FC236}">
                <a16:creationId xmlns:a16="http://schemas.microsoft.com/office/drawing/2014/main" id="{621C4849-D297-424E-8524-8B9D87F2AB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0BF64B6-EE5C-4062-9C2D-5EC6860BC6DD}" type="slidenum">
              <a:rPr lang="es-ES" altLang="es-ES">
                <a:solidFill>
                  <a:srgbClr val="171717"/>
                </a:solidFill>
              </a:rPr>
              <a:pPr/>
              <a:t>63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orma libre 49">
            <a:extLst>
              <a:ext uri="{FF2B5EF4-FFF2-40B4-BE49-F238E27FC236}">
                <a16:creationId xmlns:a16="http://schemas.microsoft.com/office/drawing/2014/main" id="{EACB94D6-B0CB-49DE-9FE7-5D4CEC0F27CB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4F293063-BFED-48FD-92FC-3E035DA8AA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26DFFB39-3A16-457B-963B-811AD5EAE465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83939E70-4AFC-4F51-B1C4-8A360AB3D63E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Forma libre 6">
            <a:extLst>
              <a:ext uri="{FF2B5EF4-FFF2-40B4-BE49-F238E27FC236}">
                <a16:creationId xmlns:a16="http://schemas.microsoft.com/office/drawing/2014/main" id="{DBEFC47C-A5C8-4567-8887-88B460CFF5F4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BC4CC0B0-5D0F-44A7-857D-FBF7B774DF90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BA04AA9A-DC0D-445F-9B3C-939B11274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13280E39-279E-4974-AD0C-8F9024A546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08767931-7BC2-4934-8631-ECD3F1509A30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79127529-102A-4EE8-8162-E4F84246ACE9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74DAA7BF-1108-457F-BA6F-1E6DFEB150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29083" name="Rectangle 3">
            <a:extLst>
              <a:ext uri="{FF2B5EF4-FFF2-40B4-BE49-F238E27FC236}">
                <a16:creationId xmlns:a16="http://schemas.microsoft.com/office/drawing/2014/main" id="{EA8F76BE-B80F-41A4-B588-2ACCE441C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BEQ/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ADD/ADDI/SW/LW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013A1BC5-D685-47CF-B21F-48F5D38C5E87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9436100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05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0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=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)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PC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&lt;&lt; 1)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</a:t>
                      </a:r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PC + 4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</a:t>
                      </a:r>
                      <a:endParaRPr lang="es-ES" sz="16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29092" name="Grupo 228">
            <a:extLst>
              <a:ext uri="{FF2B5EF4-FFF2-40B4-BE49-F238E27FC236}">
                <a16:creationId xmlns:a16="http://schemas.microsoft.com/office/drawing/2014/main" id="{9F7B5C9A-5340-4521-A3B1-68110671B5AA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E5503266-B8B8-4802-927A-3B5749BD04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E6425283-61D7-4CC3-8951-A72442882C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B909C675-39E4-4E5A-9316-0323CAACEF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F909C528-B15D-4B5F-A0EB-584B17AD4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A0A7A86C-D4FB-49F5-9DF8-E92B02588E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40B9E028-67C9-46BC-B2A6-B95D893CA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E8812E75-76E8-418F-A020-CCB50EA79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1C937A11-28EF-4F20-8568-F216B4954B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0959004E-06E5-4A1C-A989-03450FC366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5C33C8F1-EC49-45DC-9360-B39C120633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FD479938-B4A7-49AB-918D-F0567B94E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D9087524-0B94-4EC6-92DD-BE21F0427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4F13AD2B-593A-498B-BA85-BDEF4176C4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03ED8484-F580-49D0-B90C-BF66960ACD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4C0B0ECA-CAF4-481A-ABDD-ED274E60F6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63D58CF3-188F-41E5-B1EB-E848397A8B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E5D427AB-07C1-425B-88FA-E960C2DDEA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D1924BE0-F881-4A7C-9164-B0124B2D7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4B7263C1-C2AB-4B30-BB32-292B6617B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5773D059-B154-464B-B251-7A435431B0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16651BA8-14A3-40B2-8F9D-E807982B27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76EA10A1-6131-46A3-AD8D-20A69E6B94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E4C39774-75BF-4CDB-B850-4BAA8A7554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2AC29352-1D8D-45A0-AF25-FB25AEB508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C1563610-CEB6-4E8D-BDFA-04F4F3D382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03E9DC69-7FDD-4047-8CCC-0F54B87865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B05CB8CD-8319-4671-9009-AC963939C4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059E17C0-31AD-42AD-A36A-200781BE38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24D16AB0-D005-44A1-A41C-15EB596A816E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29093" name="Grupo 261">
            <a:extLst>
              <a:ext uri="{FF2B5EF4-FFF2-40B4-BE49-F238E27FC236}">
                <a16:creationId xmlns:a16="http://schemas.microsoft.com/office/drawing/2014/main" id="{8FA70A7D-9C8E-44F5-A1D1-DC0B15047925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A25FC8C6-C923-4FE0-BF3B-8BC8B83438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4DC71BAE-8323-4C43-9D58-E3E00F9ACC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1305AC05-1382-476D-ABF7-B415F2C30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3713ABCE-AC76-404A-B759-2CA5492B31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2DEFDA07-8D83-4401-9DC2-7FBC1DEDA6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11CB3CAE-6F59-452B-81CE-035EFF545F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EDD2C612-93BD-41E9-891F-3BBDB26B1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AFE2387B-F6B4-43FE-9D15-B756C97A61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BF8574B5-C168-4212-90DF-401AFAFD8E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E203D0DA-EE1B-434D-87DE-318A8724FB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E113DCA6-7233-4CB1-8473-0975CD4E82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8B0D1E2B-49C2-4CB9-BD59-60922AF220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65A276F4-C9FA-4365-B1EB-FEC1F97F5C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EC0F334C-ED95-4B67-886F-F58F3062F6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9A06B23B-9619-4B7D-B80C-864826F8A2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BBA5AF37-BA24-4E86-94A5-7EC51420A0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9B18D864-71AB-46D4-B4D2-340283C2C490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29094" name="Grupo 281">
            <a:extLst>
              <a:ext uri="{FF2B5EF4-FFF2-40B4-BE49-F238E27FC236}">
                <a16:creationId xmlns:a16="http://schemas.microsoft.com/office/drawing/2014/main" id="{795A98AE-8EAC-4419-9331-77A8F88C3F10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5F32D658-D79F-4EB7-B3D9-303DDAB77A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35F4DC97-97F5-4A05-AC52-4FCF804DFB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0CF2CA44-1F77-449C-B9D9-B21CDDCF90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0119092A-C9C0-4EBB-B5E3-DACC302D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2A938C02-04CC-4BF6-BCE2-C74B14848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A6DA6D8F-632F-4967-A328-0E2190135C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70B8B798-9468-421B-B86A-5BACC5864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15137A17-0CC9-4124-BE2B-9306DC6F60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87B54FF7-71AF-44B2-98C8-19C1FDF31D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901CEAC7-CCFC-4CB0-A5F6-947F4539F1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8A7E1D51-67A5-4964-9B04-2B38B7BB3C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15EDAE56-D94D-401C-8239-23F8213B3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0101CBFE-1879-4BC6-95F2-D2C701F56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461C4483-FC00-4460-A851-6CF367FA21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B6EF423F-5BBF-4469-A538-C89E1206BB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20DE5F1F-3225-40A7-A246-02845B808CB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65877402-450B-495C-9097-605FC47066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1E53714F-27F2-4245-B7AB-3704BA2D7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ABC80D0E-7953-4169-A8B0-AAAC864CAE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536728AC-2485-4D43-995E-44DA5900F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314ADBB0-E0E4-4A09-B1BF-C312F8ED6CD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29095" name="Grupo 303">
            <a:extLst>
              <a:ext uri="{FF2B5EF4-FFF2-40B4-BE49-F238E27FC236}">
                <a16:creationId xmlns:a16="http://schemas.microsoft.com/office/drawing/2014/main" id="{9FAE6458-8167-4821-97DD-30F37F80DEA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71FD7BC4-CA0F-4AB6-92C7-8D51B2F486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76FD7B10-F4FE-4BA8-9A0D-0717B300FE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8635B0F3-1CC6-4DD6-ADD5-314AA34EC86F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F80E8BFB-6263-4606-B462-71BB365A98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D0021542-E665-4717-BD4A-A664E608E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AF30295A-9B52-4B08-B3DA-756F1C2B4E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EB4C9C6D-C9E6-4E3A-A44C-50AC790D0C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1A25E7D8-BF58-4D49-A6BA-05837C6B1F46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10F593C3-EBA8-4E43-A5FE-85E7F692D7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D8FE9E59-381B-44C5-95B0-478BC8E3FC79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4A0126EE-8BB7-4EB9-977F-6FBD85298EC2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5E431CA2-EC54-42DE-A64B-1906AC2D7709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730C9602-4708-4BFC-979C-7E17B779B8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29102" name="Text Box 50">
            <a:extLst>
              <a:ext uri="{FF2B5EF4-FFF2-40B4-BE49-F238E27FC236}">
                <a16:creationId xmlns:a16="http://schemas.microsoft.com/office/drawing/2014/main" id="{2BB05914-E64B-429B-BC91-29B7DA52AB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80BE7A81-D2A9-4EFE-A192-D0DF00ED2913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FD659314-BC07-4891-99B8-29346ACB4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92272A33-EFC1-4AF2-BD7A-A7E992ACF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1E674A22-910C-4D19-AD82-5EC8DA7B480D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2F22AEC9-7CC2-4426-AAFF-19162A328E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6653705A-3AA3-47E1-B1FC-4A3FAB9748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1753E66A-D289-42F1-8BA3-0BB7F63BA9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43DD0233-0A40-48C6-9666-E950C4EC9405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0C2D9E0F-E17A-4EE9-9F38-049B2B29B84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FA4702A0-F424-4F5F-A694-FFBDC5972A0D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25DD50D6-3BA8-4F72-A797-A293087589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5236B17F-C0FD-4245-BE7C-1221749EF1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12E17CB0-5814-4DE9-97FD-C1E81C4E5E0F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4D24FDC1-01C8-4188-AFD7-1C2200424845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894C55D5-EB2F-4FF9-A958-211DFDA09EDF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58431D47-DA76-422F-9D78-2FD5BCF9A620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9119" name="Grupo 27">
            <a:extLst>
              <a:ext uri="{FF2B5EF4-FFF2-40B4-BE49-F238E27FC236}">
                <a16:creationId xmlns:a16="http://schemas.microsoft.com/office/drawing/2014/main" id="{C19A115D-C95A-4F0E-8160-A4BE31667E37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5B3E3BEF-C158-4DEC-A29B-28822A3DA1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D9CF0B9A-0CEA-4230-B968-2825853C2C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380D0200-46E7-4B80-A4BD-853D3E00F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2F7E670E-8C2F-40EE-B034-1CAA93CCA9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28B0B933-D1E6-4E22-8AF2-62DB994CA0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35796C37-191A-43BA-8CD8-983825F003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A783BFA0-CEF4-4235-8B48-F82867547B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9B6A5B9D-D1FA-4230-9B22-DDF4E7892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CD39AF7E-95A4-49FB-A3C8-91E198E6DB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D94E2385-2206-420B-A325-6BB54E0846A6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F7599AC8-8A66-457C-AC3B-A18A020FFE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C7509AF6-FE12-449B-8570-64AA460B93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3C958B81-CF29-40BA-BAE8-F8207738BA4C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B5DCD990-0E23-4019-BD82-6D96039BE04F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3D0C9FB6-E1A0-4390-AA97-AC6071E5D026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973F50FF-B366-4E29-A959-A147322C461C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8EAC73A8-9EAE-4679-9E5E-F5D29489EE1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32F07057-F2BA-4C6C-A45E-A1ED5B7413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0C53CE74-B841-4A00-95D2-4C66FEE75FB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F81EA2B7-EE9A-41B6-95AB-A160EA6C3CF4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478215DF-43BC-4BDE-AD27-7747BF06A4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4838" y="3243263"/>
            <a:ext cx="2587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rgbClr val="C00000"/>
                </a:solidFill>
                <a:latin typeface="+mn-lt"/>
              </a:rPr>
              <a:t>Z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0" name="Text Box 50">
            <a:extLst>
              <a:ext uri="{FF2B5EF4-FFF2-40B4-BE49-F238E27FC236}">
                <a16:creationId xmlns:a16="http://schemas.microsoft.com/office/drawing/2014/main" id="{322A2E8B-7218-41DA-A544-171FB76EC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5888" y="3594100"/>
            <a:ext cx="539750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código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resta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9F81506D-8AC2-463B-A7EA-B8DFE9B81EFE}"/>
              </a:ext>
            </a:extLst>
          </p:cNvPr>
          <p:cNvSpPr/>
          <p:nvPr/>
        </p:nvSpPr>
        <p:spPr>
          <a:xfrm>
            <a:off x="8255000" y="3446463"/>
            <a:ext cx="98425" cy="839787"/>
          </a:xfrm>
          <a:custGeom>
            <a:avLst/>
            <a:gdLst>
              <a:gd name="connsiteX0" fmla="*/ 0 w 99526"/>
              <a:gd name="connsiteY0" fmla="*/ 839755 h 839755"/>
              <a:gd name="connsiteX1" fmla="*/ 99526 w 99526"/>
              <a:gd name="connsiteY1" fmla="*/ 839755 h 839755"/>
              <a:gd name="connsiteX2" fmla="*/ 99526 w 99526"/>
              <a:gd name="connsiteY2" fmla="*/ 0 h 839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526" h="839755">
                <a:moveTo>
                  <a:pt x="0" y="839755"/>
                </a:moveTo>
                <a:lnTo>
                  <a:pt x="99526" y="839755"/>
                </a:lnTo>
                <a:lnTo>
                  <a:pt x="99526" y="0"/>
                </a:ln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9131" name="Grupo 4">
            <a:extLst>
              <a:ext uri="{FF2B5EF4-FFF2-40B4-BE49-F238E27FC236}">
                <a16:creationId xmlns:a16="http://schemas.microsoft.com/office/drawing/2014/main" id="{0399D78B-2727-4B31-87CB-1D2CF2EBE7C8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702F1D0F-DDBF-49B8-8C91-52261747A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A0A5251B-2193-4C34-91AF-0A1D469DE5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5D850AD0-0CAF-4041-B8A8-B3FAE1B1B1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A5D33862-3994-45A1-ABDA-A0DCDC2DD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438080A1-B612-47FB-90D9-64C1CB00E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6D2EC6F7-9F75-4AD4-8FB3-407979C5A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5A261E23-AB53-4644-830F-F5CBB8057F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549382E7-4B58-4C4D-A454-FBD9E2216E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1D45F6D3-AD5C-4171-A7DB-DD78854C0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A1EA132B-29A8-40AE-82FB-4BF852F08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A4A935B0-4A8B-43D6-AB28-3E2EC5FFAC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C9485F11-E944-438D-895A-90AD32906796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7B841E0F-52C6-4023-8259-F8DAA2BD447A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3CD9D1A3-24DD-4ED1-9C43-C5C6CB67B558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9135" name="Grupo 138">
            <a:extLst>
              <a:ext uri="{FF2B5EF4-FFF2-40B4-BE49-F238E27FC236}">
                <a16:creationId xmlns:a16="http://schemas.microsoft.com/office/drawing/2014/main" id="{140FF894-07C6-4C22-8122-7485EC3B4304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72451424-4657-4D16-83BD-D13E785F83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9E8C0A22-4355-4119-B092-4B68836659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CE22CD51-850D-4B7B-BB89-30FA972CC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16E8DA71-88BF-4D1E-8F12-A68F87B69A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248C15F3-E8CE-4149-8832-B6A43D2F9A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067D6B7C-92AA-4F58-9311-AF611D4E23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C926B3FD-3E44-4CA7-9D23-138D9849E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A6E3A9F0-D709-4E60-BA61-4C5699C14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72DFEA37-87A5-4510-962E-573CA0D3A78E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29136" name="Grupo 148">
            <a:extLst>
              <a:ext uri="{FF2B5EF4-FFF2-40B4-BE49-F238E27FC236}">
                <a16:creationId xmlns:a16="http://schemas.microsoft.com/office/drawing/2014/main" id="{16F9D59D-713D-4D0B-BA4B-C0D8C1907146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8FC04E4F-8D6D-499D-914D-79629558A5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168BE60E-366A-4E6E-A1CD-B72AAA67AC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7474A3BD-21E5-4F8F-AA51-C4F796958F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82954D97-3434-47B6-A9DA-876802217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4675299E-ED60-45C9-9D39-45C19F1F73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6D124E95-151E-4ABD-B97D-E7E01494E5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207E6348-8131-4F91-A443-3C135EDB2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B6240FD9-E14C-4B31-BF65-AAB4F76B0F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670F1E2B-F365-4C81-9F11-3B7DA8090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F71EFD2E-CD47-4365-987A-606B134543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4A09E053-F87F-4201-AE79-BBCD50CA97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7A1DE304-3BAA-401F-91C8-D72AFC06492B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9138" name="Text Box 46">
            <a:extLst>
              <a:ext uri="{FF2B5EF4-FFF2-40B4-BE49-F238E27FC236}">
                <a16:creationId xmlns:a16="http://schemas.microsoft.com/office/drawing/2014/main" id="{3651D630-1BC8-400B-8F4E-11964EB373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163" name="Forma libre 162">
            <a:extLst>
              <a:ext uri="{FF2B5EF4-FFF2-40B4-BE49-F238E27FC236}">
                <a16:creationId xmlns:a16="http://schemas.microsoft.com/office/drawing/2014/main" id="{D458160F-3CBE-4A46-AECD-14FBEB75F874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FA913CA1-D083-4541-8B2B-34EDE27141A7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29141" name="Grupo 188">
            <a:extLst>
              <a:ext uri="{FF2B5EF4-FFF2-40B4-BE49-F238E27FC236}">
                <a16:creationId xmlns:a16="http://schemas.microsoft.com/office/drawing/2014/main" id="{8899628C-22E1-49C0-90C4-18FF0A0257BE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2BD88BE4-0D45-4443-B503-11C6BF831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36A197E0-6D87-4B70-BD75-935D1A5352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701675BF-B8F4-4A67-8FBB-C233555328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62B258E5-F9BA-483D-B1B9-F598A3BA58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017A8338-37DE-4624-92A1-4933C92F4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D3304DD0-E3E3-4BCD-97F0-ADD4B2353D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995800F6-ACAC-467A-A23B-6A2167D8D0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A297D575-1551-43EA-BDDC-5D25A2CA7C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FB1B8B7F-6E25-474F-9670-5D7B0CF06E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56CD5203-C789-44FA-BF3E-D5C7181568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66" name="Elipse 165">
            <a:extLst>
              <a:ext uri="{FF2B5EF4-FFF2-40B4-BE49-F238E27FC236}">
                <a16:creationId xmlns:a16="http://schemas.microsoft.com/office/drawing/2014/main" id="{2656C86D-EBAD-4891-BA73-9B34AC4681A7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7" name="Rectángulo redondeado 166">
            <a:extLst>
              <a:ext uri="{FF2B5EF4-FFF2-40B4-BE49-F238E27FC236}">
                <a16:creationId xmlns:a16="http://schemas.microsoft.com/office/drawing/2014/main" id="{0120EA6E-1457-4A40-8622-9C4A5C4F965E}"/>
              </a:ext>
            </a:extLst>
          </p:cNvPr>
          <p:cNvSpPr/>
          <p:nvPr/>
        </p:nvSpPr>
        <p:spPr>
          <a:xfrm>
            <a:off x="7086600" y="1828800"/>
            <a:ext cx="1963738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8" name="Rectángulo redondeado 167">
            <a:extLst>
              <a:ext uri="{FF2B5EF4-FFF2-40B4-BE49-F238E27FC236}">
                <a16:creationId xmlns:a16="http://schemas.microsoft.com/office/drawing/2014/main" id="{E12F3D72-B0E7-4CE3-87DC-43A2173A661A}"/>
              </a:ext>
            </a:extLst>
          </p:cNvPr>
          <p:cNvSpPr/>
          <p:nvPr/>
        </p:nvSpPr>
        <p:spPr>
          <a:xfrm>
            <a:off x="5132388" y="1822450"/>
            <a:ext cx="146367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9" name="Rectángulo redondeado 168">
            <a:extLst>
              <a:ext uri="{FF2B5EF4-FFF2-40B4-BE49-F238E27FC236}">
                <a16:creationId xmlns:a16="http://schemas.microsoft.com/office/drawing/2014/main" id="{6A22114C-3BAA-47C2-AEDC-2150DA08BFAA}"/>
              </a:ext>
            </a:extLst>
          </p:cNvPr>
          <p:cNvSpPr/>
          <p:nvPr/>
        </p:nvSpPr>
        <p:spPr>
          <a:xfrm>
            <a:off x="9591675" y="1825625"/>
            <a:ext cx="5889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0244AFAA-95C8-4D14-8292-6D391C9CF2C2}"/>
              </a:ext>
            </a:extLst>
          </p:cNvPr>
          <p:cNvSpPr/>
          <p:nvPr/>
        </p:nvSpPr>
        <p:spPr>
          <a:xfrm>
            <a:off x="6907213" y="2033588"/>
            <a:ext cx="974725" cy="3459162"/>
          </a:xfrm>
          <a:custGeom>
            <a:avLst/>
            <a:gdLst>
              <a:gd name="connsiteX0" fmla="*/ 469726 w 973579"/>
              <a:gd name="connsiteY0" fmla="*/ 0 h 3470987"/>
              <a:gd name="connsiteX1" fmla="*/ 15636 w 973579"/>
              <a:gd name="connsiteY1" fmla="*/ 1710612 h 3470987"/>
              <a:gd name="connsiteX2" fmla="*/ 973579 w 973579"/>
              <a:gd name="connsiteY2" fmla="*/ 3470987 h 3470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73579" h="3470987">
                <a:moveTo>
                  <a:pt x="469726" y="0"/>
                </a:moveTo>
                <a:cubicBezTo>
                  <a:pt x="200693" y="566057"/>
                  <a:pt x="-68339" y="1132114"/>
                  <a:pt x="15636" y="1710612"/>
                </a:cubicBezTo>
                <a:cubicBezTo>
                  <a:pt x="99611" y="2289110"/>
                  <a:pt x="536595" y="2880048"/>
                  <a:pt x="973579" y="3470987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50">
            <a:extLst>
              <a:ext uri="{FF2B5EF4-FFF2-40B4-BE49-F238E27FC236}">
                <a16:creationId xmlns:a16="http://schemas.microsoft.com/office/drawing/2014/main" id="{BEAEC625-ACE0-4B74-8CC0-E8A3414CBD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29148" name="Text Box 50">
            <a:extLst>
              <a:ext uri="{FF2B5EF4-FFF2-40B4-BE49-F238E27FC236}">
                <a16:creationId xmlns:a16="http://schemas.microsoft.com/office/drawing/2014/main" id="{744B1832-D42E-4BAF-88CF-F5686F95BB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7286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(31:25, 11:7)</a:t>
            </a:r>
          </a:p>
        </p:txBody>
      </p:sp>
      <p:sp>
        <p:nvSpPr>
          <p:cNvPr id="135" name="Marcador de número de diapositiva 134">
            <a:extLst>
              <a:ext uri="{FF2B5EF4-FFF2-40B4-BE49-F238E27FC236}">
                <a16:creationId xmlns:a16="http://schemas.microsoft.com/office/drawing/2014/main" id="{4FFF0BA7-FC39-4F2B-9299-EB62D287ED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F7AA874-48F2-4C09-AAA8-C0F93783B057}" type="slidenum">
              <a:rPr lang="es-ES" altLang="es-ES">
                <a:solidFill>
                  <a:srgbClr val="171717"/>
                </a:solidFill>
              </a:rPr>
              <a:pPr/>
              <a:t>64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orma libre 49">
            <a:extLst>
              <a:ext uri="{FF2B5EF4-FFF2-40B4-BE49-F238E27FC236}">
                <a16:creationId xmlns:a16="http://schemas.microsoft.com/office/drawing/2014/main" id="{A3B94440-EADC-45B1-9137-404F96749BC2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532D8596-AD89-4934-8656-3D0959B7AC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50D081DD-0A4E-47B6-9D8D-58451FD648FB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955E6904-239C-43D4-BC15-615ABDF4B5B3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Forma libre 6">
            <a:extLst>
              <a:ext uri="{FF2B5EF4-FFF2-40B4-BE49-F238E27FC236}">
                <a16:creationId xmlns:a16="http://schemas.microsoft.com/office/drawing/2014/main" id="{CC29B0B1-CDF2-44D9-BDE6-0F845A615CA7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21F52057-E37F-448B-A083-2881C482C755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01236F7A-38AA-4050-B1FF-60FE5B8E88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D17C314F-29B2-4CDF-B46D-9BE684FF11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42A5C72A-4FA7-444F-9F84-716A0CF48490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488E6B8C-DA04-4391-A920-1C93474C76C0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4F55F217-C104-4802-A487-33BD8B484A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31131" name="Rectangle 3">
            <a:extLst>
              <a:ext uri="{FF2B5EF4-FFF2-40B4-BE49-F238E27FC236}">
                <a16:creationId xmlns:a16="http://schemas.microsoft.com/office/drawing/2014/main" id="{7CD65778-9B10-4E9B-80FA-DDD524DC6C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BEQ/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ADD/ADDI/SW/LW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15761764-9473-4C84-BDEB-971E67FA9C8F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9436100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05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0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=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)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PC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+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&lt;&lt; 1)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</a:t>
                      </a:r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PC + 4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</a:t>
                      </a:r>
                      <a:endParaRPr lang="es-ES" sz="16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31140" name="Grupo 228">
            <a:extLst>
              <a:ext uri="{FF2B5EF4-FFF2-40B4-BE49-F238E27FC236}">
                <a16:creationId xmlns:a16="http://schemas.microsoft.com/office/drawing/2014/main" id="{16C92E05-52C4-44A3-93DF-49460E9702E6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77207722-BAFC-45F6-B286-6209508C4D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3A770D65-B9A5-49E2-88FC-F6FE8073D7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2091C54F-650C-4D90-B57F-DDBEB62FA3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10CB1FCD-E026-4B4B-8F5D-282246433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B90987D8-A83E-42F7-BF2E-15B222882B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E66C9BCC-890C-4680-B680-0EC288FB50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E07A9229-156A-4C8E-95E0-E8F37AA96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2F33D707-7F7F-4926-A093-0B52D16AF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6B2FB8E3-3031-43D4-A910-2E2ECFFDB1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90660418-C8F9-4142-AB87-8B3D257AA1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407E4647-DE81-40D0-8EC9-36F9E74477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1F15AE08-EB22-4B7C-B4EF-40C71AA783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2D888066-E435-4AFF-8D1D-F4B16F2D3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6972D6BC-2525-40ED-89F9-CD3ACE888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FB658E7B-1A0E-4E6D-9AB4-B031690EC3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08C8D63B-0A6C-45D2-91EE-810B2D971C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0BA7C311-5E55-417A-AD96-08228D783D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43B57624-1DD4-48BE-8F37-AFCFB57510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8F6FA746-76D9-461A-9023-61D94E410C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66870AB8-8763-4261-BB9E-F93769E334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8E5CB571-9A26-45A8-ACC8-14C6497C5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DF85C683-7D44-4F9C-910C-0CA3CC188E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261BE386-D03B-4C12-871A-89474A050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8D84C14F-081C-41FE-B302-58A580FD59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545B90F5-A57E-4941-AB30-7E7D2A65DF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C2629CB1-D654-4BBB-BF99-1297EEE92A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195AC5EF-DAEA-4BD0-A5C7-333CAEF903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CFD34607-37A8-4E4C-A681-1EB71BD4AF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FAE1ACD9-0D41-4637-B947-17F10979325A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31141" name="Grupo 261">
            <a:extLst>
              <a:ext uri="{FF2B5EF4-FFF2-40B4-BE49-F238E27FC236}">
                <a16:creationId xmlns:a16="http://schemas.microsoft.com/office/drawing/2014/main" id="{6BC62AE4-E08F-49F0-A8E2-5715E95B5EE4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7B770636-9BFE-45C8-8A0B-78EA7874B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829AD0C2-D995-4426-B799-02CF57A3D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A30DED3A-AF08-4EC2-9B8F-09BDBB38A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D5949041-6D6C-4CE5-BD40-90B68E8358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8035F029-F566-4029-BF71-1C3ED7A049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19331939-FF17-4822-A3BA-489907EE13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241764F2-E5DE-42F7-B731-EDA31ECE2D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85A6BE75-15F8-41A8-956D-E8339964CB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4A388734-A490-462E-AB2C-0A99AA828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ABDBDF2C-DB4C-429F-97D0-EEDB5A2589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484331CE-DB9A-4B0E-8286-63C7B617B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51B8BFBB-63F8-412B-AF8F-F22207C8C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DA7B060D-60D0-4834-AD4C-5AE40E98E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902BB326-F605-4040-8935-36F2B1F71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1171F602-F60B-4A58-9904-1C12E0B48D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8C6BC736-122E-4665-8743-AD42139486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77B87159-796D-466D-AB68-532FD2AFACD5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31142" name="Grupo 281">
            <a:extLst>
              <a:ext uri="{FF2B5EF4-FFF2-40B4-BE49-F238E27FC236}">
                <a16:creationId xmlns:a16="http://schemas.microsoft.com/office/drawing/2014/main" id="{00B791CE-B2A2-40D0-843A-E9413336266B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51812F2B-45B5-42E1-A95D-70481F755D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F0C92E64-B650-4861-97BE-DA21D25DE7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A389EBC2-7336-4384-B955-7D32A2EE47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B27CA732-91CB-4B01-940C-942FB9770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874B646A-D2E8-47BA-8510-844064145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A33B9745-94B6-4BE8-8930-07269A2239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9E32129A-5AEF-486C-871C-20A90C39EB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C7927222-E3EF-44E8-99D6-67C3DDB1E9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E91A8F20-012D-43ED-A102-114EC63D0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229A65E1-B8C3-4676-B657-8AB50D8F9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91CACCB9-61C5-4B91-AB51-BD79D13280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EAB42260-5DD9-4C34-9073-58085511DF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55956D26-BBBA-4490-8511-78B5FCB40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075E8314-3A7C-46B1-BBCB-B7F5D3320F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6C6644DF-98CE-4049-A8CF-195F94DA80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7D11A028-4F7D-4A9B-A66D-25BE1FDAE96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DB533FB2-EF41-402D-9CDF-44EE195856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C93AA1CE-344E-4C87-BD8F-45D14EE7D5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6AEA7F66-A0A9-4AD0-9005-216B262B7E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E9918FCC-9BB0-4E6A-AB8D-8EA795D0E0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50926031-44A4-4C7B-A8C2-76089E272BA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31143" name="Grupo 303">
            <a:extLst>
              <a:ext uri="{FF2B5EF4-FFF2-40B4-BE49-F238E27FC236}">
                <a16:creationId xmlns:a16="http://schemas.microsoft.com/office/drawing/2014/main" id="{22899760-0B66-4445-864A-6EEEC7C8B0C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F1A58F83-E478-47DE-AAB6-B80407FD58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267929A1-489F-410A-B6D6-09B6405EC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A64A74CE-BD9D-42EB-9999-079C151BAC50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417B2ADC-8F9E-4D25-9A10-050E39426A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A5E7F5B7-7755-439F-806E-C1DEF9E1E0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420BF61A-BC2D-46C5-A3DE-7A9F5D883C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E11706BB-9358-4582-BF47-CFC5426DD8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B1C7412E-FE1B-4FE5-A78D-5F03CE33463A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A40163F1-A6F6-4402-BAFB-7EAD7F5A39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7E3D8C34-F6E6-43F3-8114-161FFD3D66D1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B99728B5-BBFA-4481-BB89-F6C424E13562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FAC915E3-EBB2-4D8B-A185-D0FAB0516079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24CF5B70-9050-475E-9BCE-8A7BCE677E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31150" name="Text Box 50">
            <a:extLst>
              <a:ext uri="{FF2B5EF4-FFF2-40B4-BE49-F238E27FC236}">
                <a16:creationId xmlns:a16="http://schemas.microsoft.com/office/drawing/2014/main" id="{2F17EAED-06F9-460A-AF41-3E261CE17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56DD7B24-6F2A-4FCE-903F-A2494B660AD7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90DF32FD-EFCD-4168-AAC7-E136C938E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57A7E455-44B3-4971-BC5C-C2ADC150750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3F52CA3D-3562-411E-BCF1-DF1B013EC84E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4D2643C9-5874-4BD1-B6AF-36A58B719E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091D3304-8C33-491F-9523-1606FEC1B1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31E28489-76A0-46E0-B921-D45E7940EA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061A1D53-AEC4-4638-BB56-FF037BB7C3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9F772929-E3AA-4E8D-BD39-7F0BD6282C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1F92C195-B1E4-45C0-ABF1-DE2D321F0378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61B63410-9D42-4762-8D58-A9E2E91C3F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DB99DDB1-0325-4185-BE87-04C7C9976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84742C6A-F77A-4906-8728-442CCD97713D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49C3E6AB-DA1B-475B-B8A5-6D6BBECC926C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7BD8747C-A8C8-4D32-ABEC-F1EA6C40FDE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124250A7-7CE6-4E19-9E14-46DDAC74EBBA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1167" name="Grupo 27">
            <a:extLst>
              <a:ext uri="{FF2B5EF4-FFF2-40B4-BE49-F238E27FC236}">
                <a16:creationId xmlns:a16="http://schemas.microsoft.com/office/drawing/2014/main" id="{2717CAD8-D130-48E3-B1CC-34BB4273D804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B507DC32-2AFD-4895-9273-E152FDD050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BA573632-926D-4752-9E06-1E13B324BE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038992AC-366D-4256-86EB-4E46DF9E7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9125E8D3-8758-4713-90F2-5CAAAB8F0E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ADCECE5E-F0CC-4ADB-A1FD-5848BEA434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5B1CBAEF-325C-4C73-AC6E-A89861420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F93B5B07-7DDA-409E-ACCE-AA9C4F1EB7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146368DB-88A6-490B-800D-C71A65FA4D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7E35DCE3-AB52-46C6-A332-53EF240B87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384046B9-BE07-48F6-B92A-43379478F800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F382C1D3-FE3E-4D43-81A5-B16005D9E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35946CDA-4990-4FD5-9AFF-9CC492A518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F80EC811-75CA-49E8-8E56-157AE0D9E7D1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665FF5A4-4337-49A7-A2AA-79160016EE23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9C5B43BC-0E90-4694-8D04-FD290DA76D92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5F50B8A2-97A6-4832-81CF-66905E5A0672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77099719-8F16-4607-AEC6-640F4E2DB1BD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98BB07CF-041C-4F19-8D23-AC37B86FC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34E95E10-A2E5-4E8F-BB25-85F4EBA6A32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AE13595C-F0E7-439F-A76E-3FEF4A88548B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A32AC9E5-AA96-4E8C-B4A5-973EA5F2F9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4838" y="3243263"/>
            <a:ext cx="2587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rgbClr val="C00000"/>
                </a:solidFill>
                <a:latin typeface="+mn-lt"/>
              </a:rPr>
              <a:t>Z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0" name="Text Box 50">
            <a:extLst>
              <a:ext uri="{FF2B5EF4-FFF2-40B4-BE49-F238E27FC236}">
                <a16:creationId xmlns:a16="http://schemas.microsoft.com/office/drawing/2014/main" id="{7403D28B-BF5E-49BF-AD45-1A3010B76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5888" y="3594100"/>
            <a:ext cx="539750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código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resta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4117CE30-212B-4119-A056-84FBA815E0A1}"/>
              </a:ext>
            </a:extLst>
          </p:cNvPr>
          <p:cNvSpPr/>
          <p:nvPr/>
        </p:nvSpPr>
        <p:spPr>
          <a:xfrm>
            <a:off x="8255000" y="3446463"/>
            <a:ext cx="98425" cy="839787"/>
          </a:xfrm>
          <a:custGeom>
            <a:avLst/>
            <a:gdLst>
              <a:gd name="connsiteX0" fmla="*/ 0 w 99526"/>
              <a:gd name="connsiteY0" fmla="*/ 839755 h 839755"/>
              <a:gd name="connsiteX1" fmla="*/ 99526 w 99526"/>
              <a:gd name="connsiteY1" fmla="*/ 839755 h 839755"/>
              <a:gd name="connsiteX2" fmla="*/ 99526 w 99526"/>
              <a:gd name="connsiteY2" fmla="*/ 0 h 839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526" h="839755">
                <a:moveTo>
                  <a:pt x="0" y="839755"/>
                </a:moveTo>
                <a:lnTo>
                  <a:pt x="99526" y="839755"/>
                </a:lnTo>
                <a:lnTo>
                  <a:pt x="99526" y="0"/>
                </a:ln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1179" name="Grupo 4">
            <a:extLst>
              <a:ext uri="{FF2B5EF4-FFF2-40B4-BE49-F238E27FC236}">
                <a16:creationId xmlns:a16="http://schemas.microsoft.com/office/drawing/2014/main" id="{D0C5B3B2-B45B-4792-B387-E875EC0BCF6F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9E8785AE-511C-482E-8EEC-503CBFEF9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C721A336-ADF5-4840-BBE9-E5E9D2895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4C86E0B3-A460-49E3-B12D-E4F4F08BA9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EFA22F1A-16E2-417F-B08C-584BAF26A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F4062B19-27DD-47F7-A540-D9024D4D17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12116AEE-4A4A-440C-B889-C25624024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0720135F-B30A-4E02-8A10-B025EF2A0C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F8E60936-36E2-4B3B-AF7E-38B0D1DB1E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2B3B1C6A-593F-43B2-B6A1-F28C1C8924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001FFBA6-3313-4A0C-943C-3C9D07E3D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1DD6865B-C717-4266-A4ED-AB093E9454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24F48E80-0C53-4DD2-94DF-278D4279B3F8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7D8D6588-1A46-4726-9CC7-75DCBE3D41AE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E8451C0E-2C45-402D-B7BD-DC4BAAA754C3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1183" name="Grupo 138">
            <a:extLst>
              <a:ext uri="{FF2B5EF4-FFF2-40B4-BE49-F238E27FC236}">
                <a16:creationId xmlns:a16="http://schemas.microsoft.com/office/drawing/2014/main" id="{75BB7228-46D1-4C09-B81C-0120186B5FE9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604A1C2F-A53D-457B-B3DB-C140674CD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5895A294-FDAD-4F17-AE48-225DCD6ED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1EE5F8B3-F695-43B8-9B9C-12CCDC317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70A75058-5E10-4B88-B0CE-5DAC830DF6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9233DE17-3ED0-4255-A54D-5E6C010B14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02D61BBC-02C2-42E4-B4F2-CA8035E97B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21E06218-2297-4853-990D-5A69BF10CA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8932A56A-431E-4A7D-BFD4-E95FF99F3F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02DACB7E-CAC8-4469-B5FA-8E3ED6906DD2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31184" name="Grupo 148">
            <a:extLst>
              <a:ext uri="{FF2B5EF4-FFF2-40B4-BE49-F238E27FC236}">
                <a16:creationId xmlns:a16="http://schemas.microsoft.com/office/drawing/2014/main" id="{6B32BC23-FB27-4075-9B26-F4E762A64006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28A88339-0C53-4153-BE0E-822F508412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C1FCA002-651C-47C9-B044-E3B36A3DD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A02230C3-F533-4719-A166-7524CC5648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7553B73E-9CF9-4F04-8E6C-696726B05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EF632CE3-447A-40B1-BAE3-CD3F43B0E9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95F8F09F-AB5F-472B-8826-8811157FE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1623F0BA-FA34-43B5-A8CF-1D2CB807D4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59F86AC6-89B7-43BB-A581-E2DB98E10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5A599A68-D6C6-4991-9D79-B80A960D9B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DE701AFA-CB57-49BE-8DB0-DEBA44898E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EA9F711E-8D62-4716-92D1-0C131E0E5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31CD70A2-B5FD-4FC5-9361-589BA70A7B0A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1186" name="Text Box 46">
            <a:extLst>
              <a:ext uri="{FF2B5EF4-FFF2-40B4-BE49-F238E27FC236}">
                <a16:creationId xmlns:a16="http://schemas.microsoft.com/office/drawing/2014/main" id="{C634D8EB-C2B5-432F-9313-BA07E1B9FF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163" name="Forma libre 162">
            <a:extLst>
              <a:ext uri="{FF2B5EF4-FFF2-40B4-BE49-F238E27FC236}">
                <a16:creationId xmlns:a16="http://schemas.microsoft.com/office/drawing/2014/main" id="{6FC18EA2-0EEB-440D-97BB-6811A3BEE318}"/>
              </a:ext>
            </a:extLst>
          </p:cNvPr>
          <p:cNvSpPr/>
          <p:nvPr/>
        </p:nvSpPr>
        <p:spPr>
          <a:xfrm>
            <a:off x="1800225" y="3063875"/>
            <a:ext cx="1974850" cy="1562100"/>
          </a:xfrm>
          <a:custGeom>
            <a:avLst/>
            <a:gdLst>
              <a:gd name="connsiteX0" fmla="*/ 1778000 w 1974850"/>
              <a:gd name="connsiteY0" fmla="*/ 520700 h 1562100"/>
              <a:gd name="connsiteX1" fmla="*/ 1974850 w 1974850"/>
              <a:gd name="connsiteY1" fmla="*/ 520700 h 1562100"/>
              <a:gd name="connsiteX2" fmla="*/ 1974850 w 1974850"/>
              <a:gd name="connsiteY2" fmla="*/ 0 h 1562100"/>
              <a:gd name="connsiteX3" fmla="*/ 0 w 1974850"/>
              <a:gd name="connsiteY3" fmla="*/ 0 h 1562100"/>
              <a:gd name="connsiteX4" fmla="*/ 0 w 1974850"/>
              <a:gd name="connsiteY4" fmla="*/ 254000 h 1562100"/>
              <a:gd name="connsiteX5" fmla="*/ 0 w 1974850"/>
              <a:gd name="connsiteY5" fmla="*/ 1562100 h 1562100"/>
              <a:gd name="connsiteX6" fmla="*/ 314325 w 1974850"/>
              <a:gd name="connsiteY6" fmla="*/ 1562100 h 1562100"/>
              <a:gd name="connsiteX7" fmla="*/ 377825 w 1974850"/>
              <a:gd name="connsiteY7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74850" h="1562100">
                <a:moveTo>
                  <a:pt x="1778000" y="520700"/>
                </a:moveTo>
                <a:lnTo>
                  <a:pt x="1974850" y="520700"/>
                </a:lnTo>
                <a:lnTo>
                  <a:pt x="1974850" y="0"/>
                </a:lnTo>
                <a:lnTo>
                  <a:pt x="0" y="0"/>
                </a:lnTo>
                <a:lnTo>
                  <a:pt x="0" y="254000"/>
                </a:lnTo>
                <a:lnTo>
                  <a:pt x="0" y="1562100"/>
                </a:lnTo>
                <a:lnTo>
                  <a:pt x="314325" y="1562100"/>
                </a:lnTo>
                <a:lnTo>
                  <a:pt x="377825" y="156210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0B67ABDF-1071-4457-86D4-C04DAFE647B0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1189" name="Grupo 188">
            <a:extLst>
              <a:ext uri="{FF2B5EF4-FFF2-40B4-BE49-F238E27FC236}">
                <a16:creationId xmlns:a16="http://schemas.microsoft.com/office/drawing/2014/main" id="{D7432214-DE21-419E-9866-103CA6473AF6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AC357452-1CC7-48F4-A77B-4F2D7967C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172E227D-6AC7-4CE9-B270-8B6E0594B7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3A0E45FE-1287-4D16-B885-7624F79937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09D380AC-CC60-4643-ADB6-CC2CB72B95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47708EE1-0ABE-4DE9-8634-7C27C7996B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56240E0E-B077-471C-9C49-7A868035FE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35D4F6AA-3F33-43DC-A5C0-481200D97C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6438B5CB-3376-41FB-9214-52C588E244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4CB12B73-8664-4C2B-89CC-C219E7306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16E9E0A0-04E5-43B0-8A5C-2D9F8A65DD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FEAC9330-F367-4F44-8F90-ED1E2B8A43FE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5" name="Elipse 164">
            <a:extLst>
              <a:ext uri="{FF2B5EF4-FFF2-40B4-BE49-F238E27FC236}">
                <a16:creationId xmlns:a16="http://schemas.microsoft.com/office/drawing/2014/main" id="{5F972511-28E2-4B87-9835-A186CA6B6C95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6" name="Rectángulo redondeado 165">
            <a:extLst>
              <a:ext uri="{FF2B5EF4-FFF2-40B4-BE49-F238E27FC236}">
                <a16:creationId xmlns:a16="http://schemas.microsoft.com/office/drawing/2014/main" id="{1CB3E173-072E-4FB6-9F49-B820AEA97ABB}"/>
              </a:ext>
            </a:extLst>
          </p:cNvPr>
          <p:cNvSpPr/>
          <p:nvPr/>
        </p:nvSpPr>
        <p:spPr>
          <a:xfrm>
            <a:off x="7086600" y="1828800"/>
            <a:ext cx="1963738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7" name="Rectángulo redondeado 166">
            <a:extLst>
              <a:ext uri="{FF2B5EF4-FFF2-40B4-BE49-F238E27FC236}">
                <a16:creationId xmlns:a16="http://schemas.microsoft.com/office/drawing/2014/main" id="{402DCAD2-CCFE-49F1-B44A-7483048EDF9C}"/>
              </a:ext>
            </a:extLst>
          </p:cNvPr>
          <p:cNvSpPr/>
          <p:nvPr/>
        </p:nvSpPr>
        <p:spPr>
          <a:xfrm>
            <a:off x="5132388" y="1822450"/>
            <a:ext cx="146367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8" name="Rectángulo redondeado 167">
            <a:extLst>
              <a:ext uri="{FF2B5EF4-FFF2-40B4-BE49-F238E27FC236}">
                <a16:creationId xmlns:a16="http://schemas.microsoft.com/office/drawing/2014/main" id="{87580A16-EADF-41FB-8613-0715349932E7}"/>
              </a:ext>
            </a:extLst>
          </p:cNvPr>
          <p:cNvSpPr/>
          <p:nvPr/>
        </p:nvSpPr>
        <p:spPr>
          <a:xfrm>
            <a:off x="9591675" y="1825625"/>
            <a:ext cx="5889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50">
            <a:extLst>
              <a:ext uri="{FF2B5EF4-FFF2-40B4-BE49-F238E27FC236}">
                <a16:creationId xmlns:a16="http://schemas.microsoft.com/office/drawing/2014/main" id="{D4B6B182-3E9D-41F0-88DA-9470C2F54A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31196" name="Text Box 50">
            <a:extLst>
              <a:ext uri="{FF2B5EF4-FFF2-40B4-BE49-F238E27FC236}">
                <a16:creationId xmlns:a16="http://schemas.microsoft.com/office/drawing/2014/main" id="{13B09518-DABD-4B2D-87AB-2D0F88C16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7286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(31:25, 11:7)</a:t>
            </a:r>
          </a:p>
        </p:txBody>
      </p:sp>
      <p:sp>
        <p:nvSpPr>
          <p:cNvPr id="137" name="Marcador de número de diapositiva 136">
            <a:extLst>
              <a:ext uri="{FF2B5EF4-FFF2-40B4-BE49-F238E27FC236}">
                <a16:creationId xmlns:a16="http://schemas.microsoft.com/office/drawing/2014/main" id="{19CE7DBF-4F19-4373-AA3C-B75D05E7D4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5A96CDB-0633-4E51-B2B0-3499BEA24462}" type="slidenum">
              <a:rPr lang="es-ES" altLang="es-ES">
                <a:solidFill>
                  <a:srgbClr val="171717"/>
                </a:solidFill>
              </a:rPr>
              <a:pPr/>
              <a:t>65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orma libre 49">
            <a:extLst>
              <a:ext uri="{FF2B5EF4-FFF2-40B4-BE49-F238E27FC236}">
                <a16:creationId xmlns:a16="http://schemas.microsoft.com/office/drawing/2014/main" id="{5A847ADF-5D58-4598-9208-8DB10B892679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FB710CE0-ECB7-4307-92E1-6C0B24E8CB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2A331161-4E01-4A23-B103-EAFE8B90DA9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D0880F20-2807-4982-BC6D-8A74A7E70374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Forma libre 6">
            <a:extLst>
              <a:ext uri="{FF2B5EF4-FFF2-40B4-BE49-F238E27FC236}">
                <a16:creationId xmlns:a16="http://schemas.microsoft.com/office/drawing/2014/main" id="{8029EFC4-0DB1-4379-9973-B835840768BA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D175F38A-C400-435E-9141-46E30D1EE59B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32682456-076F-4B2C-B327-86C7FAB0E6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AB19FCF3-B1C5-4B66-A96D-0DE8486BB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FD81008D-826B-4F38-8421-3AF8EE87EFDE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FD07A0D0-F848-47A2-A05E-2D7529427F5E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690919B7-8F60-4010-928B-A1F5DC28FE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33179" name="Rectangle 3">
            <a:extLst>
              <a:ext uri="{FF2B5EF4-FFF2-40B4-BE49-F238E27FC236}">
                <a16:creationId xmlns:a16="http://schemas.microsoft.com/office/drawing/2014/main" id="{A423C092-D4A7-426A-B4D7-7DEB96A100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BEQ/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ADD/ADDI/SW/LW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FC440B1F-D67F-4534-997A-C6C6FE866A8A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9436100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05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0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=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)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PC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+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&lt;&lt; 1)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</a:t>
                      </a:r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PC + 4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</a:t>
                      </a:r>
                      <a:endParaRPr lang="es-ES" sz="16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33188" name="Grupo 228">
            <a:extLst>
              <a:ext uri="{FF2B5EF4-FFF2-40B4-BE49-F238E27FC236}">
                <a16:creationId xmlns:a16="http://schemas.microsoft.com/office/drawing/2014/main" id="{20C85343-A5CC-4DAD-92D8-3B3A318A144E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4E7D251E-A01C-4768-8578-881975F051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7DEB3DC9-106C-4AF0-93BB-9D9FBCACA1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9E837AE7-DF57-45E8-8422-82D4152023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2A7FAD7D-2AC2-4EE2-B4CE-98649FD936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A0EEAEFF-CFD9-4F27-95E1-B96022E662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FE637855-240D-4C26-9D8F-AFB7365DB1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F2B8ABDB-514C-47DF-96F6-473C11D65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9DF1418B-3C3E-4AAE-8AE9-16BD3F0768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4E5BB466-A9AB-4869-B023-52014BD9F9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5878BC73-CB7F-4428-8AEF-AC45FD155B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7C56EE4C-5392-433C-ADBD-E07FB640D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F82D6443-466B-4A84-ADCC-8340DA8FB6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6235CC18-B68F-4AD8-A991-7271BF9DF0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26BC7335-9065-4A2F-B3E6-E6915360F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7426D8E8-506D-44F0-8A05-58A6DC2DB7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4613C71F-9E20-4145-B884-4BD53ABE95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83515761-7072-4E98-A1C5-6D3B63BDB9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BDF2D301-A2E1-4384-BD05-0B8BE15903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9B72560D-E569-47E9-BFE9-1715903CAA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FDEF34D9-46ED-4CB6-8CDB-C87D1636DE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EEB581BD-D6FD-45BF-BE95-25803E2F11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5E2EBF59-681A-4659-BCBC-9801E0C159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842C59A4-1182-4DF8-A4AD-A834D2B57C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3587DC61-14FF-45A8-B9E3-6D92DEB5A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2D5F335F-771C-480D-89D3-8720BBCD15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4CD8D460-F412-4855-A878-E5A146572A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8983BACA-4CB0-4466-800E-2CB723452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8CF1609C-FEDC-42E6-937C-B86C9FAEB8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34DCCD6B-4D18-4CF6-9FA8-086D0DE60A27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33189" name="Grupo 261">
            <a:extLst>
              <a:ext uri="{FF2B5EF4-FFF2-40B4-BE49-F238E27FC236}">
                <a16:creationId xmlns:a16="http://schemas.microsoft.com/office/drawing/2014/main" id="{F226CAF8-8B59-441E-9D3C-32E4AC76011D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4BD67C6D-C42A-4206-8F23-BAEA39119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AAA8DC8A-267E-4E11-A463-1CA8A05EAA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1359E992-BDD7-42E2-88F4-CA4348B45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76EC9397-EE1F-4BD3-987F-9026EBAF71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F4616343-46DC-455D-ABB6-7732600929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D6C5DA8C-4AED-4171-AB2C-F4C2E9669C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A0285964-D35D-4860-8813-0E4524C0FC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09721D8E-D918-4F7D-9F37-424E0AE466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1824E2FE-5F46-4ABC-9D7E-664A6E5EE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A236FF7C-E561-4B6A-A377-26B47A371E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DB07D716-EE13-438D-A92A-F93B24D491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D2BD0E48-5539-47FE-BBDE-89DCC5D2E7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678E1600-4122-4B0F-BC31-25E0D31F49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D239A429-7CFD-4F16-8CA2-1367AC5B47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D90E96A1-0C1F-402B-AA18-D45D951558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11EFFAA7-FCA2-43A4-9FEE-713D908532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E0D592C7-B614-481A-90A1-2F1C815306F3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33190" name="Grupo 281">
            <a:extLst>
              <a:ext uri="{FF2B5EF4-FFF2-40B4-BE49-F238E27FC236}">
                <a16:creationId xmlns:a16="http://schemas.microsoft.com/office/drawing/2014/main" id="{2378E5C5-8992-45C6-8C48-3A40899AFC30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D882F200-7FED-410D-98F1-A185488C5B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7D286856-C16C-471B-8080-1EECBE54F4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78EDE20F-58A4-47CE-B391-164C5D92D8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FD03E7C6-CF07-41A2-A473-0FAB22294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EC868830-4FB7-4B66-A4C9-4F112CFB54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0A67A7A1-905A-4104-BBE8-CD08759CB5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18E4D83D-F879-48F1-95A5-7F19208C23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2D9065D2-9441-4290-AF27-5928B7EF4A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E131B031-1CE4-4192-A86C-33F480DD3F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09254E9F-3DEF-483C-823F-2A84E759AF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E215F95F-7169-4899-9CF6-EA4D07FF26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B0DED40A-E186-4589-A036-210907849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71D73C45-7168-4458-ACC0-5E294C4F1E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448602A3-6604-4809-8FCF-4FF27ED100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624480B8-5607-415E-B2A8-448827A15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99B296CC-CE6D-46BC-9ECD-390E2138F08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81DA6940-AF11-410D-B4B7-FA6986B817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6BBFF18F-67CD-46F1-BD79-7B0130731F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74FC5056-D8AB-436C-ACDD-6A843C4BCB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07BDF722-F9CF-4E7A-AD0E-0CBD503204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F282996A-8274-4A7F-9771-3628D424FE9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33191" name="Grupo 303">
            <a:extLst>
              <a:ext uri="{FF2B5EF4-FFF2-40B4-BE49-F238E27FC236}">
                <a16:creationId xmlns:a16="http://schemas.microsoft.com/office/drawing/2014/main" id="{3ED7CFB0-732D-459B-B1A0-8AA34BBD47CA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240FA891-FBA2-46B7-9C97-ECBAC17575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FB951608-D05F-4F38-8A2E-DA441F22FD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C53A377B-45DA-450C-AF51-A1529D10CECF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778E0D94-EFBD-47E4-BCF6-A7842D9164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C0326487-4119-4E0C-8476-3132DC9AFD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C1958767-7DA1-4F0F-9C55-5328CB9848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FAD2A080-EB80-4B52-B120-3839AB5BF5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3BBCE920-8080-452B-8CD1-06C703374034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705BE297-B056-4964-823C-3D12152BA2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46B0CE7E-E735-45A3-BDF1-540426BAA84D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8776A1E3-7541-4B3B-A748-D4FA184CAB95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D6F57D34-9CA2-4B56-B13C-7798C094B856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4227B1F9-A97F-4A34-9314-773AE47D6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33198" name="Text Box 50">
            <a:extLst>
              <a:ext uri="{FF2B5EF4-FFF2-40B4-BE49-F238E27FC236}">
                <a16:creationId xmlns:a16="http://schemas.microsoft.com/office/drawing/2014/main" id="{E0931B21-D5EA-46B9-A2E2-9989DE1D3A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40116E8E-6AE6-4407-A5CD-37A7026D63C0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05AE2A0A-1950-43FB-8D1C-4AC3C13147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AA4845F6-446F-4371-B835-F8F3EB2112A2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93794A49-7EC4-4356-BCD7-62E48209A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CDEF3F79-8C52-482B-AA96-1C47D6A6BB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91CA6F25-DABC-4235-BCF9-AA75E8ABCE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4E643EAE-8883-4D5A-BB4F-B870AB40B5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9B60D942-9039-4DDB-849A-7D7E0928446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EC00473E-77DE-4B09-90C6-D650DD7244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1B95D3F4-1210-44F9-8147-BDDE8AC1C8D5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9F3484A1-648D-48C1-AD12-0EE54E0BD6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E01DF85B-706F-4590-9E39-050202954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A1B40865-DE58-4794-9D16-7F8FA613AAC8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0AC4C3E1-6239-4752-9BBE-6556B8D4BFE2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A9711772-9870-4BE8-94E1-B29845EFC78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5BED0658-57FE-4A86-8E09-F3044A3C142A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215" name="Grupo 27">
            <a:extLst>
              <a:ext uri="{FF2B5EF4-FFF2-40B4-BE49-F238E27FC236}">
                <a16:creationId xmlns:a16="http://schemas.microsoft.com/office/drawing/2014/main" id="{C069DAFD-DF20-4833-A9EB-86C2B0CC38C5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14176866-D362-4A2E-B8FF-1564D16E20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09BC994D-2DF4-4D78-81BB-F93980E407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7CF9F4C8-9B23-435D-BC2E-0C883B44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E9B2A8F6-26F5-4C61-B4B7-813A613F3D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21984465-9949-42D8-A144-EB05CBF643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6EEF1877-DD27-4EE0-BF68-FB5806D33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A35297B8-4F86-4914-B8A4-30D3C73C46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B49DF90F-E919-404A-B068-3776FD67C5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3253B7B0-FCA9-41F5-873A-2B0A5EA5E0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81DE6D8F-310B-46BF-99A5-B5C3E7AC2145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AB1D6CCD-2C4D-4527-92B9-CC59C62B6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E2AFC684-00AE-46E7-9E68-97E73E4D84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429F7A05-FBC7-42AD-B099-07D19780CED3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AE89593A-9CA5-4012-96C0-22EBC3F3B045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F384E138-1A66-4521-8EC9-11DD78991839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BAC664DD-F547-41BF-9E2A-7F9C44AA401C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265B24C5-E781-4737-AD37-AB281A67F22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A125481F-128C-4B67-A77B-69DF3CF184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995A14F8-BBC3-4188-A2F4-89BC65E95E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5873681F-1A2D-41BC-B270-574F4D6982A1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262E057E-1F8A-4AD8-96A2-E7709DD890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4838" y="3243263"/>
            <a:ext cx="2587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rgbClr val="C00000"/>
                </a:solidFill>
                <a:latin typeface="+mn-lt"/>
              </a:rPr>
              <a:t>Z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0" name="Text Box 50">
            <a:extLst>
              <a:ext uri="{FF2B5EF4-FFF2-40B4-BE49-F238E27FC236}">
                <a16:creationId xmlns:a16="http://schemas.microsoft.com/office/drawing/2014/main" id="{AD2F91D3-39EC-4249-9014-87D04D674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5888" y="3594100"/>
            <a:ext cx="539750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código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resta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6EB8A208-D3FF-4B3C-AE9D-AFCCBEF62F54}"/>
              </a:ext>
            </a:extLst>
          </p:cNvPr>
          <p:cNvSpPr/>
          <p:nvPr/>
        </p:nvSpPr>
        <p:spPr>
          <a:xfrm>
            <a:off x="8255000" y="3446463"/>
            <a:ext cx="98425" cy="839787"/>
          </a:xfrm>
          <a:custGeom>
            <a:avLst/>
            <a:gdLst>
              <a:gd name="connsiteX0" fmla="*/ 0 w 99526"/>
              <a:gd name="connsiteY0" fmla="*/ 839755 h 839755"/>
              <a:gd name="connsiteX1" fmla="*/ 99526 w 99526"/>
              <a:gd name="connsiteY1" fmla="*/ 839755 h 839755"/>
              <a:gd name="connsiteX2" fmla="*/ 99526 w 99526"/>
              <a:gd name="connsiteY2" fmla="*/ 0 h 839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526" h="839755">
                <a:moveTo>
                  <a:pt x="0" y="839755"/>
                </a:moveTo>
                <a:lnTo>
                  <a:pt x="99526" y="839755"/>
                </a:lnTo>
                <a:lnTo>
                  <a:pt x="99526" y="0"/>
                </a:ln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3227" name="Grupo 4">
            <a:extLst>
              <a:ext uri="{FF2B5EF4-FFF2-40B4-BE49-F238E27FC236}">
                <a16:creationId xmlns:a16="http://schemas.microsoft.com/office/drawing/2014/main" id="{DE9AD9C8-C20C-4B2C-BC1C-4AD826F3D6A4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083AAA4F-652D-450C-A0D1-5EB5FF7D70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8D76E926-3235-4CF3-8132-13B31BC18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416C08EA-66C5-47C4-AA9A-BB2B26A85E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1BAAD3DA-C3BD-4668-9079-EAC1A0FC0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5191C4EB-EE8B-435E-ADA0-B6E58CB9D5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0E768BE5-50FF-452C-AA41-6CC6780AE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5ACB02F9-088C-46D1-8662-A606B0EC49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2EA4925C-C691-474D-995D-BAF056A8C3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8227B312-41F8-414D-9040-E8E36E389D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CB94CC2A-C2C2-4549-BFE1-A47C3CF4B6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43A88021-1215-4E0E-856C-2D0C08CBD4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4065B65F-7136-4836-8CDA-4BDCDDCAEA18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631C258D-68B1-48B8-84E7-2CE41C603EC5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4B9BF46F-E9C5-45F6-9553-A563494F5D6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3231" name="Grupo 138">
            <a:extLst>
              <a:ext uri="{FF2B5EF4-FFF2-40B4-BE49-F238E27FC236}">
                <a16:creationId xmlns:a16="http://schemas.microsoft.com/office/drawing/2014/main" id="{39138830-EDDF-4D83-8A58-574AFB16A742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47C99C37-2D35-4AAB-95A3-B48C273C21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75D7DF8F-E8C9-4123-B835-AEE300A35F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7E7B29AC-B3DD-4C24-99DA-38221AD2C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FE44D571-9642-4BCF-8E95-5D46A22716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65A586D7-63A5-429F-ABD2-12048718A8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1163FA07-398E-4D0B-80F8-CC14497D39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EA149779-54EF-448F-83EE-C69CBFC537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D5B78568-B1D3-4667-AA94-2CB61391A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F894D7D0-04ED-4BE6-8E91-0B057829FC64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33232" name="Grupo 148">
            <a:extLst>
              <a:ext uri="{FF2B5EF4-FFF2-40B4-BE49-F238E27FC236}">
                <a16:creationId xmlns:a16="http://schemas.microsoft.com/office/drawing/2014/main" id="{59169C56-567F-4276-94C9-7CD3687918CF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5AAEF414-76F7-4AC4-9B55-D11169E862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AC41B13E-E7A7-4A71-8E5D-8453BD501E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AE3A1B12-4D17-41D0-A7BE-0614E9D669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587CD5E1-DEA8-4B75-8EE8-402843800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9E7FEE01-E11A-4C84-B9D1-D4A214D66C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FB2A5C9B-5E0F-401A-B98B-24EF6FE0C2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D26AF4C4-4496-4F6E-92E0-3F3E8D4CA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669D66B8-FADD-4DC7-A6C1-70CFB07E97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23ABD1CC-093C-4051-80E0-097F069BA7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214633DD-BD1C-44BC-B1BE-4D457AA495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B8A026B5-CAA7-406D-9922-C9393A193E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B7CA8783-DD88-49D0-9611-B03CF65A7106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3234" name="Text Box 46">
            <a:extLst>
              <a:ext uri="{FF2B5EF4-FFF2-40B4-BE49-F238E27FC236}">
                <a16:creationId xmlns:a16="http://schemas.microsoft.com/office/drawing/2014/main" id="{51935914-89CD-4132-BF3C-D2C1CD3E6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A8D3C686-984C-4C02-8135-35A852D652FD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3236" name="Grupo 188">
            <a:extLst>
              <a:ext uri="{FF2B5EF4-FFF2-40B4-BE49-F238E27FC236}">
                <a16:creationId xmlns:a16="http://schemas.microsoft.com/office/drawing/2014/main" id="{88819ECB-5CCB-481B-9826-973C634D8D3C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65890B87-EFEF-4EC6-B8A1-71458A7DC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2E9C0F5F-3D75-4070-99DF-689FEE30AD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938CD238-C83B-4674-B904-D764C67656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40736327-C74E-4672-A6C9-0DB6625D50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33AD19A7-03E2-435C-A284-6C3F5C6355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7EEE5C5F-461E-4A6E-AE6F-8D20B8C5C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4D9B5125-1F19-4E91-8A20-432AAC03AE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B3E670E7-22A1-4F36-9D61-33E21DBE1D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3CDBE024-B281-4E34-A587-6EDCF250CA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A3AB4A18-8584-42E6-89B9-3CF0313A71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01343AAE-F46B-4116-B02E-D48F42F9DC6B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3238" name="Grupo 47">
            <a:extLst>
              <a:ext uri="{FF2B5EF4-FFF2-40B4-BE49-F238E27FC236}">
                <a16:creationId xmlns:a16="http://schemas.microsoft.com/office/drawing/2014/main" id="{E99BCF2D-B9A3-4E94-AE10-691811AE0DFC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8B9D54A5-3117-4A05-B193-123C5B6A7F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DA3D86C5-D052-4B60-A03B-E002D95A6B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D977E65F-9DCF-4A52-AA05-B742335511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E9CCC9EC-45BA-4677-94CF-4E65649D6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1A67F388-1647-4CEE-A1CB-46550B5382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9C69F4BE-433B-43B9-9B42-B8FCB59B52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9D12549C-9E65-4218-A08E-46C3FCBCD9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3B0B8590-2B01-4211-B32E-BA265DCD51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F95AE1AD-50C4-4DEB-A3FA-1F514675BB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23194AAD-D8B7-42B9-91A7-0C3DC9368F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98877F58-A7D0-4215-953B-91708E5BAD81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A5E1C91F-D835-4E3C-831A-73B78B968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</p:grp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D7485A19-AD53-496E-B96A-DE7F07A26A1C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FA207CFC-E179-4E87-AE67-84F591A4EE95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99BB904B-4235-4A53-86CF-020679B2572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80" name="Elipse 179">
            <a:extLst>
              <a:ext uri="{FF2B5EF4-FFF2-40B4-BE49-F238E27FC236}">
                <a16:creationId xmlns:a16="http://schemas.microsoft.com/office/drawing/2014/main" id="{BCF50E11-9284-40BC-B817-7FE2A339E7A2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1" name="Rectángulo redondeado 180">
            <a:extLst>
              <a:ext uri="{FF2B5EF4-FFF2-40B4-BE49-F238E27FC236}">
                <a16:creationId xmlns:a16="http://schemas.microsoft.com/office/drawing/2014/main" id="{2A11A0C3-ABEC-4AB8-9BB5-F0693255C5C2}"/>
              </a:ext>
            </a:extLst>
          </p:cNvPr>
          <p:cNvSpPr/>
          <p:nvPr/>
        </p:nvSpPr>
        <p:spPr>
          <a:xfrm>
            <a:off x="7086600" y="1828800"/>
            <a:ext cx="1963738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2" name="Rectángulo redondeado 181">
            <a:extLst>
              <a:ext uri="{FF2B5EF4-FFF2-40B4-BE49-F238E27FC236}">
                <a16:creationId xmlns:a16="http://schemas.microsoft.com/office/drawing/2014/main" id="{9382F935-E33C-4C06-BE1A-344CF6C21D7A}"/>
              </a:ext>
            </a:extLst>
          </p:cNvPr>
          <p:cNvSpPr/>
          <p:nvPr/>
        </p:nvSpPr>
        <p:spPr>
          <a:xfrm>
            <a:off x="5132388" y="1822450"/>
            <a:ext cx="1463675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3" name="Rectángulo redondeado 182">
            <a:extLst>
              <a:ext uri="{FF2B5EF4-FFF2-40B4-BE49-F238E27FC236}">
                <a16:creationId xmlns:a16="http://schemas.microsoft.com/office/drawing/2014/main" id="{8D9AB18E-847D-401E-9CA5-A615BF0A9032}"/>
              </a:ext>
            </a:extLst>
          </p:cNvPr>
          <p:cNvSpPr/>
          <p:nvPr/>
        </p:nvSpPr>
        <p:spPr>
          <a:xfrm>
            <a:off x="9591675" y="1825625"/>
            <a:ext cx="5889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50">
            <a:extLst>
              <a:ext uri="{FF2B5EF4-FFF2-40B4-BE49-F238E27FC236}">
                <a16:creationId xmlns:a16="http://schemas.microsoft.com/office/drawing/2014/main" id="{DFBACA32-B64F-42E8-8FB7-5C7124EEF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33247" name="Text Box 50">
            <a:extLst>
              <a:ext uri="{FF2B5EF4-FFF2-40B4-BE49-F238E27FC236}">
                <a16:creationId xmlns:a16="http://schemas.microsoft.com/office/drawing/2014/main" id="{01BC657D-8D79-4681-B551-0B8CD0EF39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7286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(31:25, 11:7)</a:t>
            </a:r>
          </a:p>
        </p:txBody>
      </p:sp>
      <p:sp>
        <p:nvSpPr>
          <p:cNvPr id="179" name="Marcador de número de diapositiva 178">
            <a:extLst>
              <a:ext uri="{FF2B5EF4-FFF2-40B4-BE49-F238E27FC236}">
                <a16:creationId xmlns:a16="http://schemas.microsoft.com/office/drawing/2014/main" id="{410114AD-FD42-47CA-927B-A66D64AF63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7DB8F63-4732-4B9F-A3A2-4EA260581F2C}" type="slidenum">
              <a:rPr lang="es-ES" altLang="es-ES">
                <a:solidFill>
                  <a:srgbClr val="171717"/>
                </a:solidFill>
              </a:rPr>
              <a:pPr/>
              <a:t>66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Text Box 50">
            <a:extLst>
              <a:ext uri="{FF2B5EF4-FFF2-40B4-BE49-F238E27FC236}">
                <a16:creationId xmlns:a16="http://schemas.microsoft.com/office/drawing/2014/main" id="{EE49EEB7-097C-4BE3-A7D6-40A3508E34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3570288"/>
            <a:ext cx="565150" cy="8302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4800" b="1" dirty="0">
                <a:solidFill>
                  <a:srgbClr val="C00000"/>
                </a:solidFill>
                <a:latin typeface="Andale Mono" panose="020B0509000000000004" pitchFamily="49" charset="0"/>
              </a:rPr>
              <a:t>?</a:t>
            </a:r>
            <a:endParaRPr lang="es-ES" sz="1050" b="1" dirty="0">
              <a:solidFill>
                <a:schemeClr val="bg1">
                  <a:lumMod val="10000"/>
                </a:schemeClr>
              </a:solidFill>
              <a:latin typeface="Andale Mono" panose="020B0509000000000004" pitchFamily="49" charset="0"/>
            </a:endParaRPr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61147E88-C632-4C83-A74B-8EDD651F53B5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87889E7D-3710-4EBD-BAC1-B4F0E1CCD0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DA8DD461-739D-4079-B7F3-35BB37C598F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40DBB789-AEAF-4A42-ABDA-C43FDC11E81C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87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Forma libre 6">
            <a:extLst>
              <a:ext uri="{FF2B5EF4-FFF2-40B4-BE49-F238E27FC236}">
                <a16:creationId xmlns:a16="http://schemas.microsoft.com/office/drawing/2014/main" id="{DC86B11E-74E2-4141-A9DB-CBB8BF3FBD99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22EFCBED-6E9F-45FE-8D34-92C2B9BBDF4F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CD7660ED-366A-4AA6-8E7A-85E0DC7FD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F0C37A3C-EBB3-48A9-B6ED-A920F87576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059C99B9-08BA-4CE6-8FDF-AAACFB6365FA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97B12717-3AAF-4422-9043-B876B344D8B7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F5E14F77-89EE-4243-AF42-222889D2B5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35228" name="Rectangle 3">
            <a:extLst>
              <a:ext uri="{FF2B5EF4-FFF2-40B4-BE49-F238E27FC236}">
                <a16:creationId xmlns:a16="http://schemas.microsoft.com/office/drawing/2014/main" id="{9CC8925C-BD93-4C35-9A17-CE00F02C5D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BEQ/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ADD/ADDI/SW/LW</a:t>
            </a: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0AFA784A-8894-4428-96AA-05B0C0C75713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9436100" cy="33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05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0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=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)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PC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+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&lt;&lt; 1)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</a:t>
                      </a:r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PC + 4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</a:t>
                      </a:r>
                      <a:endParaRPr lang="es-ES" sz="16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35237" name="Grupo 228">
            <a:extLst>
              <a:ext uri="{FF2B5EF4-FFF2-40B4-BE49-F238E27FC236}">
                <a16:creationId xmlns:a16="http://schemas.microsoft.com/office/drawing/2014/main" id="{B886322B-001D-4974-8EE9-F2B5165B534C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A1125377-3915-4206-9AF4-E0A7D70C7E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2711B20E-3BED-4E62-B5E7-94348B9CAB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671B3D2A-D5FE-4184-B3C6-5D3EC47084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B7BEC41B-149F-4408-B957-FB744FFBAD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FEB04C10-E682-4DE8-8CFA-F23BF22A7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0400CC00-28FF-43E8-999F-6D57B6D6DF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136ACCBE-D00A-4034-88FE-13DF880BE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BFC0CDA2-ABB8-49EC-8472-C972366376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D802905F-2750-49C6-9D0A-E7CB0C2BF6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7123EBD3-9C0F-48EA-B859-CA1DB2064A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E230D01A-0425-4BE7-8F08-85D663783F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070AA41B-4034-4D35-8050-164FBA3B47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C8584574-A797-4E28-996B-7B99C2B32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0889A9FF-5CE7-45AF-A796-8AFFBAC997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5EAB2BAB-905D-499F-B700-4E8B65BDFE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88F09849-C9CE-45AC-99AA-CF8745406C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19D185BD-516C-4BBC-95F8-97F44EAC23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FD01640B-18E8-4FF3-98F2-AF0A09C620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BBF4075A-2FBE-4A1E-944D-ED9FADE5E8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accent5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3CEEF1E4-9923-4200-AA45-1C259C7DFB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035777E0-91C1-4375-B6A9-CF7243B46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F1441C15-7B77-46D9-91C6-6EB5561E10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FE7D42EA-CC8B-42A5-80AD-3FD88DA7C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BBBD441A-DE3C-42CD-A7D9-60810F4021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D5549EF8-8E63-40AA-A618-ECF0C3404B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9F96636F-8E6B-496E-8B65-11CB7CF6C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F6B071E8-4681-4A37-A935-DDE9C9491B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5A5705DC-AE4F-4F6F-99A3-0D15DC87E6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F82E51C0-5305-4043-8141-E2E3CCCE9D01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35238" name="Grupo 261">
            <a:extLst>
              <a:ext uri="{FF2B5EF4-FFF2-40B4-BE49-F238E27FC236}">
                <a16:creationId xmlns:a16="http://schemas.microsoft.com/office/drawing/2014/main" id="{0E698D75-DCAB-434C-BF24-119C06F91CFF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C10FFDFD-321C-4F45-8D06-E65E0CA9C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FC179257-4C54-4270-A29B-EE50276D59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EC2C2991-D54F-4CCA-9D41-21128BF80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F31C4620-4F69-4764-92C7-3A5A5F35D9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442DA3DF-A093-42F5-99D1-E6D9F932BC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75BF418A-00D0-48EE-A891-2CD4744AA4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D73C5CE6-D09D-4418-8DB8-C409A0306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DCAB516A-DF17-4B14-B310-A4367B0454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7D0CDAA4-46DC-488B-8FD4-57917F97CC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74592D42-1C00-476C-9943-E156A2AE7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D30DE2B4-E10A-4F54-9B9D-DBE8D1B40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2D2D7B0F-9E81-4CDB-AA5B-90F91E2B28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7577FA24-E6EF-45F5-8396-E556F61CF8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9888DDE8-1930-4DDD-8E5F-662C02B8F0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96FFE363-F3EA-434F-AA03-E126C366D1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573A6737-86AF-4A38-87B3-DD3ADF3B1E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1E2AA2DB-661A-43FF-BE57-093045FA7598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35239" name="Grupo 281">
            <a:extLst>
              <a:ext uri="{FF2B5EF4-FFF2-40B4-BE49-F238E27FC236}">
                <a16:creationId xmlns:a16="http://schemas.microsoft.com/office/drawing/2014/main" id="{FD02578E-136C-462C-A414-54F7B9524FCD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AFF10458-E1F4-4015-8286-D64AB8174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85FB1B51-67E4-496F-9613-35A58F7AF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917F9C19-C252-479A-9FC9-049806D526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48E87874-0F8F-48CE-92AA-54C2A857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47B5F89E-6813-4C9F-8C5D-39E7F7B9FD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862D53A9-8A5A-4135-A136-8674672232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7609880F-9B55-4018-A89E-9F959DBB72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C83E380D-8760-412B-9310-B62C6F8104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945FACFD-92BD-4006-9529-63D6344515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2904801B-11D1-457F-BECB-186BA72D12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40228C6D-F4DF-4A90-82C5-2D488D477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9864EB83-A11C-49DE-AA19-0AE20D34E3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71B741FC-C9BA-4F5E-9DB9-67F8A8F445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B5564553-E19C-4CD1-9EA1-5CACBA50D3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CB4D7061-0BA6-422F-9AA8-835B5B9F2C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F5B6012C-2F8D-4737-9DF6-3800D80534E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C6EAC137-5017-4B97-BD09-F219E1BF69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09DF82F2-EC25-4B02-A85A-BE6DCF00BE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B0A4BF64-97FE-4D79-9DD2-1B2FD7A708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697E9C2D-587E-4DD3-BC97-D8D1F92E0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71DBA110-576E-4478-A985-28351D21504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35240" name="Grupo 303">
            <a:extLst>
              <a:ext uri="{FF2B5EF4-FFF2-40B4-BE49-F238E27FC236}">
                <a16:creationId xmlns:a16="http://schemas.microsoft.com/office/drawing/2014/main" id="{0E901A95-B5C8-4AA8-8985-6FFDF729814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2812B0FB-A6CB-448B-A120-BBCD27A17B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5EF181AA-1C12-4B52-989A-20B344363C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E6114718-DA20-4503-B0CE-7E29619E9348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8AA418F7-E575-46F6-983C-E8A7698DF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B01AED38-572F-4D5C-9070-58A5DC4F66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57C4057D-6DAC-48DD-9195-1A38132513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E159F6A5-91CC-4473-80FD-1871A6604E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62B5BCE3-9501-48A3-BE52-67AB0CE8A74B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26F96432-CC20-4ADD-AC64-F5B774A082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accent5"/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F847127C-0901-4BCC-AED5-15E014E28176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EA5D7BF0-292A-4B08-BD7E-E5AB674B6C05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93FBD05C-EF3A-475F-991B-C43D6B906441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3E034606-3120-4FF1-84B6-2694780B2D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35247" name="Text Box 50">
            <a:extLst>
              <a:ext uri="{FF2B5EF4-FFF2-40B4-BE49-F238E27FC236}">
                <a16:creationId xmlns:a16="http://schemas.microsoft.com/office/drawing/2014/main" id="{8A2445D7-B32A-45D4-8428-CEEBE713E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7F70D29E-8F6B-41BA-B6AE-D5267F382827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B1E5B484-03E8-44C7-A2DF-0D3FC6B2E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BAB6877A-A1F6-4925-B536-7758CB1FECF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20119F8D-BAEE-4A2A-A0A8-F87A74E9FB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286D2A07-A22F-44AA-A3F3-B51067B91D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E510E204-576A-4F00-8756-7C4D2D733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F319D74D-8372-4993-9E0D-5A154D8A0F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14347AE0-8DC9-45DF-B953-D9DC93F6EBA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1E9751B8-D213-439E-A18E-1FE106442A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FB836152-9F52-4452-AD50-D86653B1B0DC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1ADBBA1F-B931-4A6F-A415-7860C4B87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4897F6C4-82B4-455C-B9CD-4F17ABDBBB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C697A338-74FB-4003-93AA-BCEEB8C0A170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74274EDB-932C-439C-9BE5-C74C36F275ED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BB1F0029-A200-430F-9168-D94CC7D799B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6E0914B9-2C94-42A3-953E-550FB4A7F394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264" name="Grupo 27">
            <a:extLst>
              <a:ext uri="{FF2B5EF4-FFF2-40B4-BE49-F238E27FC236}">
                <a16:creationId xmlns:a16="http://schemas.microsoft.com/office/drawing/2014/main" id="{78D46A40-000C-413C-AB67-B6544FD3C193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BD193895-032B-4EAE-B752-E4B9CF1335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04012B37-F883-47E6-AED3-E2AB11E19F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75F1C6F6-8233-4671-B558-878211251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7F2E7AA9-248D-4A66-810B-9AFF29F91C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6D997187-CEE0-4903-8708-3F9F6F5FDA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5683EF55-5B84-4B78-9F54-347D8AEE6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8D896162-E99C-4CA0-97B8-781FC2C87E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F5A9C9C7-6E17-4502-B034-B5ED95F039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960224CA-1D60-4CD6-81F7-B99766E14A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1C66D93E-D833-4599-A598-A6D94B63D2A8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EFF02749-E4ED-4988-9FE1-D5408BE861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8A4D7351-2944-4CAC-A520-1457CB4808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B35EBC3C-C86F-47B5-B71E-0967DE5AD5B1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208A5C41-FD66-40DE-A28F-7100A70A2545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3A45B2DE-D372-4AFC-A474-97E283F46B9E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C1048F80-01D0-4FD3-8DE2-B70AB64371D8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C35536D3-995F-401A-B8A9-E5A857873366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B8EE53C0-97C8-4534-A725-24D378916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37356F87-08EB-441F-81B1-487FCFFB2E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71FBF8C7-CD6B-4923-9828-198F28666902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A011BA5E-936C-405E-9E1E-7E1568CAF6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4838" y="3243263"/>
            <a:ext cx="2587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rgbClr val="C00000"/>
                </a:solidFill>
                <a:latin typeface="+mn-lt"/>
              </a:rPr>
              <a:t>Z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0" name="Text Box 50">
            <a:extLst>
              <a:ext uri="{FF2B5EF4-FFF2-40B4-BE49-F238E27FC236}">
                <a16:creationId xmlns:a16="http://schemas.microsoft.com/office/drawing/2014/main" id="{106DF72F-4CA7-41DA-A0E7-0451268C00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5888" y="3594100"/>
            <a:ext cx="539750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código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resta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DCEEECF5-8599-48DF-880C-47C8AA08FAE8}"/>
              </a:ext>
            </a:extLst>
          </p:cNvPr>
          <p:cNvSpPr/>
          <p:nvPr/>
        </p:nvSpPr>
        <p:spPr>
          <a:xfrm>
            <a:off x="8255000" y="3446463"/>
            <a:ext cx="98425" cy="839787"/>
          </a:xfrm>
          <a:custGeom>
            <a:avLst/>
            <a:gdLst>
              <a:gd name="connsiteX0" fmla="*/ 0 w 99526"/>
              <a:gd name="connsiteY0" fmla="*/ 839755 h 839755"/>
              <a:gd name="connsiteX1" fmla="*/ 99526 w 99526"/>
              <a:gd name="connsiteY1" fmla="*/ 839755 h 839755"/>
              <a:gd name="connsiteX2" fmla="*/ 99526 w 99526"/>
              <a:gd name="connsiteY2" fmla="*/ 0 h 839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526" h="839755">
                <a:moveTo>
                  <a:pt x="0" y="839755"/>
                </a:moveTo>
                <a:lnTo>
                  <a:pt x="99526" y="839755"/>
                </a:lnTo>
                <a:lnTo>
                  <a:pt x="99526" y="0"/>
                </a:ln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5276" name="Grupo 4">
            <a:extLst>
              <a:ext uri="{FF2B5EF4-FFF2-40B4-BE49-F238E27FC236}">
                <a16:creationId xmlns:a16="http://schemas.microsoft.com/office/drawing/2014/main" id="{3551B1DB-B7B7-4FFF-8D9F-777E86CA2022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0F390961-6764-4BFA-A79B-74721C0B10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C6F47C3B-857C-429C-8AFF-4C7085628B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0C6D09C3-79A3-49A0-AA51-31B8C34C88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6887E149-80B2-4137-B110-8F7C03F35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E183046A-2E6C-45F4-8DD7-F5AF61000B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ACBEAF59-1B61-45F1-A0DA-EBEF0CC81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FF777A06-46E6-41B9-A5A5-E2D585FEC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568D4C5E-3950-4F4D-B062-EF947261D4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BB0CAE41-836F-4B3B-B470-E48FBE79E1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1545B27D-69BF-4E18-A69C-D0E759585E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8A9AD5AB-E96D-4F36-A25D-EF0D907932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4CEEB7AF-E679-4FAD-B908-F83B97DFBDFD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FE65DCDA-7F26-478B-9F19-47368775A7A4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7" name="Rectángulo redondeado 136">
            <a:extLst>
              <a:ext uri="{FF2B5EF4-FFF2-40B4-BE49-F238E27FC236}">
                <a16:creationId xmlns:a16="http://schemas.microsoft.com/office/drawing/2014/main" id="{CC38805C-CAE4-4C06-9FC8-0F8FCEFFA4CE}"/>
              </a:ext>
            </a:extLst>
          </p:cNvPr>
          <p:cNvSpPr/>
          <p:nvPr/>
        </p:nvSpPr>
        <p:spPr>
          <a:xfrm>
            <a:off x="4356100" y="1825625"/>
            <a:ext cx="5938838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2AA7D396-7269-4A53-B510-8D14FA75BDB5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5281" name="Grupo 138">
            <a:extLst>
              <a:ext uri="{FF2B5EF4-FFF2-40B4-BE49-F238E27FC236}">
                <a16:creationId xmlns:a16="http://schemas.microsoft.com/office/drawing/2014/main" id="{1100C13B-DFB2-4C0D-B501-998DB3B7D339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D82CAA01-4A11-4D4C-8DC1-7FE62EF719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4C1022C8-9609-4840-99C5-A78B9BFB1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F24EF4D9-F369-468F-A7E2-1C76C629E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8DBEB4D9-2C47-44C0-BFF8-B7E3885FCE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B7CB02DE-38A9-4117-87DB-E87DE6D9A1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BC44682B-BBDA-4CFD-BF69-AD76434514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21385A0E-431C-48BF-B7AD-27A3C3AC85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9681A335-4B54-4BDD-B122-57D0ED1F80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A9ACFBD2-E8DE-4C1C-AFCB-71D7AF4D87AA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35282" name="Grupo 148">
            <a:extLst>
              <a:ext uri="{FF2B5EF4-FFF2-40B4-BE49-F238E27FC236}">
                <a16:creationId xmlns:a16="http://schemas.microsoft.com/office/drawing/2014/main" id="{40171BC8-B22E-4A88-8FE5-590818935537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6110974F-A095-4552-A2B6-A1ECF9E368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7EDE2CCC-EA08-4477-9978-FBFFCF122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182F07EC-D73C-438A-A631-E67E9C6504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EE3E3E9D-BD4D-470A-BFFA-247F0702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4899768C-C5AA-4EDD-A0B1-76745FD551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F00A4C80-094D-4733-863C-97C13FBEC9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DE4281AC-9066-4FFE-A28F-5DADF8FB7C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0980CE67-F09E-4E94-808A-C2E9E4A0A0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08415539-F912-46B7-834B-C76C092660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055C2341-74A1-4490-AC6C-D18FE87A20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CC28A07D-0BAA-4E37-AFE1-FE34109C67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FDE290E6-29A4-4E3F-97BC-89ABD8B469C8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5284" name="Text Box 46">
            <a:extLst>
              <a:ext uri="{FF2B5EF4-FFF2-40B4-BE49-F238E27FC236}">
                <a16:creationId xmlns:a16="http://schemas.microsoft.com/office/drawing/2014/main" id="{B8B5935A-5924-4E4D-AEA4-127D3D362C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FF608A83-DDA5-431A-A52B-81A159591BC1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5286" name="Grupo 188">
            <a:extLst>
              <a:ext uri="{FF2B5EF4-FFF2-40B4-BE49-F238E27FC236}">
                <a16:creationId xmlns:a16="http://schemas.microsoft.com/office/drawing/2014/main" id="{E5103A70-6CBA-4514-B907-5BC08443E052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3DFA41A1-3F76-4674-8E03-3C5EC7721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4FBE057E-0AC5-44AD-9083-BC81B2EF6B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955D7E60-E053-44A1-A161-DEE871BD3D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D4637E08-E7AF-4ABE-A50D-305F105B81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FD46B8D5-FCED-4F06-842E-DE94D45BB0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CD1AE2A7-6BAF-4497-B6F5-45B3487026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374A8156-5657-44BF-AC88-4E98DE243B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37705389-4382-4E11-9290-1FB8BA158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5A0971B6-E790-4273-9E66-1C3C238E45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30B85706-C9E3-45E1-9B8E-415FBAF348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3697F33F-0552-40E4-AAD5-1B88D2721354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5288" name="Grupo 47">
            <a:extLst>
              <a:ext uri="{FF2B5EF4-FFF2-40B4-BE49-F238E27FC236}">
                <a16:creationId xmlns:a16="http://schemas.microsoft.com/office/drawing/2014/main" id="{3FE1E6C4-9896-4355-BFA9-F7DC738ACB02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41785F24-FC92-4434-BC00-3E3D23598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18B02B6B-5E55-4D67-9EF9-E0BE63ADE8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96A96BD7-A229-4D30-8E9D-5C197B013A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262E1A7B-DFB7-442B-A3E9-859AC6625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3F7C88A8-20B7-48D7-AFB5-F294B6B1E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720DC53D-FB41-4B21-818C-B57EE616D6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97A7BCC1-16F8-4F23-9786-492BD58987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865C5562-2434-460A-AB3C-90A67CA126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D2D97B8E-ECB2-4D9E-8F36-77B0EDFF33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F742E9C0-E123-4988-BC21-79EB68881C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8A6538B0-45FB-4E38-899C-62B6D0C8D67F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694291BD-9E14-4EC3-AC5B-549B7E601A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</p:grp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AC9DC374-F3DF-4EC0-B8B9-25D300BBBC46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848E0820-1DD1-4BC7-A9C3-AFF5545489A1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5F9B913A-3B52-44AB-B15A-303E43E624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80" name="Elipse 179">
            <a:extLst>
              <a:ext uri="{FF2B5EF4-FFF2-40B4-BE49-F238E27FC236}">
                <a16:creationId xmlns:a16="http://schemas.microsoft.com/office/drawing/2014/main" id="{12AE7B35-CD31-4A30-8718-7C88F0B887A4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50">
            <a:extLst>
              <a:ext uri="{FF2B5EF4-FFF2-40B4-BE49-F238E27FC236}">
                <a16:creationId xmlns:a16="http://schemas.microsoft.com/office/drawing/2014/main" id="{1BBA02BD-7BA0-40D6-8AE2-B89C535C0D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35294" name="Text Box 50">
            <a:extLst>
              <a:ext uri="{FF2B5EF4-FFF2-40B4-BE49-F238E27FC236}">
                <a16:creationId xmlns:a16="http://schemas.microsoft.com/office/drawing/2014/main" id="{8B5FE33F-0811-4E55-83B7-A2744A4303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7286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(31:25, 11:7)</a:t>
            </a:r>
          </a:p>
        </p:txBody>
      </p:sp>
      <p:sp>
        <p:nvSpPr>
          <p:cNvPr id="182" name="Marcador de número de diapositiva 181">
            <a:extLst>
              <a:ext uri="{FF2B5EF4-FFF2-40B4-BE49-F238E27FC236}">
                <a16:creationId xmlns:a16="http://schemas.microsoft.com/office/drawing/2014/main" id="{7B1C1D2A-993A-4036-9DD4-88B40E4A75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4E2454A-4D9C-4629-955C-1E88BE785C68}" type="slidenum">
              <a:rPr lang="es-ES" altLang="es-ES">
                <a:solidFill>
                  <a:srgbClr val="171717"/>
                </a:solidFill>
              </a:rPr>
              <a:pPr/>
              <a:t>67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orma libre 49">
            <a:extLst>
              <a:ext uri="{FF2B5EF4-FFF2-40B4-BE49-F238E27FC236}">
                <a16:creationId xmlns:a16="http://schemas.microsoft.com/office/drawing/2014/main" id="{8B24631E-A3E9-4DA8-AC20-6ECA2F797FAF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DF82CF83-A876-4D39-8D6F-B36A9DAE1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77DE0B7E-3F95-4755-8E06-67E7492E634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A4510C18-DAC7-455A-A56E-1C875025D59B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417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Forma libre 6">
            <a:extLst>
              <a:ext uri="{FF2B5EF4-FFF2-40B4-BE49-F238E27FC236}">
                <a16:creationId xmlns:a16="http://schemas.microsoft.com/office/drawing/2014/main" id="{B3DB8E2E-F548-476E-BA26-67F31987B56E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A1708116-1442-49A2-8699-91EA002C3589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7F9967B3-4C72-4CE8-BD19-D38F905AAB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86E05FFF-89C2-4923-A34E-573319277B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D2B7DC54-6A2D-477D-A0B6-BD52C31F170C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238BDD76-3027-4543-8805-E40699070AB8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FB4CD0F0-0F72-4B23-8518-343D8A834B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37275" name="Rectangle 3">
            <a:extLst>
              <a:ext uri="{FF2B5EF4-FFF2-40B4-BE49-F238E27FC236}">
                <a16:creationId xmlns:a16="http://schemas.microsoft.com/office/drawing/2014/main" id="{D65E7A32-10A3-4574-8DB8-FECD73E408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BEQ/ADD/ADDI/SW/LW</a:t>
            </a:r>
            <a:endParaRPr lang="es-ES" altLang="es-ES" sz="1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18" name="Marcador de contenido 5">
            <a:extLst>
              <a:ext uri="{FF2B5EF4-FFF2-40B4-BE49-F238E27FC236}">
                <a16:creationId xmlns:a16="http://schemas.microsoft.com/office/drawing/2014/main" id="{A3E1E9CF-FC9A-4DBA-B11D-DA5EF95AEEA1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9436100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05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0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= 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])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PC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&lt;&lt; 1))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(PC + 4)</a:t>
                      </a:r>
                      <a:endParaRPr lang="es-ES" sz="16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7" marR="9144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37284" name="Grupo 228">
            <a:extLst>
              <a:ext uri="{FF2B5EF4-FFF2-40B4-BE49-F238E27FC236}">
                <a16:creationId xmlns:a16="http://schemas.microsoft.com/office/drawing/2014/main" id="{36693D2C-B6A7-4E17-85C9-8B766E141635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3F4454D9-7F43-4932-A86D-5B205FBF57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ABB7E73F-9FD2-4363-A7A7-F8F95DAF89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BC1BE6C3-7CC0-43A6-B587-81FFEB6949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38E03425-419E-4FBB-B19E-B23925761C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BF227038-12BA-4117-8B18-889B77FE1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8219CB95-1403-469D-8B61-AEFF663118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5D32C6A6-2FFB-428D-8A8B-018CB63A3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8B8A9694-26AC-4031-AF6C-ADFA965A9D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C2A2B60B-1DC9-42BD-95C3-B3770FD80F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685255DD-12E9-444C-A823-CBFC8B1A6B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358E4857-D00C-4CE7-818E-8A6875582A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C5EF6479-D3F2-4746-843C-4331781A59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4386A4A1-A79B-459B-AE96-93FCDA1278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24B2719F-7CC8-4F72-B89A-758C5A2A5C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F834F2D6-BEB1-456F-8DBF-E39EBD05F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1ECA80C5-CFA2-4BDB-A4BA-40F149611A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1DA6DFF7-3926-403A-AF30-332E4BD3E1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BC9B066E-FBF4-4686-99A7-22E7A1F399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5DFD8CA1-CF79-4566-A62E-049BC036B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C6BBE570-FBDB-4D24-890B-0AF59B99D0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914DAD49-41A6-4425-82A4-204DAAB8E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3108EF0D-1968-44AD-9218-3D882A749D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8AE8136D-EE88-458A-9834-FB24D3ADEE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3BF4DE67-DCAE-4270-95FD-CAFAAFD1E8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26BE128C-39F7-4AA4-9889-43BA5939C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51844FF0-5132-49B8-B2D2-7561CE1848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E65933C4-A432-4D71-B72A-2BF79DCF5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34698BA3-B289-45D0-967F-5EE22F5E34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2754F4AA-9CBE-4E7B-970F-7E682458ADC7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37285" name="Grupo 261">
            <a:extLst>
              <a:ext uri="{FF2B5EF4-FFF2-40B4-BE49-F238E27FC236}">
                <a16:creationId xmlns:a16="http://schemas.microsoft.com/office/drawing/2014/main" id="{7DDBBE41-AF29-4AAD-8EF1-8F4E00980BEC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9320212F-5A82-4BD7-96DA-61766DFC59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94508670-813C-4DEF-801B-7B617FF548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297F911F-F680-4E42-BA06-ED253593C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AA47291F-E114-4AC3-BF85-B7544EEFBC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FEDD5DD4-128A-4ACE-90AC-2D41074AED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E4FACA51-9157-4BB7-8A0A-88669C8D9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83B788EA-E532-4346-8A14-267D71463C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BC5D7504-6485-4807-98EA-136FCAF2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923EDE21-030A-4256-A9CA-62236458C2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C34BBB00-5E5D-486F-A4A6-4A1F83B53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697469F2-AB13-4DD7-AC4A-7CAFF61579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E41AB70C-6A6D-4793-9D03-D3469C426C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24412A1E-A895-4CF9-B339-7FE2BDBC16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0C104234-1C2D-4BFD-AEA8-954DAE89E0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76DCE3B1-B3D1-43D6-AC67-5E8A881450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5A8103AD-06AB-4F19-BB30-A4C7324611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1102F7F9-8264-49EC-986C-498EB1A1B329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37286" name="Grupo 281">
            <a:extLst>
              <a:ext uri="{FF2B5EF4-FFF2-40B4-BE49-F238E27FC236}">
                <a16:creationId xmlns:a16="http://schemas.microsoft.com/office/drawing/2014/main" id="{E9DA1383-BCAE-4EAC-8187-AEA889992F98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1BA702EF-105C-4019-8515-EB67A33D39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84EAE44D-A7A6-44EA-B6A0-5A90E39F73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CE1F7593-4595-47C8-8ACB-0E49480E6A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64521D9D-3B02-487F-987B-77025CE84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BACC039B-BBC1-4815-A0D9-8BCF52D582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38AEE988-2233-42E7-AB3D-7D15B08728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160038B8-56E7-432A-AD75-800CD8C11C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F6BBD609-5D65-443C-BCCF-4A82B027FE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A7FC6B32-1AD8-42A6-A11E-BE17B9C635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7B3CC317-8549-4EEA-A77B-3184A24913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83738E1F-BD19-48E9-882E-7649463902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5BC14E37-E2DA-4895-93A4-9AD77EABC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49BEE75F-A3F1-4CB6-BD12-556434CA7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F5F019A5-EB42-4A99-AF43-646064861C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E97371B6-3501-48AA-B79C-E5025C4FAD1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A6C6C9DE-6CDA-433B-BA0A-29E798AE85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2DCB10E8-804E-4645-9704-15E3AE376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4AC4A021-DD04-4365-BE44-20B04618C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9107850A-A7A8-4512-AB9B-3B1148219D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DA3EB7DB-FF7D-48EB-B8BA-C641CF85AB4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109FD33A-944A-49F7-A15A-D649CB0588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37287" name="Grupo 303">
            <a:extLst>
              <a:ext uri="{FF2B5EF4-FFF2-40B4-BE49-F238E27FC236}">
                <a16:creationId xmlns:a16="http://schemas.microsoft.com/office/drawing/2014/main" id="{51A39CE9-27F2-4A35-8F6C-8088A897421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64D5FEEC-05A4-4DCF-A74F-907D7B406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ACDFBE5D-DFE5-4AA3-97AE-5BA1071424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9840D088-72CD-44ED-9339-B9C507FA74E4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E9ADFEF0-CCDC-4E49-A762-C4E39106B8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13419E24-680F-4B8C-AEC5-E78D381C17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DE5702F9-FC7B-451C-B098-2DD8D32839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DB65BB33-E0B3-4ED1-AF34-40F990BEDE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68AC05DA-081C-449B-BF6A-CA97AA7CDFC2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0B346C4A-FF4B-4259-BB99-02C87FE750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C583508C-4135-4884-A7BB-0D82C1D73C56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26F3D935-2A80-49B1-B57A-0BCE46D44463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38F4AE74-7C86-41CE-ACA8-47BB4B0BA3A1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5106F749-46C4-497B-B7E0-5455879B60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9B0C4823-D203-45CB-92B1-8D222D5645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62768E6E-1A17-4C05-B9E3-8B82FFC86E16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AF195F28-3B76-410E-8366-5BD205E99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F01EFE4B-04BE-43FC-9872-5F5F51D9CD4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142CCCFB-CD2E-4471-B4A1-3441EC1D84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ED47A39B-4D3F-42EB-9337-840CB77BB9D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98718DEA-B2D7-4EB9-87FB-AD7CCFFCD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023686DB-E227-4792-A2A3-64CC2DCDFB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58DE8168-E68E-482B-9584-5E5769BE5A4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21166B13-BCB8-4745-A8D8-BE917D4E4B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ABA329AA-175F-40A0-8BCD-F3E4A7E8A11F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83C06F6F-7686-4154-8907-9ED293FFC6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695B69A1-32BE-4E14-9E74-A33E5F7DC1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2C630AD0-8B90-430A-AAB6-3BE075E63120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C2B52EB4-0ED9-4D0A-91BC-72B97B80198C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E0EFF803-3AE9-4449-9D43-346E9EAEF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4273F0C4-B266-46E1-AD1C-B7912F808A69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311" name="Grupo 27">
            <a:extLst>
              <a:ext uri="{FF2B5EF4-FFF2-40B4-BE49-F238E27FC236}">
                <a16:creationId xmlns:a16="http://schemas.microsoft.com/office/drawing/2014/main" id="{D19797A5-AA41-4349-8E9A-04070EB1A30E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8F59D9E8-A119-45CF-9726-DA3139A396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848AD719-5772-467B-B663-5B54D3C333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CFCD92DD-E87C-46BC-A244-7C36AF260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E921571A-35EA-4A4D-BC98-3BF5AB6BCF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B063D28C-01CA-4918-9F9C-C5F2C72218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D6E70DEB-E7AC-4CF9-8A07-022EA4290E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7D97F4D2-F65E-4A3E-AB81-B81BEB517A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761271CE-E174-4CE8-B9F1-10278612DA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E04CF9C3-EFCF-4250-9F62-CAC54D4E59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C9FE59D6-A5BD-4DA0-A8D7-8BB8E76EDBB7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1B3389DA-E254-41D5-A2B3-0301C7F992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7C8B28EC-E251-4788-8AB8-8C7E7AC4F0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509DE2AA-D401-4BC4-AAC0-5DA35A7DA990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B56C08F0-057C-414D-9312-15148AF0FB3B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5B3E303A-F78C-4214-9BF2-3324D9369501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1008109E-1313-4254-B8BB-7D73CD5B2F5A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C3524995-4E15-4CEA-A54C-CB63F87F34F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CFB91EC8-3DAB-4F06-BC04-78AC712BC4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A7CF52FD-BA52-4E4B-BB3D-4ACBF25625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2FB92C54-596C-47B3-A75E-F1C0FD7B1738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7320" name="Grupo 4">
            <a:extLst>
              <a:ext uri="{FF2B5EF4-FFF2-40B4-BE49-F238E27FC236}">
                <a16:creationId xmlns:a16="http://schemas.microsoft.com/office/drawing/2014/main" id="{71B26E3A-65F7-4C5F-A50D-7C042BA24B5C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F303223B-274E-4019-B042-5833E108B2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0662D9BF-1BE4-447E-81A9-3C66FC3D4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D7D0B70C-3953-4776-AAF8-41AED9A18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DC8246D4-839D-4C2A-893B-8E6AA0CB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9B2A6795-0884-43C9-B2D7-E834519876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19443ECF-F285-4CFD-80D6-A43DECE6A0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812B1EEA-2568-4E0A-B27B-D0789E55F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C67962E7-826C-449A-8D9E-C9A4E0260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F5FDEDFF-CD4F-4AC7-A349-9E8CA1BC58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EABEF3A6-B3B9-4C22-8F4E-949D3FD4E4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FEE0937A-E88B-41C0-8A30-730EA0236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A083F3BD-01A4-45B1-9EC6-B7F96F848609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E55B706C-2AC2-4C67-A3F1-CE1C92E2D24E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A2BDD7ED-1CD8-4AB8-9B0C-80D6316D5E3F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7324" name="Grupo 138">
            <a:extLst>
              <a:ext uri="{FF2B5EF4-FFF2-40B4-BE49-F238E27FC236}">
                <a16:creationId xmlns:a16="http://schemas.microsoft.com/office/drawing/2014/main" id="{9C277DE3-36F5-4007-A53C-C3DA63DC3A2B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F6FB2A0D-C800-4F30-A6FC-74DF5B55BA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3582E792-017D-44F7-A0EB-0AC2D60879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02E06921-B598-47DD-B9D9-167F0DC51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C315B1EE-2864-472C-A71A-8551B8F39E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98BB2D60-1D41-4FA8-91B0-2FEAFFAD39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E8E9CFA8-2508-485B-9038-AC195665A0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040DF53E-CCCB-4355-924A-3F70345318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C30ADF2E-5369-4DE5-9B79-5C4243E6EC76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88C83123-376F-425C-BA46-1D44572826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37325" name="Grupo 148">
            <a:extLst>
              <a:ext uri="{FF2B5EF4-FFF2-40B4-BE49-F238E27FC236}">
                <a16:creationId xmlns:a16="http://schemas.microsoft.com/office/drawing/2014/main" id="{1789AFCA-769B-44C6-A224-F2F748097E73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7F9823C4-FDDF-4734-852A-A1E818520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B29823E7-A205-42D4-A0AE-7659B30CFC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D355003B-B630-4D74-B08A-7FDFC22620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F22857BF-39F6-49A9-AE35-52CCCE488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0840C784-6EB8-44AE-A4AB-B79C8C5B04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FDD04341-ECF0-47D1-A126-D55FE02197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72DF91CD-C071-4624-8382-BEC6401AC9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364669D0-77DA-42D1-A9A2-051962F426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43705373-1A84-415F-8682-C2A0F23A55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6F190C23-D18E-48BF-9F06-44B03F4995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34671DF7-7CC2-43C8-B34C-C0C6B5F2E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805DCB9C-7105-406E-B740-643E28B5D045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4DEB5D93-D139-46AC-86C5-4120715FFF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FF8DCEE8-550A-4B80-A935-034E4F4094C0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7329" name="Grupo 188">
            <a:extLst>
              <a:ext uri="{FF2B5EF4-FFF2-40B4-BE49-F238E27FC236}">
                <a16:creationId xmlns:a16="http://schemas.microsoft.com/office/drawing/2014/main" id="{80167E54-5805-42A4-8F76-A005B58B2C9D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6F75724B-3B7D-4022-B770-88DA9CBB2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2655CE84-B8FA-4419-A998-EA3FAECC5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30F474F0-903A-4D7A-A628-57BB2E97DC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ADF3E018-E457-40E4-9048-1ED46D5A1F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823D3071-3965-4CD6-8550-FD97BA7D24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07EA893D-B17A-468B-B656-01DE341514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54D45E9A-EB0D-4810-82E2-767078442C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135B4E38-26AC-489C-A0A3-34B41F3FE0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3BDB59FB-9551-4E47-80CF-075FEA72DA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5BD06EA2-DBB5-4B94-9BB9-00383C64BF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B790DA32-FC80-45FD-BB36-1E31526C950F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7331" name="Grupo 47">
            <a:extLst>
              <a:ext uri="{FF2B5EF4-FFF2-40B4-BE49-F238E27FC236}">
                <a16:creationId xmlns:a16="http://schemas.microsoft.com/office/drawing/2014/main" id="{82C1C6A4-5B9E-4C67-9BF2-B09FA8BCEAA3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E12C05C9-940D-431B-BED2-F5EA0847ED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16218C35-4422-4A6E-9584-2410B2B876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13999326-1A0D-441F-8ACC-212821CA3E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50825CA5-BD27-49D8-AD19-90A1765D3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EAB5B091-DCEA-40EF-A24A-864827D633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3F958017-1268-415D-BE59-4ABC1D64E7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72E249F8-171F-4FE1-93AD-E708AB79DA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C3855842-16D0-47E9-BC3D-2900E02B57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4E3F00ED-F0E7-4CB2-824F-149466C3C113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991C95C4-AFAF-4AEB-AF5B-04111C0472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9DE37510-54F6-4B6D-B24D-917052C76F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25635053-748D-4A48-9E46-9CBB7C5D97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D2F03050-27D5-4BC6-91D6-7F3031F0209F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3759319A-6A7D-47DF-8557-2D66F1F18F40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6BA4EFE2-2063-4207-AA1F-B54E409AF828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0004525B-2F74-4705-BD5C-F8EFD1AC54C8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Text Box 50">
            <a:extLst>
              <a:ext uri="{FF2B5EF4-FFF2-40B4-BE49-F238E27FC236}">
                <a16:creationId xmlns:a16="http://schemas.microsoft.com/office/drawing/2014/main" id="{ADD88838-8DA5-46DB-99C1-D33620B865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2" name="Marcador de número de diapositiva 61">
            <a:extLst>
              <a:ext uri="{FF2B5EF4-FFF2-40B4-BE49-F238E27FC236}">
                <a16:creationId xmlns:a16="http://schemas.microsoft.com/office/drawing/2014/main" id="{783666AD-B911-4619-A6C5-7014A44880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67B3D4B-6D78-4664-8876-DCAD0CC368AB}" type="slidenum">
              <a:rPr lang="es-ES" altLang="es-ES">
                <a:solidFill>
                  <a:srgbClr val="171717"/>
                </a:solidFill>
              </a:rPr>
              <a:pPr/>
              <a:t>68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a 10">
            <a:extLst>
              <a:ext uri="{FF2B5EF4-FFF2-40B4-BE49-F238E27FC236}">
                <a16:creationId xmlns:a16="http://schemas.microsoft.com/office/drawing/2014/main" id="{3BD5B32C-FE85-46BA-9C46-F6AA4090CCE6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5771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20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20,10:1,11,19:12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" name="Forma libre 49">
            <a:extLst>
              <a:ext uri="{FF2B5EF4-FFF2-40B4-BE49-F238E27FC236}">
                <a16:creationId xmlns:a16="http://schemas.microsoft.com/office/drawing/2014/main" id="{8E6FEF8C-76C1-4F59-8F5B-BCA34F1DD6BE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CCBE8A0C-3763-47D8-BE3A-155F6E1DEC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EC99E89C-7A55-4A27-AA2F-1F07F044C035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D440A0F6-FEB4-4AA2-A204-6EE900198FCB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FD23B89B-F6D4-4EA5-B13A-9BA8BD26FBB0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CF5B1C36-3AB7-4DD7-86AF-BDFA07054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E6E94831-72F0-4A1B-8EBF-F7332011B2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E74B7530-50E4-4932-B476-41D39C7B4FF1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8D8476C4-A822-4A4D-8A25-4440D35ECAF3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BFBE6209-D4E4-4D48-AD98-F06DE5B432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39317" name="Rectangle 3">
            <a:extLst>
              <a:ext uri="{FF2B5EF4-FFF2-40B4-BE49-F238E27FC236}">
                <a16:creationId xmlns:a16="http://schemas.microsoft.com/office/drawing/2014/main" id="{EF710F0E-7A4E-41FD-BBB8-DB1A8201FD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JAL/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BEQ/ADD/ADDI/SW/LW</a:t>
            </a:r>
          </a:p>
        </p:txBody>
      </p:sp>
      <p:grpSp>
        <p:nvGrpSpPr>
          <p:cNvPr id="139318" name="Grupo 228">
            <a:extLst>
              <a:ext uri="{FF2B5EF4-FFF2-40B4-BE49-F238E27FC236}">
                <a16:creationId xmlns:a16="http://schemas.microsoft.com/office/drawing/2014/main" id="{4630B285-3105-42C8-AD27-401F16A198E4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F393B890-65EC-4581-AA75-F980480CB4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6E5AD4C7-EBDA-462C-83AA-06CDAF3795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D7C1DD11-4AC0-4685-989E-6F447C864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0284519B-7510-4FBE-A964-C69B4B848E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11534ECA-0553-4315-82C6-32ED1400CA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F89C6AD5-393E-433B-AD7B-2AC6F6E723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3210C4A4-0DA9-4474-931D-D1EBAADB1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13D57EFE-04E9-47D9-9EAE-F83C52D88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46812D62-E03F-43BF-9172-A87E008D9F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876DEF93-6A09-474A-975E-19CAE7FF6A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C96A8FE0-07F8-4ACB-A422-55D4F13A9A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C7A27C71-8EEB-430B-8926-A568C1048F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04821660-3AE6-4A8D-966C-929E4BE8C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2A37198D-1D3B-487A-A36E-CE0FC9939B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1411A35A-990C-4204-90B3-7DBB44B7AA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D2FFFD33-822C-4914-8A93-6A6BA9A4BB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2A9BC331-8074-41CA-9F9B-D9C62E9FB3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D136ECC1-24D1-4E8B-9926-5C66B77B39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0DA1EA8D-7C6A-4974-ADE1-E5A4384ADE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7E891D3C-D12B-4A24-8C9A-B8AA5AB61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C938C54A-886F-4577-9C32-C7510FECC4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88DB448E-DB43-43C4-8EBA-DA4D74BF3A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A446B2DC-7111-429D-8F4E-1CB3DB369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E1CD8C8E-4B06-475A-BB30-F11CB6F2E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8B0D86C5-4B5D-430F-8150-2A9ABD04B2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EFED67A9-31F1-4785-B8F3-DF42E9FA6F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3D4898D4-16A7-4F3E-AA52-DC1ED3CA71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E9E611E0-E5EA-4590-8090-FA356B22B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55EA0E50-5427-416E-BB6A-AD4A639BBFF0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39319" name="Grupo 261">
            <a:extLst>
              <a:ext uri="{FF2B5EF4-FFF2-40B4-BE49-F238E27FC236}">
                <a16:creationId xmlns:a16="http://schemas.microsoft.com/office/drawing/2014/main" id="{006967FE-6312-4DCA-B736-717BFD9DF0CD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B8312D0F-A320-4086-9E8B-2CB3171F24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14DED0CC-986B-4962-8CFA-6076B1FBBA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FA063A20-8352-4F1F-BCA4-995412151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50D0C4CC-E7FB-4971-A5D9-B49BE9098E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749D3B51-4C3B-4249-A7D4-608E28D6C9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E7270489-CC94-43A9-AE69-D79F75BFFB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02D7DE95-C991-4D9E-BF58-A1C5E475FB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0C2E8E03-F781-46FF-AB48-F92399CAA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3CFB7ACD-628B-45C2-8600-48C2B31029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171F035F-D192-4E1D-A9F6-3BA6DD1AD7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E458E293-1D58-4082-A2F1-E2A7C0349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66EC14AF-79D4-4D02-80F2-54931FC49F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D98D7ED5-89BE-42E1-9597-B427B015F4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ABF1CE1B-1518-4F43-8FD4-E762C5C01E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E249CEA0-4B3C-44CB-BDD0-00F4AC1E7F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8021CE21-6F5C-49A5-96AC-B6C2D9B939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ACA5F9B1-6AB3-408F-A936-7E86B65963F5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39320" name="Grupo 281">
            <a:extLst>
              <a:ext uri="{FF2B5EF4-FFF2-40B4-BE49-F238E27FC236}">
                <a16:creationId xmlns:a16="http://schemas.microsoft.com/office/drawing/2014/main" id="{F387DF2A-B513-4D7A-A899-C06AFE88345A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47FCE902-8D21-4A52-A6A2-5D05FF81B1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045D2B13-A771-48B2-BFB5-B7B0A13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1E0A04A2-17BD-41D3-B955-FAFDE82565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6338FFC0-DCFD-4941-86F9-51C30EB89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02841874-FF40-4170-944F-FB15FAEE9E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4F00F2BF-02B5-451C-9277-DC252A5125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C104AF8B-72F8-4734-B85D-3AFBB0DF6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B14C63FE-6DEC-45C4-9976-6E37482554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F08E34AA-5CF2-4AA5-8D9F-DDCE756B7E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F9FF50C4-BF7F-455E-B504-6074661BED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4782F601-53FB-426A-98A2-DC94C2D5AE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2C603D29-8541-47D8-B8BC-B9EFBCEDF3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022815B6-08A4-4E1A-BC8E-B475C6DC04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CFAE205D-36C4-4D62-B23D-90749BEAC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4F68541D-E460-41BD-A2C8-FB40DC526C2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AF7C0E98-083A-4F44-8DD1-E15372419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07AFB92B-0E83-41DA-BF18-D71F6C2B7E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752E0C1D-456E-472D-9216-07C7608626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1B436BB5-632F-4930-A000-E7DBB0E596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78514B2E-1A0E-4AB4-BE3E-DEE900714E7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7C6ACA68-CAFF-4CB9-B573-D7D32B7B9B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39321" name="Grupo 303">
            <a:extLst>
              <a:ext uri="{FF2B5EF4-FFF2-40B4-BE49-F238E27FC236}">
                <a16:creationId xmlns:a16="http://schemas.microsoft.com/office/drawing/2014/main" id="{48DF2DAC-BF34-4C39-AAD4-CF0F33F90175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5C3122B2-B329-46F3-BAAA-CB0E83803B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AE980266-4876-4816-BB33-C7E2D7789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C908F08F-43D9-41F0-A896-C7B03E7A0EDD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BB1526D0-F512-454E-897F-878BC34DEF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D6627D69-26C2-448C-B730-0FFA4FABEC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E464A00D-296A-4CC7-A64E-4EA2B94A4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52954797-0B7E-4C04-B336-A2B7492AA9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18E3CE0B-DBAE-4659-853A-1B6AA747F562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29F95B87-291D-4ABC-AF06-2843D0F37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B8F64E56-0D78-4606-9273-CA7F3F59FB60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F8EE06CC-3002-43AF-A24D-F3092C4F0043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323867D3-2467-45AD-96EC-E0680F1C026B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009BBE48-57EC-443B-9440-EEDFF0A4DE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6F8582F6-F253-47B6-9CC9-5C2F96FE1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3DD8F781-36C1-485A-A71C-0CA1C830E330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FD7C6ABD-2559-4A14-A3A7-BBBE9CF69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C6620782-26BF-43BC-9AE3-A1BFB35E1C7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10468DCF-447B-4D47-A47F-E6700A7FAD9B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17F8122C-53CA-44B4-8BFD-55EC851BCA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6A234F4A-12DB-4D41-9F0F-1AD3C5BD7A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20D9F3EB-EE7B-46AF-85C0-EDFE60958E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E604C5D0-6C7E-4954-B02F-2104972A10D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BF1FE281-E97A-49B2-9CFD-C54DB0F07E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3092F75B-F700-493A-8BB4-8F6A08EF30CA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5C67F927-BAF5-4C08-B488-0B369920A4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28055892-18AD-4D2E-A8F2-8899B90C10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11EE43D1-E0F6-4019-9EDE-101DFF50B028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0BACA489-6797-4FBA-83BE-A03CC7DD7CCF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08485B03-1A6E-4AEB-9EFC-4C66423EEE1A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DD4E9C6F-BB32-4A1D-99AA-BFE90FF1EB98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9345" name="Grupo 27">
            <a:extLst>
              <a:ext uri="{FF2B5EF4-FFF2-40B4-BE49-F238E27FC236}">
                <a16:creationId xmlns:a16="http://schemas.microsoft.com/office/drawing/2014/main" id="{3D7160DD-61D1-4842-A009-C80742D39801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D9145109-F908-43B4-989C-86A3C05241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0F7D4B53-88A5-47F7-BFC1-1836B5BDCD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8E6493C5-25C1-42FE-AC04-CAF9DD393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56C7D03B-FF95-43E5-BF63-B610A58195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940163F8-6873-4B28-869F-78CB365129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C6BEC0B9-5F9D-4CF9-8BB8-F38171EE26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B1F80283-4D29-4B76-A552-530209D411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2B84E1A6-A0CA-4D76-A785-79EA0116C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33E55F11-732C-4F54-8513-0AD04AAE2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AD1E8849-71C4-4C83-B227-9C94EDE99409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28BD7E02-30B5-40EB-9D52-5E2E3DAB18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87DF9A96-A8D5-48D0-A540-A2BC595993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67B7ACD5-850D-4778-B033-737642303BEF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B2CF2D94-0ADE-4609-A56D-C10BA7DA691E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7BE3B933-D080-4057-8FCE-76D44B980D56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D2B54DE3-6D0A-4588-BB00-C88FCFD62E99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09B8D25E-449E-4606-8B7B-813569059F29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F0DE7CAC-8AE3-4EC2-9641-94B509AAEE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02C93522-E980-4414-85BD-021A555C00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631C2953-7763-4576-9193-5A69EDB36043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9354" name="Grupo 4">
            <a:extLst>
              <a:ext uri="{FF2B5EF4-FFF2-40B4-BE49-F238E27FC236}">
                <a16:creationId xmlns:a16="http://schemas.microsoft.com/office/drawing/2014/main" id="{54E605E1-993A-4919-B731-D0FF6E783C9B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30F2586E-ACEA-438A-AE13-A735966ADB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0930832E-317F-4C3F-B85D-E47010898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CDB8E12C-248A-41DD-9698-362C401423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4205B1C1-5806-4023-A74D-2CEB226A1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9DE8761E-8F95-4F60-98C6-992BA3152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73EC4475-E2D3-421F-B24F-B129D7C71C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10AFEAFD-0187-4299-84A8-568D768AB7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A56382AF-F3D1-4955-9438-DCE96FDBD3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0716B767-C43A-4CBD-A007-278C7CD316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77703D5A-3CC9-4B5A-A5E4-9B6B2880AA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16907063-D042-4F5B-8FCD-818C79CBB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0F348669-E806-4970-B5E8-755AC9AB9AFB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106B2729-F23B-4E8A-B86E-ACC706AFC197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49EA9901-FA5C-438A-B70D-EC28513D1F3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9358" name="Grupo 138">
            <a:extLst>
              <a:ext uri="{FF2B5EF4-FFF2-40B4-BE49-F238E27FC236}">
                <a16:creationId xmlns:a16="http://schemas.microsoft.com/office/drawing/2014/main" id="{0D39A4DA-CF2B-4636-A438-A34393C1EFCC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5A55286D-15A9-46F7-BB8D-42FABE92AC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FC19E3EA-127E-495D-8724-02DE794C28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5823349C-60DF-46D8-9D9E-ECED70D32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C93ADD33-CF65-4016-A271-8504BF5E7F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2C49718C-C67C-4415-B2E6-0B1C93FA7E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3F0B814C-A730-448C-B9D3-BB68D469F6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A0F7806C-6B91-4E36-9103-43691DE489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C6D55872-6D1B-4067-AE2A-B6C2E19EC502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CB2A3C18-F17A-4E9B-9749-6AA61D5610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39359" name="Grupo 148">
            <a:extLst>
              <a:ext uri="{FF2B5EF4-FFF2-40B4-BE49-F238E27FC236}">
                <a16:creationId xmlns:a16="http://schemas.microsoft.com/office/drawing/2014/main" id="{A8EC904E-DF68-411C-A815-24BC4549835F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5E34A1AD-AAB5-4CE7-A810-7CB985229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7B47BA7C-0693-4A34-B1B5-4830ABE5FA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4568DFFF-5FDD-47E0-B416-8A9F57A6A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04239F6E-1CF4-40F3-AA8D-19B88CF1B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DEA96196-A64B-4D9F-87B9-E2F249E247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03BDA6D7-3A0D-47F9-99A0-9F14924238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B0B8CB6A-C7A3-4583-9C13-74806D13F3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C0B4C451-9710-4D8E-A7A5-E256074984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02C9668F-1F72-4190-86CD-99C26CAF86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9F9B3770-08BF-408C-950B-CBC5E76951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80E11659-2F5E-4332-956F-9F1896C00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B9127FD0-BB54-40B6-8F4A-B3A4B95DEF23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9B9E76AC-C22F-4128-8170-D221642ADF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28E0A192-709F-46D1-B250-1172F131890C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9363" name="Grupo 188">
            <a:extLst>
              <a:ext uri="{FF2B5EF4-FFF2-40B4-BE49-F238E27FC236}">
                <a16:creationId xmlns:a16="http://schemas.microsoft.com/office/drawing/2014/main" id="{5D50FD73-F1FA-479B-9CED-3712962364EB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1F9C923C-1D3B-4EAF-9CD2-122CEB4AB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352232EB-7293-4D5F-8247-93AFBCB4B7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62320029-7A0A-4105-95E6-7CFF22D877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2AD7FE27-4A10-41F3-A1BF-59819BA02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E1B44683-D0B6-4422-9DDC-F4C26ACABB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BC4F7A81-3363-4633-B6FB-0C7007F7BE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96831534-75CA-4F8E-84BA-71EBE62766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2D4B802E-9531-4471-9517-1A6FE862F8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7F450500-2807-4A61-A59B-0AADCDF5E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994E0B57-8284-4888-9FE4-0F14A5082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3A391C6D-BBD9-4DE3-9CCC-E2301E5CF314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39365" name="Grupo 47">
            <a:extLst>
              <a:ext uri="{FF2B5EF4-FFF2-40B4-BE49-F238E27FC236}">
                <a16:creationId xmlns:a16="http://schemas.microsoft.com/office/drawing/2014/main" id="{57704D65-EA6E-4AB1-AED1-B3F25FCF49D4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7C338491-ACFC-4ED0-B437-0A71E2F6E5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D363ADB0-73F1-4B27-B3AE-D6AC120786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343C2E92-1D45-46FD-B502-2DDA6F403A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053BB476-339B-442D-B1BC-E894AE4A1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D2F90C4F-A8FD-4E4C-A585-BAE190F216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ABDB3CE4-4215-4692-8CB7-A72BA93C2E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4904389D-7A27-4FAA-A83E-2C3E5461B3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D35E05DB-341C-486C-A086-90F6D0E528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A11A5B97-90E2-408C-B448-040EA77E746C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09A44675-E0F1-43D4-8B35-E9444B855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A3F46F35-3C14-417E-967F-97EDB248B6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4BE6CB8E-E67F-4CEB-8943-4FB9E776D7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0B0ABE85-F9AF-48B1-A5B7-61B3C0C14172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BEB3D470-0412-4062-A046-20E1531F0B20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D2FAA829-802B-4D2C-B0CE-A87393FB89CD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3D10CEC0-72E8-419A-8982-4A3F7DA5CBF5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27" name="Marcador de contenido 5">
            <a:extLst>
              <a:ext uri="{FF2B5EF4-FFF2-40B4-BE49-F238E27FC236}">
                <a16:creationId xmlns:a16="http://schemas.microsoft.com/office/drawing/2014/main" id="{F9883C39-B75A-4179-A7E8-25E93C0CE8D3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21b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 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PC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20:1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&lt;&lt; 1), 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 PC + 4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Text Box 50">
            <a:extLst>
              <a:ext uri="{FF2B5EF4-FFF2-40B4-BE49-F238E27FC236}">
                <a16:creationId xmlns:a16="http://schemas.microsoft.com/office/drawing/2014/main" id="{2AB0FC5D-A6E3-4B4F-946B-20BFEC0458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2" name="Marcador de número de diapositiva 61">
            <a:extLst>
              <a:ext uri="{FF2B5EF4-FFF2-40B4-BE49-F238E27FC236}">
                <a16:creationId xmlns:a16="http://schemas.microsoft.com/office/drawing/2014/main" id="{1E5F2821-5DF0-4498-9941-03E22F09A4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A4AFA24-0423-4D4B-9CF6-E4C48A9D5408}" type="slidenum">
              <a:rPr lang="es-ES" altLang="es-ES">
                <a:solidFill>
                  <a:srgbClr val="171717"/>
                </a:solidFill>
              </a:rPr>
              <a:pPr/>
              <a:t>69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a 10">
            <a:extLst>
              <a:ext uri="{FF2B5EF4-FFF2-40B4-BE49-F238E27FC236}">
                <a16:creationId xmlns:a16="http://schemas.microsoft.com/office/drawing/2014/main" id="{5A0E13F9-B275-4E70-B6F3-AFEE24F8016A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5771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20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20,10:1,11,19:12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" name="Forma libre 49">
            <a:extLst>
              <a:ext uri="{FF2B5EF4-FFF2-40B4-BE49-F238E27FC236}">
                <a16:creationId xmlns:a16="http://schemas.microsoft.com/office/drawing/2014/main" id="{0752DE40-CCAD-44AC-BE52-1762F45AFB3A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743D9CF9-CF18-4AB9-9196-AF71BAD114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60A1B6AE-0FAA-462B-B76B-E2E88DB2325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69A04FB3-2EF3-4B63-B068-8867B639C334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4AE6ECEA-1CCF-4E9A-A5E1-496057EC7525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A397B70C-9CC1-4BDD-A971-CCB544B4D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F734FF54-1B39-48C6-9DB6-4A766A08B6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71C942C4-E218-4762-9A92-14610564B6FD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B30F2666-B629-4A4B-AC40-C2D42C4BC559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08E8EE3D-2743-41D3-B60F-70BE4CB714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41365" name="Rectangle 3">
            <a:extLst>
              <a:ext uri="{FF2B5EF4-FFF2-40B4-BE49-F238E27FC236}">
                <a16:creationId xmlns:a16="http://schemas.microsoft.com/office/drawing/2014/main" id="{3265E28A-3815-4485-9014-A2BD6B7960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JAL/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BEQ/ADD/ADDI/SW/LW</a:t>
            </a:r>
          </a:p>
        </p:txBody>
      </p:sp>
      <p:grpSp>
        <p:nvGrpSpPr>
          <p:cNvPr id="141366" name="Grupo 228">
            <a:extLst>
              <a:ext uri="{FF2B5EF4-FFF2-40B4-BE49-F238E27FC236}">
                <a16:creationId xmlns:a16="http://schemas.microsoft.com/office/drawing/2014/main" id="{0F657C1C-C7EA-4602-9FCB-8D72D03CCCAB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A0BA0835-9354-4371-8683-7049F9365C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FF980CDD-A076-433D-8CA1-BB52060612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9C31D85C-6CB8-4404-886E-709ACD4BED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61796B4D-8E19-44B4-BCC8-793ABDC08F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45026F1E-9932-4C8D-A811-B3C3E230E0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136E2DD3-D7BB-496A-B4EF-66C98C6C49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CF44059C-31DB-4CA2-9D40-25034A91B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3BAF7806-8425-4D5A-A5F3-3BA4B95F77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E4AC97E5-3408-4054-AB72-08A07BE589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B1BC730E-F9DC-4711-BF91-0450EEBB47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303D016A-B37B-4B0B-9611-954C41A87D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08A6D92B-421B-4F4B-9ABD-D0094FD7E6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7997B2A1-B0E8-4DEF-B099-0D2DB05D0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24B18173-A85A-49EE-8AAF-35626ED7B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F05ABEA0-C322-489C-98C8-896421A1D6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35B27E6D-1502-4BB0-BF54-0BA3B82176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CD3CD0F1-A834-4821-A192-73934E60D4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C7774C17-E63B-4A6E-8E23-EDFAF8CFE5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EE2D67EA-A069-4839-BA0E-9E936C37DC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95EF833F-C5CF-457D-B7D0-08A4A666C2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BA55C831-2785-4DE4-99A2-D13788E2D0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8A70E7BD-64E5-4435-AE1F-1460A9B478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634B5486-5977-41FB-9A63-9EBF4B771A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E4005F18-5D47-4078-B538-25180B953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1CCE9ED8-BF34-4B74-85ED-FD42CC3F0B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6B10800B-260A-44A2-B321-3746A19F75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D0564F50-00CD-408B-86B3-656D5B2A4B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4373FBE0-F0A4-4212-9369-4A576DCAC8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F7D97203-FCBD-47B3-8A02-3BBAD7D48045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41367" name="Grupo 261">
            <a:extLst>
              <a:ext uri="{FF2B5EF4-FFF2-40B4-BE49-F238E27FC236}">
                <a16:creationId xmlns:a16="http://schemas.microsoft.com/office/drawing/2014/main" id="{CD5598AF-20E8-448D-812B-93BDF7E2C0E6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D55B6823-8DF0-4F16-A52A-7A4CF71E4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D435A7C5-6309-4214-8376-1BC06983A7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08DF36EB-8398-469C-B188-D3360AFC0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27CAB44A-8106-4F54-951C-A30467FE52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17787E89-1752-4FE5-AB01-6EFA71BFDE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DEFD6E35-4277-461A-8551-F08FEC522F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21C8C467-2F35-4CBA-B460-64A3BF4FA9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4C0BDE7F-C6CF-4269-909E-8A35E84D81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7699E7F6-2614-45B3-A762-E96B036DDD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B05A0882-1BBF-407F-ACC4-B7632969DF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ACC837BF-A375-4B76-AF2B-BBABE0648C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BC9B5EE4-5D95-4759-878F-547910B82B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1F1142D7-DC53-48B1-B581-EF12C4F6FF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5C445416-5565-48D3-91AA-863A8B532A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C3A24FA8-02AD-4331-9E47-E1A2F032A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5FA8A45C-ED1A-479C-94B9-2F5DDDF1C4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A2422FC7-A7B5-478E-9A02-FE525CECCE1C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41368" name="Grupo 281">
            <a:extLst>
              <a:ext uri="{FF2B5EF4-FFF2-40B4-BE49-F238E27FC236}">
                <a16:creationId xmlns:a16="http://schemas.microsoft.com/office/drawing/2014/main" id="{BA72222B-52AE-4E60-9000-F4D809CC9A69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29467A09-3CA4-44F0-87C3-59DA02DDFF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8E488D13-6789-41D2-B6AC-11261672CB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534CBD78-CB1A-4464-A4FE-832152813C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580B78A3-B90A-4732-876A-CB050EA57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ABAA6AC8-000D-4014-85B5-5A92DE8FC0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1C7CD0D4-4A92-473A-8E83-44D63B2ACC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D57CCBF7-14D2-4876-A2EE-EF0949DDD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3F6ED9CD-491E-4DED-A214-18457A264D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88AE79AA-682A-46A9-B899-82354598A1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CCEA478C-341E-4E3F-BD08-6FF3295BD5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A9B927DE-A589-420D-8A11-BC63DBF02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9F956C60-F92B-4202-9DB5-D94B03C29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FC824FF3-A65B-421F-BCA3-6CD71D7C97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385F3669-4428-4814-85C5-C4A1ABD8B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A43F1364-B6FB-4B8A-A23E-9FDF7045082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934BBC41-8EC3-46C5-9C49-60C11149F8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EBB0436A-B642-4221-B530-62D6BF6947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54E0C2AE-F44A-4047-ABC7-ED8F1A781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7D054E76-7A68-4D2B-8B11-C88DA1EC9F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BBB06719-30F8-443E-B58B-81C49718E20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8D799B75-F6C3-45B8-A472-5181F622B7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41369" name="Grupo 303">
            <a:extLst>
              <a:ext uri="{FF2B5EF4-FFF2-40B4-BE49-F238E27FC236}">
                <a16:creationId xmlns:a16="http://schemas.microsoft.com/office/drawing/2014/main" id="{498F9A0A-4535-4760-89B3-1DA4E496AA9D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AEFF2E5E-9EDE-4DFA-AFC9-6CF70C711A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3F6F9E7E-2F34-414B-9D18-2F3DF9B7B3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37E84D83-308F-417F-94BB-BA66861D151A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9D8EED12-D220-48A4-BB79-7092F2D1A7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A6475938-42A2-4476-8C41-2337B115D1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D035D182-CEF4-4800-97E4-0735FFFB25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C84BDDC8-7620-41BC-8219-D0F83B34AD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3824AB8B-B8F1-4CE7-9344-DB7586EF9EFC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BBE1691E-3E99-4135-A1E7-5FD392E27A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2C2FEEDB-0AFF-4693-B8F6-5DD77EDD6BBD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1373" name="Text Box 50">
            <a:extLst>
              <a:ext uri="{FF2B5EF4-FFF2-40B4-BE49-F238E27FC236}">
                <a16:creationId xmlns:a16="http://schemas.microsoft.com/office/drawing/2014/main" id="{B5DFB8ED-5118-484F-B666-4FD26983F3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(31:12)</a:t>
            </a:r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0F1C0A9B-375B-4E05-B2F9-F1C08B10DA55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7B889EB1-F60D-46A6-8B29-E8B44254292D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FB70D4E2-F146-43DD-AD0B-BE6E78EB6A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044DB457-CEFE-479D-A8C1-99EB452237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45E3A167-9F0C-46BF-9CEA-2D945DC56E5D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7FAF8822-1CF9-42FA-A640-C6F34A313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D29C6842-6950-44D3-8899-1D3B1DD924E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15EF4E84-C619-4C51-BF08-E4A395B5F781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1DE74B9D-84B3-4E31-AB4D-6D1B955005D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63F47B9F-BE49-4C13-86BB-588FB43FB0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61AC452A-0B98-4E27-8BCB-9B2C8740C8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7219FDE1-9018-4EB9-9AFB-673403E7318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5290D3DE-9DDC-48D4-9148-C5BC1F1A56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32ECBFC9-5832-4078-8149-B322A36C5CBE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2016FF25-D39D-4FC1-9FA6-D738872684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567DCE01-655B-4664-B3A7-67A694504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8A543C5E-A17F-4260-AF14-F00AC7869299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6E872C36-F9B9-4D20-BE46-714D090C7394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596F947F-64DB-4B9E-AC09-5FD50993E78F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7E0265D0-CEEC-4D16-BF43-2C6C3E290173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394" name="Grupo 27">
            <a:extLst>
              <a:ext uri="{FF2B5EF4-FFF2-40B4-BE49-F238E27FC236}">
                <a16:creationId xmlns:a16="http://schemas.microsoft.com/office/drawing/2014/main" id="{BEA915C7-AE0D-4CDE-9FC7-92C94CE67F26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2E1F7432-893E-475A-8063-B8644E4D36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131CF906-52B2-4044-8755-9C117400CF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3491AED0-7A82-42B3-A05B-0263ADCB7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A02E5285-EFD4-49D3-8649-84F2E63FD6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2E568018-72D5-4A0E-9890-C62AEDB6A0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9DBE0161-2E00-446A-9B78-18616564A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191DF5FC-821E-4E50-B34E-CE9732A036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4DC2AB90-5979-405B-80ED-C93FE5A90C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5AF3F6FF-5A20-43A3-BE17-9058CB8EA1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B8762129-93E3-42D7-A6B2-A26754FF8972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A6FE729B-FCA0-4495-A610-AD9897D241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310C8EAB-C15D-4B83-B775-276E6CB904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3195E8C3-2EE6-4319-B93E-745F204ABA21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A5330DE8-D616-4302-B937-5083436B007D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AC121589-95A9-4CD6-B8AD-404920AEEED0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47808F1D-6768-48FC-8FE8-A53CC1F0DE1C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3355833B-7116-4DFD-A9A5-D65841045DC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E4C5C24E-B7A0-42E8-AB18-00129BD7E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E6C8D89E-FFDE-4F8D-93A9-12B1952CB4B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7A0EEF75-450C-45A6-B39B-D6E9614AD5EB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1403" name="Grupo 4">
            <a:extLst>
              <a:ext uri="{FF2B5EF4-FFF2-40B4-BE49-F238E27FC236}">
                <a16:creationId xmlns:a16="http://schemas.microsoft.com/office/drawing/2014/main" id="{378C8D1B-89A3-499F-B80B-F8CBA30D1C78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28F9F73C-33E2-40A5-8EC6-A06500E9B4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35033A2C-9EBD-4774-AF3F-F1480F8735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3744BDB6-687C-4315-BEAC-E859140864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6825060A-C33A-4CA3-A348-4D48BF4FF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64626BBA-95AF-4CB5-BABB-B585A320F0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32774A36-25A0-4889-B2F0-6F4AEB9F1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EB63F80C-7A9D-4B12-9702-9975D0227E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70CBF4CE-8214-4AA6-8F92-CECD2549E1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7132A0FE-E1A4-4213-9863-04426EFFEA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59FDFA64-036A-4D84-9514-AB7232FB13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0710C488-575E-4BCB-AB73-0F3C89C7D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BC501B49-22CE-42FC-BE8E-4F9E1C72961D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7B07221E-B062-46E6-A17E-4ABE2DF8770F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C9861237-E7E0-42A3-B8C5-0EA4A0C70149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1407" name="Grupo 138">
            <a:extLst>
              <a:ext uri="{FF2B5EF4-FFF2-40B4-BE49-F238E27FC236}">
                <a16:creationId xmlns:a16="http://schemas.microsoft.com/office/drawing/2014/main" id="{03A59962-7524-4E83-AF78-2D5065F4C90A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5C3C9A72-B73D-45B6-8220-D7889A60C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CEDC9DDC-AFFD-4D15-AE57-5D4489BA32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F6B69625-F400-4E70-827F-94214A9C3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E4CB8E04-4621-4024-8313-2217F4D5A9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C34B5C2A-30A2-4F75-9023-6BE2E84CA7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2486205F-E6E9-4450-901A-26CD01643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5D654E76-EC26-4D3A-96FC-4B28A3555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4BE951EA-AB5A-45FB-BF6A-A6ABB19FF6E2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C2D50889-85EE-4E67-9649-15CEF85B5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41408" name="Grupo 148">
            <a:extLst>
              <a:ext uri="{FF2B5EF4-FFF2-40B4-BE49-F238E27FC236}">
                <a16:creationId xmlns:a16="http://schemas.microsoft.com/office/drawing/2014/main" id="{904355C5-BA5B-4CEC-8FED-0E8F1DFD694A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2ED125C3-7CF1-4335-A208-DF2592530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A5DC3CD7-E643-433C-B4DC-0437BC3691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A4249A56-A197-4E35-9E22-12485AD719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7F38D8A3-6CCC-4221-8566-B5BF64B0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EF059FD9-CC6B-4044-A341-66A87B9C18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5D0D7203-834F-4B38-9C95-9AFB7CD87C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60C9F432-26A1-40FE-8B62-01F8687B36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6346C044-8F97-4FDB-97DE-9C5494D7C5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8397E244-026C-49F2-A72F-7D8E0DFE1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36A62536-8FBB-4426-9842-66433908D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A7933FA7-6741-452C-8B56-F16292D34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8DC78A3D-D646-4B12-A690-91884463A5D0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AF7F56A4-8A2D-499A-9364-1C6CF15BF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CAB262D2-29A2-4DB5-99E1-F2E3E84AD1B1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1412" name="Grupo 188">
            <a:extLst>
              <a:ext uri="{FF2B5EF4-FFF2-40B4-BE49-F238E27FC236}">
                <a16:creationId xmlns:a16="http://schemas.microsoft.com/office/drawing/2014/main" id="{23DF8726-6DE7-454A-A44D-AC4E9EB44F89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B4F4735B-9965-4262-A7A1-93E0C64B4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6CE4BC3C-40EC-4CFB-8DC7-61DA982382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5AFB010A-378D-44A8-9DA6-FC0D2829E0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255F2925-43B1-4C2B-818E-35DAD04F2F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7D5C57D7-3F0E-4979-B156-F5D82BF717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494DBFEB-3B6D-4937-BA0C-CD5B2A5BB0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0CE74432-3E37-432C-9940-53443A5AA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8287B462-CEC6-4C6E-A7C6-CCA27A4C6C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F5588342-6A2A-4912-979C-83904E35E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E2F4F02A-8687-41C7-B180-77DAC039CD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A57EBBAE-DF65-4D50-BEDA-0589CDE71AD0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1414" name="Grupo 47">
            <a:extLst>
              <a:ext uri="{FF2B5EF4-FFF2-40B4-BE49-F238E27FC236}">
                <a16:creationId xmlns:a16="http://schemas.microsoft.com/office/drawing/2014/main" id="{E6DFA496-29A9-4D3E-B025-BBAA1FFA2DEA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66C485A5-4F85-4C62-876F-657B86019D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CD2A5A9F-462F-436B-A7DF-2F8FE43EDB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62DEA119-F68C-43B1-8CED-EDCA0FBA74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DAADB5A7-F57D-4952-BA04-2ADE8189D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DF1B8930-A4B4-4B74-B42A-DEE15D327B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944DA30F-4285-43B9-A978-34D41B87F4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1CA8D81D-E9D9-461F-A8FC-E383F3962C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A6CB251F-3615-4B1F-A1A4-97F57F0C9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526F34A2-1E12-469F-8647-EDC5A4154FDC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6EFE36E0-8F5D-4077-8C06-063E1AE79F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AC400D87-8EDC-4AD4-8C46-AA753138D9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F2919AA4-0C16-4861-BD22-79CBE4D8B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BD948AD9-DD3D-445A-A9CF-2613DFAA66DB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56224AA0-531E-446B-92BF-8501E90C6B8C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400C6819-D17A-4420-8C5E-5F040A302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D7476213-8ED2-412A-9786-8078C5528D3B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27" name="Marcador de contenido 5">
            <a:extLst>
              <a:ext uri="{FF2B5EF4-FFF2-40B4-BE49-F238E27FC236}">
                <a16:creationId xmlns:a16="http://schemas.microsoft.com/office/drawing/2014/main" id="{D512F7F0-9F7B-4D0A-B521-39073AF35C5D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21b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</a:rPr>
                        <a:t>PC </a:t>
                      </a:r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PC 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20:1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&lt;&lt; 1)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, 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 PC + 4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Rectángulo redondeado 9">
            <a:extLst>
              <a:ext uri="{FF2B5EF4-FFF2-40B4-BE49-F238E27FC236}">
                <a16:creationId xmlns:a16="http://schemas.microsoft.com/office/drawing/2014/main" id="{D0868C7A-E1C1-4976-A7BA-294B224D3696}"/>
              </a:ext>
            </a:extLst>
          </p:cNvPr>
          <p:cNvSpPr/>
          <p:nvPr/>
        </p:nvSpPr>
        <p:spPr>
          <a:xfrm>
            <a:off x="1644650" y="2201863"/>
            <a:ext cx="4257675" cy="133350"/>
          </a:xfrm>
          <a:prstGeom prst="roundRect">
            <a:avLst/>
          </a:prstGeom>
          <a:noFill/>
          <a:ln>
            <a:solidFill>
              <a:schemeClr val="accent2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" name="Forma libre 17">
            <a:extLst>
              <a:ext uri="{FF2B5EF4-FFF2-40B4-BE49-F238E27FC236}">
                <a16:creationId xmlns:a16="http://schemas.microsoft.com/office/drawing/2014/main" id="{208F20DA-1CE5-48D8-ABA8-33E34C5A22D3}"/>
              </a:ext>
            </a:extLst>
          </p:cNvPr>
          <p:cNvSpPr/>
          <p:nvPr/>
        </p:nvSpPr>
        <p:spPr>
          <a:xfrm>
            <a:off x="3719513" y="2338388"/>
            <a:ext cx="690562" cy="3197225"/>
          </a:xfrm>
          <a:custGeom>
            <a:avLst/>
            <a:gdLst>
              <a:gd name="connsiteX0" fmla="*/ 0 w 690465"/>
              <a:gd name="connsiteY0" fmla="*/ 0 h 3197290"/>
              <a:gd name="connsiteX1" fmla="*/ 161731 w 690465"/>
              <a:gd name="connsiteY1" fmla="*/ 1990531 h 3197290"/>
              <a:gd name="connsiteX2" fmla="*/ 690465 w 690465"/>
              <a:gd name="connsiteY2" fmla="*/ 3197290 h 3197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0465" h="3197290">
                <a:moveTo>
                  <a:pt x="0" y="0"/>
                </a:moveTo>
                <a:cubicBezTo>
                  <a:pt x="23327" y="728824"/>
                  <a:pt x="46654" y="1457649"/>
                  <a:pt x="161731" y="1990531"/>
                </a:cubicBezTo>
                <a:cubicBezTo>
                  <a:pt x="276808" y="2523413"/>
                  <a:pt x="483636" y="2860351"/>
                  <a:pt x="690465" y="3197290"/>
                </a:cubicBezTo>
              </a:path>
            </a:pathLst>
          </a:custGeom>
          <a:noFill/>
          <a:ln>
            <a:solidFill>
              <a:schemeClr val="accent2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A08C2E28-1A14-470F-95F8-D3A580467B5C}"/>
              </a:ext>
            </a:extLst>
          </p:cNvPr>
          <p:cNvSpPr/>
          <p:nvPr/>
        </p:nvSpPr>
        <p:spPr>
          <a:xfrm>
            <a:off x="4254500" y="1825625"/>
            <a:ext cx="2544763" cy="280988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2" name="Text Box 50">
            <a:extLst>
              <a:ext uri="{FF2B5EF4-FFF2-40B4-BE49-F238E27FC236}">
                <a16:creationId xmlns:a16="http://schemas.microsoft.com/office/drawing/2014/main" id="{8B6114BF-6A62-41CB-B917-08CFFD8046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79" name="Marcador de número de diapositiva 178">
            <a:extLst>
              <a:ext uri="{FF2B5EF4-FFF2-40B4-BE49-F238E27FC236}">
                <a16:creationId xmlns:a16="http://schemas.microsoft.com/office/drawing/2014/main" id="{13DAC306-B9BC-46FB-AEB2-8522D1341E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99E516F-8CE0-4E8C-8E68-C8B3B4852ECA}" type="slidenum">
              <a:rPr lang="es-ES" altLang="es-ES">
                <a:solidFill>
                  <a:srgbClr val="171717"/>
                </a:solidFill>
              </a:rPr>
              <a:pPr/>
              <a:t>70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Forma libre 175">
            <a:extLst>
              <a:ext uri="{FF2B5EF4-FFF2-40B4-BE49-F238E27FC236}">
                <a16:creationId xmlns:a16="http://schemas.microsoft.com/office/drawing/2014/main" id="{2F748826-A544-4C61-AF8D-E9E490D63B52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1" name="Tabla 10">
            <a:extLst>
              <a:ext uri="{FF2B5EF4-FFF2-40B4-BE49-F238E27FC236}">
                <a16:creationId xmlns:a16="http://schemas.microsoft.com/office/drawing/2014/main" id="{8277A0E8-C6A7-4770-8CA2-D816004DB139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5771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20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20,10:1,11,19:12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" name="Forma libre 49">
            <a:extLst>
              <a:ext uri="{FF2B5EF4-FFF2-40B4-BE49-F238E27FC236}">
                <a16:creationId xmlns:a16="http://schemas.microsoft.com/office/drawing/2014/main" id="{70BC7BD2-9166-4043-953D-011F7BA715D0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D3D07BCD-49F7-4A5C-8785-2D95805CA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A02B6E40-8342-4F64-8AAC-71DE50AE580A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93652260-61AC-4C79-91D5-08A4F66A5A68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6BAB13EA-CDDD-404F-A621-BB3AB943DDF6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" name="Text Box 49">
            <a:extLst>
              <a:ext uri="{FF2B5EF4-FFF2-40B4-BE49-F238E27FC236}">
                <a16:creationId xmlns:a16="http://schemas.microsoft.com/office/drawing/2014/main" id="{96941333-816A-4AFA-ADD9-7901F6F490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15650" y="42687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4" name="Text Box 47">
            <a:extLst>
              <a:ext uri="{FF2B5EF4-FFF2-40B4-BE49-F238E27FC236}">
                <a16:creationId xmlns:a16="http://schemas.microsoft.com/office/drawing/2014/main" id="{67FADAD4-2EDD-4F4C-8F7A-FE7A79DFE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0" y="43862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151ADBE6-38A7-4532-A834-107C461B322A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4C34A6D7-F25B-46F2-9FC3-120F20EB30DB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82AEADE3-C573-4CF4-8EDA-4208D83E0B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43414" name="Rectangle 3">
            <a:extLst>
              <a:ext uri="{FF2B5EF4-FFF2-40B4-BE49-F238E27FC236}">
                <a16:creationId xmlns:a16="http://schemas.microsoft.com/office/drawing/2014/main" id="{96DABAE8-E53A-4776-B56F-B058C8E858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JAL/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BEQ/ADD/ADDI/SW/LW</a:t>
            </a:r>
          </a:p>
        </p:txBody>
      </p:sp>
      <p:grpSp>
        <p:nvGrpSpPr>
          <p:cNvPr id="143415" name="Grupo 228">
            <a:extLst>
              <a:ext uri="{FF2B5EF4-FFF2-40B4-BE49-F238E27FC236}">
                <a16:creationId xmlns:a16="http://schemas.microsoft.com/office/drawing/2014/main" id="{80936CB4-E365-4067-BBF1-D0B38C53FC23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693225FB-BEE4-4DCE-BD8B-CF0B417A5E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BA8DBC3D-E2A0-4B96-8283-3CCCE2793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F7ACBC05-346E-4017-9E67-7C764DCD6D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983F6CF4-D305-432C-877E-8E2BFE640A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02637645-EC8A-42C6-9586-7153CB5A42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5C6D6D99-F2E1-4732-9E6F-72C63C0BC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765A7EEB-9A87-4C95-AAA1-9C8C131FF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90BC47D5-1B4B-43E0-A10A-6F0896A8E1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7B2A95AC-E99F-485E-8F8E-3AF2C80612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A62558E5-4ADE-410E-AFB6-E25BDF87C6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5D44BFEC-D38A-44A8-B14F-F38A4AD25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588EE0AE-74AA-45BA-A447-2D633B1E6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062AD8B8-04C6-48A7-B46E-1BEBC7610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56EEF850-37DB-4D31-9823-0A50D4D74A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67899150-3066-466A-BD91-25378BC904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952FE8A0-42C1-4BBF-9A4F-E449344993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96E92312-D5D7-4053-9209-CBD9885042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C547660A-EFE0-4988-A146-7ED966C17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A18E0B76-D6F9-4420-B549-91672854A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255F3262-52FF-4766-8F59-C36A804713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39A26326-6D64-41D4-8A89-697DBBCEB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632BB156-9AA8-4F2E-8C48-03A2DDEF0F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392E8B5D-5C49-4CBA-A931-6A276942CB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5C11841F-E185-4C0A-AD4C-090DE31DEE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CC489BCC-F75A-499B-8A1A-E576AF572D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48E703B2-4813-4D87-A063-65A5CA4BF4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AFB833B2-C8CF-4BED-BF22-0EF20E416D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35775798-B569-4C0E-AD6C-480890E582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02D2F419-B220-4069-A938-3E5096B4E9EE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43416" name="Grupo 261">
            <a:extLst>
              <a:ext uri="{FF2B5EF4-FFF2-40B4-BE49-F238E27FC236}">
                <a16:creationId xmlns:a16="http://schemas.microsoft.com/office/drawing/2014/main" id="{06F83A1A-B383-4C35-888E-A269763D4651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2EE3B067-7528-46A6-B107-4C0D5105B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645F5CC6-2436-4AF0-B6D4-F07D18DD2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3890FCBF-B51A-40AC-AA66-3BA36D928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B79E7D5D-D20F-40D5-BD8C-10718349BA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BC10AA57-CDC1-4B03-86B9-EC908C034C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1DCF531A-2A04-49CB-A454-FEAAE839EE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85B12448-3EB2-4E4A-844C-331103973C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19042F71-6FA9-4D1F-906B-74A9D15C8A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23EB5543-8E27-4DB6-ADE4-A4CB1537F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70B60CF5-D3B7-4101-803B-77D19A5861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4ADF8BE3-497D-4D4B-8A83-F10247EC3B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79ECE893-A8A5-4B8D-930B-C054F2AE3A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C424541D-93E1-45D7-92B5-3158D08CA9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FA1975EB-2AC9-4969-B9CA-589A291CF2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7624E074-2281-4BA3-A42B-6D0D02C780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65DEB206-2CA7-4AB9-9FA3-214AD3B960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92CD0250-4AEA-4865-9C87-AA2BADCBC3C8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143417" name="Grupo 281">
            <a:extLst>
              <a:ext uri="{FF2B5EF4-FFF2-40B4-BE49-F238E27FC236}">
                <a16:creationId xmlns:a16="http://schemas.microsoft.com/office/drawing/2014/main" id="{FB8B11BD-AE07-44AF-8221-1988CAFBEEC3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2550"/>
            <a:ext cx="687387" cy="855663"/>
            <a:chOff x="7601924" y="3891973"/>
            <a:chExt cx="883169" cy="1099972"/>
          </a:xfrm>
        </p:grpSpPr>
        <p:sp>
          <p:nvSpPr>
            <p:cNvPr id="283" name="Text Box 48">
              <a:extLst>
                <a:ext uri="{FF2B5EF4-FFF2-40B4-BE49-F238E27FC236}">
                  <a16:creationId xmlns:a16="http://schemas.microsoft.com/office/drawing/2014/main" id="{F9B2B1BA-A2BF-4A88-888A-3EEA788308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145" y="451440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4" name="Text Box 53">
              <a:extLst>
                <a:ext uri="{FF2B5EF4-FFF2-40B4-BE49-F238E27FC236}">
                  <a16:creationId xmlns:a16="http://schemas.microsoft.com/office/drawing/2014/main" id="{7D0459B2-D046-4B8A-8BE7-C41EA3CFE6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777664"/>
              <a:ext cx="29778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57">
              <a:extLst>
                <a:ext uri="{FF2B5EF4-FFF2-40B4-BE49-F238E27FC236}">
                  <a16:creationId xmlns:a16="http://schemas.microsoft.com/office/drawing/2014/main" id="{6F26F0F3-8036-4342-B6BB-342C948EF4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924" y="4273596"/>
              <a:ext cx="297789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6" name="Freeform 44">
              <a:extLst>
                <a:ext uri="{FF2B5EF4-FFF2-40B4-BE49-F238E27FC236}">
                  <a16:creationId xmlns:a16="http://schemas.microsoft.com/office/drawing/2014/main" id="{01C62DF9-4B2F-4E67-B515-37E3A14D4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9911" y="4110335"/>
              <a:ext cx="361019" cy="865284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7" name="Line 46">
              <a:extLst>
                <a:ext uri="{FF2B5EF4-FFF2-40B4-BE49-F238E27FC236}">
                  <a16:creationId xmlns:a16="http://schemas.microsoft.com/office/drawing/2014/main" id="{736546F5-0C63-43A2-91DA-8555481AC5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569506"/>
              <a:ext cx="2162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7">
              <a:extLst>
                <a:ext uri="{FF2B5EF4-FFF2-40B4-BE49-F238E27FC236}">
                  <a16:creationId xmlns:a16="http://schemas.microsoft.com/office/drawing/2014/main" id="{86A666B4-BDBC-4311-8902-57430091BA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498080"/>
              <a:ext cx="73427" cy="144894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9" name="Text Box 49">
              <a:extLst>
                <a:ext uri="{FF2B5EF4-FFF2-40B4-BE49-F238E27FC236}">
                  <a16:creationId xmlns:a16="http://schemas.microsoft.com/office/drawing/2014/main" id="{FBD529BB-DABE-41FF-96F5-627C3EE0BC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1752" y="4487876"/>
              <a:ext cx="348781" cy="2163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</a:t>
              </a:r>
            </a:p>
          </p:txBody>
        </p:sp>
        <p:sp>
          <p:nvSpPr>
            <p:cNvPr id="291" name="Line 52">
              <a:extLst>
                <a:ext uri="{FF2B5EF4-FFF2-40B4-BE49-F238E27FC236}">
                  <a16:creationId xmlns:a16="http://schemas.microsoft.com/office/drawing/2014/main" id="{7EB932BE-21FA-457D-A8E6-69C61BE42A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761338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3" name="Line 56">
              <a:extLst>
                <a:ext uri="{FF2B5EF4-FFF2-40B4-BE49-F238E27FC236}">
                  <a16:creationId xmlns:a16="http://schemas.microsoft.com/office/drawing/2014/main" id="{3FEFB64D-4174-47D9-91B0-31AF1C20A0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93708" y="4259310"/>
              <a:ext cx="71388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5" name="Line 60">
              <a:extLst>
                <a:ext uri="{FF2B5EF4-FFF2-40B4-BE49-F238E27FC236}">
                  <a16:creationId xmlns:a16="http://schemas.microsoft.com/office/drawing/2014/main" id="{5178F042-32D9-4A5C-B0BA-C57197FA29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8890" y="4328696"/>
              <a:ext cx="73427" cy="1448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6" name="Text Box 61">
              <a:extLst>
                <a:ext uri="{FF2B5EF4-FFF2-40B4-BE49-F238E27FC236}">
                  <a16:creationId xmlns:a16="http://schemas.microsoft.com/office/drawing/2014/main" id="{79A05D21-39D3-4158-9544-7D17BC07EE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7899" y="4173598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97" name="Text Box 62">
              <a:extLst>
                <a:ext uri="{FF2B5EF4-FFF2-40B4-BE49-F238E27FC236}">
                  <a16:creationId xmlns:a16="http://schemas.microsoft.com/office/drawing/2014/main" id="{9B9DDF2F-7F08-4323-A84C-FDC68CD55E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5123" y="428992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Z</a:t>
              </a:r>
            </a:p>
          </p:txBody>
        </p:sp>
        <p:sp>
          <p:nvSpPr>
            <p:cNvPr id="298" name="Text Box 63">
              <a:extLst>
                <a:ext uri="{FF2B5EF4-FFF2-40B4-BE49-F238E27FC236}">
                  <a16:creationId xmlns:a16="http://schemas.microsoft.com/office/drawing/2014/main" id="{D43C14D3-2545-4BE7-B6FF-9E0545250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183803"/>
              <a:ext cx="250877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99" name="Text Box 64">
              <a:extLst>
                <a:ext uri="{FF2B5EF4-FFF2-40B4-BE49-F238E27FC236}">
                  <a16:creationId xmlns:a16="http://schemas.microsoft.com/office/drawing/2014/main" id="{961ACFC6-2084-4AEC-B3E8-7E9C49CCF6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4048" y="4689912"/>
              <a:ext cx="236600" cy="214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01" name="Line 71">
              <a:extLst>
                <a:ext uri="{FF2B5EF4-FFF2-40B4-BE49-F238E27FC236}">
                  <a16:creationId xmlns:a16="http://schemas.microsoft.com/office/drawing/2014/main" id="{BD58AF0A-135B-4C18-8531-0AFC80119A0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8091421" y="3992010"/>
              <a:ext cx="71426" cy="14481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2" name="Text Box 72">
              <a:extLst>
                <a:ext uri="{FF2B5EF4-FFF2-40B4-BE49-F238E27FC236}">
                  <a16:creationId xmlns:a16="http://schemas.microsoft.com/office/drawing/2014/main" id="{9BD38EFC-89B4-497A-B9D6-F4120D643D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0251" y="3891973"/>
              <a:ext cx="240679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03" name="Text Box 144">
              <a:extLst>
                <a:ext uri="{FF2B5EF4-FFF2-40B4-BE49-F238E27FC236}">
                  <a16:creationId xmlns:a16="http://schemas.microsoft.com/office/drawing/2014/main" id="{97DEA70D-84E2-40A8-91DC-969A6F699F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8013" y="4222577"/>
              <a:ext cx="387534" cy="15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</a:t>
              </a:r>
            </a:p>
          </p:txBody>
        </p:sp>
        <p:sp>
          <p:nvSpPr>
            <p:cNvPr id="290" name="Line 51">
              <a:extLst>
                <a:ext uri="{FF2B5EF4-FFF2-40B4-BE49-F238E27FC236}">
                  <a16:creationId xmlns:a16="http://schemas.microsoft.com/office/drawing/2014/main" id="{4A9B9AE0-B720-46DA-B4C7-10B33F356C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832765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2" name="Line 55">
              <a:extLst>
                <a:ext uri="{FF2B5EF4-FFF2-40B4-BE49-F238E27FC236}">
                  <a16:creationId xmlns:a16="http://schemas.microsoft.com/office/drawing/2014/main" id="{79F8BEE8-38E0-4DEA-BA3B-0E49A314B9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08" y="4330738"/>
              <a:ext cx="21416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0" name="Line 70">
              <a:extLst>
                <a:ext uri="{FF2B5EF4-FFF2-40B4-BE49-F238E27FC236}">
                  <a16:creationId xmlns:a16="http://schemas.microsoft.com/office/drawing/2014/main" id="{0A399E91-D1A1-4018-8A13-7A9E1E4120C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8003676" y="4096051"/>
              <a:ext cx="216321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94" name="Line 59">
              <a:extLst>
                <a:ext uri="{FF2B5EF4-FFF2-40B4-BE49-F238E27FC236}">
                  <a16:creationId xmlns:a16="http://schemas.microsoft.com/office/drawing/2014/main" id="{1EE94274-5845-49A7-B1AF-EF6E30ABD9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890" y="4400124"/>
              <a:ext cx="216203" cy="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43418" name="Grupo 303">
            <a:extLst>
              <a:ext uri="{FF2B5EF4-FFF2-40B4-BE49-F238E27FC236}">
                <a16:creationId xmlns:a16="http://schemas.microsoft.com/office/drawing/2014/main" id="{338D5918-286C-495A-AF2B-48FE9590AB0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1E0A403A-400C-43C9-9879-1067CE58C6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DB9097CF-E905-43E2-BAEB-F084C3F801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F962BCDE-F256-4408-B180-490844F2789D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1BFC85A9-0C5A-4923-B420-0E23D442B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8CE6FBDE-04D6-4F6C-ACFE-9DD000BB60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55A622F8-15BF-4D5C-A736-ABF38E1AF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34C159C5-8CA8-4C4C-8C0F-FA118792A6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F12C03ED-8D33-4E42-AB29-3D52F95866DE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7AABEDF9-EDE9-485B-A436-539168C58E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68BD684F-661F-4E03-97D2-0895A7548CD1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92014BDA-C947-4D4B-93E1-1340833C719D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D8E2DEC9-AE90-4C5C-95BF-EB25865BC0D0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424" name="Text Box 50">
            <a:extLst>
              <a:ext uri="{FF2B5EF4-FFF2-40B4-BE49-F238E27FC236}">
                <a16:creationId xmlns:a16="http://schemas.microsoft.com/office/drawing/2014/main" id="{F016F072-35E6-4C7F-958A-FC06B3E517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9C563745-61FB-4087-85AA-CA1F2FE48A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17A0A2CD-04E9-4863-A5BE-DAAA9266D8A8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Rectangle 43">
            <a:extLst>
              <a:ext uri="{FF2B5EF4-FFF2-40B4-BE49-F238E27FC236}">
                <a16:creationId xmlns:a16="http://schemas.microsoft.com/office/drawing/2014/main" id="{09459BC1-0C38-4D02-947F-0EB5459CE2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0238" y="4332288"/>
            <a:ext cx="215900" cy="374650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Line 44">
            <a:extLst>
              <a:ext uri="{FF2B5EF4-FFF2-40B4-BE49-F238E27FC236}">
                <a16:creationId xmlns:a16="http://schemas.microsoft.com/office/drawing/2014/main" id="{2B076B04-77A4-4D6F-BD4F-F2B594641FD7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4338" y="46307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Line 45">
            <a:extLst>
              <a:ext uri="{FF2B5EF4-FFF2-40B4-BE49-F238E27FC236}">
                <a16:creationId xmlns:a16="http://schemas.microsoft.com/office/drawing/2014/main" id="{9AE3CB61-F88E-41F1-889B-91E40DC312D2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06138" y="4433888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Line 46">
            <a:extLst>
              <a:ext uri="{FF2B5EF4-FFF2-40B4-BE49-F238E27FC236}">
                <a16:creationId xmlns:a16="http://schemas.microsoft.com/office/drawing/2014/main" id="{BD1757EF-9694-4920-B59F-6B3773B553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4338" y="45656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Text Box 47">
            <a:extLst>
              <a:ext uri="{FF2B5EF4-FFF2-40B4-BE49-F238E27FC236}">
                <a16:creationId xmlns:a16="http://schemas.microsoft.com/office/drawing/2014/main" id="{EC158921-3278-408F-854F-FE02CD767C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12425" y="4576763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0" name="Line 48">
            <a:extLst>
              <a:ext uri="{FF2B5EF4-FFF2-40B4-BE49-F238E27FC236}">
                <a16:creationId xmlns:a16="http://schemas.microsoft.com/office/drawing/2014/main" id="{D8807102-F72A-498D-A398-0E193223EC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77575" y="43624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44">
            <a:extLst>
              <a:ext uri="{FF2B5EF4-FFF2-40B4-BE49-F238E27FC236}">
                <a16:creationId xmlns:a16="http://schemas.microsoft.com/office/drawing/2014/main" id="{E2D558D4-E5B3-4559-BE9B-96606AF6442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1163" y="4440238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Line 46">
            <a:extLst>
              <a:ext uri="{FF2B5EF4-FFF2-40B4-BE49-F238E27FC236}">
                <a16:creationId xmlns:a16="http://schemas.microsoft.com/office/drawing/2014/main" id="{0A32E50E-2823-4F9C-BB8B-EAEE41CFB1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1163" y="4375150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401F3497-DE53-438D-B39D-B3967F532018}"/>
              </a:ext>
            </a:extLst>
          </p:cNvPr>
          <p:cNvSpPr/>
          <p:nvPr/>
        </p:nvSpPr>
        <p:spPr>
          <a:xfrm>
            <a:off x="10788650" y="4332288"/>
            <a:ext cx="215900" cy="371475"/>
          </a:xfrm>
          <a:custGeom>
            <a:avLst/>
            <a:gdLst>
              <a:gd name="connsiteX0" fmla="*/ 3175 w 215900"/>
              <a:gd name="connsiteY0" fmla="*/ 428625 h 428625"/>
              <a:gd name="connsiteX1" fmla="*/ 215900 w 215900"/>
              <a:gd name="connsiteY1" fmla="*/ 215900 h 428625"/>
              <a:gd name="connsiteX2" fmla="*/ 0 w 215900"/>
              <a:gd name="connsiteY2" fmla="*/ 0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5900" h="428625">
                <a:moveTo>
                  <a:pt x="3175" y="428625"/>
                </a:moveTo>
                <a:lnTo>
                  <a:pt x="215900" y="21590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Text Box 47">
            <a:extLst>
              <a:ext uri="{FF2B5EF4-FFF2-40B4-BE49-F238E27FC236}">
                <a16:creationId xmlns:a16="http://schemas.microsoft.com/office/drawing/2014/main" id="{D55D0D8D-8BDB-4803-9797-22E2CD950B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2925" y="45085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</a:p>
        </p:txBody>
      </p:sp>
      <p:sp>
        <p:nvSpPr>
          <p:cNvPr id="30" name="Text Box 47">
            <a:extLst>
              <a:ext uri="{FF2B5EF4-FFF2-40B4-BE49-F238E27FC236}">
                <a16:creationId xmlns:a16="http://schemas.microsoft.com/office/drawing/2014/main" id="{A00F2ED8-D93D-4450-9610-38C6697BF7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06100" y="43243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D683F27D-A5B9-44C7-96D0-47B963EA6F1F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F55DC13E-4AE7-487A-8B96-0799AED58073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" name="Line 18">
            <a:extLst>
              <a:ext uri="{FF2B5EF4-FFF2-40B4-BE49-F238E27FC236}">
                <a16:creationId xmlns:a16="http://schemas.microsoft.com/office/drawing/2014/main" id="{1C593074-9FFA-4900-BB0F-B8EC07EF231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96600" y="41894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5CD2E53B-07EA-4AEB-BF2E-9B325DA5DC67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442" name="Grupo 27">
            <a:extLst>
              <a:ext uri="{FF2B5EF4-FFF2-40B4-BE49-F238E27FC236}">
                <a16:creationId xmlns:a16="http://schemas.microsoft.com/office/drawing/2014/main" id="{BCFBE22F-9013-4E6F-8259-36971D7D3B42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3B302056-F981-4EB8-8EC5-D438AD2A81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38861B41-31F9-4AE5-A448-461A9812D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995D62F1-43E9-44BB-B513-97F473FFF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757AF3AF-0575-4140-BE82-945FDDBC9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67688475-A54F-41AB-975B-F2235BB65D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E40799BD-316E-4BB4-9D75-2AA8CE5F9E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262CC092-FF7A-4C53-B51E-12BF03948C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64DBA387-A50D-4E92-86FF-8CB7B5EE2F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3BF64C16-4E9E-4389-8F05-942B062523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79712228-042D-4998-B50A-EE519CAE318C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CEB9FE50-FD3B-4B3B-8F8E-94849A0A39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785DD901-6AEA-4233-A67A-5E5A1FEB4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030E49D1-C07A-45CF-BF84-FEB6C3C36499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3D288218-D5B2-45B5-A8F2-F8158906DA0C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23750EBD-5FA8-4BD2-97B5-C120D9F3BDCC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0D0E9C63-9B53-418D-A3C1-60BF1E30E3A2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26A9445E-3B4F-4885-AAA9-2E80288620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9066018E-9B4C-48DD-85CF-6476D79CAE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F087C43B-1790-4E86-865E-53D7B7D6B9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42DCE44C-0EC8-489A-8E57-649D5272F41D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3451" name="Grupo 4">
            <a:extLst>
              <a:ext uri="{FF2B5EF4-FFF2-40B4-BE49-F238E27FC236}">
                <a16:creationId xmlns:a16="http://schemas.microsoft.com/office/drawing/2014/main" id="{5E3EF388-B87F-4CDC-9679-5CE55A8B13BC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DD6CD5A4-4C2F-49C7-8BBA-996F9118B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94BCE2C8-9DFC-4EAA-8F94-761BFE428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03DBBA21-E698-42AF-8505-73E1D39631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BDAF73CF-EA54-48BE-9461-4E9E6A1BD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049B88D0-3D59-44B5-8AD3-AC4B3006E5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6EB2212D-9C8D-4E7D-9CB8-62DFF3482F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3600F600-70C2-4126-B689-913B9A52D0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5D8DF19E-8C93-4587-AC3B-A941863104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C336538C-B8C1-4B8D-BE2E-5AC1892135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592D3050-56B0-4F4D-B445-81BE936DE3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1121A1F6-EF76-4143-ACB0-D9123ADC6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167C5DB6-13C4-48A4-BE90-B88E34EA877E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61EBE188-C752-4073-99F8-7DB5CA57A972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F250B02E-E58C-4477-871E-FCE06CB1013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3455" name="Grupo 138">
            <a:extLst>
              <a:ext uri="{FF2B5EF4-FFF2-40B4-BE49-F238E27FC236}">
                <a16:creationId xmlns:a16="http://schemas.microsoft.com/office/drawing/2014/main" id="{E909CCEB-0CF0-4057-A6E5-C08FF615C4DA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1197F0F4-C935-4314-85A3-50C30CC810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0568CC4D-93C6-4B96-9040-1D233680F0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6A507BF6-935B-4AB4-93E5-EB217D90B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C6C1960A-F48A-4DA8-8E22-06B406A5F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6EA95A90-B768-4F6B-A91F-F47CFC0D78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380A42F9-9C40-4D21-B7A0-EB24A06BAF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7817F51D-308C-40BA-878B-495900500B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993C7447-C927-4D50-B7A9-BE4C2F47CA9C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F119E5C1-8C42-4AE8-A2A7-4EBFC9B7A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43456" name="Grupo 148">
            <a:extLst>
              <a:ext uri="{FF2B5EF4-FFF2-40B4-BE49-F238E27FC236}">
                <a16:creationId xmlns:a16="http://schemas.microsoft.com/office/drawing/2014/main" id="{07EC7ED3-610F-44BC-8513-35B66D93B9F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F9B107A6-E2EA-4986-BC3E-415256589F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7E7B8395-B5B2-428E-9CE3-A06335DF28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3E866EEA-7023-43CD-8E82-382DA8C24B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2F4016BA-2713-46FC-B287-80FE3DFF3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D61CDC61-6A8B-40E0-B338-745D62DD6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03D4B9D7-E417-44C5-894D-C44B0FDEE8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3068F89E-6CCA-46C4-80A0-F1990100C8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6BDC49B5-2E40-4FD9-BA89-4EA54944B7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06558214-10A4-4CDD-B279-1866CFE23A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E9DC858A-B502-47A3-9526-48C3F0A271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794A5516-02AA-41E4-AC8E-FA9FB7A743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C34D374D-72D1-4DE9-B10C-68878E19602F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458" name="Text Box 46">
            <a:extLst>
              <a:ext uri="{FF2B5EF4-FFF2-40B4-BE49-F238E27FC236}">
                <a16:creationId xmlns:a16="http://schemas.microsoft.com/office/drawing/2014/main" id="{B2E90ED7-44DB-4E31-AA84-560772215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1B9CF38D-9B1B-4585-82F7-0F642C6AF49F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3460" name="Grupo 188">
            <a:extLst>
              <a:ext uri="{FF2B5EF4-FFF2-40B4-BE49-F238E27FC236}">
                <a16:creationId xmlns:a16="http://schemas.microsoft.com/office/drawing/2014/main" id="{4AA0EE5D-3E8B-4619-A676-A017FED713FE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B859FA95-21E9-4EFA-8292-5357805E5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4414934F-302B-4E8E-9928-C2546D01B9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1F28515C-A42F-4AB9-B350-5C9FB1A5AA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8C98BCE8-A464-4589-AB15-78351C0555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6A736DD7-5D77-4993-9EB7-16DF113A1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7666FB12-12C7-494E-B00D-F648B580B9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62D9EDA1-119F-4781-BB46-A10809E967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B05ED159-F5F7-4E6E-B4FC-CDDEE5B251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0C848A0E-C65B-488D-B8EE-3D08381590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CE2CC11D-C9B6-46EF-B1A6-094C5C810E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9003D206-C52C-42D2-A407-32F34F3FCB3C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3462" name="Grupo 47">
            <a:extLst>
              <a:ext uri="{FF2B5EF4-FFF2-40B4-BE49-F238E27FC236}">
                <a16:creationId xmlns:a16="http://schemas.microsoft.com/office/drawing/2014/main" id="{8D5968C2-8F19-44C6-9B2A-33E94776E0B4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F28DF272-27C8-4ABC-AB06-EA206F30D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7BA1CB9E-18D6-4BF3-AFCF-86DFFF343E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47F3C053-73E4-4FF9-86E0-60FC90BD80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9AA2B0A9-6268-4DF8-89F2-07DA49FBC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9DE4DE6E-A2FD-441B-9ABC-3020F7A808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0D216CCD-2596-4BD3-B699-1379A0BEFE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EB7E272E-FEB1-49DE-B3ED-6E5B817C5B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C8E962B9-723C-4081-AE33-59315FCC9A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6CAB6FD0-9970-4EA7-A120-BD827ACEC557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9A4D18FE-1C64-4D60-AC38-5471AC41CE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C6FFED9E-5C44-4887-A8FD-B210125BBF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C3866F58-7343-4354-98B9-7217A18986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0EB07FCC-5785-4153-9802-06893107460A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031A937C-7DC0-4917-B435-46F7011815F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4D8C3850-7A63-4367-8738-9F2904FE97EA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27" name="Marcador de contenido 5">
            <a:extLst>
              <a:ext uri="{FF2B5EF4-FFF2-40B4-BE49-F238E27FC236}">
                <a16:creationId xmlns:a16="http://schemas.microsoft.com/office/drawing/2014/main" id="{7CED4D24-AAFF-432A-9AF8-5AF77E9668C3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21b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</a:rPr>
                        <a:t>PC </a:t>
                      </a:r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PC 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20:1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&lt;&lt; 1)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,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rd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PC + 4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898C7927-F1B2-4805-9799-47AEED3FBD1F}"/>
              </a:ext>
            </a:extLst>
          </p:cNvPr>
          <p:cNvSpPr/>
          <p:nvPr/>
        </p:nvSpPr>
        <p:spPr>
          <a:xfrm>
            <a:off x="6842125" y="1827213"/>
            <a:ext cx="557213" cy="280987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2" name="Rectángulo redondeado 61">
            <a:extLst>
              <a:ext uri="{FF2B5EF4-FFF2-40B4-BE49-F238E27FC236}">
                <a16:creationId xmlns:a16="http://schemas.microsoft.com/office/drawing/2014/main" id="{56A78796-832D-443A-9922-F650B366D5D5}"/>
              </a:ext>
            </a:extLst>
          </p:cNvPr>
          <p:cNvSpPr/>
          <p:nvPr/>
        </p:nvSpPr>
        <p:spPr>
          <a:xfrm>
            <a:off x="7659688" y="1830388"/>
            <a:ext cx="636587" cy="280987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" name="Text Box 50">
            <a:extLst>
              <a:ext uri="{FF2B5EF4-FFF2-40B4-BE49-F238E27FC236}">
                <a16:creationId xmlns:a16="http://schemas.microsoft.com/office/drawing/2014/main" id="{7E01E2F8-855D-4097-83A4-9A6486B83A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43477" name="Text Box 50">
            <a:extLst>
              <a:ext uri="{FF2B5EF4-FFF2-40B4-BE49-F238E27FC236}">
                <a16:creationId xmlns:a16="http://schemas.microsoft.com/office/drawing/2014/main" id="{23F58237-666E-454C-AC32-8100A27518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(31:12)</a:t>
            </a:r>
          </a:p>
        </p:txBody>
      </p:sp>
      <p:sp>
        <p:nvSpPr>
          <p:cNvPr id="179" name="Marcador de número de diapositiva 178">
            <a:extLst>
              <a:ext uri="{FF2B5EF4-FFF2-40B4-BE49-F238E27FC236}">
                <a16:creationId xmlns:a16="http://schemas.microsoft.com/office/drawing/2014/main" id="{A5AC8B36-2F13-4F66-8BB4-A2F115F7EB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7B235D5-45E0-42BE-9345-252DAA9286AA}" type="slidenum">
              <a:rPr lang="es-ES" altLang="es-ES">
                <a:solidFill>
                  <a:srgbClr val="171717"/>
                </a:solidFill>
              </a:rPr>
              <a:pPr/>
              <a:t>71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Forma libre 175">
            <a:extLst>
              <a:ext uri="{FF2B5EF4-FFF2-40B4-BE49-F238E27FC236}">
                <a16:creationId xmlns:a16="http://schemas.microsoft.com/office/drawing/2014/main" id="{D0351462-79BF-4BE6-81FD-9913DEB7E3F0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1" name="Tabla 10">
            <a:extLst>
              <a:ext uri="{FF2B5EF4-FFF2-40B4-BE49-F238E27FC236}">
                <a16:creationId xmlns:a16="http://schemas.microsoft.com/office/drawing/2014/main" id="{9E96AC33-31F3-4D82-AC29-6C9229339D15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5771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20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20,10:1,11,19:12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" name="Forma libre 49">
            <a:extLst>
              <a:ext uri="{FF2B5EF4-FFF2-40B4-BE49-F238E27FC236}">
                <a16:creationId xmlns:a16="http://schemas.microsoft.com/office/drawing/2014/main" id="{418F99BA-DE83-4417-BB62-864F35E3E90D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FA0B72EF-56C0-4A68-A951-FFE310C1E1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B895440D-9F3E-41BC-A0B3-109AC3E8A54D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D9D4016D-7A08-4E0C-967F-EB4CBF34E504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39CE9043-7E89-491C-A832-94FCE457BA53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8707085B-893A-4CC9-B0A0-852BB8ACFD92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1A47300B-E58B-48FC-B8A2-335F7C50D52A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4301E0E2-3A91-4D6F-818B-59045AC5D4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45460" name="Rectangle 3">
            <a:extLst>
              <a:ext uri="{FF2B5EF4-FFF2-40B4-BE49-F238E27FC236}">
                <a16:creationId xmlns:a16="http://schemas.microsoft.com/office/drawing/2014/main" id="{B7805C23-FE11-49BF-BD9C-CB4D5452FC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JAL/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BEQ/ADD/ADDI/SW/LW</a:t>
            </a:r>
          </a:p>
        </p:txBody>
      </p:sp>
      <p:grpSp>
        <p:nvGrpSpPr>
          <p:cNvPr id="145461" name="Grupo 228">
            <a:extLst>
              <a:ext uri="{FF2B5EF4-FFF2-40B4-BE49-F238E27FC236}">
                <a16:creationId xmlns:a16="http://schemas.microsoft.com/office/drawing/2014/main" id="{57F57ED6-4BEA-42C8-B5AB-B5A816A8A77C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FD027F3F-933A-477B-84A1-1D4C2F16B4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AD3E64B1-3E27-44B2-8D8E-786E321838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3CEF8941-A81A-4FA3-994F-A225488886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A6425905-492A-4274-94F6-B4CAB6131D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E1C6CF4A-CF2B-4FEA-905A-3499618E39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38BE701F-655D-479D-B0DE-D916E359D6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28E580E3-22E2-45BD-8B2E-73A347A9C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AC66FA5D-08F9-44D6-9569-37FD2D655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E3FEE359-17C6-4CD6-A61F-A650DBE413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D84687AD-7C2E-4DC8-857E-1F8B6AED3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BD05443B-F243-413D-805B-D2F4E9A258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7607D9DB-54B0-47ED-A5C5-5E46933660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A7E915BF-C903-41D4-AC02-88B2F82C3C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C80A80C7-E8F2-4526-8EB6-538743056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B285B6E9-B30A-4679-93AC-D54698280E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1591B85E-7C10-45BA-BC08-A330E5A1FB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00543B38-ED44-4649-B321-E982C3252B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BF47B55B-27AA-4541-AA03-27FB702FE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F78F95B5-9446-41A4-B0D3-E6982ABB25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28418DD7-EA04-4240-A893-1DB419847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2E550869-F87F-4179-9DCC-95849FEF4A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43E31C8F-3F51-4A45-B876-D25353B51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EAA6ACED-52E7-4C25-9BEE-C8E6B72C87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E2DA70DF-8CAD-40AB-A8BE-02BC41C24E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EC69FBF7-FA26-4D54-B397-BFF2468A3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5D683A9A-58A9-4355-AC02-279BF655AD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9DC717C0-B633-4CB8-9CBD-216D9E898E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0646A4ED-AE21-46A5-811C-C749040950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AF1BDF4D-A603-477B-A37A-E8B25DE250D2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45462" name="Grupo 261">
            <a:extLst>
              <a:ext uri="{FF2B5EF4-FFF2-40B4-BE49-F238E27FC236}">
                <a16:creationId xmlns:a16="http://schemas.microsoft.com/office/drawing/2014/main" id="{C77A9AB2-A2D5-484A-BE4F-265D1DA34AE3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597517C8-57EF-4C88-BC86-BE8F4D59F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6240567B-B3FD-43D6-83F1-8ACAE8155E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6B89B123-EE85-468D-A6F1-FF92B5C72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9BECEA02-C362-4A64-A5A1-98D954F9E0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C8B9C0CE-C8E8-424A-B104-E646CC07F9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57FECF11-27B0-4461-BD10-9DCCDC9E88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8AFA7EC4-ABB3-4A5D-961A-8AF12A0F82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F4935887-70FE-4AC3-B07B-A41BB4B61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044D491F-AC41-4C94-9A83-573C1FF776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1F5F06F3-0738-4BDD-B9EB-7DB29F18CC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91CF9C65-CE19-4B0A-AC99-F0EA07B878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646346D2-9CB6-4766-938C-814BA80534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569C059A-7313-4751-8D31-A4ECB8C530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29C3E52F-8F7D-42AB-9B14-4DDC920A29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281A1E97-4CA0-4CF5-B594-2BB4B1024C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1719F678-B72B-40B5-B7E1-7862A169BF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D3ECF43B-0B81-438A-AE3A-39EA5D418CBE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796F332E-CA01-418A-95A9-7F337CF57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2D4DDA2B-5C30-4188-BC52-9901379D3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5A4D2689-D081-46CA-8E7E-3000461CC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A25DB8C5-EB03-4E9C-A661-0D4B87EA2238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B164631B-4E74-46DE-9F54-E099682891CE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81485198-58D7-4D82-8710-23AEA78E7D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DCEAEF50-897C-4FB0-8D0C-CA65FC5B69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C40723A5-FAFA-4658-8A6B-F45FE9EE5F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17714D12-499F-4369-9AD8-950984083E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341CF606-8AFA-46A4-854F-46FDA0D42C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4543FB4A-29E5-43AC-A0BE-F01882D040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8B5C9A47-686E-493A-89EF-4D9FD906DC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F56AE35D-CA9F-4300-813B-AEAC54D14D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1FC2E909-17B9-49A2-807A-A39ECED0C9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DE103CF4-2FF7-4634-8F59-2EAC3E17255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E11881AF-2E2B-4E74-8B68-80C3A1F673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F95B8C9E-4C59-4FAB-BB19-0FE52E7554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7688FF63-3C9A-4CC7-BCC1-43233802A3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BAD4AF09-44BF-451F-A7E7-9F8241634DB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90A49BCC-561D-4B82-A31B-CB95B63514AB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CACF8978-F666-4E22-AC7A-6A76A7E80BA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45484" name="Grupo 303">
            <a:extLst>
              <a:ext uri="{FF2B5EF4-FFF2-40B4-BE49-F238E27FC236}">
                <a16:creationId xmlns:a16="http://schemas.microsoft.com/office/drawing/2014/main" id="{5C3E850D-00A4-42A1-9EC9-8208DE090B8F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4879DB2B-E3DD-4949-8DE9-6BEF9EBFFC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4C499C2A-5D00-4891-9C9A-19739782A9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5EED5254-8378-4B44-8AD6-46F9FD9A3E9A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92326F2A-412F-415F-A891-E65EFD0FBF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BE35EEDB-DA8D-4B64-821C-2787F17B91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043BF7D3-699F-4F3C-BA26-9C05AC928F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88F0BECC-90F1-44CD-9D6D-8BD3D75783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073C6BFB-09BA-4914-B923-6C5D0877FE42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78F27E4A-FFF3-4018-8974-46387117F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6142E71B-8E77-43FE-BE43-E8B626CF072F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4738DF1C-886A-4BA2-8621-B5910ED9C212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6B11D567-C330-4E8B-9DDD-65BCED5A4673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5490" name="Text Box 50">
            <a:extLst>
              <a:ext uri="{FF2B5EF4-FFF2-40B4-BE49-F238E27FC236}">
                <a16:creationId xmlns:a16="http://schemas.microsoft.com/office/drawing/2014/main" id="{D9F81BC0-036D-4729-A33D-6D3A640AC3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F7C5ACD9-009B-486E-9E9C-1F8C49357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52488B77-1F5A-4A6C-95B3-1D4D46BDCF2A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B9CA98B5-EF4C-4FFC-857F-F749D1BBF4B9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FD344939-3E26-4AF6-BBBF-F5844BDE8F17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5119243B-D89B-449B-BEE2-C0114A82A755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496" name="Grupo 27">
            <a:extLst>
              <a:ext uri="{FF2B5EF4-FFF2-40B4-BE49-F238E27FC236}">
                <a16:creationId xmlns:a16="http://schemas.microsoft.com/office/drawing/2014/main" id="{E47888CA-4890-43C4-81B7-AD71F46E6EE0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62AFAC10-FE06-4D69-8099-BEAA7285E6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947DF9F2-F069-454B-B52A-E2261BA2A5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FFE4A418-9ABC-48E6-A680-21B4A9E28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B0A63E8A-66DE-4AC8-ABBF-0EB982CDBB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662F726C-2810-432E-897C-0159712FC7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33CD7A7F-5678-4C4B-BF6F-95FE73B13A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5306379B-D7D6-43FA-A8ED-5FA974D3DA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C05D6CD9-EBB6-4F7D-BD2F-F1332C6A9A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46A6A1B3-75A5-461B-8D25-1B4C2602B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9EF2AD6B-E4C0-4766-88BE-DBFBCEC88B71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8E995FF4-85F9-4EA2-9CBC-A1331EF42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7AF7932F-5CE7-41BE-8A7B-867173697F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46946B4D-7676-4F52-961C-4063BEC8F7F1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0BA0F60B-D0CB-4F32-94F0-84CE7E56E8E6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BCD27348-F3FB-4EF0-8BA0-DDBD7335D4B7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8A785C22-64C2-42C5-9CE5-3CB5890BAE60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1ED8E238-5379-4ABC-9DB3-599E0ED90D4D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C36F0875-9F5B-4502-95A8-A264A083ED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A94A244A-C44F-42F8-B9D8-4B5E1CDC8D1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1C81FFEC-380D-4663-88CC-7029EBB43B63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5505" name="Grupo 4">
            <a:extLst>
              <a:ext uri="{FF2B5EF4-FFF2-40B4-BE49-F238E27FC236}">
                <a16:creationId xmlns:a16="http://schemas.microsoft.com/office/drawing/2014/main" id="{35F20B35-E57B-439C-A5D2-47F0495890AB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214FFD2B-A9C6-42D8-AD5D-2FFDDBB1B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630B43EE-C63B-43BB-B443-BE2F8A0631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18B945A2-EA6C-4A38-B171-71A690DF56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66814EE3-F20E-4F14-A382-4AA469986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4FD91C90-8A04-4960-8C8E-875F56BC8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9A7EF77D-312D-4715-BA4B-529CFA6D8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B147FC84-F218-48D4-9968-BF5671AE9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5CC867E2-1728-454A-849A-BE595B71E8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19F5860D-C6E7-4B86-9489-8646B662A0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3D15B321-73D2-4D25-B36C-1911E3FA17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6F2D6BE7-C2D2-4675-8645-45E852C29F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870D68F3-DC65-4412-B7CC-6C6B20B75054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C60E3E0B-AEE0-47DC-B8DC-52569DB0E6CB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DCFBAA3D-0266-4F90-B99D-79BD09864ABC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5509" name="Grupo 138">
            <a:extLst>
              <a:ext uri="{FF2B5EF4-FFF2-40B4-BE49-F238E27FC236}">
                <a16:creationId xmlns:a16="http://schemas.microsoft.com/office/drawing/2014/main" id="{98E6C9BA-62F5-4B41-A4DF-D3EF42C39C1C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8FE00F5E-0F8B-436B-981B-FFCB28EC95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017F97CE-E320-4986-8A0D-91736E22D8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7AFCA388-4786-48EA-AACE-3EA500B67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493C5F04-54A4-4FEA-AB58-9D27D9F9D6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0DDF0A32-9CAC-4F90-A2FC-954D4AADAD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8C2C9839-B479-4358-85A2-ACD664DE9E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1FF3068A-6842-4917-8F9C-D83E4D5AA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15E340F2-BD71-401B-ADA3-91D27B955F35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74934CE1-1F27-4065-B07B-4188A62F5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45510" name="Grupo 148">
            <a:extLst>
              <a:ext uri="{FF2B5EF4-FFF2-40B4-BE49-F238E27FC236}">
                <a16:creationId xmlns:a16="http://schemas.microsoft.com/office/drawing/2014/main" id="{2D228F43-0982-4844-A52D-EE536CCEE888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E5192313-8749-4FFE-A7D0-89893D9DA1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45A69379-636F-4191-8F11-7B9580927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49A9A510-09AF-4FC4-B26B-25A7DB7421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63E63DAF-04BB-4CE7-A42D-AD6F89B7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0A9908C7-0031-4169-92B7-28C228466A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2DD0B983-839F-443D-AA5B-67BB552AD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FD948ACE-1436-466D-8511-D0A243440C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52218CE2-DFF8-4E0A-A384-A9038ED432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F797B6DE-8C8E-4944-9923-4584F5854F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1559F50D-E148-4FBB-94D4-7028FAB8C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5FB50B4B-AB2D-4D31-881E-601C8DBA8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89D62359-EF14-4A16-8D83-6CBE18223FD3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5512" name="Text Box 46">
            <a:extLst>
              <a:ext uri="{FF2B5EF4-FFF2-40B4-BE49-F238E27FC236}">
                <a16:creationId xmlns:a16="http://schemas.microsoft.com/office/drawing/2014/main" id="{21AA3A12-9C5A-4A60-8428-B65E8B2505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DE1B4AE1-72E1-4BFE-B3EC-BB7B6A4851CB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5514" name="Grupo 188">
            <a:extLst>
              <a:ext uri="{FF2B5EF4-FFF2-40B4-BE49-F238E27FC236}">
                <a16:creationId xmlns:a16="http://schemas.microsoft.com/office/drawing/2014/main" id="{5D5B37C2-7B9C-4F72-A08D-F1EA398D2957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0E511AAB-AB15-46D7-A4C9-194AFCD87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D4A5624F-F14E-4D78-9ACE-067D7787DE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A8B1BF15-8B71-41F2-A8C4-5E52BC7F27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D1C643AB-4190-453C-A50C-E1AA433872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E4D674B7-9C57-4715-BEFD-EF21E12F15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46C556DA-F40D-4FEE-A70A-9ABC1A48EA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AF53EDAF-234E-4ABA-B214-9C6085F4B1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888A5963-D241-4B58-B15E-6C205E653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20245C50-565B-4F1E-B6E5-5D3FC20151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879FAE24-0169-4C04-8C5C-337DB7A13A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D977D8D4-6BF9-47ED-AB55-A30B71E27965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5516" name="Grupo 47">
            <a:extLst>
              <a:ext uri="{FF2B5EF4-FFF2-40B4-BE49-F238E27FC236}">
                <a16:creationId xmlns:a16="http://schemas.microsoft.com/office/drawing/2014/main" id="{746A6A44-6594-44F3-930E-4385A93558C8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687BDC61-AAFA-4E1E-A643-A47822E22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B3F574AC-698B-4675-A0E5-095DB15098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EB609273-939E-4327-803D-FE6F289470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C249DDAF-E7F2-4C5B-9CF9-B8E9C3750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C5EA44BB-33E2-42CB-80C3-0A642DBAB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77E7C4E7-9A04-4E66-80FB-00D367A62E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C81AC0AE-D372-444B-AFEB-33C8DA28B6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471D26CE-A0E9-4882-80D3-A026415213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A35F8C41-E213-4A11-BCE5-EC874A77F1CF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3E146F2F-0CD9-411A-9F61-9FE1C1632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C6419489-A97F-45E8-B74D-AD6CD572D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9C8C4E8C-E8DB-4296-9D17-788EBA42C3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5499C0FC-AB7E-4EDE-8E59-6A6634B6FDCC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19AEC1E1-E711-4A28-907F-5A2A1036788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2587ACED-EFC6-4657-8A02-7737BF5CDD7D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27" name="Marcador de contenido 5">
            <a:extLst>
              <a:ext uri="{FF2B5EF4-FFF2-40B4-BE49-F238E27FC236}">
                <a16:creationId xmlns:a16="http://schemas.microsoft.com/office/drawing/2014/main" id="{FE78F2DD-D0E9-40B1-AB6F-53035D2709A7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21b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</a:rPr>
                        <a:t>PC </a:t>
                      </a:r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PC 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20:1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&lt;&lt; 1)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,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rd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PC + 4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2" name="Rectángulo redondeado 61">
            <a:extLst>
              <a:ext uri="{FF2B5EF4-FFF2-40B4-BE49-F238E27FC236}">
                <a16:creationId xmlns:a16="http://schemas.microsoft.com/office/drawing/2014/main" id="{B1686C70-C6D5-4933-A4AC-59A4A0360EA2}"/>
              </a:ext>
            </a:extLst>
          </p:cNvPr>
          <p:cNvSpPr/>
          <p:nvPr/>
        </p:nvSpPr>
        <p:spPr>
          <a:xfrm>
            <a:off x="6837363" y="1830388"/>
            <a:ext cx="1465262" cy="280987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5529" name="Grupo 9">
            <a:extLst>
              <a:ext uri="{FF2B5EF4-FFF2-40B4-BE49-F238E27FC236}">
                <a16:creationId xmlns:a16="http://schemas.microsoft.com/office/drawing/2014/main" id="{C0FD8627-B922-4FA7-8FDE-BD1A2DA75AF9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F9824E56-3828-4F98-878D-A27E806E5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52E9EDA2-52CF-4564-B86A-F26B62C14B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5BAB6AA9-9B9D-42D3-927E-9B474D969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816E3278-5893-463C-B306-6DED07ADB0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0A59C41B-6C6D-4883-9583-4CC0EA7DFD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65428EA0-81AB-4775-87CA-3FA90095B5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887F820A-EC5A-4C4A-820C-D3DF8D40A1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938A2BF2-1177-42EA-85F0-88054F91E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4E56823D-A853-4875-AAFA-6EC36A0185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0D17429F-7510-47D3-A073-96BA3112AA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F76952DA-C601-405B-97E9-2E95D0FBD18B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7F142672-A5ED-4B96-8331-55C49DB1D6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8C879389-11B7-4E3B-B362-749F2FED7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0B733B40-6698-49C4-9824-04E380CC4B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E665C304-7475-4604-87BB-67E88425A2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3D17422B-4917-4A49-8547-817B5BCEA3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B6C5743F-B481-4368-A2E8-18E8F05B96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2CF7BE61-EEFB-43A4-BD8A-E5E18E2BF24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AB4A3051-D302-4F3E-843C-B5C42E93D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3F766919-0847-4B71-83BE-06D11336EC9A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Text Box 50">
            <a:extLst>
              <a:ext uri="{FF2B5EF4-FFF2-40B4-BE49-F238E27FC236}">
                <a16:creationId xmlns:a16="http://schemas.microsoft.com/office/drawing/2014/main" id="{D502D3BD-2865-4289-9125-4CE6E10620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45534" name="Text Box 50">
            <a:extLst>
              <a:ext uri="{FF2B5EF4-FFF2-40B4-BE49-F238E27FC236}">
                <a16:creationId xmlns:a16="http://schemas.microsoft.com/office/drawing/2014/main" id="{BA6E86F7-6D04-447F-B20D-8F922321BD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(31:12)</a:t>
            </a:r>
          </a:p>
        </p:txBody>
      </p:sp>
      <p:sp>
        <p:nvSpPr>
          <p:cNvPr id="16" name="Marcador de número de diapositiva 15">
            <a:extLst>
              <a:ext uri="{FF2B5EF4-FFF2-40B4-BE49-F238E27FC236}">
                <a16:creationId xmlns:a16="http://schemas.microsoft.com/office/drawing/2014/main" id="{D167957A-D9DE-4E3A-A49F-11E1C4417C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7358295-D0AA-40D9-886B-29ADF5ADE3E0}" type="slidenum">
              <a:rPr lang="es-ES" altLang="es-ES">
                <a:solidFill>
                  <a:srgbClr val="171717"/>
                </a:solidFill>
              </a:rPr>
              <a:pPr/>
              <a:t>72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Forma libre 175">
            <a:extLst>
              <a:ext uri="{FF2B5EF4-FFF2-40B4-BE49-F238E27FC236}">
                <a16:creationId xmlns:a16="http://schemas.microsoft.com/office/drawing/2014/main" id="{B1FEAAAD-8D8F-4573-B121-91AAB90D0DEF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11" name="Tabla 10">
            <a:extLst>
              <a:ext uri="{FF2B5EF4-FFF2-40B4-BE49-F238E27FC236}">
                <a16:creationId xmlns:a16="http://schemas.microsoft.com/office/drawing/2014/main" id="{DC8B59B8-2970-4FAA-BC4C-C397EEA77C78}"/>
              </a:ext>
            </a:extLst>
          </p:cNvPr>
          <p:cNvGraphicFramePr>
            <a:graphicFrameLocks noGrp="1"/>
          </p:cNvGraphicFramePr>
          <p:nvPr/>
        </p:nvGraphicFramePr>
        <p:xfrm>
          <a:off x="1620838" y="2146300"/>
          <a:ext cx="6835771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20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20,10:1,11,19:12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" name="Forma libre 49">
            <a:extLst>
              <a:ext uri="{FF2B5EF4-FFF2-40B4-BE49-F238E27FC236}">
                <a16:creationId xmlns:a16="http://schemas.microsoft.com/office/drawing/2014/main" id="{B91733F7-AF42-4CF2-90C8-25F2E3F261DA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3368C32F-8679-4584-8989-D2FE23714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869754FE-8645-46DD-ADED-8A63FD62E279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6256A6E3-F9FC-4373-B409-F8423EC4BC3C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28CD2632-279B-4693-8E55-F0D59917B745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23E6B70F-A40F-459E-86BA-7186FCE77F4D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AC2EAE88-A03B-48A9-B03C-49BB2CC7C409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9A4645E6-CDC6-4A9D-B832-BFE0496A21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47508" name="Rectangle 3">
            <a:extLst>
              <a:ext uri="{FF2B5EF4-FFF2-40B4-BE49-F238E27FC236}">
                <a16:creationId xmlns:a16="http://schemas.microsoft.com/office/drawing/2014/main" id="{F60445CA-895A-41AF-8F3C-D4B0F815BA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Ruta de datos para la instrucción JAL/</a:t>
            </a:r>
            <a:r>
              <a:rPr lang="es-ES" altLang="es-ES" sz="1800">
                <a:solidFill>
                  <a:schemeClr val="accent2"/>
                </a:solidFill>
                <a:ea typeface="ＭＳ Ｐゴシック" panose="020B0600070205080204" pitchFamily="34" charset="-128"/>
              </a:rPr>
              <a:t>BEQ/ADD/ADDI/SW/LW</a:t>
            </a:r>
          </a:p>
        </p:txBody>
      </p:sp>
      <p:grpSp>
        <p:nvGrpSpPr>
          <p:cNvPr id="147509" name="Grupo 228">
            <a:extLst>
              <a:ext uri="{FF2B5EF4-FFF2-40B4-BE49-F238E27FC236}">
                <a16:creationId xmlns:a16="http://schemas.microsoft.com/office/drawing/2014/main" id="{D33D06C9-6E47-4C91-AE0A-1B9BE0FB1D8B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8FAC8029-585A-467E-9E12-B0D76FB81F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238CEC05-6D9C-478E-BA12-876B87CC03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58AC6BCF-A101-40AD-A470-D624FA8313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AE7AA67A-F195-49E6-BB64-D88C3E10F4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8C47F59B-44D5-4E9C-BF18-CFF6F64B7C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FC87669D-FB84-4E0D-8AEF-7C068C102D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995C5FE6-26D2-42EA-92D7-D6106A262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B073CE04-760E-4AC5-A93F-062D992BC4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9D63750D-D6D7-4F59-A8C0-61E95CBF3B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62FBFEB4-17D7-4E5F-B08C-8545398FC4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DBD0B8A1-38A3-41E8-B67F-90C09F3740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1C8E9BF1-6C97-4CBA-A76B-3238A4012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D91E614B-0FF5-4D98-ACF4-04FB75E0E4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147705" name="Text Box 17">
              <a:extLst>
                <a:ext uri="{FF2B5EF4-FFF2-40B4-BE49-F238E27FC236}">
                  <a16:creationId xmlns:a16="http://schemas.microsoft.com/office/drawing/2014/main" id="{46237945-BA11-4691-A807-058BB09865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5pPr>
              <a:lvl6pPr marL="25146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6pPr>
              <a:lvl7pPr marL="29718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7pPr>
              <a:lvl8pPr marL="34290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8pPr>
              <a:lvl9pPr marL="3886200" indent="-228600" defTabSz="4572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w Cen MT" panose="020B0602020104020603" pitchFamily="34" charset="0"/>
                </a:defRPr>
              </a:lvl9pPr>
            </a:lstStyle>
            <a:p>
              <a:pPr eaLnBrk="1" hangingPunct="1"/>
              <a:r>
                <a:rPr lang="es-ES" altLang="es-ES" sz="800">
                  <a:solidFill>
                    <a:srgbClr val="C00000"/>
                  </a:solidFill>
                </a:rPr>
                <a:t>Write</a:t>
              </a: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98BF972A-C102-49FD-BF7B-7B02068E33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6BED2F2B-098A-4B63-9BA7-21040EF175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4FA43FDB-7EEC-41CE-9D92-3B4D888A3E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6A161CC3-BF11-4D95-B304-92895D36F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8FB32A65-C221-4790-8720-29E376C639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54D9FDF8-7D0F-4EB5-8DAA-5672F90432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DFF5DB39-C259-435B-90A6-CF6628A40E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41D7D344-C1F6-4C5E-B8E4-C0405E43F7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02031B7A-C9E2-48C8-98C0-3525D82D8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5053D2E2-1257-45AF-BA5B-D7741698EE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320B46AE-184E-481A-899F-EFB5AFF2F4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D39D85F0-B55C-4A4D-B81E-D8E314963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BA5CC82A-66FF-490A-96D6-84D1BB7C48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5338FFFA-5AA2-417B-A8C5-C4DB587943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8760E748-0C9A-41A1-AA41-0C0F32753628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47510" name="Grupo 261">
            <a:extLst>
              <a:ext uri="{FF2B5EF4-FFF2-40B4-BE49-F238E27FC236}">
                <a16:creationId xmlns:a16="http://schemas.microsoft.com/office/drawing/2014/main" id="{CB6FF11F-9746-436F-92CF-EB634FEED23C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2917F8A0-1DB9-4E71-B4D8-CBAC1E9021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87914050-3BC0-44B3-82B3-76F37C2E0D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E3A9584C-F8BB-4D53-A64C-5C1D94CE3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65F5EC56-E08D-4043-9B66-3056854EA2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6BD9DC9D-F394-464F-B190-5BF03958C1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49388CFE-5D43-4112-869B-1D62A33A90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7FCAB6EF-3783-480C-9D5B-551ECF7F70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FD900074-A77F-4609-A65B-E6C3700307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C6B37E16-C253-48DB-BA02-9C20FC20BD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F257A87B-8D21-48AA-B6F8-F726BE8A0B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5CEBCE47-CE2F-4A56-B025-769F431A10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11D0E786-1D9A-40EB-9392-5C5FE9AAB2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03B898FF-139A-46E5-8197-DE847741FB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9DEE3FA1-F2A5-420C-950F-34981ABE38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2DCBF207-1E83-49EF-AB5A-FEEDC262D7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47D6090B-4078-4E67-A93A-8257F01288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02301399-9633-4385-921C-AE413E687DEA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520ED155-C54F-4677-9079-337BF12E8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E2D8251D-EAA8-4D1E-A3C7-04F94984F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2A6F9EC0-1A03-4B02-B2CA-632D739FF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0BDC017C-1AA4-40A3-A62F-3B2CD6D50829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5743DAB5-C4AE-43A1-82C7-B67D5C5A383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14D30D6E-BD53-4471-B56D-203CF84F15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FC6C3F11-E1AA-413B-B24E-D9F749EFBA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BED3808D-1FD3-434C-AE0B-E5617B6347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EDCD1915-A6CD-4779-AF11-807D645E85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33E2BB41-1E63-44EC-A350-7B1EC2F95A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53D1787F-DF57-4868-AAE2-8A49F9C056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3AAA8FF2-FF5C-45DF-8F03-D44970CFF4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32DE3EC2-54FD-46E9-888C-943D7D2438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236BD850-59FC-4D41-BF96-CA93581C65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FF7E99DA-EA88-431D-9AA8-84536E5DCC9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E4A03D05-DD9F-4E38-B18D-812ADB518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36B272A5-D0F9-48A5-9F62-DF50467AEB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F2FDD1C2-1B6B-4EB9-9887-1468FF8217C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B21819F5-6FE4-4429-9919-AD9EADAE23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2E46605D-79C8-490C-8D4E-AD0EF9935AF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F401BC00-BD4A-403B-9A27-BA30ADE821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47532" name="Grupo 303">
            <a:extLst>
              <a:ext uri="{FF2B5EF4-FFF2-40B4-BE49-F238E27FC236}">
                <a16:creationId xmlns:a16="http://schemas.microsoft.com/office/drawing/2014/main" id="{2EFA476F-EE86-48A7-8F70-F8B0E1897E4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2B700478-99E6-42DD-B1B3-59F86016CA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24DB12ED-BBE4-4A0C-BE5C-162A71DE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3ADEDD73-8FF5-480B-B871-E1F5524CC335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39B33C00-4B10-41CB-9B08-FE4091E678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290EAB26-BEA8-424A-A207-DB6DFF6250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A9D81CD6-903E-4924-A363-69320F6F37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4DE92E9C-E3C1-44A0-A8C1-9475879382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F3F5FC4C-32D0-498D-9B75-EB9C55C1F79B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867E501B-668A-43F9-841E-35DE0E98C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7CE553BB-1565-4FD4-884C-A63329B00A16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B0E3C04C-5D2A-44CF-8398-FACE3AB70DAB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D8DF8511-3771-4EAE-B8B8-5E9BC6833E44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538" name="Text Box 50">
            <a:extLst>
              <a:ext uri="{FF2B5EF4-FFF2-40B4-BE49-F238E27FC236}">
                <a16:creationId xmlns:a16="http://schemas.microsoft.com/office/drawing/2014/main" id="{4C3A0980-937A-45B8-9653-AACF13DC8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7030A0"/>
                </a:solidFill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D986A15D-C5E6-477C-84D2-9D58DE8B61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00783250-AABC-4C17-B6EF-DE0CE9EB8025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09A86774-8FF9-4556-8720-160151CAB80F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EBF7A5E2-4D60-40C7-AAFF-12610F54D466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7656387F-5C33-468E-B35B-BC3A4D3492E6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7544" name="Grupo 27">
            <a:extLst>
              <a:ext uri="{FF2B5EF4-FFF2-40B4-BE49-F238E27FC236}">
                <a16:creationId xmlns:a16="http://schemas.microsoft.com/office/drawing/2014/main" id="{DE23F6AF-7B63-4F9A-B1E1-267755104EA4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6FCCE849-C580-4543-957F-8BFE6A685B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223774B8-D7D3-49C9-A2B5-A1ED938240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C33D6107-BED6-4948-9A4F-DED6D48C8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8D4DF4BB-50B9-48E1-A523-C0F15424B5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DB8572D3-43DF-44A0-8846-19EC75B560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774F66DD-2A02-47A8-8522-57BAAEB228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0C7A839D-CB1D-47FA-9F13-F93B13AEFF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4D5275D4-0D87-46E8-A63B-E9821FC54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24AB827D-7AAE-46F2-8880-80FF42A26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8D49847D-65C3-4935-B52A-23242C0F5310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23975BF8-7009-4787-8820-C3ACB64595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0C38D677-D3C7-49CA-9A42-F43C7DFC48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D0FB63E4-8828-413E-8276-8F80E80B8626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654F199A-95C9-4E8E-984E-D2437FF5CD4C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CA115000-E981-4AA4-B3E4-A63F6523AEA2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24AC37FE-6C7F-4151-9825-502FFCBC32B7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1A77737E-96E6-4B24-9832-6DEAEEB883E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" name="Text Box 50">
            <a:extLst>
              <a:ext uri="{FF2B5EF4-FFF2-40B4-BE49-F238E27FC236}">
                <a16:creationId xmlns:a16="http://schemas.microsoft.com/office/drawing/2014/main" id="{9BD7E0D7-653F-449D-9A3C-9F1B093F79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7088" y="2325688"/>
            <a:ext cx="17335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</a:t>
            </a: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953E2213-A7DE-4DF7-BA64-B876012B8C3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38266F83-81DB-45DF-8D2D-255A8A2D7CEC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7553" name="Grupo 4">
            <a:extLst>
              <a:ext uri="{FF2B5EF4-FFF2-40B4-BE49-F238E27FC236}">
                <a16:creationId xmlns:a16="http://schemas.microsoft.com/office/drawing/2014/main" id="{561C0594-D06E-4514-8C96-68973215CA2B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6C7463E2-2D25-4D34-8AB9-B2B161B1CE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0144F5EB-474D-4263-AE51-D54E5E2C91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BA22830F-24F8-4D89-86A0-019F8408AE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4C702787-66EE-4215-B845-783D10055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A65DB572-1313-4BA8-915D-995EDC9BF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4D1E9E0A-5B0C-4DC1-9605-4CDE28E10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CC9505DE-C0FF-4DA1-8C3B-2C5343A54E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FA0ACC36-B280-48D3-A16C-DB250FFABC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8B4A28F6-1CDF-4F48-9525-0C803A79F6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F35F0DF7-3E00-4330-8911-D3CEF76AA7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DAC51C6B-6BB4-4CE8-AAAE-90038525EA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C07EADC7-E1D4-49CB-B6ED-EA81523A6C45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DF1000D6-3F75-4620-8F2D-4F617D45E904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D4773402-3647-40C1-929F-824DD6F085D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7557" name="Grupo 138">
            <a:extLst>
              <a:ext uri="{FF2B5EF4-FFF2-40B4-BE49-F238E27FC236}">
                <a16:creationId xmlns:a16="http://schemas.microsoft.com/office/drawing/2014/main" id="{8CA10336-84FE-4D1D-8499-911E9A896DF1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BDAB7057-D19A-4EF6-9753-D758B7762D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83CFF286-4AAD-4B15-A1CA-842BBDDE9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CD85B423-CC07-4874-A7E5-6838E33C1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2B2F86E7-277C-4D1F-80D3-972B66E4E8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1A800BA4-7555-4A5F-9740-DE2BA3F4AA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D7A6CCED-5565-4D67-AC5F-241CEC98AB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91197DCE-6BF7-489C-990F-6FDCF84D72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F05AC60B-E7AC-458E-9F1E-C199ADBE580D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58039F46-61CD-4D54-A2E4-B5156DCD1B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47558" name="Grupo 148">
            <a:extLst>
              <a:ext uri="{FF2B5EF4-FFF2-40B4-BE49-F238E27FC236}">
                <a16:creationId xmlns:a16="http://schemas.microsoft.com/office/drawing/2014/main" id="{318A68CC-7C3D-4094-82F4-09EF97988FB1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21181D42-2561-477A-98FC-C9FED1A458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6D66294F-AA28-48D0-879A-C020AAD31B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5C6FFC95-E391-4C57-BB00-F72CF6324A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31C18BC5-DF29-4D91-9BF4-796932B40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1D81A643-2941-4213-9116-42D367352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D0939302-21A9-4829-9ED1-7E9CC0996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55CEB2A5-6A8D-4B41-9FF0-7531BB6592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3AAE70E1-6099-4E02-83BC-C2CFBDCD1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EBBF420E-5BD1-4CD1-B90C-E0F8A8B7D3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B8A798F9-C955-4B4F-883F-5274E2379E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3AD239B4-FC1E-429F-9E34-B2A2C42D64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01C2277E-D0C3-46A5-8357-5893D24C967F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560" name="Text Box 46">
            <a:extLst>
              <a:ext uri="{FF2B5EF4-FFF2-40B4-BE49-F238E27FC236}">
                <a16:creationId xmlns:a16="http://schemas.microsoft.com/office/drawing/2014/main" id="{E48E8B5A-1AF6-422C-BD8C-0DB50F7F09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313C59EF-FB45-4032-BD66-0E7356B21293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7562" name="Grupo 188">
            <a:extLst>
              <a:ext uri="{FF2B5EF4-FFF2-40B4-BE49-F238E27FC236}">
                <a16:creationId xmlns:a16="http://schemas.microsoft.com/office/drawing/2014/main" id="{4B999374-E3D3-43E9-AD79-9AAC9700D947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03820768-FC09-493F-A331-2B17DF40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AD0C9D91-3C7E-4D52-9289-B98EF7B207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1622DEA4-EC6E-4C31-9CC9-7D4441BDD1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0B5FF3A3-803E-4321-9D6D-FC258F2658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931BF78B-D96D-48F0-BF3A-48E6C3598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1C8540BB-0EFC-4CE7-AF95-F83D7F7C09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D77EB810-8853-42CD-855E-B474E3F24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88681F70-AAE2-49B2-B69D-A62FCFB01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075877A4-695B-4FF4-896D-A38CC5FF9D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3B78B154-0CFD-4B7C-974E-68A272CD6E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C8DE768A-B85D-4A6F-86EC-1386B6A5B725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7564" name="Grupo 47">
            <a:extLst>
              <a:ext uri="{FF2B5EF4-FFF2-40B4-BE49-F238E27FC236}">
                <a16:creationId xmlns:a16="http://schemas.microsoft.com/office/drawing/2014/main" id="{8AC6565F-BD08-488A-928A-F8C9DD6D1D2B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0C7F7DD5-E1C0-46FD-94E8-95B97DCD4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BC631A49-6763-499E-915C-4F14CC4F76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8D07D8A4-B632-47ED-BD54-1C8F373E2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7C7691DA-7C66-41A6-B832-E3F270B50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FF7B5A0A-8BBF-426D-9514-FA7BD38EA8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C4EAC088-3B45-437F-A7F2-78E458878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E2D5D8CF-4FBF-4007-91EC-4E7A78A3A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40AF1FB5-C5C8-4CC1-B4FB-87EE41F072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78A61D11-5F54-4639-8328-6BA8B23B54FF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F4DB63E8-5813-4145-BFED-75C906F5D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01F928AD-A16D-4490-ACA0-C33EAA7259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D9993ACC-A1D1-4DCE-BFC0-6DC0155D8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58ECFDE4-51E5-43E5-B3DD-E09E461DF875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B03017A2-9D67-4D26-838F-3D688500ED8A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4005B825-5038-451E-9850-8FC8E407C44E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27" name="Marcador de contenido 5">
            <a:extLst>
              <a:ext uri="{FF2B5EF4-FFF2-40B4-BE49-F238E27FC236}">
                <a16:creationId xmlns:a16="http://schemas.microsoft.com/office/drawing/2014/main" id="{61DC91D1-BC3D-4C3D-9DA0-08553912E21D}"/>
              </a:ext>
            </a:extLst>
          </p:cNvPr>
          <p:cNvGraphicFramePr>
            <a:graphicFrameLocks/>
          </p:cNvGraphicFramePr>
          <p:nvPr/>
        </p:nvGraphicFramePr>
        <p:xfrm>
          <a:off x="1611313" y="1787525"/>
          <a:ext cx="6835775" cy="335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21b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</a:rPr>
                        <a:t>PC </a:t>
                      </a:r>
                      <a:r>
                        <a:rPr lang="es-ES" sz="1600" b="0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PC + </a:t>
                      </a:r>
                      <a:r>
                        <a:rPr lang="es-ES" sz="1600" b="0" dirty="0" err="1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20:1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&lt;&lt; 1)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,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rd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]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 </a:t>
                      </a:r>
                      <a:r>
                        <a:rPr lang="es-ES" sz="1600" b="0" dirty="0">
                          <a:solidFill>
                            <a:srgbClr val="C00000"/>
                          </a:solidFill>
                          <a:sym typeface="Wingdings" pitchFamily="2" charset="2"/>
                        </a:rPr>
                        <a:t>PC + 4</a:t>
                      </a:r>
                      <a:endParaRPr lang="es-ES" sz="1600" b="0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47576" name="Grupo 9">
            <a:extLst>
              <a:ext uri="{FF2B5EF4-FFF2-40B4-BE49-F238E27FC236}">
                <a16:creationId xmlns:a16="http://schemas.microsoft.com/office/drawing/2014/main" id="{5C5A05BD-4C87-43E1-95F2-04AACD1EA578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F859137F-1239-4B45-8BCC-3F2E24E353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BBF4F345-0ACF-4F63-8249-65EE1FA3F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1EBD1B84-D08A-4E6C-97BD-03989DEE00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2A8BCAAF-D63B-4D2B-94C3-74AF7DD6EF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812B4EEA-20A8-43AE-AE36-F9B7BF9A02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CE1969A1-C5EF-48D7-8791-00095FCFD1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E092D0A7-48BE-4968-A238-30F0B05152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E298BD9F-748A-4DA3-BCDA-7171F369E1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39ECAB77-97F5-4917-93A7-D22B75793A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FE106A87-D0B6-4EEA-91DC-361157D36F08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95CB0E09-6FDA-4E15-A006-DB20D50AB7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1D9447F4-E252-40A2-856E-052DC5EF8F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78CD4E95-26E7-4318-A563-85D4B649F0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5E9A5B69-87F6-40A3-A38C-14276CBCC0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9A9E8DB9-AC49-4E18-8584-A7569FAB7E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E51A07C7-E691-4739-89E2-9F64913413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23EF72B5-56F9-4168-AED2-E38B0F7D5E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14066E1B-2CCF-4703-9B7A-362B8E08BC6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440B3699-61CC-461E-9254-F868D582DA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60781D10-3E99-48B8-91A2-FFEAF3E20E0F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682541B8-FA7E-4676-9755-1D54C9DA29AF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Rectángulo redondeado 12">
            <a:extLst>
              <a:ext uri="{FF2B5EF4-FFF2-40B4-BE49-F238E27FC236}">
                <a16:creationId xmlns:a16="http://schemas.microsoft.com/office/drawing/2014/main" id="{DA5692B9-4FF0-4D7C-A4B9-4D5D0638B4D5}"/>
              </a:ext>
            </a:extLst>
          </p:cNvPr>
          <p:cNvSpPr/>
          <p:nvPr/>
        </p:nvSpPr>
        <p:spPr>
          <a:xfrm>
            <a:off x="6837363" y="1830388"/>
            <a:ext cx="1465262" cy="280987"/>
          </a:xfrm>
          <a:prstGeom prst="roundRect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FE72E8CE-C97B-47BF-AFF2-40138B2A6E52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12E7EB57-750E-49D1-BA07-0A3BCDCE80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47584" name="Text Box 50">
            <a:extLst>
              <a:ext uri="{FF2B5EF4-FFF2-40B4-BE49-F238E27FC236}">
                <a16:creationId xmlns:a16="http://schemas.microsoft.com/office/drawing/2014/main" id="{50005714-EEDD-4030-A500-4FE695864A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5483225"/>
            <a:ext cx="4857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(31:12)</a:t>
            </a:r>
          </a:p>
        </p:txBody>
      </p:sp>
      <p:sp>
        <p:nvSpPr>
          <p:cNvPr id="22" name="Marcador de número de diapositiva 21">
            <a:extLst>
              <a:ext uri="{FF2B5EF4-FFF2-40B4-BE49-F238E27FC236}">
                <a16:creationId xmlns:a16="http://schemas.microsoft.com/office/drawing/2014/main" id="{814FC4D5-4870-43BD-80A0-31AF934DEC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A12D8BF-D40E-4E4D-BD65-643F1CE54A33}" type="slidenum">
              <a:rPr lang="es-ES" altLang="es-ES">
                <a:solidFill>
                  <a:srgbClr val="171717"/>
                </a:solidFill>
              </a:rPr>
              <a:pPr/>
              <a:t>73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5" name="Text Box 72">
            <a:extLst>
              <a:ext uri="{FF2B5EF4-FFF2-40B4-BE49-F238E27FC236}">
                <a16:creationId xmlns:a16="http://schemas.microsoft.com/office/drawing/2014/main" id="{91C6AFA2-4CF3-497A-9B8F-F859DBE59B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3C03A5EB-49DE-4755-ACBD-F4467D077194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85D061A7-ADFC-4139-859E-495CF88D07E9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4C7ADD8F-7AC5-4A35-A32A-6407AB18D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031E7483-4D41-4D13-AA5B-026BBA553726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72A0D4D8-1006-4FBE-9524-84ECC3C541B5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81C53B18-8E4E-4875-9BD0-A3FC959629E7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5C82EB9A-8165-448C-B953-2D08665ACABC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5ADF252D-4AEB-4034-9B6C-36340A0A2620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F23E7425-F274-4537-A944-F779960E6C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49515" name="Rectangle 3">
            <a:extLst>
              <a:ext uri="{FF2B5EF4-FFF2-40B4-BE49-F238E27FC236}">
                <a16:creationId xmlns:a16="http://schemas.microsoft.com/office/drawing/2014/main" id="{8D496D65-4892-4543-A36B-1DD74FDB3C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Señales de control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</a:rPr>
              <a:t>Generadas por la Unidad de Control “</a:t>
            </a:r>
            <a:r>
              <a:rPr lang="es-ES" altLang="es-ES" sz="2400">
                <a:solidFill>
                  <a:schemeClr val="accent2"/>
                </a:solidFill>
              </a:rPr>
              <a:t>trazan</a:t>
            </a:r>
            <a:r>
              <a:rPr lang="es-ES" altLang="es-ES" sz="2400">
                <a:solidFill>
                  <a:srgbClr val="171717"/>
                </a:solidFill>
              </a:rPr>
              <a:t>” las rutas de cada instrucción</a:t>
            </a:r>
          </a:p>
        </p:txBody>
      </p:sp>
      <p:grpSp>
        <p:nvGrpSpPr>
          <p:cNvPr id="149516" name="Grupo 228">
            <a:extLst>
              <a:ext uri="{FF2B5EF4-FFF2-40B4-BE49-F238E27FC236}">
                <a16:creationId xmlns:a16="http://schemas.microsoft.com/office/drawing/2014/main" id="{C63C3F66-0816-401C-87C4-5341D39BA799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0619452B-76BD-4AA2-9CFA-BB26605128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2294C0DC-42CD-4C27-919B-539E0A92E7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01C96500-3893-4A92-A98E-F9F253351C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EC30D013-EE1A-4E6D-9808-A5FAAD01E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7FA210E0-094A-41EC-97FE-1E291360EC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2842CD54-88B0-4DCE-9533-4CF75B949F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C0C729F9-586E-474E-A04C-BA4814F01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DA73E87B-9FFF-4546-9B39-B492843FA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0825BD5A-2749-401D-84EE-3E7303E511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108E94A7-1995-4F5D-97CD-0E30D40E70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7D23AE25-CB7D-42EE-ACE6-297629066E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F0F38BC2-607C-43D0-8C99-1A0007C793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35EC60EC-2997-45FE-B4A7-8D6973D911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61AA1B94-B37E-490E-A981-0DFF0BADD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1C3BBD72-2E7B-4E25-A75D-75576FE392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4B4FD41B-B41A-4D88-BA0D-0CF598DA83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9FF9CAE2-7821-47AB-9907-55E5422D2E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E0392083-0302-4006-8C1E-36F7596321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B2C36F6D-170C-43A5-9FD5-AAA92CF58B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065153E6-2E45-4402-B0FA-CC3DC520F1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5B5D2626-2958-4A9E-82BC-04410982A2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4344EB05-FCF3-4488-ACA8-1881D599E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01FD8D70-702D-4FA0-8FEF-AD0E3BA2F5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39435944-FF6C-4416-BA67-59A77765C1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9FC5B500-1659-445E-8CF8-5EBAC6AC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2E80DC11-896B-4D85-A35F-3DE1720244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DA130F8B-2C75-4577-A346-F8E41ED375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DAF3B20E-CF19-43E0-8F94-7136EDD1B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96A9CB03-9A23-4D26-BF47-F5D1AFF1D7B2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49517" name="Grupo 261">
            <a:extLst>
              <a:ext uri="{FF2B5EF4-FFF2-40B4-BE49-F238E27FC236}">
                <a16:creationId xmlns:a16="http://schemas.microsoft.com/office/drawing/2014/main" id="{9804D4BD-741B-4281-BE39-CF2EF3F7AEAD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066B80F1-07F3-4B49-AF8C-D2B198ED0B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CAB2C636-2293-4C36-A002-007325DE9E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B6A67D25-4DB3-4A2E-A20A-428E84CC8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391B4C28-140B-45BD-8F99-7CC1AC926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E1E7F9A5-6A37-4171-B0DE-F001D49055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CEA084F8-1223-4562-B11A-F2F467693C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AE6940DC-629B-49C3-883D-32A97E8CC7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B53BF486-6E64-44A3-BCD9-70A3982A8D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5D9CACEB-0066-41EE-8FE2-1B5CC39327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942A18FA-C9E3-455B-9D7A-BD94ACB768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6F48264C-A7AB-4191-A6A6-0CFE2F7B1A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3E55701C-4065-4E30-A96D-CE5CB17430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83E9D50F-A83F-4012-B360-A28236D869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6EE2735E-310C-4552-A8E7-DAA743C97C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977CAB58-2C1A-4874-AED9-66CFA5C7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0F4D5F4C-6F16-4C9D-9FE5-A486CFD5B2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E0863581-0EC7-4119-A006-06CB398209DF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7F683A70-45EA-4156-B473-755B109DF5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F26AE42F-D3A9-4601-A41B-6EBBA5977D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EDAE5C9B-2F73-4036-A539-CC0878CCBD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8DA87DE3-5AE7-4A8D-8975-F60992D0BE1B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3EEF2904-38CC-4B49-85B2-A5A48F2EF7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3F9A4FCD-946F-40CC-B24C-FA8191F24B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2F4280AC-7041-46E8-8BF1-8507E737A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8ECB232E-2DFB-402A-BD5B-AD4FAC1959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E378D4CA-4E50-4486-92F4-8A66BD1204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547D12D7-A0AD-4014-BCCD-FFC98CEE7B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4BF6EF17-5787-49D8-A43B-3343AAFCD2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0FB5117F-2354-4332-A2BD-4D2FD410CA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DA9F4E3C-CBC5-4AE7-BBBD-DBAEBA30F0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FBEBAFC9-47F9-4D0D-9170-AA5FE36471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E87AAAD5-1E37-4F92-B350-C4E49FCDEA9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115047E9-AC24-4F79-BC62-DFB41EE4CF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0B2F9041-4047-4D8E-B6CD-0D2E37A97D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04D47593-BF0E-4A58-B462-1A19210241A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6C0CF2AB-18B5-4D0C-AAEF-FCEC75FB9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E6BEE4F3-57B2-43EA-8305-1BFC8B0AF03C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3635AC52-7D6B-48A5-9B0C-9516B884719B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49539" name="Grupo 303">
            <a:extLst>
              <a:ext uri="{FF2B5EF4-FFF2-40B4-BE49-F238E27FC236}">
                <a16:creationId xmlns:a16="http://schemas.microsoft.com/office/drawing/2014/main" id="{D2E7B728-94BD-4E50-8E35-73ECCC3AA0BF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6738E0CD-EEBF-4ADB-BC20-9AE193CC1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3C967A9B-DBCF-471A-9A5D-B49DF01A26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6E462933-DC0B-4F9C-9F55-BD23F1D2ECCE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F4878F7C-9B62-457C-A326-FA6A9343B2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62E6A80D-7FF7-4AF7-8B00-07C16343F8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400E377C-1B08-479D-B719-7B4C8EA366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90B9650C-6658-4888-8192-F499013C2B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D8084D59-CBBA-4609-8EF1-9C810F1B8CBC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E9585BA3-087B-437A-937F-8E795BC052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733213A6-8109-407C-ACED-9A0844522B73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C604EEE4-A2A8-4318-87B0-23C3A99695CF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998F7494-E99C-4AD2-BEB1-A7927C28E887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22A813DB-B5E0-465D-985B-DB9C9D9CDA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CC7021E0-D746-4D68-9605-6518A1B56B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2A889D9F-1022-4E44-88F7-E2C962E3427F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C65A6D3A-0545-431B-AA52-B40ED0DDAB42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4CCE3B37-4C29-46A2-9C45-358916CE4240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A99E292F-BB48-46E7-99D3-DD63D3A1BECB}"/>
              </a:ext>
            </a:extLst>
          </p:cNvPr>
          <p:cNvCxnSpPr>
            <a:cxnSpLocks/>
          </p:cNvCxnSpPr>
          <p:nvPr/>
        </p:nvCxnSpPr>
        <p:spPr>
          <a:xfrm>
            <a:off x="4357688" y="3967163"/>
            <a:ext cx="0" cy="1851025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9551" name="Grupo 27">
            <a:extLst>
              <a:ext uri="{FF2B5EF4-FFF2-40B4-BE49-F238E27FC236}">
                <a16:creationId xmlns:a16="http://schemas.microsoft.com/office/drawing/2014/main" id="{8FC0612D-E622-4279-8FD6-4983F9021FF0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89162021-FF03-4B68-98BC-7CF30AE05D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AC356B70-B9C2-4C0D-A12A-9890D8507B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632CEFD4-9D7E-4461-B544-02D49E15C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464D402E-EDBF-4910-9F5B-37D1735604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0E55874F-FA3B-4FE8-AB4F-2C6A24C03C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4D71C744-55FC-4FEC-84AD-AB0F270830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3418911D-7372-446D-9DAB-DE022223EB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973C7CEB-9113-420C-8EED-4670DA23B2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5C3A4E51-CDD0-4174-BB37-FAB0BC9554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D138EA1C-39B2-4207-83E9-F3F3D7AEC542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9898660A-EE29-4255-A835-91E8A9B531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36722B2D-9039-4E81-AA80-B59FC19158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42E00971-42C4-4A07-8304-833E76C6B27F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1663325A-E867-4D39-A95E-25024F94650F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65688877-5480-41D0-A59B-3C7BE9738496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598C32F3-B388-4EA6-8FDD-DFA4F002FACF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830E2689-09DA-4491-90E9-2FFC5117223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F671A833-76E5-47A8-9221-4A3E01C634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7C788956-FEAF-4B26-A9E6-3C2BAAED621B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9559" name="Grupo 4">
            <a:extLst>
              <a:ext uri="{FF2B5EF4-FFF2-40B4-BE49-F238E27FC236}">
                <a16:creationId xmlns:a16="http://schemas.microsoft.com/office/drawing/2014/main" id="{4292016D-75E7-42A6-A913-B09060F0D4CA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F4072B0D-D3E2-4BCA-9C77-451364A12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9999CD67-D77C-46BE-96CA-6862AD0A7D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13EE93FB-4C46-480D-937E-B8C0CE961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49F01801-AF23-4E5F-8968-7CA535D88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7533D924-9F6F-4022-B624-6CDE79E2C8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E4A8D6F5-4608-41DE-815F-EED78FF174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DF6C3AC2-C597-4DF9-AD47-3222C5FC1C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8A9AF495-8B56-4C59-8AF1-46AE3879F5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863264CD-3BAF-4EAC-9DBC-84117FD3E1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22C9DCAA-7FB1-47D0-854D-FFE7BD9FE9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438C8396-72BE-457F-9840-7C87E80C1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C240EA3D-735B-4B25-8CB4-1F19FED6C226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53F249C7-E049-411F-9E61-2D3B75C2850E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63041893-9604-4E0B-8FC2-10708AB1BE1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9563" name="Grupo 138">
            <a:extLst>
              <a:ext uri="{FF2B5EF4-FFF2-40B4-BE49-F238E27FC236}">
                <a16:creationId xmlns:a16="http://schemas.microsoft.com/office/drawing/2014/main" id="{D95111C6-DFEF-4FFC-BA66-6174B69693A1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EF454F80-9EC7-4E31-B657-6015DF6B7A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94AC9CD1-8BE1-4FF4-AF89-799125F4E3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99A4C2D5-935D-4CF1-ABC6-D339672FE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419C6CFA-D0B0-455B-8B88-051CB055EC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DDF55F23-DFBF-470F-B79D-B2A29D0FB8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5C5B7226-DB76-4FC5-B210-A247CAFD3E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01D8B7BC-541B-4490-A4DF-0B41F38130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15436BE6-CECD-4566-8317-9E441E82824F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4B7758BF-B5FE-4E38-8ED3-415A2C0BBE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49564" name="Grupo 148">
            <a:extLst>
              <a:ext uri="{FF2B5EF4-FFF2-40B4-BE49-F238E27FC236}">
                <a16:creationId xmlns:a16="http://schemas.microsoft.com/office/drawing/2014/main" id="{1079D2C8-36D7-4521-81E5-83854DFFE6F4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9A03D351-C541-49AC-A1C2-A04DEF7E9D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76DE8997-DC99-4C38-9555-10B6D76FA9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DBBEBC08-2DC1-41CC-BBB5-D5CF1FD0A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1A596817-8AD4-4B47-BC31-03CA00DC9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B388B8BC-FEE1-4344-A872-949F96D517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BAB7F582-9B08-44D0-BC29-E33F8FF202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9457B5ED-B3C8-41DF-9776-C48E198766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AA56B2AE-D5AD-4F7D-A325-697241141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2EFF007C-56C2-4B9F-8255-1736F3B5A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0469272E-1FE7-4991-BD08-C96B53E7C9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CD93C1C0-AAA7-46EB-B43C-87C7B3E523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903747C0-C1F2-4BAA-AEE2-2C77F90208CB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91693C56-29D0-4189-82F8-5FBC42CA3E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5AAC0A33-ADC4-40E5-BB0C-43C5BD2167A7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9568" name="Grupo 188">
            <a:extLst>
              <a:ext uri="{FF2B5EF4-FFF2-40B4-BE49-F238E27FC236}">
                <a16:creationId xmlns:a16="http://schemas.microsoft.com/office/drawing/2014/main" id="{1E19FBF5-4A3F-4997-A76B-E773BB4AFE71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2D3192FD-4884-42D8-B1E0-024030D5C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1F1D49EF-2C5C-4BEA-8A69-4818CC4A53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779CA430-6DC6-449F-9F74-71B6AC9BBD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C495FD78-1885-4DD0-B85F-7168DE00B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AAA95906-A73E-491F-8087-F56A145AD9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6AA88906-0B8D-48BC-8F14-528C3D1CDB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EFF1A211-CCCF-4DCC-98FE-952E9130F8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6AB17B1D-44C7-4A71-9406-A45D7A6F5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0F220E53-E48F-4335-AD43-FF9943FADC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7BF1D6C1-F03A-48BC-BE40-A1979FA167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C9D675E6-9412-4786-BAD5-1E3FB0F67664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9570" name="Grupo 47">
            <a:extLst>
              <a:ext uri="{FF2B5EF4-FFF2-40B4-BE49-F238E27FC236}">
                <a16:creationId xmlns:a16="http://schemas.microsoft.com/office/drawing/2014/main" id="{7636AB19-3D2A-4BCF-AECC-C0378FC345D7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ED0E3505-5516-4526-BDC4-FC7EBD2A3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30FA053E-594C-4A9D-862E-29ECA04EF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7F2FF130-A5D0-4FF3-8FBD-F85F9C3C91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623F83D0-0FB7-4B47-A568-4564FF46F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050D5F4C-8552-4BC5-B83C-77A7A15E77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6AE2CDF6-0073-4CB3-86A5-A70D3DBB4B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CEF22428-A052-4C4E-804B-43114D5DE4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C723FE5A-9E1D-4E87-8574-56EDA217FB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3C5A8E43-C5B1-4F93-BEE4-BB3D43B253F1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26271FE3-85D6-4515-B99D-D2AED4908A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5A55F5A2-CAB2-4A96-9B47-70EFD3A3E2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73B47F5B-1D1E-4B12-A687-74DEC9A531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DAEF4577-1D13-4E4A-A786-8DAD4519B74F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077A522E-A922-4691-8AE5-023F37FCB10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2B6FF76F-31BF-411D-A56A-B855BFA4E36D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49574" name="Grupo 9">
            <a:extLst>
              <a:ext uri="{FF2B5EF4-FFF2-40B4-BE49-F238E27FC236}">
                <a16:creationId xmlns:a16="http://schemas.microsoft.com/office/drawing/2014/main" id="{54015D41-AF77-4889-9965-FA5AEE9C5028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5AFC092F-2388-4CE1-9C2C-D1884E520F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17BE09C1-2EF4-4E94-8C35-FC52A2B17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0CCE0280-EBDE-422C-9D84-FECD8B3BB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0009EFF3-1D9B-424E-BFFF-80DAC0317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CDC2638C-C042-4B91-B6EB-6F1356E53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44DA589A-BAD6-4921-B520-A25AB282D4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B7385E18-50B5-45B7-91F9-54A3E1F451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A382EEAA-FE0B-4E5A-88AA-00353084D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B21039AB-00DA-47B9-A68F-538857434A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4AE21B38-B57E-4565-A8B3-253DCB05DD5E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BAF40789-8455-49F6-AD18-C08A44ECC4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3A953740-E9FD-484D-82D8-BBE6617B62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72D8B834-07A7-434F-83ED-1DA2D5F203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FBFB87D9-F300-488D-B5AF-185A787D1F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A1CFB465-AA3E-4316-9F58-E3E34B960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2F0C27B2-E18C-40B0-A171-799570FC10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51123D3B-CA8D-4753-9446-0252E1097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6AB6B9DB-9E03-4983-AAFC-16F01FC418B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89570FC9-0A0F-416B-8CA8-CC9020FB6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9F5E2F81-5605-468F-BD2D-BB9688F70D78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6365193D-91A5-4B05-B1D7-F5638F9DDC2B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131E4EF3-63F7-45C3-9361-1C2C590EEA3C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" name="Text Box 50">
            <a:extLst>
              <a:ext uri="{FF2B5EF4-FFF2-40B4-BE49-F238E27FC236}">
                <a16:creationId xmlns:a16="http://schemas.microsoft.com/office/drawing/2014/main" id="{B2E8527C-C87A-42AD-A2E3-44D58885DF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9688" y="272573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5" name="Text Box 50">
            <a:extLst>
              <a:ext uri="{FF2B5EF4-FFF2-40B4-BE49-F238E27FC236}">
                <a16:creationId xmlns:a16="http://schemas.microsoft.com/office/drawing/2014/main" id="{7649F3F9-D981-47CF-A0D6-5B6D37A13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62" name="Text Box 50">
            <a:extLst>
              <a:ext uri="{FF2B5EF4-FFF2-40B4-BE49-F238E27FC236}">
                <a16:creationId xmlns:a16="http://schemas.microsoft.com/office/drawing/2014/main" id="{9B2095BD-BA91-4521-B024-E82D2183A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ALUctr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08" name="Text Box 50">
            <a:extLst>
              <a:ext uri="{FF2B5EF4-FFF2-40B4-BE49-F238E27FC236}">
                <a16:creationId xmlns:a16="http://schemas.microsoft.com/office/drawing/2014/main" id="{4FB24CAA-8E71-4F3B-8011-D8E6AC5C56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10" name="Text Box 50">
            <a:extLst>
              <a:ext uri="{FF2B5EF4-FFF2-40B4-BE49-F238E27FC236}">
                <a16:creationId xmlns:a16="http://schemas.microsoft.com/office/drawing/2014/main" id="{416515A7-F1A8-4E7A-A3D8-4A1EFCD0E9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grpSp>
        <p:nvGrpSpPr>
          <p:cNvPr id="149585" name="Grupo 262">
            <a:extLst>
              <a:ext uri="{FF2B5EF4-FFF2-40B4-BE49-F238E27FC236}">
                <a16:creationId xmlns:a16="http://schemas.microsoft.com/office/drawing/2014/main" id="{F3B3F927-E582-4B0D-AC79-828AD575A561}"/>
              </a:ext>
            </a:extLst>
          </p:cNvPr>
          <p:cNvGrpSpPr>
            <a:grpSpLocks/>
          </p:cNvGrpSpPr>
          <p:nvPr/>
        </p:nvGrpSpPr>
        <p:grpSpPr bwMode="auto">
          <a:xfrm>
            <a:off x="1543050" y="2938463"/>
            <a:ext cx="9350375" cy="1335087"/>
            <a:chOff x="1543714" y="2637456"/>
            <a:chExt cx="9349007" cy="1636361"/>
          </a:xfrm>
        </p:grpSpPr>
        <p:cxnSp>
          <p:nvCxnSpPr>
            <p:cNvPr id="16" name="Conector recto de flecha 15">
              <a:extLst>
                <a:ext uri="{FF2B5EF4-FFF2-40B4-BE49-F238E27FC236}">
                  <a16:creationId xmlns:a16="http://schemas.microsoft.com/office/drawing/2014/main" id="{1BC5E35C-A6B1-4FE3-990E-81523B28D5CE}"/>
                </a:ext>
              </a:extLst>
            </p:cNvPr>
            <p:cNvCxnSpPr>
              <a:cxnSpLocks/>
            </p:cNvCxnSpPr>
            <p:nvPr/>
          </p:nvCxnSpPr>
          <p:spPr>
            <a:xfrm>
              <a:off x="1543714" y="2637456"/>
              <a:ext cx="0" cy="1636361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Conector recto de flecha 23">
              <a:extLst>
                <a:ext uri="{FF2B5EF4-FFF2-40B4-BE49-F238E27FC236}">
                  <a16:creationId xmlns:a16="http://schemas.microsoft.com/office/drawing/2014/main" id="{D893781D-F5CA-4F05-9026-F66C17289703}"/>
                </a:ext>
              </a:extLst>
            </p:cNvPr>
            <p:cNvCxnSpPr>
              <a:cxnSpLocks/>
            </p:cNvCxnSpPr>
            <p:nvPr/>
          </p:nvCxnSpPr>
          <p:spPr>
            <a:xfrm>
              <a:off x="5796005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Conector recto de flecha 59">
              <a:extLst>
                <a:ext uri="{FF2B5EF4-FFF2-40B4-BE49-F238E27FC236}">
                  <a16:creationId xmlns:a16="http://schemas.microsoft.com/office/drawing/2014/main" id="{69780BF4-8413-4902-BF36-B2193FE73040}"/>
                </a:ext>
              </a:extLst>
            </p:cNvPr>
            <p:cNvCxnSpPr>
              <a:cxnSpLocks/>
            </p:cNvCxnSpPr>
            <p:nvPr/>
          </p:nvCxnSpPr>
          <p:spPr>
            <a:xfrm>
              <a:off x="8000719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Conector recto de flecha 203">
              <a:extLst>
                <a:ext uri="{FF2B5EF4-FFF2-40B4-BE49-F238E27FC236}">
                  <a16:creationId xmlns:a16="http://schemas.microsoft.com/office/drawing/2014/main" id="{DDD1269A-A0A3-4EB6-9D88-5922F17EF9B9}"/>
                </a:ext>
              </a:extLst>
            </p:cNvPr>
            <p:cNvCxnSpPr>
              <a:cxnSpLocks/>
            </p:cNvCxnSpPr>
            <p:nvPr/>
          </p:nvCxnSpPr>
          <p:spPr>
            <a:xfrm>
              <a:off x="9549892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Conector recto de flecha 208">
              <a:extLst>
                <a:ext uri="{FF2B5EF4-FFF2-40B4-BE49-F238E27FC236}">
                  <a16:creationId xmlns:a16="http://schemas.microsoft.com/office/drawing/2014/main" id="{5851AB07-1C0E-4D5E-81B7-2821554E88C7}"/>
                </a:ext>
              </a:extLst>
            </p:cNvPr>
            <p:cNvCxnSpPr>
              <a:cxnSpLocks/>
            </p:cNvCxnSpPr>
            <p:nvPr/>
          </p:nvCxnSpPr>
          <p:spPr>
            <a:xfrm>
              <a:off x="10892721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Conector recto de flecha 210">
              <a:extLst>
                <a:ext uri="{FF2B5EF4-FFF2-40B4-BE49-F238E27FC236}">
                  <a16:creationId xmlns:a16="http://schemas.microsoft.com/office/drawing/2014/main" id="{4D034DB3-22DE-4E21-AACE-3EA58B7110F7}"/>
                </a:ext>
              </a:extLst>
            </p:cNvPr>
            <p:cNvCxnSpPr>
              <a:cxnSpLocks/>
            </p:cNvCxnSpPr>
            <p:nvPr/>
          </p:nvCxnSpPr>
          <p:spPr>
            <a:xfrm>
              <a:off x="7226133" y="2637456"/>
              <a:ext cx="3175" cy="1620795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2" name="Text Box 50">
            <a:extLst>
              <a:ext uri="{FF2B5EF4-FFF2-40B4-BE49-F238E27FC236}">
                <a16:creationId xmlns:a16="http://schemas.microsoft.com/office/drawing/2014/main" id="{DD2A886C-F386-4D6F-85C4-07F7A23A2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794AA4A5-D805-4B5B-8573-2A483B4796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1325" y="6488113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C14DFA89-2A58-4772-ACC5-4CFC8531D2AA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589" name="Line 71">
            <a:extLst>
              <a:ext uri="{FF2B5EF4-FFF2-40B4-BE49-F238E27FC236}">
                <a16:creationId xmlns:a16="http://schemas.microsoft.com/office/drawing/2014/main" id="{69C774E9-FC81-425C-8C1E-95F3615D661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49590" name="Text Box 72">
            <a:extLst>
              <a:ext uri="{FF2B5EF4-FFF2-40B4-BE49-F238E27FC236}">
                <a16:creationId xmlns:a16="http://schemas.microsoft.com/office/drawing/2014/main" id="{7D78F316-1788-4164-967D-269EBF998F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49591" name="Line 71">
            <a:extLst>
              <a:ext uri="{FF2B5EF4-FFF2-40B4-BE49-F238E27FC236}">
                <a16:creationId xmlns:a16="http://schemas.microsoft.com/office/drawing/2014/main" id="{6ED53BBA-3D6A-4C3C-9578-03C57BC5E70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49592" name="Text Box 72">
            <a:extLst>
              <a:ext uri="{FF2B5EF4-FFF2-40B4-BE49-F238E27FC236}">
                <a16:creationId xmlns:a16="http://schemas.microsoft.com/office/drawing/2014/main" id="{3FC76E9A-21C2-4838-8A6D-1747DB2752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49593" name="Line 71">
            <a:extLst>
              <a:ext uri="{FF2B5EF4-FFF2-40B4-BE49-F238E27FC236}">
                <a16:creationId xmlns:a16="http://schemas.microsoft.com/office/drawing/2014/main" id="{52A73BF5-042F-4D74-855C-1D4EF8BA0D2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1" name="Text Box 50">
            <a:extLst>
              <a:ext uri="{FF2B5EF4-FFF2-40B4-BE49-F238E27FC236}">
                <a16:creationId xmlns:a16="http://schemas.microsoft.com/office/drawing/2014/main" id="{213DDBEF-A17C-474F-84F5-64A7FFA56C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0" name="Marcador de número de diapositiva 19">
            <a:extLst>
              <a:ext uri="{FF2B5EF4-FFF2-40B4-BE49-F238E27FC236}">
                <a16:creationId xmlns:a16="http://schemas.microsoft.com/office/drawing/2014/main" id="{BEE401B7-876B-4258-A657-8A916124A1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E674126-FDB1-438E-A61D-8DA6B583AB98}" type="slidenum">
              <a:rPr lang="es-ES" altLang="es-ES">
                <a:solidFill>
                  <a:srgbClr val="171717"/>
                </a:solidFill>
              </a:rPr>
              <a:pPr/>
              <a:t>74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Forma libre 175">
            <a:extLst>
              <a:ext uri="{FF2B5EF4-FFF2-40B4-BE49-F238E27FC236}">
                <a16:creationId xmlns:a16="http://schemas.microsoft.com/office/drawing/2014/main" id="{1368B581-62FE-488F-AC4D-D8C2721DC370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3BBE392B-1A40-43B4-B3CA-F051168C0E5B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A6783615-9E9F-49C0-9A3B-36F1DF951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B2F48291-06C6-429D-9421-F8AFA55DE79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D8ED33CC-E80E-43A0-9FA5-5D1DBC382EB8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92BF0C78-0439-41D4-ACFF-DD336D3AA4A0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5653690E-8137-46FD-A579-87CE9DCA517C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2D3AF4DE-3779-4CB7-A984-48232D02F32F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D7E34541-C767-4B6B-838F-A7B37A8072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51562" name="Rectangle 3">
            <a:extLst>
              <a:ext uri="{FF2B5EF4-FFF2-40B4-BE49-F238E27FC236}">
                <a16:creationId xmlns:a16="http://schemas.microsoft.com/office/drawing/2014/main" id="{E16269FB-63EF-4E44-A73F-531C56E4A4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Señales de estado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</a:rPr>
              <a:t>Informan a la Unidad de Control del “</a:t>
            </a:r>
            <a:r>
              <a:rPr lang="es-ES" altLang="es-ES" sz="2400">
                <a:solidFill>
                  <a:srgbClr val="0070C0"/>
                </a:solidFill>
              </a:rPr>
              <a:t>estado</a:t>
            </a:r>
            <a:r>
              <a:rPr lang="es-ES" altLang="es-ES" sz="2400">
                <a:solidFill>
                  <a:srgbClr val="171717"/>
                </a:solidFill>
              </a:rPr>
              <a:t>” del camino de datos </a:t>
            </a:r>
          </a:p>
        </p:txBody>
      </p:sp>
      <p:grpSp>
        <p:nvGrpSpPr>
          <p:cNvPr id="151563" name="Grupo 228">
            <a:extLst>
              <a:ext uri="{FF2B5EF4-FFF2-40B4-BE49-F238E27FC236}">
                <a16:creationId xmlns:a16="http://schemas.microsoft.com/office/drawing/2014/main" id="{DB47FD97-EAF0-45D9-9647-11FF05D593DC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ECFFEA3C-E9A1-48EC-A207-5EF23DCBFF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14374D67-598C-44A7-B5C6-DA9AD9CCE5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0F150893-16C8-4BCD-A6EF-3C22461363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D8B2A2D7-1AB3-4654-B9A8-1F66CB9B06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D3A5F36C-5294-4D5E-B483-40832517A2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DDE65BE3-DFF3-4353-9C28-FD52656040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1DB2A5BB-3E70-49C1-B894-DD6890D95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7DDF12EA-2E80-4D5C-A888-6B5C4270C2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E703EA1C-3223-42C6-AC38-A2A220D1EF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902350FE-BA9B-4E64-8C79-FFA3900A07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3B150DC4-F039-4FC1-80E5-FB111ABB00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3FAE4A17-EAB2-4117-9C95-B9EB0C19BB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16740D12-63FD-4A44-A9C4-E0EC456C27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85B05665-627A-4B63-882C-0D52E8D3F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6972B441-20ED-4DE0-B886-6D793403BD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E2B6EEF8-4228-4CE2-9DDC-EFBBEDE977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F4425F5F-661B-49EF-B439-46137A460F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69D68AA4-2138-4571-B80F-FBE57A5A86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91E2C233-2E92-4B82-B7AE-AE370785D6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A48C5E25-F723-4C18-A421-F5D09EEBA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E393D4E3-6A14-4EB4-9B35-835C7CC39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B01C8F74-DA7D-4B27-8001-9749B3A6DA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6DE3ACE3-5E94-4ED7-A107-1C116DF0F7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78C38AF8-6AD4-4D21-B02A-2CB6BD042C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BA0DB9D7-A9A7-4D9F-94E1-1D0EB6BB0E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36C8C390-F99C-4884-B7E0-28DD509F75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3272D04F-E5D7-453B-B6A7-847D674318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0DF706A2-1F40-4212-BB1E-695EB644E4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F731A55A-2434-4FDE-81EE-D1C1C6DD7F3D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51564" name="Grupo 261">
            <a:extLst>
              <a:ext uri="{FF2B5EF4-FFF2-40B4-BE49-F238E27FC236}">
                <a16:creationId xmlns:a16="http://schemas.microsoft.com/office/drawing/2014/main" id="{52AEA358-4A10-4DB3-9DAF-322637962A36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FFE9D89A-AC3F-4835-92BC-34B9A15C72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D2515969-B72D-4DA2-B7C1-11E9CD17AE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0CE6E775-803A-458F-B487-0851AE21C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E4877A53-74ED-4D6E-8F5F-FE5CAED514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F94BA3C2-ECFC-4D80-BC42-3757EBB5CD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FA6DBEC1-FE6A-4650-9170-E8876DBCC0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5B63D7E7-9A1D-4462-A081-CC5ACB15BE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2CE5E7E0-1BCC-4511-BBC7-83E07CAFC4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BE28EE94-C20B-441B-B251-0CF28FABE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DEB26EB1-EB41-4770-95F4-1BD65DAF01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D4FE6973-1365-48D5-B280-218BE39E64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C51FE000-2F6A-4DCE-8511-3B822CD47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B34C5860-98A9-4ADD-9895-80A4635792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6518380F-C94D-4F63-9549-41DCD26FE0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38377B7B-8D5D-4330-9595-8260BA5A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FD7B4835-151B-4424-A47D-635ED27192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08D80C28-7AD2-472C-B3E5-BDB48DB7295F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3C9B687A-C483-477E-B79F-4D4BBE5DBC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A4771AEA-7554-4195-B45E-A78DA2719C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BEC7BE5A-8093-4F51-9C39-82096400E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40C7897E-CA1B-4F18-9FA8-F3EAC3F56E54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6D991AD9-1D54-40A3-88F2-2EFFFC560F7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0AABF8CC-BD52-4B17-8A9A-5E330D9DB7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C938F764-CCB9-469C-8BB5-286A991A32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D9DE0E6C-94A5-40DE-BC5F-B2A122E587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869D6E01-23A3-4E4A-9B1F-92160227D2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A4AEBEAA-3006-4458-8B19-6B565F7FF1B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AC934518-8ABC-4B5B-ACE3-6C11CA42A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CC85FA1B-B103-4DCD-897A-B194D63097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8C215FE9-D7B8-4447-BD6B-E39FE56C5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733DD16B-13DF-4467-A44C-8F9699CF72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7208134F-D7D1-491F-9488-8B6EBA784B3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7AFC5A2E-AACB-44B1-A479-3E0D6A5AF7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47A7DC68-175B-467F-919E-420DF2D7A8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A3FE86FD-09A1-44FC-9B16-1E3E5EDD5F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CA3DA71B-EE50-4EC8-A340-CE6CC9FB489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81473E04-9D33-432A-9D92-B28C766663CC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DEA50BBD-C0DB-4A72-A839-A46C797A470E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51586" name="Grupo 303">
            <a:extLst>
              <a:ext uri="{FF2B5EF4-FFF2-40B4-BE49-F238E27FC236}">
                <a16:creationId xmlns:a16="http://schemas.microsoft.com/office/drawing/2014/main" id="{CDB2706B-5539-4D69-9999-9C9478DF3709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887ABBB1-6B65-4493-93E9-93EC830C43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57F1CBF9-8AF2-42D4-A014-9D984EE9E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768922CE-063B-4100-9BD3-214639DC44F4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0E9203C0-F2D0-43C0-B243-64D21A37A7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4621EBAB-4AC7-40B9-B34C-8BD823856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3FF23FE4-88AF-41E2-9069-153A2E0CB0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DD5FB6D8-B2EC-494E-A15A-B969DE7A7A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60DC1B03-6397-4DC9-B588-7A618FFC21B1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B10866DD-C457-4AFA-8B20-63FCEFEF4E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9EBA2075-2F94-432A-894D-28320BE1D9A6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637B03E7-BFF2-449C-B00D-E3D707C26909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704FA8B8-D07D-4E74-8A37-DB4074017D70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69B79165-D125-4166-83AD-CC4840367E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AC1B86A6-85FD-4266-9A95-44660CF29D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81AF6707-7F0E-4A44-B884-A4029B894507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DE8494E4-1EEF-4CA8-B6CC-24C7DBDFCD6D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2CCB1796-971D-4CC1-968F-A46D63F7258E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1597" name="Grupo 27">
            <a:extLst>
              <a:ext uri="{FF2B5EF4-FFF2-40B4-BE49-F238E27FC236}">
                <a16:creationId xmlns:a16="http://schemas.microsoft.com/office/drawing/2014/main" id="{74694B97-6F66-473C-9026-9F5314CC3725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BD2B8975-019B-49A5-9034-55ABD98A95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B0663A9A-3F21-44F0-B9FC-AB69590C2D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3385F461-DF29-46C5-8F11-B837227B2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E0126530-9ABD-4419-84EC-79088F949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418B5C8C-C6AE-44E2-9D76-328C2CF8CB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ADFADB2E-CFAB-4176-86B5-6D7FF646DE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7C5566AA-14B0-481A-A08B-7876957D97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167C1DB9-7968-4CCA-8D73-6F249A5C6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650DF691-D5D9-43CE-B8D1-7B8EC163A4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F5F40155-181C-4A7A-BCCE-20F12639D686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04192EC3-A5A7-4F57-8DB7-1142CAE52E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5ACD97A3-73ED-4971-B01C-B64ACEF17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5277E7C3-AD72-4637-A044-257E972AC477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BA1B57D0-2B7C-4820-A898-D37A5B59914D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9E4C5B99-36BF-43B4-9F45-F952542F4489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2A9CF4FA-80A7-409A-A77D-F38AE1C27DC1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691E3594-CCE2-43D9-98F1-3546BF630F4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F11E5E68-9549-4CED-A3AB-96A9A498361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186858D8-0C4C-4F13-8548-D17AD0BBD0EB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1605" name="Grupo 4">
            <a:extLst>
              <a:ext uri="{FF2B5EF4-FFF2-40B4-BE49-F238E27FC236}">
                <a16:creationId xmlns:a16="http://schemas.microsoft.com/office/drawing/2014/main" id="{276FF9DB-51E2-45A3-BE98-45FD876619C5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6E1FD2BC-6F1B-4182-ACAF-40AA98F5D6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A937D174-7B47-41D8-B7B9-F91C684B8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52612768-7C31-4175-96C0-A66ADAF39B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931AE051-2A08-41F0-BC42-A95DADE5C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CF80A637-B914-44C0-B39A-8C47D054BA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C2BFB1CB-33D7-4149-A893-AB70ACEB1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E90970CA-0E13-4186-A9E7-2B04FD0B09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4EFEDB49-241D-48B9-BA99-75CCE80C73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A99D87EE-9346-4607-B8B4-A71DF76E34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D72E4144-93F5-442C-819D-44970AC3BB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207A350E-75DA-4D40-85B7-412CC7F95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FD858FE0-1E58-4453-9C9B-84293222FE68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7931FB16-F48D-41AD-AFC7-207FD5DC016E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50311D34-1257-42CD-BBB5-4623DB016A84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1609" name="Grupo 138">
            <a:extLst>
              <a:ext uri="{FF2B5EF4-FFF2-40B4-BE49-F238E27FC236}">
                <a16:creationId xmlns:a16="http://schemas.microsoft.com/office/drawing/2014/main" id="{A8D1D4ED-6147-4656-9097-78B7DBF8A182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9B7D461B-4E3C-4B08-925A-3F18CF047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891E35ED-BFF5-445C-AEA0-1E623E42E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CF3BF255-1695-4DED-BE41-F18A48E22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3AC1B068-CED8-4F54-9111-55BA5015D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5AC650A6-0A38-41A1-A3E3-EAAA89DAF3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E7B2FD5F-C9CB-447C-865E-826457153E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CBAF3C48-CE90-490D-A772-7370FCEEFC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EF49264F-608B-443E-809F-0A1620309BD5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868E216C-9072-41A4-B6C1-959EF312C9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51610" name="Grupo 148">
            <a:extLst>
              <a:ext uri="{FF2B5EF4-FFF2-40B4-BE49-F238E27FC236}">
                <a16:creationId xmlns:a16="http://schemas.microsoft.com/office/drawing/2014/main" id="{C2F1E478-D071-46E1-9067-2785ECD5605A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3292EA8A-E98A-4D8C-8439-42370227D9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CCE097BA-6A26-49CF-8311-E698E953F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738D7AAD-4CF0-4C84-96FE-D846DED88A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331A0B3C-6143-4229-A4BF-90504C35B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EF1351FD-C808-4B2E-8797-75CACFDFA3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306318EB-5C56-4614-AE06-DDDE49146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99EEF082-26FC-4A33-89DF-DBE772B5E8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63DF1F38-C164-4999-9054-B297A38BAE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04211E18-82A5-4BED-8437-FB9D24E8AC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09FD3415-312B-4BC4-8C1A-56FACFA1C3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2079284E-9340-4062-B5C8-813A3C7D61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14EDB12F-9306-43D8-A7AD-B5D3F15EC0A5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FEF4BEA7-5ECC-481F-A4CD-B4CA5CAE88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C74F133C-C9B9-468D-A420-34BE83CA47FE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1614" name="Grupo 188">
            <a:extLst>
              <a:ext uri="{FF2B5EF4-FFF2-40B4-BE49-F238E27FC236}">
                <a16:creationId xmlns:a16="http://schemas.microsoft.com/office/drawing/2014/main" id="{177AA2FA-CD10-4832-B93D-A43B27D98674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92D2142C-EB02-45EB-BED2-97D5912CD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EF1B15B4-959E-4E6E-8855-9894FC43F4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6F6F19F3-9D38-4558-ADE5-43032C113D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861F87E7-7630-4583-ACF6-F5F5D437D2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EE90F53C-0A5B-4596-BD8D-5D62EFC62F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F0892F8E-9076-47FB-9121-260C5D023E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96AA2A4E-520B-4420-8C94-AE9FC060E5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0923CB4B-C3BB-46EF-88F1-085DADD3FA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E02C359D-85EC-4F0A-8EB6-48C64BACAF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A42D86B6-7101-4171-A46C-E12E93E7F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EA0C6FA7-0244-4048-B1CA-1400DFDE5AEB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1616" name="Grupo 47">
            <a:extLst>
              <a:ext uri="{FF2B5EF4-FFF2-40B4-BE49-F238E27FC236}">
                <a16:creationId xmlns:a16="http://schemas.microsoft.com/office/drawing/2014/main" id="{CACC0015-9637-4486-B065-9BBC2528F4C7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99F2E338-D99B-4FC2-B15E-4C07A31653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E00E2E6D-1DC8-4977-9DEF-509EEA800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AA2F768B-3EAD-4014-A792-6BCFEA932F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F64DDEEF-2510-40EA-9EAB-59D18B919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978C6F8B-5E6A-4A55-8EF2-6B01BD2B7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D65465A8-78C6-479C-AE03-4D76ECB00F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97E344B7-D013-436C-8210-589718168E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38102D7C-94C7-4E56-9922-BFE44D24E2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D0B343E6-5541-4FC8-B2A6-29C2C4A9CB5E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60311791-5CD1-4B46-9F8D-F0493953C9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525AC74C-D9CE-44CD-952B-1B89FCE48A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5DADD281-1B77-443F-B754-D8DA8A43B8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CE414FCB-802D-4A58-B177-5DB360493B8F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50668845-52CF-4563-9FD1-5A00D1677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5FE5A0BD-1DB3-4950-A35C-E8776CFA749B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1620" name="Grupo 9">
            <a:extLst>
              <a:ext uri="{FF2B5EF4-FFF2-40B4-BE49-F238E27FC236}">
                <a16:creationId xmlns:a16="http://schemas.microsoft.com/office/drawing/2014/main" id="{01245B1E-C995-4A24-A68A-6113E67D7348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3981AA6A-2150-4806-B711-835161DCD7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52BD8A9F-2467-4D5A-B926-17FE073EC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FFDDD233-5742-426E-B98F-CC24AB4921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2C5D02B5-4446-4583-9DE7-EDAFCE04D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D848D553-888A-4033-9184-7B0354CFFB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37DD8F39-9156-498D-8E11-816F4C8300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74B56F12-9864-4FD7-A61D-585E565B7E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0D70C27A-7889-477D-8FC9-00F8638F5D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97063381-E565-4C47-96B2-CC66CE7BD1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54E32FFC-F5A9-40FD-9AF8-C6E31CC91B57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D4DEEB88-9E9D-4F37-A8E4-7C8C42F08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D325B9C1-6296-441F-B89A-7A72A2105A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D4ED2CD9-9F0A-4CDB-9A2B-63E279F681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0E281A7D-7A0A-4E69-A125-6D86E782F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7FE80B73-9E74-46EF-935E-29E4975B54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82BE6AD1-F3D7-4461-8007-EA0F556654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586FFA1C-DF43-4115-B6CD-914A338E1D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B83F0DCD-D0CD-45E7-9486-061A86195EA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4602DF4C-D235-4BA9-BEE9-CFE1E5F961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3FEFBDF2-F722-4F5F-A4A7-F0CFB5BCB45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875D97F6-01ED-46A9-8243-AB88E6F7E325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86EC03D0-CCC2-4269-9863-7619E87BFF2D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044D9870-4BA2-4CDD-8906-CC887612AB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1325" y="6488113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4E90CDEA-F98C-4F27-8AD1-2EAD18582D20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628" name="Text Box 72">
            <a:extLst>
              <a:ext uri="{FF2B5EF4-FFF2-40B4-BE49-F238E27FC236}">
                <a16:creationId xmlns:a16="http://schemas.microsoft.com/office/drawing/2014/main" id="{52373BEC-EEF4-485C-9850-80BB8E66E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51629" name="Line 71">
            <a:extLst>
              <a:ext uri="{FF2B5EF4-FFF2-40B4-BE49-F238E27FC236}">
                <a16:creationId xmlns:a16="http://schemas.microsoft.com/office/drawing/2014/main" id="{417170EB-65AB-4BE4-B25C-241122B065D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41FF8982-BFCE-4321-814A-D074E48354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03CD27CB-A872-4626-B8D4-85DE010244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B3964549-1519-417B-BBFC-DF7F7C12AE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51633" name="Text Box 50">
            <a:extLst>
              <a:ext uri="{FF2B5EF4-FFF2-40B4-BE49-F238E27FC236}">
                <a16:creationId xmlns:a16="http://schemas.microsoft.com/office/drawing/2014/main" id="{65793BC6-235C-4B09-89EF-45EEE4026F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51634" name="Text Box 50">
            <a:extLst>
              <a:ext uri="{FF2B5EF4-FFF2-40B4-BE49-F238E27FC236}">
                <a16:creationId xmlns:a16="http://schemas.microsoft.com/office/drawing/2014/main" id="{62AD321D-D602-4CF3-A2DE-643DD7A630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51635" name="Text Box 50">
            <a:extLst>
              <a:ext uri="{FF2B5EF4-FFF2-40B4-BE49-F238E27FC236}">
                <a16:creationId xmlns:a16="http://schemas.microsoft.com/office/drawing/2014/main" id="{CC28829C-40D3-48C4-BC86-5E6A2823F2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94AB7216-00AB-4E24-A566-0AB054B561D7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1637" name="Grupo 324">
            <a:extLst>
              <a:ext uri="{FF2B5EF4-FFF2-40B4-BE49-F238E27FC236}">
                <a16:creationId xmlns:a16="http://schemas.microsoft.com/office/drawing/2014/main" id="{71F145E1-A3EA-440E-9DE1-5F985D10D69C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21" name="Forma libre 20">
              <a:extLst>
                <a:ext uri="{FF2B5EF4-FFF2-40B4-BE49-F238E27FC236}">
                  <a16:creationId xmlns:a16="http://schemas.microsoft.com/office/drawing/2014/main" id="{1BECBAC9-0626-4EF7-8B4D-12704D062052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3" name="Forma libre 22">
              <a:extLst>
                <a:ext uri="{FF2B5EF4-FFF2-40B4-BE49-F238E27FC236}">
                  <a16:creationId xmlns:a16="http://schemas.microsoft.com/office/drawing/2014/main" id="{DA8A5013-6FA6-4940-B871-04EC3DEECD3A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" name="Forma libre 25">
              <a:extLst>
                <a:ext uri="{FF2B5EF4-FFF2-40B4-BE49-F238E27FC236}">
                  <a16:creationId xmlns:a16="http://schemas.microsoft.com/office/drawing/2014/main" id="{33DB1CFA-5DC5-436C-96A9-4C5FD6589DAE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4" name="Forma libre 53">
              <a:extLst>
                <a:ext uri="{FF2B5EF4-FFF2-40B4-BE49-F238E27FC236}">
                  <a16:creationId xmlns:a16="http://schemas.microsoft.com/office/drawing/2014/main" id="{A19C68C3-B560-4DD0-B025-37CAEE35B3FB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13" name="Text Box 50">
            <a:extLst>
              <a:ext uri="{FF2B5EF4-FFF2-40B4-BE49-F238E27FC236}">
                <a16:creationId xmlns:a16="http://schemas.microsoft.com/office/drawing/2014/main" id="{A1F968D6-0819-470B-85A7-489BC09C0E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151639" name="Text Box 72">
            <a:extLst>
              <a:ext uri="{FF2B5EF4-FFF2-40B4-BE49-F238E27FC236}">
                <a16:creationId xmlns:a16="http://schemas.microsoft.com/office/drawing/2014/main" id="{F1AD56D3-ED2C-4C08-868D-82DB28536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F8461EBA-301C-4FBF-8C74-C993EA43C8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9688" y="272573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31745F3E-549C-4AC0-B03E-2C19BA7591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1" name="Text Box 50">
            <a:extLst>
              <a:ext uri="{FF2B5EF4-FFF2-40B4-BE49-F238E27FC236}">
                <a16:creationId xmlns:a16="http://schemas.microsoft.com/office/drawing/2014/main" id="{E7AEAA5D-9B32-47FC-A963-E48D65BFC7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ALUctr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9724AD88-A875-4B35-BE4F-607295E391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F56166BC-F1A1-4C45-A5F3-ADA968C796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grpSp>
        <p:nvGrpSpPr>
          <p:cNvPr id="151645" name="Grupo 227">
            <a:extLst>
              <a:ext uri="{FF2B5EF4-FFF2-40B4-BE49-F238E27FC236}">
                <a16:creationId xmlns:a16="http://schemas.microsoft.com/office/drawing/2014/main" id="{EBBFA35C-EE17-41C8-8A9B-8D704DC3ED4B}"/>
              </a:ext>
            </a:extLst>
          </p:cNvPr>
          <p:cNvGrpSpPr>
            <a:grpSpLocks/>
          </p:cNvGrpSpPr>
          <p:nvPr/>
        </p:nvGrpSpPr>
        <p:grpSpPr bwMode="auto">
          <a:xfrm>
            <a:off x="1543050" y="2938463"/>
            <a:ext cx="9350375" cy="1335087"/>
            <a:chOff x="1543714" y="2637456"/>
            <a:chExt cx="9349007" cy="1636361"/>
          </a:xfrm>
        </p:grpSpPr>
        <p:cxnSp>
          <p:nvCxnSpPr>
            <p:cNvPr id="233" name="Conector recto de flecha 232">
              <a:extLst>
                <a:ext uri="{FF2B5EF4-FFF2-40B4-BE49-F238E27FC236}">
                  <a16:creationId xmlns:a16="http://schemas.microsoft.com/office/drawing/2014/main" id="{0027180F-254C-43D6-A7BF-4065A65F37C2}"/>
                </a:ext>
              </a:extLst>
            </p:cNvPr>
            <p:cNvCxnSpPr>
              <a:cxnSpLocks/>
            </p:cNvCxnSpPr>
            <p:nvPr/>
          </p:nvCxnSpPr>
          <p:spPr>
            <a:xfrm>
              <a:off x="1543714" y="2637456"/>
              <a:ext cx="0" cy="1636361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Conector recto de flecha 233">
              <a:extLst>
                <a:ext uri="{FF2B5EF4-FFF2-40B4-BE49-F238E27FC236}">
                  <a16:creationId xmlns:a16="http://schemas.microsoft.com/office/drawing/2014/main" id="{DC71D742-C44E-446F-BBE3-C9A31CC467FB}"/>
                </a:ext>
              </a:extLst>
            </p:cNvPr>
            <p:cNvCxnSpPr>
              <a:cxnSpLocks/>
            </p:cNvCxnSpPr>
            <p:nvPr/>
          </p:nvCxnSpPr>
          <p:spPr>
            <a:xfrm>
              <a:off x="5796005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Conector recto de flecha 234">
              <a:extLst>
                <a:ext uri="{FF2B5EF4-FFF2-40B4-BE49-F238E27FC236}">
                  <a16:creationId xmlns:a16="http://schemas.microsoft.com/office/drawing/2014/main" id="{63225D70-2928-4828-9BE4-9A1F5B8D82F2}"/>
                </a:ext>
              </a:extLst>
            </p:cNvPr>
            <p:cNvCxnSpPr>
              <a:cxnSpLocks/>
            </p:cNvCxnSpPr>
            <p:nvPr/>
          </p:nvCxnSpPr>
          <p:spPr>
            <a:xfrm>
              <a:off x="8000719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Conector recto de flecha 262">
              <a:extLst>
                <a:ext uri="{FF2B5EF4-FFF2-40B4-BE49-F238E27FC236}">
                  <a16:creationId xmlns:a16="http://schemas.microsoft.com/office/drawing/2014/main" id="{A6F8830D-56B7-4173-AA28-80AF2A934046}"/>
                </a:ext>
              </a:extLst>
            </p:cNvPr>
            <p:cNvCxnSpPr>
              <a:cxnSpLocks/>
            </p:cNvCxnSpPr>
            <p:nvPr/>
          </p:nvCxnSpPr>
          <p:spPr>
            <a:xfrm>
              <a:off x="9549892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Conector recto de flecha 271">
              <a:extLst>
                <a:ext uri="{FF2B5EF4-FFF2-40B4-BE49-F238E27FC236}">
                  <a16:creationId xmlns:a16="http://schemas.microsoft.com/office/drawing/2014/main" id="{CB1EE96A-070A-40C9-A3A5-385E941646C2}"/>
                </a:ext>
              </a:extLst>
            </p:cNvPr>
            <p:cNvCxnSpPr>
              <a:cxnSpLocks/>
            </p:cNvCxnSpPr>
            <p:nvPr/>
          </p:nvCxnSpPr>
          <p:spPr>
            <a:xfrm>
              <a:off x="10892721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Conector recto de flecha 281">
              <a:extLst>
                <a:ext uri="{FF2B5EF4-FFF2-40B4-BE49-F238E27FC236}">
                  <a16:creationId xmlns:a16="http://schemas.microsoft.com/office/drawing/2014/main" id="{F30F6B2A-AD1C-4803-99D3-71A2A79DE6B3}"/>
                </a:ext>
              </a:extLst>
            </p:cNvPr>
            <p:cNvCxnSpPr>
              <a:cxnSpLocks/>
            </p:cNvCxnSpPr>
            <p:nvPr/>
          </p:nvCxnSpPr>
          <p:spPr>
            <a:xfrm>
              <a:off x="7226133" y="2637456"/>
              <a:ext cx="3175" cy="1620795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8" name="Text Box 50">
            <a:extLst>
              <a:ext uri="{FF2B5EF4-FFF2-40B4-BE49-F238E27FC236}">
                <a16:creationId xmlns:a16="http://schemas.microsoft.com/office/drawing/2014/main" id="{8BB3E0AD-81D9-47FE-9D7C-BD3067837D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51647" name="Line 71">
            <a:extLst>
              <a:ext uri="{FF2B5EF4-FFF2-40B4-BE49-F238E27FC236}">
                <a16:creationId xmlns:a16="http://schemas.microsoft.com/office/drawing/2014/main" id="{FA966F13-0350-4BE6-9870-0643136B7B2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51648" name="Text Box 72">
            <a:extLst>
              <a:ext uri="{FF2B5EF4-FFF2-40B4-BE49-F238E27FC236}">
                <a16:creationId xmlns:a16="http://schemas.microsoft.com/office/drawing/2014/main" id="{BDA810EF-D2D6-4054-8846-184817C52D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51649" name="Line 71">
            <a:extLst>
              <a:ext uri="{FF2B5EF4-FFF2-40B4-BE49-F238E27FC236}">
                <a16:creationId xmlns:a16="http://schemas.microsoft.com/office/drawing/2014/main" id="{9255A378-8306-4E1B-8C00-8A1001F7D14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51650" name="Text Box 72">
            <a:extLst>
              <a:ext uri="{FF2B5EF4-FFF2-40B4-BE49-F238E27FC236}">
                <a16:creationId xmlns:a16="http://schemas.microsoft.com/office/drawing/2014/main" id="{E0AEF906-B802-4B07-B5E7-C99C3E3397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51651" name="Line 71">
            <a:extLst>
              <a:ext uri="{FF2B5EF4-FFF2-40B4-BE49-F238E27FC236}">
                <a16:creationId xmlns:a16="http://schemas.microsoft.com/office/drawing/2014/main" id="{0DE777DB-ABE2-4F83-ACEE-35EE4ECAF1C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51652" name="Text Box 72">
            <a:extLst>
              <a:ext uri="{FF2B5EF4-FFF2-40B4-BE49-F238E27FC236}">
                <a16:creationId xmlns:a16="http://schemas.microsoft.com/office/drawing/2014/main" id="{34BD5974-E982-47AB-AA3A-F92A6BFE2D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</a:t>
            </a:r>
          </a:p>
        </p:txBody>
      </p:sp>
      <p:sp>
        <p:nvSpPr>
          <p:cNvPr id="151653" name="Line 71">
            <a:extLst>
              <a:ext uri="{FF2B5EF4-FFF2-40B4-BE49-F238E27FC236}">
                <a16:creationId xmlns:a16="http://schemas.microsoft.com/office/drawing/2014/main" id="{8B4E7B09-5EFB-4A11-A0E2-43853823A49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51654" name="Text Box 72">
            <a:extLst>
              <a:ext uri="{FF2B5EF4-FFF2-40B4-BE49-F238E27FC236}">
                <a16:creationId xmlns:a16="http://schemas.microsoft.com/office/drawing/2014/main" id="{83BB7422-D4EB-466B-B4ED-6470CFCEF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51655" name="Line 71">
            <a:extLst>
              <a:ext uri="{FF2B5EF4-FFF2-40B4-BE49-F238E27FC236}">
                <a16:creationId xmlns:a16="http://schemas.microsoft.com/office/drawing/2014/main" id="{2ACF1D47-30F6-4FBE-AB3E-0F44BBC56B0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1" name="Text Box 50">
            <a:extLst>
              <a:ext uri="{FF2B5EF4-FFF2-40B4-BE49-F238E27FC236}">
                <a16:creationId xmlns:a16="http://schemas.microsoft.com/office/drawing/2014/main" id="{6C712CAD-39F5-47B6-9EBC-89686CF863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4" name="Marcador de número de diapositiva 23">
            <a:extLst>
              <a:ext uri="{FF2B5EF4-FFF2-40B4-BE49-F238E27FC236}">
                <a16:creationId xmlns:a16="http://schemas.microsoft.com/office/drawing/2014/main" id="{C5689B10-717D-4106-900E-D03E2D9EB3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61F8F86-F4E8-4C77-8E6B-DF109DE254DD}" type="slidenum">
              <a:rPr lang="es-ES" altLang="es-ES">
                <a:solidFill>
                  <a:srgbClr val="171717"/>
                </a:solidFill>
              </a:rPr>
              <a:pPr/>
              <a:t>75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Forma libre 175">
            <a:extLst>
              <a:ext uri="{FF2B5EF4-FFF2-40B4-BE49-F238E27FC236}">
                <a16:creationId xmlns:a16="http://schemas.microsoft.com/office/drawing/2014/main" id="{9FA70602-C5E3-4F00-B7E6-0291B61F8807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DDE2A04C-D5B0-4C9E-AB7E-6DB46A56DF2F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88609CAE-7248-4900-A90B-5C8219FA98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780E8209-838C-4FF0-86F2-A8A9907FD65D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69C43759-BADB-4AC5-B05F-C822981A8039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87C0FB5D-A366-4C77-919B-2DFA2F45D591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F9C1826D-E55C-401D-B483-BE111B3738F3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E2E6882D-5DAE-4BEA-94AA-7A5153DB7D40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B8186BFC-F3FD-404B-97F7-7A6AE68E22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camino de datos monociclo</a:t>
            </a:r>
          </a:p>
        </p:txBody>
      </p:sp>
      <p:sp>
        <p:nvSpPr>
          <p:cNvPr id="153610" name="Rectangle 3">
            <a:extLst>
              <a:ext uri="{FF2B5EF4-FFF2-40B4-BE49-F238E27FC236}">
                <a16:creationId xmlns:a16="http://schemas.microsoft.com/office/drawing/2014/main" id="{C9652C57-A01E-4A02-A465-B2CAD096D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Señales de reloj y reset</a:t>
            </a:r>
          </a:p>
        </p:txBody>
      </p:sp>
      <p:grpSp>
        <p:nvGrpSpPr>
          <p:cNvPr id="153611" name="Grupo 228">
            <a:extLst>
              <a:ext uri="{FF2B5EF4-FFF2-40B4-BE49-F238E27FC236}">
                <a16:creationId xmlns:a16="http://schemas.microsoft.com/office/drawing/2014/main" id="{F14CD841-4D1B-4F5E-BEE0-65671471A394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C8A2D2AA-69CF-4CA4-A06D-873AF2B5B1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DAE14E50-5092-43FC-A586-018612185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1ED731F4-1F70-49E1-B68A-35512326B8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D22E5A80-1F6C-48BE-A058-FAD8B91B80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2E512F3A-D793-4396-9308-FF67A03A3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C8543DC1-A015-4F7E-BA71-443EAD460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377355A1-15EA-409F-A7E3-17D8E712C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29693DDF-CA04-4EEC-B1D9-1EA7CF1979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7E30A084-F1A1-44BC-9C9E-459F2F4B89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397A7BB8-C904-4276-AD7D-726943A9CC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24F06C1C-6143-4C5E-A9B2-F2D12A9514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F3B4A59C-C6E6-4667-B375-6E9EAE7C2E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774EF2BF-1F85-402C-84D1-2EDD365520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29843F60-8B3C-4808-A139-4F6E08DBBD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8C678CB7-4790-46C5-9CA2-B6661042A8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73E305AC-4B0D-4F4E-9D95-C4922D2EC7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33A72697-714C-4EF2-A92D-D6014BC1D3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E65AAF23-2E3B-4FF4-8C73-A52CED600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038ED158-5470-4DE6-9BC4-57647C48BF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EA5B870F-9D56-4184-890A-28096DF020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33FA98D6-0567-4BCA-B577-4844274CBB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C3BFB5D4-9937-4845-B79A-9827982F81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D2322492-5AED-40CF-A17B-D190DF44BA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FE28E812-1FDC-406B-9FFD-5C38397362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7A8AA8FC-5391-4F4D-8DC3-C45724EF3C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C4209A72-7C32-421D-A0A5-5E36BB763F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4AB1EB42-63B9-402A-BDC6-AF7D3CC45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09F1ED1F-49C2-489D-8133-9644F467CF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84E2AA80-3D9A-4EC3-B54C-E0B5CD5C62A8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53612" name="Grupo 261">
            <a:extLst>
              <a:ext uri="{FF2B5EF4-FFF2-40B4-BE49-F238E27FC236}">
                <a16:creationId xmlns:a16="http://schemas.microsoft.com/office/drawing/2014/main" id="{2567677A-3E3F-40E5-86C4-46A13CB27B83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F58C0DC6-0D01-42C0-9AD4-0654F8F051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C4F1528A-4011-44AD-862D-93F75CEF8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24FDDB3D-274F-44C0-8258-354DF06A4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114930FA-9059-4CCE-99AA-9C54C1604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F31454E5-DA76-4E0C-A030-4D550EBAF6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93F755C2-B288-4BF9-AF0B-8713287F45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BC7494BF-3A2C-4FF4-8671-126011248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522C60E5-7C26-4303-944E-7A39A936CF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2EBD847E-53BD-41F9-9526-7397AE578D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547EF3EC-54B0-4C5B-AED0-5FC58F741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9FDFC1B3-3C84-4C7A-A843-693C1A6695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FA4308CC-2C8E-4176-A9C2-1BDA5EDD3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AA8EF286-38C7-4CCF-A0D8-2190A3E115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4E9B3E3A-BD29-49CC-A4C7-965FAE5AF5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E7D37825-C15B-407C-B892-B2C2C5D972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6C145370-F6ED-4D12-88CC-666B22CFB5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DF0C74A8-5630-4681-B61D-40D1750F6665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41CB8684-5F32-44D4-B175-B568983CE1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83C3EFD8-F103-436A-BE25-8FB6A6C739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3B952226-B495-4DE1-9CE6-32C658C762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B394C6C6-662A-4FC4-8F80-3B5D3A359E66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4B9485BD-B764-4E6A-88C0-223ED969389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AEA951F5-2ADB-4747-8E72-DDB261F662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74F04807-23E6-4E43-A469-7C60D969E5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23EFE2DB-D1DD-45AD-8126-02178E3B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5ED4AE72-C347-4CB7-8136-A2B493BCE6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7E0AE5B4-FDBE-4F79-97A1-C868F6A5A14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CF523D32-61F5-45C8-8943-5C99085B17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C0079AD2-F357-4B53-AE60-B6FE61F16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23F02909-2619-4817-A7FB-00CF16659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A02C9674-8B06-4EDE-BC96-C49D255D67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76E55170-28C2-4E02-B55A-F8C0599EF07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5ACB3C07-DC93-4C83-9ABE-22EC316DF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94FAD7DC-DC40-47DF-AAFB-32EF97759F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5D71D6AA-3E29-4A41-AB20-514614B3A47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1D867EEA-3998-4CF4-9BE3-D9B78EC0F6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72EE38DD-0830-4D0E-818F-4CA14AD9522E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80FAA89F-8687-427F-9937-015C5AC0D1F0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53634" name="Grupo 303">
            <a:extLst>
              <a:ext uri="{FF2B5EF4-FFF2-40B4-BE49-F238E27FC236}">
                <a16:creationId xmlns:a16="http://schemas.microsoft.com/office/drawing/2014/main" id="{7158BD98-D611-48D7-A500-667CB496908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14068F1E-138C-44E9-BEFD-E89BA5BA07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393D0995-2786-49D2-9889-9DB01954E2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B73EBE17-E81A-43EE-B361-440B41258BA2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6BCF8CEE-0B7D-4747-9A82-D63F214440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E90DDBBA-AFA3-40EF-986E-E908F184D4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9E4142A7-3863-4682-8F18-8CC8AD4524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41709C91-12BD-4108-874F-CC8CB10B4F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46C62D87-9234-4034-8982-9E2B8032EBDB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9BBDBFA2-24E2-4F69-9656-FF4298E6C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712D071E-1DB8-4F9F-961E-4B9887FFCC85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4F84A4C1-2EA2-43A1-9495-DC19C46545D9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5C62B4E0-ED72-4B11-84F4-805C160C8D5E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DEAD6495-6D69-4B5A-83AD-E959EFE1F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1A4A6477-2169-4530-A879-73DDFC88C9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444EDB57-6633-45D6-A024-A88D539B7398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806F4DEE-B3F7-40E7-88A2-A86545D62D7C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C1C64B98-58CF-47A2-91ED-5FAB05C9016D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3645" name="Grupo 27">
            <a:extLst>
              <a:ext uri="{FF2B5EF4-FFF2-40B4-BE49-F238E27FC236}">
                <a16:creationId xmlns:a16="http://schemas.microsoft.com/office/drawing/2014/main" id="{E2741AA0-5EEF-40FB-8EC9-480E9D935B34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A199E4F0-9738-409D-BF3C-7D38ECFB0D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BBEAF792-9FA2-4D22-BF29-9DD6C3EA6C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EC350188-2207-4CE5-A7A5-C449AD8EF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130AB8AE-7005-4483-9B3F-244C939F35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225DA879-7D59-49D5-AC83-D57FD3A621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3B26D8BB-D42A-48E6-9A41-E47D54D968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67744812-BF27-4397-AD92-3CA9DA3C83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DCC6E8B8-CD94-409A-9C74-47C0029B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E13DDDBE-8B82-4D04-B303-515A992195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0A9AD536-EF67-4B92-B4CE-95FBE2874098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7585BC9A-4C03-4742-9964-0073BB99E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75898464-FA39-4655-AFC6-7D7E51ED5B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D84F7028-07AD-4C52-BD02-E9A25EFD899E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A8BC1B9C-E7C1-4A0F-BE6D-3AE3F1E4C2CE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60CFC723-83B6-454C-9B99-5F70BD3EC0FD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80B2EC5D-BA69-49C9-A715-6C857D6F71E0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C8F66063-46BA-4B3D-95D4-F24847928F8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26C5C23F-A500-4D63-ABD3-EB3712CC2F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449F7991-C3C7-4957-9A69-75931396570D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3653" name="Grupo 4">
            <a:extLst>
              <a:ext uri="{FF2B5EF4-FFF2-40B4-BE49-F238E27FC236}">
                <a16:creationId xmlns:a16="http://schemas.microsoft.com/office/drawing/2014/main" id="{DB6C3E55-D570-4893-96C2-D63F8236358F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3C5C7D18-ED35-45BB-B933-6611A5480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6430EEDE-6A8E-4F53-8930-68BBE30796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F06E22B5-4F57-4DCF-8E07-C84706C154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C1DA5B0A-BC38-4667-B22E-9DAA654A2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525ABC4D-DB49-4BB4-9A22-BD8EF97318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0D67040B-326A-4C02-854B-D116933223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3585E1C4-57D6-4D4A-A1D3-DB06D354FC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9CB142A0-04AD-49C6-93BE-E2972D2D53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6D2F34B5-C970-4165-A638-5B1C6F35D9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21EA07E7-5366-41BF-B2E4-A4086A8F0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D26455AE-5B5D-47CA-BFDB-4A359168D3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AFA469C1-F906-4D42-9D42-DA1DA007D602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0367C605-447A-406F-B3EF-AF059135103C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4552272F-2F93-4342-8CA3-DA7F8DA7CC85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3657" name="Grupo 138">
            <a:extLst>
              <a:ext uri="{FF2B5EF4-FFF2-40B4-BE49-F238E27FC236}">
                <a16:creationId xmlns:a16="http://schemas.microsoft.com/office/drawing/2014/main" id="{8780BEDF-A64F-4850-846C-2D5A2247E93D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2978A5F4-9C29-42DE-AAB6-AF0E4D7F3F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9376FC4C-B364-4F59-9277-16B6B46A02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1D310118-2EBA-4E9B-ADAF-610FB21FE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FC3984D4-7DBB-491A-8BAD-BAB658C90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B6C3EF18-8AA4-43A6-B7CC-5C7C7E56AC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02D01007-3D43-4E81-99A9-50A3EE78AD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8EC39864-4916-4A70-A7EA-0705C291B5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45F3BBD0-C895-4A91-9E64-80827087C597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D0DA5F6C-71DD-4F32-A99A-EFCEA6F2E0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53658" name="Grupo 148">
            <a:extLst>
              <a:ext uri="{FF2B5EF4-FFF2-40B4-BE49-F238E27FC236}">
                <a16:creationId xmlns:a16="http://schemas.microsoft.com/office/drawing/2014/main" id="{0479FB5C-5830-485C-8EE2-3B6309C9D36A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DD53DD9A-C215-470C-B5DB-61F8036DA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5442B88C-9976-48E5-AE05-03A6458579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E4A20FEE-B0EF-4D40-BF52-18A674DA7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6EAD3E3E-DC43-4035-9864-849BD619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D1026A49-C97C-457B-8CED-7783D81BA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962DF5C6-D542-4038-BEDA-C08843571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D3B2F723-C067-4260-8623-8E6B97297E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83552BF6-C9A6-4ED4-B3F8-D16A765E25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829F181F-4B15-4FC2-9E83-898386C49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DEB1A45E-17F9-454D-938C-E6C7AAD10E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A7B4244B-048E-43F8-9964-C8CDB2929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DFDDF507-BE94-4110-9A74-F298B0180884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D34A1467-540D-4E44-82E8-D8BF3B38F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30492AA6-B9A3-40C1-86D3-2FEAF6297E5D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3662" name="Grupo 188">
            <a:extLst>
              <a:ext uri="{FF2B5EF4-FFF2-40B4-BE49-F238E27FC236}">
                <a16:creationId xmlns:a16="http://schemas.microsoft.com/office/drawing/2014/main" id="{F59B354F-58D6-4082-9B3D-80F82339E9A4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2B188D9B-D226-46F9-9876-9AF08352E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A53A402C-EFE8-49A4-A4C5-22CDAB28C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B96BA675-D9A6-489C-81BB-7E93148D8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CC49D97A-8FB4-4EDB-B770-DA68D68034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962B2771-7565-4FB1-B05E-85AF171633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D14F5E58-135E-4700-81CD-91F7333A9C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E34E4D0B-26A4-4CAB-BA32-BD574ED0D8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744FA181-9B8A-48CA-A07F-5F70613B8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20A871E6-252F-4DD2-96EB-83BEC7044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54595438-6A49-4419-9411-58EDD4561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BE7A7E43-DF2A-4D77-ACC0-6B5CA769DBFF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3664" name="Grupo 47">
            <a:extLst>
              <a:ext uri="{FF2B5EF4-FFF2-40B4-BE49-F238E27FC236}">
                <a16:creationId xmlns:a16="http://schemas.microsoft.com/office/drawing/2014/main" id="{A96B92C6-99CF-4196-AA4D-567F1FB28AF6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C9592E9E-096F-4D9B-9D44-7A901AF42A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9DBDD14B-35A4-432B-A577-5CEABE87B2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1F203AA4-6974-45DA-A8BA-D238210F6C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11C96B1E-FF43-4150-829F-63F6C6D48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9C2316D7-DFFE-4065-AC0A-CFBD6440D1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293C1665-501C-4E96-AC25-DF719339BB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D658ABD3-11B6-430E-BA79-449A7AAF20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189EB8A6-4F7B-4224-80B0-9C53D7C1C2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97D67CE0-2346-4CEF-BB6D-5DC1D422DAB4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A687E2C7-04FA-4A5A-BBB7-FD05E9B2C4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AE041B60-A9EF-4316-9261-6274332A99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9F7E352B-6B18-4F93-AB60-8156EB8AB1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731DBE3F-C99B-486D-A080-D2C5CA535178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A47CC819-2DCF-4EDC-A48D-0303D6AB0A9A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6C36082E-A1D2-4ABB-9C3D-C71F3634DBD5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53668" name="Grupo 9">
            <a:extLst>
              <a:ext uri="{FF2B5EF4-FFF2-40B4-BE49-F238E27FC236}">
                <a16:creationId xmlns:a16="http://schemas.microsoft.com/office/drawing/2014/main" id="{D879A81F-7EB2-4163-A9B1-EDAB2B6F9A2F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6193DD41-72DD-4B15-810C-3E4A78CF6A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C1B2A75C-3070-4D66-BFA2-D07474C25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7681A5DC-0899-4F5C-81FB-8B99FFA48F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FADA0C17-62E8-4A2A-8085-F39B90ED16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34B94FF4-C176-4B1F-8B56-72B2C8A957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AF448EDA-C36F-4FE1-ABD2-1631A97EBF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911639B8-3332-421F-B27D-CBECF46C02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0A378AF1-10EB-4D2D-B899-B1DD3C8357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F51490CC-4AE0-4A03-AB58-A2B608B9BA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DE045635-A064-4DA1-B485-E88B841A26B2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855B4241-761F-4A15-A500-044118DABB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4746CB18-8EF2-4EEE-ABF3-9562BF7095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A4E4B7C6-7A99-45B5-A042-BDB6FF4C8A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7849ED31-FBF7-4732-88AC-BEC100438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478ED15B-DD9D-429B-96CA-BAE66276B4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34179E2F-7DAD-4C95-9E13-B061B0BCB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1A9D7B4A-23D1-4B2E-A6AD-DD113370F9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6EE2841A-E730-4C5D-9A02-156026DE2C3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A7009328-B88C-46DE-B96E-1BA3CB929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41C4A4FC-3A27-4771-B475-1AC271EF18C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B21B0DA2-6A7A-4210-8A48-38E4AA457018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29C70872-34DC-40E7-B74F-E3246D6B8630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DCAA43D8-5141-4098-B4C0-81E017EC10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1325" y="6488113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D7823A23-35C2-4E41-A695-6DDEDA36286E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676" name="Text Box 72">
            <a:extLst>
              <a:ext uri="{FF2B5EF4-FFF2-40B4-BE49-F238E27FC236}">
                <a16:creationId xmlns:a16="http://schemas.microsoft.com/office/drawing/2014/main" id="{BA07F568-0202-4C02-B6F1-C72B29F777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53677" name="Line 71">
            <a:extLst>
              <a:ext uri="{FF2B5EF4-FFF2-40B4-BE49-F238E27FC236}">
                <a16:creationId xmlns:a16="http://schemas.microsoft.com/office/drawing/2014/main" id="{46308464-86B7-4B8B-BF88-AF6B42DB509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FA4A90FD-AF6D-465A-98F0-4E5D61DD79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7C2C714D-7C71-4DC0-A557-80A8653936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D8B3BDB9-DA5F-4405-B206-4A5898EFC7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53681" name="Text Box 50">
            <a:extLst>
              <a:ext uri="{FF2B5EF4-FFF2-40B4-BE49-F238E27FC236}">
                <a16:creationId xmlns:a16="http://schemas.microsoft.com/office/drawing/2014/main" id="{2B436DD8-50FB-457B-9DE4-53C64E290A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53682" name="Text Box 50">
            <a:extLst>
              <a:ext uri="{FF2B5EF4-FFF2-40B4-BE49-F238E27FC236}">
                <a16:creationId xmlns:a16="http://schemas.microsoft.com/office/drawing/2014/main" id="{523B0952-D636-46F1-88D1-1BEA5468F4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53683" name="Text Box 50">
            <a:extLst>
              <a:ext uri="{FF2B5EF4-FFF2-40B4-BE49-F238E27FC236}">
                <a16:creationId xmlns:a16="http://schemas.microsoft.com/office/drawing/2014/main" id="{F5BC9AB0-815F-45BC-8B91-DA0AB5005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A9DE1AB1-2ED1-4381-90E2-0764B97C286F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3685" name="Grupo 324">
            <a:extLst>
              <a:ext uri="{FF2B5EF4-FFF2-40B4-BE49-F238E27FC236}">
                <a16:creationId xmlns:a16="http://schemas.microsoft.com/office/drawing/2014/main" id="{54F64D94-AE7C-45DC-98DC-BFB445D6C1CC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21" name="Forma libre 20">
              <a:extLst>
                <a:ext uri="{FF2B5EF4-FFF2-40B4-BE49-F238E27FC236}">
                  <a16:creationId xmlns:a16="http://schemas.microsoft.com/office/drawing/2014/main" id="{A3929482-4183-4358-A526-D0A0DFA2ABBE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3" name="Forma libre 22">
              <a:extLst>
                <a:ext uri="{FF2B5EF4-FFF2-40B4-BE49-F238E27FC236}">
                  <a16:creationId xmlns:a16="http://schemas.microsoft.com/office/drawing/2014/main" id="{1AA57D9C-DF04-4004-A3EE-CD51E9C12121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" name="Forma libre 25">
              <a:extLst>
                <a:ext uri="{FF2B5EF4-FFF2-40B4-BE49-F238E27FC236}">
                  <a16:creationId xmlns:a16="http://schemas.microsoft.com/office/drawing/2014/main" id="{00BE3221-8E4A-4CA8-8A6E-67709BE135C0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4" name="Forma libre 53">
              <a:extLst>
                <a:ext uri="{FF2B5EF4-FFF2-40B4-BE49-F238E27FC236}">
                  <a16:creationId xmlns:a16="http://schemas.microsoft.com/office/drawing/2014/main" id="{8AF61D78-593B-4148-A246-638CDCCF2309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13" name="Text Box 50">
            <a:extLst>
              <a:ext uri="{FF2B5EF4-FFF2-40B4-BE49-F238E27FC236}">
                <a16:creationId xmlns:a16="http://schemas.microsoft.com/office/drawing/2014/main" id="{D1299F61-0135-4EC6-82AF-8B49AA626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153687" name="Text Box 72">
            <a:extLst>
              <a:ext uri="{FF2B5EF4-FFF2-40B4-BE49-F238E27FC236}">
                <a16:creationId xmlns:a16="http://schemas.microsoft.com/office/drawing/2014/main" id="{69761BE1-B87B-4342-8DA8-261636734C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2882C249-7999-4934-82DB-80F6A7191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9688" y="272573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A84C89C2-6396-4E5C-8D29-557AC9B01E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1" name="Text Box 50">
            <a:extLst>
              <a:ext uri="{FF2B5EF4-FFF2-40B4-BE49-F238E27FC236}">
                <a16:creationId xmlns:a16="http://schemas.microsoft.com/office/drawing/2014/main" id="{42C20303-D13B-4AEF-8F73-2B65D6EBD5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ALUctr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D0D402E8-2508-4C07-B13C-7FE295D96D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47372426-15FB-415D-8123-7CB4342F6C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grpSp>
        <p:nvGrpSpPr>
          <p:cNvPr id="153693" name="Grupo 227">
            <a:extLst>
              <a:ext uri="{FF2B5EF4-FFF2-40B4-BE49-F238E27FC236}">
                <a16:creationId xmlns:a16="http://schemas.microsoft.com/office/drawing/2014/main" id="{240AE7EB-2A02-44E2-9000-470A25ACCEDA}"/>
              </a:ext>
            </a:extLst>
          </p:cNvPr>
          <p:cNvGrpSpPr>
            <a:grpSpLocks/>
          </p:cNvGrpSpPr>
          <p:nvPr/>
        </p:nvGrpSpPr>
        <p:grpSpPr bwMode="auto">
          <a:xfrm>
            <a:off x="1543050" y="2938463"/>
            <a:ext cx="9350375" cy="1335087"/>
            <a:chOff x="1543714" y="2637456"/>
            <a:chExt cx="9349007" cy="1636361"/>
          </a:xfrm>
        </p:grpSpPr>
        <p:cxnSp>
          <p:nvCxnSpPr>
            <p:cNvPr id="233" name="Conector recto de flecha 232">
              <a:extLst>
                <a:ext uri="{FF2B5EF4-FFF2-40B4-BE49-F238E27FC236}">
                  <a16:creationId xmlns:a16="http://schemas.microsoft.com/office/drawing/2014/main" id="{770382C5-F0AA-42D2-A2B7-50A4C79D30C8}"/>
                </a:ext>
              </a:extLst>
            </p:cNvPr>
            <p:cNvCxnSpPr>
              <a:cxnSpLocks/>
            </p:cNvCxnSpPr>
            <p:nvPr/>
          </p:nvCxnSpPr>
          <p:spPr>
            <a:xfrm>
              <a:off x="1543714" y="2637456"/>
              <a:ext cx="0" cy="1636361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Conector recto de flecha 233">
              <a:extLst>
                <a:ext uri="{FF2B5EF4-FFF2-40B4-BE49-F238E27FC236}">
                  <a16:creationId xmlns:a16="http://schemas.microsoft.com/office/drawing/2014/main" id="{8A287CD9-2749-4C18-87F0-DF0E2617E8B5}"/>
                </a:ext>
              </a:extLst>
            </p:cNvPr>
            <p:cNvCxnSpPr>
              <a:cxnSpLocks/>
            </p:cNvCxnSpPr>
            <p:nvPr/>
          </p:nvCxnSpPr>
          <p:spPr>
            <a:xfrm>
              <a:off x="5796005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Conector recto de flecha 234">
              <a:extLst>
                <a:ext uri="{FF2B5EF4-FFF2-40B4-BE49-F238E27FC236}">
                  <a16:creationId xmlns:a16="http://schemas.microsoft.com/office/drawing/2014/main" id="{A9AAE694-3DF3-4117-A388-130D93F93FC5}"/>
                </a:ext>
              </a:extLst>
            </p:cNvPr>
            <p:cNvCxnSpPr>
              <a:cxnSpLocks/>
            </p:cNvCxnSpPr>
            <p:nvPr/>
          </p:nvCxnSpPr>
          <p:spPr>
            <a:xfrm>
              <a:off x="8000719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Conector recto de flecha 262">
              <a:extLst>
                <a:ext uri="{FF2B5EF4-FFF2-40B4-BE49-F238E27FC236}">
                  <a16:creationId xmlns:a16="http://schemas.microsoft.com/office/drawing/2014/main" id="{E5608096-E75E-4F80-867E-48059023D468}"/>
                </a:ext>
              </a:extLst>
            </p:cNvPr>
            <p:cNvCxnSpPr>
              <a:cxnSpLocks/>
            </p:cNvCxnSpPr>
            <p:nvPr/>
          </p:nvCxnSpPr>
          <p:spPr>
            <a:xfrm>
              <a:off x="9549892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Conector recto de flecha 271">
              <a:extLst>
                <a:ext uri="{FF2B5EF4-FFF2-40B4-BE49-F238E27FC236}">
                  <a16:creationId xmlns:a16="http://schemas.microsoft.com/office/drawing/2014/main" id="{4F4D788A-BFC9-4A1C-BA74-97AE3E1861B9}"/>
                </a:ext>
              </a:extLst>
            </p:cNvPr>
            <p:cNvCxnSpPr>
              <a:cxnSpLocks/>
            </p:cNvCxnSpPr>
            <p:nvPr/>
          </p:nvCxnSpPr>
          <p:spPr>
            <a:xfrm>
              <a:off x="10892721" y="2637456"/>
              <a:ext cx="0" cy="1346447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Conector recto de flecha 281">
              <a:extLst>
                <a:ext uri="{FF2B5EF4-FFF2-40B4-BE49-F238E27FC236}">
                  <a16:creationId xmlns:a16="http://schemas.microsoft.com/office/drawing/2014/main" id="{C2F1714B-F7C6-42C1-B2EF-DABF4FD6F297}"/>
                </a:ext>
              </a:extLst>
            </p:cNvPr>
            <p:cNvCxnSpPr>
              <a:cxnSpLocks/>
            </p:cNvCxnSpPr>
            <p:nvPr/>
          </p:nvCxnSpPr>
          <p:spPr>
            <a:xfrm>
              <a:off x="7226133" y="2637456"/>
              <a:ext cx="3175" cy="1620795"/>
            </a:xfrm>
            <a:prstGeom prst="straightConnector1">
              <a:avLst/>
            </a:prstGeom>
            <a:ln w="12700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8" name="Text Box 50">
            <a:extLst>
              <a:ext uri="{FF2B5EF4-FFF2-40B4-BE49-F238E27FC236}">
                <a16:creationId xmlns:a16="http://schemas.microsoft.com/office/drawing/2014/main" id="{13F95026-1C4F-420A-9B57-605A1AFAB0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53695" name="Line 71">
            <a:extLst>
              <a:ext uri="{FF2B5EF4-FFF2-40B4-BE49-F238E27FC236}">
                <a16:creationId xmlns:a16="http://schemas.microsoft.com/office/drawing/2014/main" id="{F6B44DC6-49AA-4A8D-A686-B619517EAF1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53696" name="Text Box 72">
            <a:extLst>
              <a:ext uri="{FF2B5EF4-FFF2-40B4-BE49-F238E27FC236}">
                <a16:creationId xmlns:a16="http://schemas.microsoft.com/office/drawing/2014/main" id="{D2730529-AC26-43AA-ACE7-D77A592924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53697" name="Line 71">
            <a:extLst>
              <a:ext uri="{FF2B5EF4-FFF2-40B4-BE49-F238E27FC236}">
                <a16:creationId xmlns:a16="http://schemas.microsoft.com/office/drawing/2014/main" id="{C827B899-6866-4B4E-B2AA-EC2CE9177F5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53698" name="Text Box 72">
            <a:extLst>
              <a:ext uri="{FF2B5EF4-FFF2-40B4-BE49-F238E27FC236}">
                <a16:creationId xmlns:a16="http://schemas.microsoft.com/office/drawing/2014/main" id="{02DC1F71-FC15-42B0-AECB-DEE1F8DF21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53699" name="Line 71">
            <a:extLst>
              <a:ext uri="{FF2B5EF4-FFF2-40B4-BE49-F238E27FC236}">
                <a16:creationId xmlns:a16="http://schemas.microsoft.com/office/drawing/2014/main" id="{BEBA45A8-4BD5-480B-9E9E-8C5150A79E5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53700" name="Text Box 72">
            <a:extLst>
              <a:ext uri="{FF2B5EF4-FFF2-40B4-BE49-F238E27FC236}">
                <a16:creationId xmlns:a16="http://schemas.microsoft.com/office/drawing/2014/main" id="{BC902B44-AD04-454C-B98E-0205EAB6D8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</a:t>
            </a:r>
          </a:p>
        </p:txBody>
      </p:sp>
      <p:sp>
        <p:nvSpPr>
          <p:cNvPr id="153701" name="Line 71">
            <a:extLst>
              <a:ext uri="{FF2B5EF4-FFF2-40B4-BE49-F238E27FC236}">
                <a16:creationId xmlns:a16="http://schemas.microsoft.com/office/drawing/2014/main" id="{02EFAF78-8FEE-4198-9A31-5810DEB832C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53702" name="Text Box 72">
            <a:extLst>
              <a:ext uri="{FF2B5EF4-FFF2-40B4-BE49-F238E27FC236}">
                <a16:creationId xmlns:a16="http://schemas.microsoft.com/office/drawing/2014/main" id="{AB6FFA22-892E-405F-BDC8-3CE94921CE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53703" name="Line 71">
            <a:extLst>
              <a:ext uri="{FF2B5EF4-FFF2-40B4-BE49-F238E27FC236}">
                <a16:creationId xmlns:a16="http://schemas.microsoft.com/office/drawing/2014/main" id="{32C58A38-EBB5-472A-93C9-3CA7DC82E9F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cxnSp>
        <p:nvCxnSpPr>
          <p:cNvPr id="11" name="Conector recto de flecha 10">
            <a:extLst>
              <a:ext uri="{FF2B5EF4-FFF2-40B4-BE49-F238E27FC236}">
                <a16:creationId xmlns:a16="http://schemas.microsoft.com/office/drawing/2014/main" id="{501012E0-FE8B-41CA-A892-815C0AC06803}"/>
              </a:ext>
            </a:extLst>
          </p:cNvPr>
          <p:cNvCxnSpPr>
            <a:cxnSpLocks/>
            <a:endCxn id="142" idx="0"/>
          </p:cNvCxnSpPr>
          <p:nvPr/>
        </p:nvCxnSpPr>
        <p:spPr>
          <a:xfrm flipH="1">
            <a:off x="2427288" y="2930525"/>
            <a:ext cx="9525" cy="1481138"/>
          </a:xfrm>
          <a:prstGeom prst="straightConnector1">
            <a:avLst/>
          </a:prstGeom>
          <a:ln w="12700">
            <a:solidFill>
              <a:srgbClr val="7030A0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 Box 50">
            <a:extLst>
              <a:ext uri="{FF2B5EF4-FFF2-40B4-BE49-F238E27FC236}">
                <a16:creationId xmlns:a16="http://schemas.microsoft.com/office/drawing/2014/main" id="{B8C0A705-6790-4F28-9F71-C5D733A39B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0913" y="2725738"/>
            <a:ext cx="43021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7030A0"/>
                </a:solidFill>
                <a:latin typeface="+mn-lt"/>
              </a:rPr>
              <a:t>reset</a:t>
            </a:r>
            <a:endParaRPr lang="es-ES" sz="1050" i="1" dirty="0">
              <a:solidFill>
                <a:srgbClr val="7030A0"/>
              </a:solidFill>
              <a:latin typeface="+mn-lt"/>
            </a:endParaRPr>
          </a:p>
        </p:txBody>
      </p:sp>
      <p:cxnSp>
        <p:nvCxnSpPr>
          <p:cNvPr id="62" name="Conector recto de flecha 61">
            <a:extLst>
              <a:ext uri="{FF2B5EF4-FFF2-40B4-BE49-F238E27FC236}">
                <a16:creationId xmlns:a16="http://schemas.microsoft.com/office/drawing/2014/main" id="{E1BD4F0A-6F2A-4F00-801A-8EE0A0F68BF8}"/>
              </a:ext>
            </a:extLst>
          </p:cNvPr>
          <p:cNvCxnSpPr>
            <a:cxnSpLocks/>
            <a:stCxn id="142" idx="2"/>
          </p:cNvCxnSpPr>
          <p:nvPr/>
        </p:nvCxnSpPr>
        <p:spPr>
          <a:xfrm flipH="1">
            <a:off x="2424113" y="4843463"/>
            <a:ext cx="3175" cy="1700212"/>
          </a:xfrm>
          <a:prstGeom prst="straightConnector1">
            <a:avLst/>
          </a:prstGeom>
          <a:ln w="12700">
            <a:solidFill>
              <a:schemeClr val="accent5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Text Box 50">
            <a:extLst>
              <a:ext uri="{FF2B5EF4-FFF2-40B4-BE49-F238E27FC236}">
                <a16:creationId xmlns:a16="http://schemas.microsoft.com/office/drawing/2014/main" id="{144CA924-7F18-4076-B24C-409B0C95BB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2188" y="6488113"/>
            <a:ext cx="3238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5"/>
                </a:solidFill>
                <a:latin typeface="+mn-lt"/>
              </a:rPr>
              <a:t>clk</a:t>
            </a:r>
            <a:endParaRPr lang="es-ES" sz="1050" i="1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11" name="Forma libre 210">
            <a:extLst>
              <a:ext uri="{FF2B5EF4-FFF2-40B4-BE49-F238E27FC236}">
                <a16:creationId xmlns:a16="http://schemas.microsoft.com/office/drawing/2014/main" id="{89F73539-2177-4426-A91A-D1CA038A5BF5}"/>
              </a:ext>
            </a:extLst>
          </p:cNvPr>
          <p:cNvSpPr/>
          <p:nvPr/>
        </p:nvSpPr>
        <p:spPr>
          <a:xfrm>
            <a:off x="2425700" y="5064125"/>
            <a:ext cx="7085013" cy="149225"/>
          </a:xfrm>
          <a:custGeom>
            <a:avLst/>
            <a:gdLst>
              <a:gd name="connsiteX0" fmla="*/ 7085045 w 7085045"/>
              <a:gd name="connsiteY0" fmla="*/ 0 h 149290"/>
              <a:gd name="connsiteX1" fmla="*/ 7085045 w 7085045"/>
              <a:gd name="connsiteY1" fmla="*/ 149290 h 149290"/>
              <a:gd name="connsiteX2" fmla="*/ 0 w 7085045"/>
              <a:gd name="connsiteY2" fmla="*/ 149290 h 14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85045" h="149290">
                <a:moveTo>
                  <a:pt x="7085045" y="0"/>
                </a:moveTo>
                <a:lnTo>
                  <a:pt x="7085045" y="149290"/>
                </a:lnTo>
                <a:lnTo>
                  <a:pt x="0" y="149290"/>
                </a:lnTo>
              </a:path>
            </a:pathLst>
          </a:custGeom>
          <a:noFill/>
          <a:ln w="127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212" name="Conector recto de flecha 211">
            <a:extLst>
              <a:ext uri="{FF2B5EF4-FFF2-40B4-BE49-F238E27FC236}">
                <a16:creationId xmlns:a16="http://schemas.microsoft.com/office/drawing/2014/main" id="{DCAB0169-D70D-4FFA-9A08-6496C6985C07}"/>
              </a:ext>
            </a:extLst>
          </p:cNvPr>
          <p:cNvCxnSpPr>
            <a:cxnSpLocks/>
          </p:cNvCxnSpPr>
          <p:nvPr/>
        </p:nvCxnSpPr>
        <p:spPr>
          <a:xfrm>
            <a:off x="5834063" y="5070475"/>
            <a:ext cx="0" cy="136525"/>
          </a:xfrm>
          <a:prstGeom prst="straightConnector1">
            <a:avLst/>
          </a:prstGeom>
          <a:ln w="12700">
            <a:solidFill>
              <a:schemeClr val="accent5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Box 50">
            <a:extLst>
              <a:ext uri="{FF2B5EF4-FFF2-40B4-BE49-F238E27FC236}">
                <a16:creationId xmlns:a16="http://schemas.microsoft.com/office/drawing/2014/main" id="{053F87A5-B059-41FF-AE7C-7E7589CD5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0" name="Marcador de número de diapositiva 59">
            <a:extLst>
              <a:ext uri="{FF2B5EF4-FFF2-40B4-BE49-F238E27FC236}">
                <a16:creationId xmlns:a16="http://schemas.microsoft.com/office/drawing/2014/main" id="{9318DF11-4F3F-47FE-86F2-FDBEE47E9D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C57C068C-B916-4CFB-A031-B08A2AC5BC70}" type="slidenum">
              <a:rPr lang="es-ES" altLang="es-ES">
                <a:solidFill>
                  <a:srgbClr val="171717"/>
                </a:solidFill>
              </a:rPr>
              <a:pPr/>
              <a:t>76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>
            <a:extLst>
              <a:ext uri="{FF2B5EF4-FFF2-40B4-BE49-F238E27FC236}">
                <a16:creationId xmlns:a16="http://schemas.microsoft.com/office/drawing/2014/main" id="{48677568-54B2-4976-9F65-84B58369A2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1419225"/>
            <a:ext cx="9906000" cy="2852738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b="1" dirty="0">
                <a:solidFill>
                  <a:schemeClr val="accent2">
                    <a:lumMod val="75000"/>
                  </a:schemeClr>
                </a:solidFill>
              </a:rPr>
              <a:t>unidad de control monociclo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57214E7C-AEC5-49E2-95CE-8CF25C0CA7C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41413" y="4424363"/>
            <a:ext cx="9906000" cy="1374775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2000" dirty="0">
                <a:latin typeface="Rockwell" panose="02060603020205020403" pitchFamily="18" charset="0"/>
              </a:rPr>
              <a:t>Tema 3: implementación del procesador monociclo</a:t>
            </a:r>
            <a:endParaRPr lang="es-ES" dirty="0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61EDA7F2-C5AF-412F-896C-5C89A9492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043C104-EACE-493D-B84B-0B8E3F5D1B30}" type="slidenum">
              <a:rPr lang="es-ES" altLang="es-ES">
                <a:solidFill>
                  <a:srgbClr val="F1F1F1"/>
                </a:solidFill>
              </a:rPr>
              <a:pPr/>
              <a:t>77</a:t>
            </a:fld>
            <a:endParaRPr lang="es-ES" altLang="es-ES">
              <a:solidFill>
                <a:srgbClr val="F1F1F1"/>
              </a:solidFill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2D073D9-0216-470B-B3ED-3E8087018F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1AC770E8-65CE-4DB0-BAFA-C8D32AB8D56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1413" y="1393825"/>
            <a:ext cx="10179050" cy="5137150"/>
          </a:xfrm>
        </p:spPr>
        <p:txBody>
          <a:bodyPr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ea typeface="ＭＳ Ｐゴシック" charset="-128"/>
                <a:cs typeface="ＭＳ Ｐゴシック" charset="-128"/>
              </a:rPr>
              <a:t>Circuito </a:t>
            </a: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combinacional</a:t>
            </a:r>
          </a:p>
          <a:p>
            <a:pPr fontAlgn="auto">
              <a:spcAft>
                <a:spcPts val="0"/>
              </a:spcAft>
              <a:defRPr/>
            </a:pPr>
            <a:r>
              <a:rPr lang="es-ES" dirty="0">
                <a:solidFill>
                  <a:schemeClr val="accent2"/>
                </a:solidFill>
                <a:ea typeface="ＭＳ Ｐゴシック" charset="-128"/>
              </a:rPr>
              <a:t>OBJETIVO</a:t>
            </a:r>
            <a:r>
              <a:rPr lang="es-ES" dirty="0">
                <a:ea typeface="ＭＳ Ｐゴシック" charset="-128"/>
              </a:rPr>
              <a:t>: generar señales de control para ejecutar las instrucciones en la Unidad de Datos</a:t>
            </a:r>
            <a:endParaRPr lang="es-ES" dirty="0"/>
          </a:p>
          <a:p>
            <a:pPr marL="0" indent="0" fontAlgn="auto">
              <a:spcAft>
                <a:spcPts val="0"/>
              </a:spcAft>
              <a:buFont typeface="Arial" panose="020B0604020202020204" pitchFamily="34" charset="0"/>
              <a:buNone/>
              <a:defRPr/>
            </a:pPr>
            <a:endParaRPr lang="es-ES" altLang="es-ES" sz="2000" dirty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43818FA-A493-4D00-A6FE-044747F51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9300" y="4010025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Memoria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Programa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y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0F2AD99-76AC-41ED-8438-9995768B0C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25" y="3506788"/>
            <a:ext cx="2825750" cy="302418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D00D74AD-8C4D-4F81-BF91-8E6EE05F62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1063" y="4010025"/>
            <a:ext cx="1584325" cy="15843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Entrada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Salida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Text Box 7">
            <a:extLst>
              <a:ext uri="{FF2B5EF4-FFF2-40B4-BE49-F238E27FC236}">
                <a16:creationId xmlns:a16="http://schemas.microsoft.com/office/drawing/2014/main" id="{A04B1D81-9EF8-4ED0-A526-60DF0C462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6075" y="2927350"/>
            <a:ext cx="1328738" cy="588963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Procesador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(CPU)</a:t>
            </a:r>
          </a:p>
        </p:txBody>
      </p:sp>
      <p:sp>
        <p:nvSpPr>
          <p:cNvPr id="8" name="Rectangle 8">
            <a:extLst>
              <a:ext uri="{FF2B5EF4-FFF2-40B4-BE49-F238E27FC236}">
                <a16:creationId xmlns:a16="http://schemas.microsoft.com/office/drawing/2014/main" id="{EED71E39-0825-4FCE-AEEB-0D71A21E6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4875" y="3546475"/>
            <a:ext cx="2751138" cy="1236663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Control</a:t>
            </a:r>
          </a:p>
        </p:txBody>
      </p:sp>
      <p:sp>
        <p:nvSpPr>
          <p:cNvPr id="9" name="Rectangle 9">
            <a:extLst>
              <a:ext uri="{FF2B5EF4-FFF2-40B4-BE49-F238E27FC236}">
                <a16:creationId xmlns:a16="http://schemas.microsoft.com/office/drawing/2014/main" id="{3EEC4986-B871-4356-A953-421E8C833E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5221288"/>
            <a:ext cx="2751138" cy="1236662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2000">
                <a:solidFill>
                  <a:schemeClr val="bg1">
                    <a:lumMod val="10000"/>
                  </a:schemeClr>
                </a:solidFill>
                <a:latin typeface="+mn-lt"/>
              </a:rPr>
              <a:t>Unidad de Datos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" sz="200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4854AAA1-5AE5-43A2-8945-87DA4654348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459163" y="4225925"/>
            <a:ext cx="1368425" cy="1588"/>
          </a:xfrm>
          <a:prstGeom prst="line">
            <a:avLst/>
          </a:prstGeom>
          <a:noFill/>
          <a:ln w="28575">
            <a:solidFill>
              <a:srgbClr val="C000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" name="Line 11">
            <a:extLst>
              <a:ext uri="{FF2B5EF4-FFF2-40B4-BE49-F238E27FC236}">
                <a16:creationId xmlns:a16="http://schemas.microsoft.com/office/drawing/2014/main" id="{1EF29CAB-3B31-407B-9761-85D32D513451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3338" y="4586288"/>
            <a:ext cx="3175" cy="823912"/>
          </a:xfrm>
          <a:prstGeom prst="line">
            <a:avLst/>
          </a:prstGeom>
          <a:noFill/>
          <a:ln w="28575">
            <a:solidFill>
              <a:srgbClr val="C000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Line 12">
            <a:extLst>
              <a:ext uri="{FF2B5EF4-FFF2-40B4-BE49-F238E27FC236}">
                <a16:creationId xmlns:a16="http://schemas.microsoft.com/office/drawing/2014/main" id="{5FED3349-AAA9-4ED2-932D-1161AA459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29463" y="4586288"/>
            <a:ext cx="3175" cy="823912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77E7BC50-C1E3-4780-BDB4-4F96C229D9CB}"/>
              </a:ext>
            </a:extLst>
          </p:cNvPr>
          <p:cNvSpPr>
            <a:spLocks/>
          </p:cNvSpPr>
          <p:nvPr/>
        </p:nvSpPr>
        <p:spPr bwMode="auto">
          <a:xfrm>
            <a:off x="3387725" y="5522913"/>
            <a:ext cx="1439863" cy="287337"/>
          </a:xfrm>
          <a:custGeom>
            <a:avLst/>
            <a:gdLst>
              <a:gd name="T0" fmla="*/ 0 w 907"/>
              <a:gd name="T1" fmla="*/ 0 h 181"/>
              <a:gd name="T2" fmla="*/ 0 w 907"/>
              <a:gd name="T3" fmla="*/ 2147483647 h 181"/>
              <a:gd name="T4" fmla="*/ 2147483647 w 907"/>
              <a:gd name="T5" fmla="*/ 2147483647 h 181"/>
              <a:gd name="T6" fmla="*/ 0 60000 65536"/>
              <a:gd name="T7" fmla="*/ 0 60000 65536"/>
              <a:gd name="T8" fmla="*/ 0 60000 65536"/>
              <a:gd name="T9" fmla="*/ 0 w 907"/>
              <a:gd name="T10" fmla="*/ 0 h 181"/>
              <a:gd name="T11" fmla="*/ 907 w 907"/>
              <a:gd name="T12" fmla="*/ 181 h 1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07" h="181">
                <a:moveTo>
                  <a:pt x="0" y="0"/>
                </a:moveTo>
                <a:lnTo>
                  <a:pt x="0" y="181"/>
                </a:lnTo>
                <a:lnTo>
                  <a:pt x="907" y="181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2BA64001-959F-4934-8BD8-D723BFB39AA0}"/>
              </a:ext>
            </a:extLst>
          </p:cNvPr>
          <p:cNvSpPr>
            <a:spLocks/>
          </p:cNvSpPr>
          <p:nvPr/>
        </p:nvSpPr>
        <p:spPr bwMode="auto">
          <a:xfrm>
            <a:off x="3100388" y="5449888"/>
            <a:ext cx="1727200" cy="720725"/>
          </a:xfrm>
          <a:custGeom>
            <a:avLst/>
            <a:gdLst>
              <a:gd name="T0" fmla="*/ 2147483647 w 998"/>
              <a:gd name="T1" fmla="*/ 2147483647 h 363"/>
              <a:gd name="T2" fmla="*/ 0 w 998"/>
              <a:gd name="T3" fmla="*/ 2147483647 h 363"/>
              <a:gd name="T4" fmla="*/ 0 w 998"/>
              <a:gd name="T5" fmla="*/ 0 h 363"/>
              <a:gd name="T6" fmla="*/ 0 60000 65536"/>
              <a:gd name="T7" fmla="*/ 0 60000 65536"/>
              <a:gd name="T8" fmla="*/ 0 60000 65536"/>
              <a:gd name="T9" fmla="*/ 0 w 998"/>
              <a:gd name="T10" fmla="*/ 0 h 363"/>
              <a:gd name="T11" fmla="*/ 998 w 998"/>
              <a:gd name="T12" fmla="*/ 363 h 36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98" h="363">
                <a:moveTo>
                  <a:pt x="998" y="363"/>
                </a:moveTo>
                <a:lnTo>
                  <a:pt x="0" y="363"/>
                </a:lnTo>
                <a:lnTo>
                  <a:pt x="0" y="0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70C21FF2-DA7F-44AA-8E1E-F7B7625DA6C2}"/>
              </a:ext>
            </a:extLst>
          </p:cNvPr>
          <p:cNvSpPr>
            <a:spLocks/>
          </p:cNvSpPr>
          <p:nvPr/>
        </p:nvSpPr>
        <p:spPr bwMode="auto">
          <a:xfrm flipH="1">
            <a:off x="7348538" y="5522913"/>
            <a:ext cx="1439862" cy="287337"/>
          </a:xfrm>
          <a:custGeom>
            <a:avLst/>
            <a:gdLst>
              <a:gd name="T0" fmla="*/ 0 w 907"/>
              <a:gd name="T1" fmla="*/ 0 h 181"/>
              <a:gd name="T2" fmla="*/ 0 w 907"/>
              <a:gd name="T3" fmla="*/ 2147483647 h 181"/>
              <a:gd name="T4" fmla="*/ 2147483647 w 907"/>
              <a:gd name="T5" fmla="*/ 2147483647 h 181"/>
              <a:gd name="T6" fmla="*/ 0 60000 65536"/>
              <a:gd name="T7" fmla="*/ 0 60000 65536"/>
              <a:gd name="T8" fmla="*/ 0 60000 65536"/>
              <a:gd name="T9" fmla="*/ 0 w 907"/>
              <a:gd name="T10" fmla="*/ 0 h 181"/>
              <a:gd name="T11" fmla="*/ 907 w 907"/>
              <a:gd name="T12" fmla="*/ 181 h 1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07" h="181">
                <a:moveTo>
                  <a:pt x="0" y="0"/>
                </a:moveTo>
                <a:lnTo>
                  <a:pt x="0" y="181"/>
                </a:lnTo>
                <a:lnTo>
                  <a:pt x="907" y="181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9FA68502-9E47-4188-986C-3F9EFBE7390B}"/>
              </a:ext>
            </a:extLst>
          </p:cNvPr>
          <p:cNvSpPr>
            <a:spLocks/>
          </p:cNvSpPr>
          <p:nvPr/>
        </p:nvSpPr>
        <p:spPr bwMode="auto">
          <a:xfrm flipH="1">
            <a:off x="7348538" y="5449888"/>
            <a:ext cx="1727200" cy="720725"/>
          </a:xfrm>
          <a:custGeom>
            <a:avLst/>
            <a:gdLst>
              <a:gd name="T0" fmla="*/ 2147483647 w 998"/>
              <a:gd name="T1" fmla="*/ 2147483647 h 363"/>
              <a:gd name="T2" fmla="*/ 0 w 998"/>
              <a:gd name="T3" fmla="*/ 2147483647 h 363"/>
              <a:gd name="T4" fmla="*/ 0 w 998"/>
              <a:gd name="T5" fmla="*/ 0 h 363"/>
              <a:gd name="T6" fmla="*/ 0 60000 65536"/>
              <a:gd name="T7" fmla="*/ 0 60000 65536"/>
              <a:gd name="T8" fmla="*/ 0 60000 65536"/>
              <a:gd name="T9" fmla="*/ 0 w 998"/>
              <a:gd name="T10" fmla="*/ 0 h 363"/>
              <a:gd name="T11" fmla="*/ 998 w 998"/>
              <a:gd name="T12" fmla="*/ 363 h 36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98" h="363">
                <a:moveTo>
                  <a:pt x="998" y="363"/>
                </a:moveTo>
                <a:lnTo>
                  <a:pt x="0" y="363"/>
                </a:lnTo>
                <a:lnTo>
                  <a:pt x="0" y="0"/>
                </a:lnTo>
              </a:path>
            </a:pathLst>
          </a:custGeom>
          <a:noFill/>
          <a:ln w="762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" name="Line 17">
            <a:extLst>
              <a:ext uri="{FF2B5EF4-FFF2-40B4-BE49-F238E27FC236}">
                <a16:creationId xmlns:a16="http://schemas.microsoft.com/office/drawing/2014/main" id="{76CCCF44-DCEF-479F-9F32-C092493F4E6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75513" y="4225925"/>
            <a:ext cx="1368425" cy="1588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8" name="Line 18">
            <a:extLst>
              <a:ext uri="{FF2B5EF4-FFF2-40B4-BE49-F238E27FC236}">
                <a16:creationId xmlns:a16="http://schemas.microsoft.com/office/drawing/2014/main" id="{D9ED07DC-36F4-428D-AABD-FDFA234EC88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5513" y="4370388"/>
            <a:ext cx="1368425" cy="1587"/>
          </a:xfrm>
          <a:prstGeom prst="line">
            <a:avLst/>
          </a:prstGeom>
          <a:noFill/>
          <a:ln w="28575">
            <a:solidFill>
              <a:srgbClr val="CC330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6690" name="Text Box 19">
            <a:extLst>
              <a:ext uri="{FF2B5EF4-FFF2-40B4-BE49-F238E27FC236}">
                <a16:creationId xmlns:a16="http://schemas.microsoft.com/office/drawing/2014/main" id="{CB475DA8-2963-40FA-A28B-9CD4A6D273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688" y="3997325"/>
            <a:ext cx="725487" cy="29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156691" name="Text Box 20">
            <a:extLst>
              <a:ext uri="{FF2B5EF4-FFF2-40B4-BE49-F238E27FC236}">
                <a16:creationId xmlns:a16="http://schemas.microsoft.com/office/drawing/2014/main" id="{458D63E2-1209-4A59-A0A6-5BBA861CF1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075" y="4864100"/>
            <a:ext cx="74136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chemeClr val="accent2"/>
                </a:solidFill>
              </a:rPr>
              <a:t>estado</a:t>
            </a:r>
          </a:p>
        </p:txBody>
      </p:sp>
      <p:sp>
        <p:nvSpPr>
          <p:cNvPr id="21" name="Text Box 21">
            <a:extLst>
              <a:ext uri="{FF2B5EF4-FFF2-40B4-BE49-F238E27FC236}">
                <a16:creationId xmlns:a16="http://schemas.microsoft.com/office/drawing/2014/main" id="{BAFAAF4C-3782-4B98-AFE6-24BC903D5E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8913" y="5557838"/>
            <a:ext cx="641350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22" name="Text Box 22">
            <a:extLst>
              <a:ext uri="{FF2B5EF4-FFF2-40B4-BE49-F238E27FC236}">
                <a16:creationId xmlns:a16="http://schemas.microsoft.com/office/drawing/2014/main" id="{5DE5E8F4-9E40-44AD-ACA0-F093D7582F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1563" y="6170613"/>
            <a:ext cx="1081087" cy="2936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direcciones</a:t>
            </a:r>
          </a:p>
        </p:txBody>
      </p:sp>
      <p:sp>
        <p:nvSpPr>
          <p:cNvPr id="23" name="Text Box 23">
            <a:extLst>
              <a:ext uri="{FF2B5EF4-FFF2-40B4-BE49-F238E27FC236}">
                <a16:creationId xmlns:a16="http://schemas.microsoft.com/office/drawing/2014/main" id="{2DCCD50A-5736-45E6-A7DA-81DEDB4363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8363" y="5810250"/>
            <a:ext cx="1171575" cy="2936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instrucciones</a:t>
            </a:r>
          </a:p>
        </p:txBody>
      </p:sp>
      <p:sp>
        <p:nvSpPr>
          <p:cNvPr id="156695" name="Text Box 24">
            <a:extLst>
              <a:ext uri="{FF2B5EF4-FFF2-40B4-BE49-F238E27FC236}">
                <a16:creationId xmlns:a16="http://schemas.microsoft.com/office/drawing/2014/main" id="{8FE6F315-EA70-4C8E-86C2-DAD8829464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0950" y="4864100"/>
            <a:ext cx="7239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156696" name="Text Box 25">
            <a:extLst>
              <a:ext uri="{FF2B5EF4-FFF2-40B4-BE49-F238E27FC236}">
                <a16:creationId xmlns:a16="http://schemas.microsoft.com/office/drawing/2014/main" id="{51802AE3-3154-487D-B787-C32351F219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6513" y="4330700"/>
            <a:ext cx="7239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rgbClr val="C00000"/>
                </a:solidFill>
              </a:rPr>
              <a:t>control</a:t>
            </a:r>
          </a:p>
        </p:txBody>
      </p:sp>
      <p:sp>
        <p:nvSpPr>
          <p:cNvPr id="156697" name="Text Box 26">
            <a:extLst>
              <a:ext uri="{FF2B5EF4-FFF2-40B4-BE49-F238E27FC236}">
                <a16:creationId xmlns:a16="http://schemas.microsoft.com/office/drawing/2014/main" id="{49830CC6-CFE3-4E87-8C5F-6F0841FFA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46988" y="3992563"/>
            <a:ext cx="74295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>
                <a:solidFill>
                  <a:schemeClr val="accent2"/>
                </a:solidFill>
              </a:rPr>
              <a:t>estado</a:t>
            </a:r>
          </a:p>
        </p:txBody>
      </p:sp>
      <p:sp>
        <p:nvSpPr>
          <p:cNvPr id="27" name="Text Box 27">
            <a:extLst>
              <a:ext uri="{FF2B5EF4-FFF2-40B4-BE49-F238E27FC236}">
                <a16:creationId xmlns:a16="http://schemas.microsoft.com/office/drawing/2014/main" id="{9A33E11D-668E-467E-9D73-F1042DB4E6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9550" y="5918200"/>
            <a:ext cx="641350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28" name="Text Box 28">
            <a:extLst>
              <a:ext uri="{FF2B5EF4-FFF2-40B4-BE49-F238E27FC236}">
                <a16:creationId xmlns:a16="http://schemas.microsoft.com/office/drawing/2014/main" id="{B9D866B2-2C8C-4BAC-BC4F-40530A37F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4500" y="6170613"/>
            <a:ext cx="641350" cy="2936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29" name="Text Box 29">
            <a:extLst>
              <a:ext uri="{FF2B5EF4-FFF2-40B4-BE49-F238E27FC236}">
                <a16:creationId xmlns:a16="http://schemas.microsoft.com/office/drawing/2014/main" id="{048B93B1-CA30-4050-9DB8-CEA7292232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6488" y="5557838"/>
            <a:ext cx="639762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datos</a:t>
            </a:r>
          </a:p>
        </p:txBody>
      </p:sp>
      <p:sp>
        <p:nvSpPr>
          <p:cNvPr id="30" name="Rectangle 30">
            <a:extLst>
              <a:ext uri="{FF2B5EF4-FFF2-40B4-BE49-F238E27FC236}">
                <a16:creationId xmlns:a16="http://schemas.microsoft.com/office/drawing/2014/main" id="{105B298D-AE60-4D1A-94E9-E5C5A8DBF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2050" y="5881688"/>
            <a:ext cx="1008063" cy="504825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Registros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 general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prop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</a:t>
            </a:r>
            <a:r>
              <a:rPr lang="es-ES" sz="12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específ</a:t>
            </a: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.)</a:t>
            </a:r>
          </a:p>
        </p:txBody>
      </p:sp>
      <p:sp>
        <p:nvSpPr>
          <p:cNvPr id="31" name="Rectangle 31">
            <a:extLst>
              <a:ext uri="{FF2B5EF4-FFF2-40B4-BE49-F238E27FC236}">
                <a16:creationId xmlns:a16="http://schemas.microsoft.com/office/drawing/2014/main" id="{88AE0B4E-5CE6-4BFF-A2B3-29A9F4DBD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4575" y="5738813"/>
            <a:ext cx="1150938" cy="647700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Lógica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encaminamiento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transformación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2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(ALU…)</a:t>
            </a:r>
          </a:p>
        </p:txBody>
      </p:sp>
      <p:sp>
        <p:nvSpPr>
          <p:cNvPr id="32" name="Elipse 31">
            <a:extLst>
              <a:ext uri="{FF2B5EF4-FFF2-40B4-BE49-F238E27FC236}">
                <a16:creationId xmlns:a16="http://schemas.microsoft.com/office/drawing/2014/main" id="{3A39A672-FA30-4142-AFC0-EA1A31A0E7E8}"/>
              </a:ext>
            </a:extLst>
          </p:cNvPr>
          <p:cNvSpPr/>
          <p:nvPr/>
        </p:nvSpPr>
        <p:spPr>
          <a:xfrm>
            <a:off x="4265613" y="3041650"/>
            <a:ext cx="3725862" cy="2006600"/>
          </a:xfrm>
          <a:prstGeom prst="ellipse">
            <a:avLst/>
          </a:prstGeom>
          <a:solidFill>
            <a:srgbClr val="C00000">
              <a:alpha val="16406"/>
            </a:srgbClr>
          </a:solidFill>
          <a:ln w="4445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5" name="Marcador de número de diapositiva 34">
            <a:extLst>
              <a:ext uri="{FF2B5EF4-FFF2-40B4-BE49-F238E27FC236}">
                <a16:creationId xmlns:a16="http://schemas.microsoft.com/office/drawing/2014/main" id="{B79A2E83-8200-45C7-933E-259934D34B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7107A6F-60B3-411E-A906-0E6CD50E8512}" type="slidenum">
              <a:rPr lang="es-ES" altLang="es-ES">
                <a:solidFill>
                  <a:srgbClr val="171717"/>
                </a:solidFill>
              </a:rPr>
              <a:pPr/>
              <a:t>78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0BC61F75-E016-4774-8537-7896F96F63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sp>
        <p:nvSpPr>
          <p:cNvPr id="158722" name="Rectangle 3">
            <a:extLst>
              <a:ext uri="{FF2B5EF4-FFF2-40B4-BE49-F238E27FC236}">
                <a16:creationId xmlns:a16="http://schemas.microsoft.com/office/drawing/2014/main" id="{CF372D3D-6532-4CA2-8F30-AC54F29E4F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492250"/>
            <a:ext cx="10633075" cy="5008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Circuito </a:t>
            </a:r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combinacional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 </a:t>
            </a:r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que genera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el valor de las </a:t>
            </a:r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señales de control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en función de la instrucción actual y el estado de la unidad de datos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La instrucción y estado de la unidad de datos lo determina a partir de las </a:t>
            </a:r>
            <a:r>
              <a:rPr lang="es-ES" altLang="es-ES" sz="2400">
                <a:solidFill>
                  <a:schemeClr val="accent2"/>
                </a:solidFill>
                <a:ea typeface="ＭＳ Ｐゴシック" panose="020B0600070205080204" pitchFamily="34" charset="-128"/>
              </a:rPr>
              <a:t>señales de estado 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(</a:t>
            </a:r>
            <a:r>
              <a:rPr lang="es-ES" altLang="es-ES" sz="2400">
                <a:solidFill>
                  <a:schemeClr val="accent2"/>
                </a:solidFill>
                <a:ea typeface="ＭＳ Ｐゴシック" panose="020B0600070205080204" pitchFamily="34" charset="-128"/>
              </a:rPr>
              <a:t>op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, </a:t>
            </a:r>
            <a:r>
              <a:rPr lang="es-ES" altLang="es-ES" sz="2400">
                <a:solidFill>
                  <a:schemeClr val="accent2"/>
                </a:solidFill>
                <a:ea typeface="ＭＳ Ｐゴシック" panose="020B0600070205080204" pitchFamily="34" charset="-128"/>
              </a:rPr>
              <a:t>funct3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, </a:t>
            </a:r>
            <a:r>
              <a:rPr lang="es-ES" altLang="es-ES" sz="2400">
                <a:solidFill>
                  <a:schemeClr val="accent2"/>
                </a:solidFill>
                <a:ea typeface="ＭＳ Ｐゴシック" panose="020B0600070205080204" pitchFamily="34" charset="-128"/>
              </a:rPr>
              <a:t>funct7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, </a:t>
            </a:r>
            <a:r>
              <a:rPr lang="es-ES" altLang="es-ES" sz="2400">
                <a:solidFill>
                  <a:schemeClr val="accent2"/>
                </a:solidFill>
                <a:ea typeface="ＭＳ Ｐゴシック" panose="020B0600070205080204" pitchFamily="34" charset="-128"/>
              </a:rPr>
              <a:t>zero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)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Implementa lógica combinacional para cada una de las señales de control (</a:t>
            </a:r>
            <a:r>
              <a:rPr lang="es-ES" altLang="es-ES" sz="2400">
                <a:solidFill>
                  <a:srgbClr val="C00000"/>
                </a:solidFill>
                <a:ea typeface="ＭＳ Ｐゴシック" panose="020B0600070205080204" pitchFamily="34" charset="-128"/>
              </a:rPr>
              <a:t>PCsrc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, </a:t>
            </a:r>
            <a:r>
              <a:rPr lang="es-ES" altLang="es-ES" sz="2400">
                <a:solidFill>
                  <a:srgbClr val="C00000"/>
                </a:solidFill>
                <a:ea typeface="ＭＳ Ｐゴシック" panose="020B0600070205080204" pitchFamily="34" charset="-128"/>
              </a:rPr>
              <a:t>BRwr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, </a:t>
            </a:r>
            <a:r>
              <a:rPr lang="es-ES" altLang="es-ES" sz="2400">
                <a:solidFill>
                  <a:srgbClr val="C00000"/>
                </a:solidFill>
                <a:ea typeface="ＭＳ Ｐゴシック" panose="020B0600070205080204" pitchFamily="34" charset="-128"/>
              </a:rPr>
              <a:t>ALUsrc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, </a:t>
            </a:r>
            <a:r>
              <a:rPr lang="es-ES" altLang="es-ES" sz="2400">
                <a:solidFill>
                  <a:srgbClr val="C00000"/>
                </a:solidFill>
                <a:ea typeface="ＭＳ Ｐゴシック" panose="020B0600070205080204" pitchFamily="34" charset="-128"/>
              </a:rPr>
              <a:t>ALUctr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, </a:t>
            </a:r>
            <a:r>
              <a:rPr lang="es-ES" altLang="es-ES" sz="2400">
                <a:solidFill>
                  <a:srgbClr val="C00000"/>
                </a:solidFill>
                <a:ea typeface="ＭＳ Ｐゴシック" panose="020B0600070205080204" pitchFamily="34" charset="-128"/>
              </a:rPr>
              <a:t>MemWr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, </a:t>
            </a:r>
            <a:r>
              <a:rPr lang="es-ES" altLang="es-ES" sz="2400">
                <a:solidFill>
                  <a:srgbClr val="C00000"/>
                </a:solidFill>
                <a:ea typeface="ＭＳ Ｐゴシック" panose="020B0600070205080204" pitchFamily="34" charset="-128"/>
              </a:rPr>
              <a:t>ResSrc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, </a:t>
            </a:r>
            <a:r>
              <a:rPr lang="es-ES" altLang="es-ES" sz="2400">
                <a:solidFill>
                  <a:srgbClr val="C00000"/>
                </a:solidFill>
                <a:ea typeface="ＭＳ Ｐゴシック" panose="020B0600070205080204" pitchFamily="34" charset="-128"/>
              </a:rPr>
              <a:t>ImmSrc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)</a:t>
            </a:r>
          </a:p>
          <a:p>
            <a:pPr defTabSz="914400" eaLnBrk="1" hangingPunct="1"/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Circuito combinacional es aquel que sus salidas en un momento determinado solo dependen de las entradas en dicho momento (no mantiene estado interno, no contiene elementos de memoria)</a:t>
            </a:r>
          </a:p>
          <a:p>
            <a:pPr defTabSz="914400" eaLnBrk="1" hangingPunct="1"/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FA51ED14-9E20-4C5D-A143-761F94510D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2038E48-284E-444E-86EC-3780EAD2E083}" type="slidenum">
              <a:rPr lang="es-ES" altLang="es-ES">
                <a:solidFill>
                  <a:srgbClr val="171717"/>
                </a:solidFill>
              </a:rPr>
              <a:pPr/>
              <a:t>79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ángulo 59">
            <a:extLst>
              <a:ext uri="{FF2B5EF4-FFF2-40B4-BE49-F238E27FC236}">
                <a16:creationId xmlns:a16="http://schemas.microsoft.com/office/drawing/2014/main" id="{CA5E01E8-1E09-40A4-808E-3B74702C4060}"/>
              </a:ext>
            </a:extLst>
          </p:cNvPr>
          <p:cNvSpPr/>
          <p:nvPr/>
        </p:nvSpPr>
        <p:spPr>
          <a:xfrm>
            <a:off x="952500" y="3092450"/>
            <a:ext cx="10915650" cy="3522663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Datos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09D52266-09F2-4E0F-B6F7-543DED64DF81}"/>
              </a:ext>
            </a:extLst>
          </p:cNvPr>
          <p:cNvSpPr/>
          <p:nvPr/>
        </p:nvSpPr>
        <p:spPr>
          <a:xfrm>
            <a:off x="3967163" y="2114550"/>
            <a:ext cx="7356475" cy="830263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D971A75F-E55D-49CB-8280-335B10528371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91F90C3C-B7CB-4E15-9CB5-278BB0F3B1D3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E8D071C7-0E74-4957-933C-CEE0FC18C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550123F9-50B0-4AB5-9FAC-2F97B0CB3963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2895DEFE-749C-463B-9DFB-388D4EC52216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02EC859C-13C1-439A-8149-2AE7E1FBDCCA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AEAC177D-F8DE-4317-BDA8-AA9C7C601F66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637CE1F8-78E7-4327-AC70-B1EEA445E4E1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863A9491-3A21-425B-B8BA-8CCE97296E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sp>
        <p:nvSpPr>
          <p:cNvPr id="160780" name="Rectangle 3">
            <a:extLst>
              <a:ext uri="{FF2B5EF4-FFF2-40B4-BE49-F238E27FC236}">
                <a16:creationId xmlns:a16="http://schemas.microsoft.com/office/drawing/2014/main" id="{01698A60-C918-47D4-B919-841232DE1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Estructura del sistema completo</a:t>
            </a:r>
          </a:p>
        </p:txBody>
      </p:sp>
      <p:grpSp>
        <p:nvGrpSpPr>
          <p:cNvPr id="160781" name="Grupo 228">
            <a:extLst>
              <a:ext uri="{FF2B5EF4-FFF2-40B4-BE49-F238E27FC236}">
                <a16:creationId xmlns:a16="http://schemas.microsoft.com/office/drawing/2014/main" id="{FDEE1373-2797-4725-948C-FF329AA840E8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801BE0AA-E7AB-486E-90E5-3F46783939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C38F0419-00CA-443A-A753-5523B8AC1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0C0ADDEC-338C-4D8B-80C8-9DF2F80CC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5C41D325-9FA2-41F8-9CF6-A4B41A04D4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E794D8CD-4CB5-4632-BBA5-AA6E356BE1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1C7FD350-8046-4B3E-A622-9FD911DFFB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42CDBEDC-CE4A-4989-96A4-DA7FA67E8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2905286A-F9F5-4318-BDC7-112B871EAD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CEAEE32B-4454-49E5-A836-B0B1F7F674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A50356BB-24A1-478D-BBE9-795EF1D12D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C353B7F6-7A17-46D2-BBC7-C154B6694C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B036EBAA-823C-4263-9BCC-9FA40237FD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9E11E317-6E48-4220-8D05-C3E85B913B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AE1CCAB8-08F9-4696-BF83-CEC8565C0F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1AE7BE89-792A-4010-8CBF-CD9A7D576B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ACA81D05-0DA8-4FAB-93FF-C0BAA7488C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ABE5D83C-2A96-42C1-B65D-98A024513E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91515D80-D717-488E-8D9F-63E963013C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40929F5F-6D9A-42BC-B97E-7EEED964A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4D6FD240-5760-4CEE-988D-E434179D73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7F956839-642A-4BA8-888F-C9EB25643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EE772F27-5476-41A5-BAB3-6EF5785C2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40E789F2-8AD1-4FCE-A13B-FE3DF204EF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CC9EAB57-3B89-49C4-9177-87235184D3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66C1EACB-B76D-4198-93AF-78246B56C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1045FCF0-E079-43ED-B69F-BD77707292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A7A65275-D227-4CF6-9995-48056B9DE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4A66F63A-FA24-4456-A20B-752B7C7D97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D235ED14-6D3A-473B-8750-AD0F225E52F6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60782" name="Grupo 261">
            <a:extLst>
              <a:ext uri="{FF2B5EF4-FFF2-40B4-BE49-F238E27FC236}">
                <a16:creationId xmlns:a16="http://schemas.microsoft.com/office/drawing/2014/main" id="{C8395E1F-1067-4E1F-9FDC-F1FEAB421E38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D3A2B044-5F22-416F-8851-3C12EBE767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202C29C0-E6B3-4D45-875E-E68E8CD97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6D3E1237-2BF8-4943-BD21-9E59DD8C5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64D5ED7F-B55B-42CE-948B-A2AF95B5C0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93888F8D-82B6-4519-9FB3-A818D30CF1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46F6AA9C-3C0F-4F6B-9A0A-8AC130C12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FEABEDCE-1196-4558-A0D1-32A66EFA0E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9E113B2F-950A-4E0D-BC18-3DEF2C6382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4589AE59-F6D0-401C-B148-89666C8679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3FD40312-4AA5-448E-AB37-3286B7B60C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AEFCE5AD-94B5-4547-96FD-E05862FC9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6AB1C4EB-CC19-4F00-ADE4-32DE4F667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3AAFFED2-05D3-41CB-9C4F-E1B45FDDC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4C598BA9-6BD8-4A07-B078-D27EE003F3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AF99CEB6-A311-43FF-9A8A-411B7A4EE7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52F7A806-6ECE-4982-AD39-225713811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E5F314C9-DD17-424E-B7D7-363303525ECA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29A5BF6B-E9B5-4E81-90CD-8A8612D680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99DF74DA-0D88-4266-95D5-9F3E118037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1FE0B8BB-8F55-4C88-AD38-5AFAAEB289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F51037CA-D65D-4F73-899C-120987523120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B2C4FB70-E446-4872-B81D-749752BE823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6AD825DC-9729-4829-AE7F-E4EBDBCE1C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E5C1CE72-7E9D-4DA0-8653-2D97F9E63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ED7AEC44-79FB-4BDF-BB1D-F9F8D524F3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FA7C20B7-9E07-4120-9FED-A06937F868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050A1706-B038-4087-982A-7AB27899FD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693A09E7-1352-4023-B301-42683002BF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39E95FDA-F72D-4C44-B874-0C8A57297F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7890F9D9-7328-424C-BA0C-81A2D99169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DB65E992-7FBF-42B9-B298-966B09A5D5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E9525738-9723-44BB-948B-2A6E9AD1426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C31B8409-4D27-46EB-BDC2-C83FD2C8A9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6736EF41-3F2C-4882-81BE-2C7A53D13A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1D6AA75C-2923-4BFE-8CE0-3973F2552C2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8560B69D-ABA3-4112-A21F-EC9AA3ED267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18BF2151-84F9-4073-9F3A-E55069612C4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043DE248-E97D-4C71-B51A-BD235A2FCB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60804" name="Grupo 303">
            <a:extLst>
              <a:ext uri="{FF2B5EF4-FFF2-40B4-BE49-F238E27FC236}">
                <a16:creationId xmlns:a16="http://schemas.microsoft.com/office/drawing/2014/main" id="{BBEF78D4-364E-44BE-99BE-4A95724B7FC7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157FC106-538B-4C42-AC2A-9040E74D9C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215AEB63-062C-48A7-8D9C-6F00B97A51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4956AB9F-9E7D-47CD-9622-72A44FACA9BD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21B2880D-37B9-4388-8B34-224A2EC21B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5EEC2BF8-514D-4A2A-9F85-77187F1747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C9A0E96E-F3B4-49F1-A34A-7E3D8822D9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899AC629-7D89-4AD6-A646-8FB84DF501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FB31FAE2-EA0F-4B04-89BE-F54E8FA6C86F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D187D129-90DB-40A5-9679-AC9C87EA2F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29CF841F-99F6-483D-A351-DC4593061395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007E10B7-B4FF-4B28-BA35-909B6BBA54CA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F32F8F44-F18B-4C8A-A31F-3320BA7CA432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22AA2822-BD8B-4E0A-8A78-B75B4951F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78604E32-BAFB-4381-A70F-8784E3B2CC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688B2722-19AC-440F-A355-84FC3364389A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B31933E5-2C00-4524-BC7F-16DB13258EB7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15FFBE11-62D0-44DC-A4B2-B025960747D6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0815" name="Grupo 27">
            <a:extLst>
              <a:ext uri="{FF2B5EF4-FFF2-40B4-BE49-F238E27FC236}">
                <a16:creationId xmlns:a16="http://schemas.microsoft.com/office/drawing/2014/main" id="{A39E120E-2B88-470B-AF7E-6B1AE09BB058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1115F62F-B85B-41F7-86FE-5818924B15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4939356D-6BCF-4B9A-9A28-28342B27ED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841892B9-A661-4969-A75B-8265C853D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2B10A0B8-676F-4619-B7A5-FE88350329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C9D79725-7E5D-4392-8570-19D9EEEAE9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B6EFA559-F5D7-4FB9-A54A-5A71FE91D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20EECE8A-C6F2-44C0-9255-B8C8DDE8D2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C7784E57-1292-46B2-BEAD-1521563516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1D19B872-2F35-432E-9678-02C2FA12D3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BE6BA829-792D-424A-B157-34BE628298E2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56D9E3DF-5D4E-48E3-A418-40403DF236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E95E5E81-F234-4ECB-B7E4-DAC652C3A5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4224F2A5-63C1-4E8D-A50C-2C427EAE0C51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036C3CF2-98CB-4FB2-8A4E-AAB67092F93A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9E14D183-83FE-49B7-9EB9-16D4B3A0D1E1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B0AB15C6-91D4-4165-B535-0E2D3EEF5472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108239AC-9F2A-495C-B3F4-595805065789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652F2A7C-33BA-4980-9F95-9DC6941495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4CA2BC0A-7E78-4B25-8A87-FD2ABE79ED50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0823" name="Grupo 4">
            <a:extLst>
              <a:ext uri="{FF2B5EF4-FFF2-40B4-BE49-F238E27FC236}">
                <a16:creationId xmlns:a16="http://schemas.microsoft.com/office/drawing/2014/main" id="{AE111852-E3C1-41B2-85B9-95EFDD74B370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F73220C9-4FF9-4D41-B255-DA15DF10E1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ED04528A-40CF-417E-B816-013720D6F0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290DEC86-3586-4BF9-8434-676BCCB165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50E2CDCB-8F3B-4E98-B010-4D385AB86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D2DD59AB-C5F8-448B-BF54-F8669E4B3B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9724B0A5-0BD9-4E21-A445-0C8FF47F4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DBB09A99-4600-4C1D-A363-6A3CA4B8B2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B1E77975-CC42-4662-97EA-09CA6B5A76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A15ED7AB-37A6-4D74-B823-4DB4090260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1CA68684-2C26-42CE-A0C2-0B4C9C99BA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5BECF758-CBED-445D-9FB5-B6E2540C7E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362F6337-0766-400F-81A8-D6C6E02F9E86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80C854B9-1A93-4E78-A07B-DE038BCF270C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F8978A07-E2F6-4150-85D8-AD573885B921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0827" name="Grupo 138">
            <a:extLst>
              <a:ext uri="{FF2B5EF4-FFF2-40B4-BE49-F238E27FC236}">
                <a16:creationId xmlns:a16="http://schemas.microsoft.com/office/drawing/2014/main" id="{70259510-F84A-4A19-BFDC-7878DCB45C36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9A1E07DF-B5C5-4B27-85AD-95DAA46E5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9744E74F-8BBD-489E-AF8A-64CB46E400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DB6EC65A-0B06-4CF6-AC46-92B2FAE06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9C9A79CA-103E-4F29-9EE9-57A8CC2025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A64BC9FD-F9A3-4A1E-B9E9-EB8850ADC7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8AE8544A-EE5C-4DF8-966C-B19B19F87B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FC9E3764-0AC6-4E24-92DE-7A288C2D05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E2759E29-1DFC-4F5F-843B-FBEFD8BA6225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85BC5C11-F92D-4E0A-BF0D-B817E1D816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60828" name="Grupo 148">
            <a:extLst>
              <a:ext uri="{FF2B5EF4-FFF2-40B4-BE49-F238E27FC236}">
                <a16:creationId xmlns:a16="http://schemas.microsoft.com/office/drawing/2014/main" id="{E9D96580-42E8-4270-A5CC-57405EA3E4C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B808E2C2-8E67-408F-88C7-3253002F28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6BE257D5-D0A2-4FC1-8472-D2E105AEC9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0F6A6B05-F627-4FF4-9EDC-615541EDFF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12584F89-3062-4157-BC04-FFA16A876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55A06825-92DC-4B62-9797-D0C6332E64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83898942-AC68-41C4-AEC4-74DA08C459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B0DBBE9E-DBD4-495E-94E5-B7C5D29951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4E48CBA0-1159-44B9-ADAA-4126D3A5B8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5EC4B91A-04FF-4749-A760-57136F5792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1D58927E-E300-4AB0-A8A7-51F4B1BE70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533FCABC-EEDD-40CD-AE0A-65ECFBB28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3A2BD302-1C44-4A3C-99D5-1476F130B782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77DF83F6-D75D-4FE8-B625-D2865EFC09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92B25ADB-6C3E-4B04-9971-6698BF024475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0832" name="Grupo 188">
            <a:extLst>
              <a:ext uri="{FF2B5EF4-FFF2-40B4-BE49-F238E27FC236}">
                <a16:creationId xmlns:a16="http://schemas.microsoft.com/office/drawing/2014/main" id="{3D35031D-1057-4579-9B36-43BC40594D0E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50021018-2A79-4FD3-B27D-E996D7002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6FD0EABB-D2F6-4860-B011-162F3AA531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15416836-2BC8-419A-8D87-388D89B349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0E1C0721-E37D-42C4-918D-583E0B5E36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39A6CEA1-F9F2-44E1-8817-960095A06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89D6D832-7DB0-48DA-924A-4EE3DF18F6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F6B19A73-2B98-4A86-B891-F33A20063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2D0C61DD-1370-46D0-BEDF-B503A765EF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6CAD8609-1F4C-4F09-B197-31BC8DE4FD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9B5F3687-6177-4DDF-8239-106990F7D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8CE49163-E367-4443-A502-38D8E49ACE43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0834" name="Grupo 47">
            <a:extLst>
              <a:ext uri="{FF2B5EF4-FFF2-40B4-BE49-F238E27FC236}">
                <a16:creationId xmlns:a16="http://schemas.microsoft.com/office/drawing/2014/main" id="{DC66EE2D-0455-43CA-A1E4-ED4DD3341843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21BCF03B-B447-4A5A-8B42-E2D8197704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F68D5F68-C285-41AF-A5BB-CAEC7D59BF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51E9A5C6-3052-42ED-8CB3-FACBE7CF0D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168C54FD-8871-4440-9912-BA7F41BF8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95C78189-036E-495F-9EA0-E164F09C31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8954EA8A-1EA1-4DB2-9A06-6DF3B0A24F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A0FD62CB-4624-4608-87F7-AAE4C9E53A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2824B1FB-D5A6-4869-B662-EA7FE6F59A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9302B71B-9395-4091-B481-DD9FDED14F0D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A1159439-F55A-4F47-973E-6652AF03A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3DC77910-5239-4AC7-874C-F9A7244F2F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0558299A-78B6-4F0F-9ED6-EE3834BD53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7D72AB71-8F3E-4763-8385-031FBD20F143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F36DD14B-7507-4C70-8852-10E85C925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AF683D6C-C7D6-4ED4-9EB2-F8B53EA86C50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0838" name="Grupo 9">
            <a:extLst>
              <a:ext uri="{FF2B5EF4-FFF2-40B4-BE49-F238E27FC236}">
                <a16:creationId xmlns:a16="http://schemas.microsoft.com/office/drawing/2014/main" id="{340FCE1B-F6F9-4589-9993-8DE0911B0413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4A345783-A972-4682-B417-3F4C50B015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9A9C40CF-B3FE-400F-941F-D76184641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C06889A0-E361-4939-848C-4EFB84797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984FAF88-EDD9-45CB-AC31-5D40A6A73B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19EC4113-E07F-4E3C-91A3-48F573CE7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437BE67B-06D2-4D3F-92A9-BDEB15E770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82BB3EBD-721E-492A-90AE-29CC50DF75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0706554C-8D82-4FBD-A73B-9C08046134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705036F8-F48D-45D3-A78F-8B61BD8761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55A4EACD-3783-4A52-85AE-E2B7911609E0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DD4EAD4E-AE27-4F40-9BA0-46261D910E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CE3C98E6-223E-45FF-AA42-122F4B128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F89613E7-7B6C-4B0A-9BCD-3ED3E55886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ABF65D7C-A9F0-4425-8B2B-07B3FBF86D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66B1BC9D-5519-4351-A3C4-EBCA4B4178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7D02BC04-DD5D-46B9-8D4A-81D52B3FDB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47388916-5AD4-42B0-876E-8652651813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57F745FE-9481-46B4-9404-F29FD662428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5BBAB5A7-27C0-4402-A0C3-947E0CD959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6E105F68-49B8-4C54-9741-E437EE0CD65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3D236D94-DC62-4D27-85A0-E12AFC17E34B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A537A3AD-A5BF-4EF7-85B3-8BBD58E13396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D6096F04-F2C5-4712-9B41-48EDD371F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057A5D7F-AA1E-4CE9-987D-271FE2D74647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846" name="Text Box 72">
            <a:extLst>
              <a:ext uri="{FF2B5EF4-FFF2-40B4-BE49-F238E27FC236}">
                <a16:creationId xmlns:a16="http://schemas.microsoft.com/office/drawing/2014/main" id="{C388AA95-3226-4F01-86AE-7FFD7F495B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60847" name="Line 71">
            <a:extLst>
              <a:ext uri="{FF2B5EF4-FFF2-40B4-BE49-F238E27FC236}">
                <a16:creationId xmlns:a16="http://schemas.microsoft.com/office/drawing/2014/main" id="{50BA3D4A-82A1-45F0-A5AF-A0FE8F08126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F04109B6-C799-4C7C-9708-9713638759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06CCC7AE-A70A-4DEE-B0F3-1A42C7208B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F769003B-A9E9-426A-9BE2-31D3706AE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60851" name="Text Box 50">
            <a:extLst>
              <a:ext uri="{FF2B5EF4-FFF2-40B4-BE49-F238E27FC236}">
                <a16:creationId xmlns:a16="http://schemas.microsoft.com/office/drawing/2014/main" id="{45FA187E-D522-44A0-9DD0-873789D1E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60852" name="Text Box 50">
            <a:extLst>
              <a:ext uri="{FF2B5EF4-FFF2-40B4-BE49-F238E27FC236}">
                <a16:creationId xmlns:a16="http://schemas.microsoft.com/office/drawing/2014/main" id="{E6F31872-F392-4DA8-8354-77902D6AE3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60853" name="Text Box 50">
            <a:extLst>
              <a:ext uri="{FF2B5EF4-FFF2-40B4-BE49-F238E27FC236}">
                <a16:creationId xmlns:a16="http://schemas.microsoft.com/office/drawing/2014/main" id="{09357839-D3EA-4634-A603-C0974C10A5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27B6E95C-CECA-442E-A280-B7FB8B6AF7DD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0855" name="Grupo 324">
            <a:extLst>
              <a:ext uri="{FF2B5EF4-FFF2-40B4-BE49-F238E27FC236}">
                <a16:creationId xmlns:a16="http://schemas.microsoft.com/office/drawing/2014/main" id="{23FFFFA2-D712-4625-9D37-83821F38B96A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21" name="Forma libre 20">
              <a:extLst>
                <a:ext uri="{FF2B5EF4-FFF2-40B4-BE49-F238E27FC236}">
                  <a16:creationId xmlns:a16="http://schemas.microsoft.com/office/drawing/2014/main" id="{29154F24-45F3-4998-BD3A-0E5B175CCB18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3" name="Forma libre 22">
              <a:extLst>
                <a:ext uri="{FF2B5EF4-FFF2-40B4-BE49-F238E27FC236}">
                  <a16:creationId xmlns:a16="http://schemas.microsoft.com/office/drawing/2014/main" id="{786AB7BF-B228-4726-AB68-BDBDC83741B2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" name="Forma libre 25">
              <a:extLst>
                <a:ext uri="{FF2B5EF4-FFF2-40B4-BE49-F238E27FC236}">
                  <a16:creationId xmlns:a16="http://schemas.microsoft.com/office/drawing/2014/main" id="{776855A8-06D6-4424-AA48-8EF4A258FA55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4" name="Forma libre 53">
              <a:extLst>
                <a:ext uri="{FF2B5EF4-FFF2-40B4-BE49-F238E27FC236}">
                  <a16:creationId xmlns:a16="http://schemas.microsoft.com/office/drawing/2014/main" id="{5886128F-2AB5-4F85-8D14-6E1A4A41C783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13" name="Text Box 50">
            <a:extLst>
              <a:ext uri="{FF2B5EF4-FFF2-40B4-BE49-F238E27FC236}">
                <a16:creationId xmlns:a16="http://schemas.microsoft.com/office/drawing/2014/main" id="{D2394B1E-6F09-4C7D-9851-C6E176F048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160857" name="Text Box 72">
            <a:extLst>
              <a:ext uri="{FF2B5EF4-FFF2-40B4-BE49-F238E27FC236}">
                <a16:creationId xmlns:a16="http://schemas.microsoft.com/office/drawing/2014/main" id="{17517F46-ED65-4D57-B5A0-32A94F73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E4DDBF26-1C66-4A0F-966A-DF9B2D94ED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D461ADFC-B5F6-437C-83AF-3116169A92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1" name="Text Box 50">
            <a:extLst>
              <a:ext uri="{FF2B5EF4-FFF2-40B4-BE49-F238E27FC236}">
                <a16:creationId xmlns:a16="http://schemas.microsoft.com/office/drawing/2014/main" id="{AA4329E4-0D4D-4CB8-818A-AC92418ED9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ALUctr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E0035B94-511A-4CB9-AFD8-2F33D33536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E4A41913-EE93-4ABA-A043-6E526686BC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22C74130-0CDD-4CD7-A6F8-6A1247AF7ADA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Conector recto de flecha 234">
            <a:extLst>
              <a:ext uri="{FF2B5EF4-FFF2-40B4-BE49-F238E27FC236}">
                <a16:creationId xmlns:a16="http://schemas.microsoft.com/office/drawing/2014/main" id="{D1BBAE94-8386-4E1D-B9D4-77728F5D14C9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1860C530-B479-4705-926B-1D2050E4924B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E29C9580-10CE-4530-8103-269E1E9AB094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5710EDE0-0CFA-46D1-8147-1C1524DED7C3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3037E40B-992A-4EF2-99B5-0144C3CF3C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60869" name="Line 71">
            <a:extLst>
              <a:ext uri="{FF2B5EF4-FFF2-40B4-BE49-F238E27FC236}">
                <a16:creationId xmlns:a16="http://schemas.microsoft.com/office/drawing/2014/main" id="{AACD9275-98FC-4E2A-9EFF-0BD5F214E82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60870" name="Text Box 72">
            <a:extLst>
              <a:ext uri="{FF2B5EF4-FFF2-40B4-BE49-F238E27FC236}">
                <a16:creationId xmlns:a16="http://schemas.microsoft.com/office/drawing/2014/main" id="{F14BC126-CDE7-40A0-94A2-2578869C00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60871" name="Line 71">
            <a:extLst>
              <a:ext uri="{FF2B5EF4-FFF2-40B4-BE49-F238E27FC236}">
                <a16:creationId xmlns:a16="http://schemas.microsoft.com/office/drawing/2014/main" id="{E6B35F94-7436-4979-9248-DCBC2CBD57E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60872" name="Text Box 72">
            <a:extLst>
              <a:ext uri="{FF2B5EF4-FFF2-40B4-BE49-F238E27FC236}">
                <a16:creationId xmlns:a16="http://schemas.microsoft.com/office/drawing/2014/main" id="{5D434D04-4B32-4BFD-A6A5-A75DEA749F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60873" name="Line 71">
            <a:extLst>
              <a:ext uri="{FF2B5EF4-FFF2-40B4-BE49-F238E27FC236}">
                <a16:creationId xmlns:a16="http://schemas.microsoft.com/office/drawing/2014/main" id="{5391C9B5-6B65-468A-B441-8761298F7E9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60874" name="Text Box 72">
            <a:extLst>
              <a:ext uri="{FF2B5EF4-FFF2-40B4-BE49-F238E27FC236}">
                <a16:creationId xmlns:a16="http://schemas.microsoft.com/office/drawing/2014/main" id="{90BCD500-8AB6-45A7-B2FA-F8D028DCF2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</a:t>
            </a:r>
          </a:p>
        </p:txBody>
      </p:sp>
      <p:sp>
        <p:nvSpPr>
          <p:cNvPr id="160875" name="Line 71">
            <a:extLst>
              <a:ext uri="{FF2B5EF4-FFF2-40B4-BE49-F238E27FC236}">
                <a16:creationId xmlns:a16="http://schemas.microsoft.com/office/drawing/2014/main" id="{C5C3CDFA-3168-430B-989E-41A36C3E9F1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60876" name="Text Box 72">
            <a:extLst>
              <a:ext uri="{FF2B5EF4-FFF2-40B4-BE49-F238E27FC236}">
                <a16:creationId xmlns:a16="http://schemas.microsoft.com/office/drawing/2014/main" id="{55150DA5-C911-45D1-8ACF-675D938A37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60877" name="Line 71">
            <a:extLst>
              <a:ext uri="{FF2B5EF4-FFF2-40B4-BE49-F238E27FC236}">
                <a16:creationId xmlns:a16="http://schemas.microsoft.com/office/drawing/2014/main" id="{EACFEE90-B864-4136-B5A5-0E1AA2D701E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cxnSp>
        <p:nvCxnSpPr>
          <p:cNvPr id="11" name="Conector recto de flecha 10">
            <a:extLst>
              <a:ext uri="{FF2B5EF4-FFF2-40B4-BE49-F238E27FC236}">
                <a16:creationId xmlns:a16="http://schemas.microsoft.com/office/drawing/2014/main" id="{003065A6-29DD-4E43-8A70-AE2593FB3575}"/>
              </a:ext>
            </a:extLst>
          </p:cNvPr>
          <p:cNvCxnSpPr>
            <a:cxnSpLocks/>
            <a:endCxn id="142" idx="0"/>
          </p:cNvCxnSpPr>
          <p:nvPr/>
        </p:nvCxnSpPr>
        <p:spPr>
          <a:xfrm flipH="1">
            <a:off x="2427288" y="2930525"/>
            <a:ext cx="9525" cy="1481138"/>
          </a:xfrm>
          <a:prstGeom prst="straightConnector1">
            <a:avLst/>
          </a:prstGeom>
          <a:ln w="12700">
            <a:solidFill>
              <a:srgbClr val="7030A0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 Box 50">
            <a:extLst>
              <a:ext uri="{FF2B5EF4-FFF2-40B4-BE49-F238E27FC236}">
                <a16:creationId xmlns:a16="http://schemas.microsoft.com/office/drawing/2014/main" id="{277C97ED-8F9F-445E-8F61-B36365FBBD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0913" y="2725738"/>
            <a:ext cx="43021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7030A0"/>
                </a:solidFill>
                <a:latin typeface="+mn-lt"/>
              </a:rPr>
              <a:t>reset</a:t>
            </a:r>
            <a:endParaRPr lang="es-ES" sz="1050" i="1" dirty="0">
              <a:solidFill>
                <a:srgbClr val="7030A0"/>
              </a:solidFill>
              <a:latin typeface="+mn-lt"/>
            </a:endParaRPr>
          </a:p>
        </p:txBody>
      </p:sp>
      <p:cxnSp>
        <p:nvCxnSpPr>
          <p:cNvPr id="62" name="Conector recto de flecha 61">
            <a:extLst>
              <a:ext uri="{FF2B5EF4-FFF2-40B4-BE49-F238E27FC236}">
                <a16:creationId xmlns:a16="http://schemas.microsoft.com/office/drawing/2014/main" id="{F50056EA-1029-4A37-9CA1-49681ED44BC8}"/>
              </a:ext>
            </a:extLst>
          </p:cNvPr>
          <p:cNvCxnSpPr>
            <a:cxnSpLocks/>
            <a:stCxn id="142" idx="2"/>
          </p:cNvCxnSpPr>
          <p:nvPr/>
        </p:nvCxnSpPr>
        <p:spPr>
          <a:xfrm flipH="1">
            <a:off x="2424113" y="4843463"/>
            <a:ext cx="3175" cy="1836737"/>
          </a:xfrm>
          <a:prstGeom prst="straightConnector1">
            <a:avLst/>
          </a:prstGeom>
          <a:ln w="12700">
            <a:solidFill>
              <a:schemeClr val="accent5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Text Box 50">
            <a:extLst>
              <a:ext uri="{FF2B5EF4-FFF2-40B4-BE49-F238E27FC236}">
                <a16:creationId xmlns:a16="http://schemas.microsoft.com/office/drawing/2014/main" id="{594FB6B0-3357-473E-BCD5-D2BBB7BE8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2188" y="6630988"/>
            <a:ext cx="3238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5"/>
                </a:solidFill>
                <a:latin typeface="+mn-lt"/>
              </a:rPr>
              <a:t>clk</a:t>
            </a:r>
            <a:endParaRPr lang="es-ES" sz="1050" i="1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11" name="Forma libre 210">
            <a:extLst>
              <a:ext uri="{FF2B5EF4-FFF2-40B4-BE49-F238E27FC236}">
                <a16:creationId xmlns:a16="http://schemas.microsoft.com/office/drawing/2014/main" id="{847D5BBC-0656-4EC1-A6F3-71F0D452297E}"/>
              </a:ext>
            </a:extLst>
          </p:cNvPr>
          <p:cNvSpPr/>
          <p:nvPr/>
        </p:nvSpPr>
        <p:spPr>
          <a:xfrm>
            <a:off x="2425700" y="5064125"/>
            <a:ext cx="7085013" cy="149225"/>
          </a:xfrm>
          <a:custGeom>
            <a:avLst/>
            <a:gdLst>
              <a:gd name="connsiteX0" fmla="*/ 7085045 w 7085045"/>
              <a:gd name="connsiteY0" fmla="*/ 0 h 149290"/>
              <a:gd name="connsiteX1" fmla="*/ 7085045 w 7085045"/>
              <a:gd name="connsiteY1" fmla="*/ 149290 h 149290"/>
              <a:gd name="connsiteX2" fmla="*/ 0 w 7085045"/>
              <a:gd name="connsiteY2" fmla="*/ 149290 h 14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85045" h="149290">
                <a:moveTo>
                  <a:pt x="7085045" y="0"/>
                </a:moveTo>
                <a:lnTo>
                  <a:pt x="7085045" y="149290"/>
                </a:lnTo>
                <a:lnTo>
                  <a:pt x="0" y="149290"/>
                </a:lnTo>
              </a:path>
            </a:pathLst>
          </a:custGeom>
          <a:noFill/>
          <a:ln w="127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212" name="Conector recto de flecha 211">
            <a:extLst>
              <a:ext uri="{FF2B5EF4-FFF2-40B4-BE49-F238E27FC236}">
                <a16:creationId xmlns:a16="http://schemas.microsoft.com/office/drawing/2014/main" id="{1D77EB7C-8668-4421-AE3B-BE0BDF8AED02}"/>
              </a:ext>
            </a:extLst>
          </p:cNvPr>
          <p:cNvCxnSpPr>
            <a:cxnSpLocks/>
          </p:cNvCxnSpPr>
          <p:nvPr/>
        </p:nvCxnSpPr>
        <p:spPr>
          <a:xfrm>
            <a:off x="5834063" y="5070475"/>
            <a:ext cx="0" cy="136525"/>
          </a:xfrm>
          <a:prstGeom prst="straightConnector1">
            <a:avLst/>
          </a:prstGeom>
          <a:ln w="12700">
            <a:solidFill>
              <a:schemeClr val="accent5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Forma libre 21">
            <a:extLst>
              <a:ext uri="{FF2B5EF4-FFF2-40B4-BE49-F238E27FC236}">
                <a16:creationId xmlns:a16="http://schemas.microsoft.com/office/drawing/2014/main" id="{DB232AC7-8409-4108-AA9F-2D275BAEFBE2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17E0C610-3163-4B26-9FC1-C085133433DE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4" name="Text Box 50">
            <a:extLst>
              <a:ext uri="{FF2B5EF4-FFF2-40B4-BE49-F238E27FC236}">
                <a16:creationId xmlns:a16="http://schemas.microsoft.com/office/drawing/2014/main" id="{27DE8B83-8697-4C47-B7D8-2C2D70DCC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18" name="Marcador de número de diapositiva 217">
            <a:extLst>
              <a:ext uri="{FF2B5EF4-FFF2-40B4-BE49-F238E27FC236}">
                <a16:creationId xmlns:a16="http://schemas.microsoft.com/office/drawing/2014/main" id="{45E0F2E5-B07C-4F58-9F3F-80A387540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761DDB8-DE95-4BFE-BFC4-C40B223A74D0}" type="slidenum">
              <a:rPr lang="es-ES" altLang="es-ES">
                <a:solidFill>
                  <a:srgbClr val="171717"/>
                </a:solidFill>
              </a:rPr>
              <a:pPr/>
              <a:t>80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09609CB4-9CE1-430B-923E-073E20D7E6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0EF69531-5897-4FDF-8D08-6FDEB4908EBE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236663"/>
            <a:ext cx="10633075" cy="4092575"/>
          </a:xfrm>
          <a:prstGeom prst="rect">
            <a:avLst/>
          </a:prstGeom>
        </p:spPr>
        <p:txBody>
          <a:bodyPr>
            <a:normAutofit fontScale="85000" lnSpcReduction="10000"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Circuito extensor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>
                <a:ea typeface="ＭＳ Ｐゴシック" charset="-128"/>
                <a:cs typeface="ＭＳ Ｐゴシック" charset="-128"/>
              </a:rPr>
              <a:t>Realiza la extensión de signo del </a:t>
            </a:r>
            <a:r>
              <a:rPr lang="es-ES" sz="24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operando inmediato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2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0</a:t>
            </a:r>
            <a:r>
              <a:rPr lang="es-ES" sz="2200" dirty="0">
                <a:ea typeface="ＭＳ Ｐゴシック" charset="-128"/>
                <a:cs typeface="ＭＳ Ｐゴシック" charset="-128"/>
              </a:rPr>
              <a:t>111 (+7) </a:t>
            </a:r>
            <a:r>
              <a:rPr lang="es-ES" sz="2200" dirty="0">
                <a:ea typeface="ＭＳ Ｐゴシック" charset="-128"/>
                <a:cs typeface="ＭＳ Ｐゴシック" charset="-128"/>
                <a:sym typeface="Wingdings" pitchFamily="2" charset="2"/>
              </a:rPr>
              <a:t> </a:t>
            </a:r>
            <a:r>
              <a:rPr lang="es-ES" sz="22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  <a:sym typeface="Wingdings" pitchFamily="2" charset="2"/>
              </a:rPr>
              <a:t>00000</a:t>
            </a:r>
            <a:r>
              <a:rPr lang="es-ES" sz="2200" dirty="0">
                <a:ea typeface="ＭＳ Ｐゴシック" charset="-128"/>
                <a:cs typeface="ＭＳ Ｐゴシック" charset="-128"/>
                <a:sym typeface="Wingdings" pitchFamily="2" charset="2"/>
              </a:rPr>
              <a:t>111 (+7)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2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1</a:t>
            </a:r>
            <a:r>
              <a:rPr lang="es-ES" sz="2200" dirty="0">
                <a:ea typeface="ＭＳ Ｐゴシック" charset="-128"/>
                <a:cs typeface="ＭＳ Ｐゴシック" charset="-128"/>
              </a:rPr>
              <a:t>010 (-6)  </a:t>
            </a:r>
            <a:r>
              <a:rPr lang="es-ES" sz="2200" dirty="0">
                <a:ea typeface="ＭＳ Ｐゴシック" charset="-128"/>
                <a:cs typeface="ＭＳ Ｐゴシック" charset="-128"/>
                <a:sym typeface="Wingdings" pitchFamily="2" charset="2"/>
              </a:rPr>
              <a:t> </a:t>
            </a:r>
            <a:r>
              <a:rPr lang="es-ES" sz="22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  <a:sym typeface="Wingdings" pitchFamily="2" charset="2"/>
              </a:rPr>
              <a:t>11111</a:t>
            </a:r>
            <a:r>
              <a:rPr lang="es-ES" sz="2200" dirty="0">
                <a:ea typeface="ＭＳ Ｐゴシック" charset="-128"/>
                <a:cs typeface="ＭＳ Ｐゴシック" charset="-128"/>
                <a:sym typeface="Wingdings" pitchFamily="2" charset="2"/>
              </a:rPr>
              <a:t>010 (-6)</a:t>
            </a:r>
            <a:endParaRPr lang="es-ES" sz="2200" dirty="0">
              <a:ea typeface="ＭＳ Ｐゴシック" charset="-128"/>
              <a:cs typeface="ＭＳ Ｐゴシック" charset="-128"/>
            </a:endParaRP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>
                <a:ea typeface="ＭＳ Ｐゴシック" charset="-128"/>
                <a:cs typeface="ＭＳ Ｐゴシック" charset="-128"/>
              </a:rPr>
              <a:t>El </a:t>
            </a:r>
            <a:r>
              <a:rPr lang="es-ES" sz="24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tamaño</a:t>
            </a:r>
            <a:r>
              <a:rPr lang="es-ES" sz="2400" dirty="0">
                <a:ea typeface="ＭＳ Ｐゴシック" charset="-128"/>
                <a:cs typeface="ＭＳ Ｐゴシック" charset="-128"/>
              </a:rPr>
              <a:t> del operando inmediato y su </a:t>
            </a:r>
            <a:r>
              <a:rPr lang="es-ES" sz="24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posición</a:t>
            </a:r>
            <a:r>
              <a:rPr lang="es-ES" sz="2400" dirty="0">
                <a:ea typeface="ＭＳ Ｐゴシック" charset="-128"/>
                <a:cs typeface="ＭＳ Ｐゴシック" charset="-128"/>
              </a:rPr>
              <a:t> en la instrucción </a:t>
            </a:r>
            <a:r>
              <a:rPr lang="es-ES" sz="24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dependen del formato</a:t>
            </a:r>
          </a:p>
          <a:p>
            <a:pPr lvl="1" fontAlgn="auto">
              <a:spcAft>
                <a:spcPts val="0"/>
              </a:spcAft>
              <a:defRPr/>
            </a:pPr>
            <a:endParaRPr lang="es-ES" sz="2400" dirty="0">
              <a:ea typeface="ＭＳ Ｐゴシック" charset="-128"/>
              <a:cs typeface="ＭＳ Ｐゴシック" charset="-128"/>
            </a:endParaRPr>
          </a:p>
          <a:p>
            <a:pPr lvl="1" fontAlgn="auto">
              <a:spcAft>
                <a:spcPts val="0"/>
              </a:spcAft>
              <a:defRPr/>
            </a:pPr>
            <a:endParaRPr lang="es-ES" sz="2400" dirty="0">
              <a:ea typeface="ＭＳ Ｐゴシック" charset="-128"/>
              <a:cs typeface="ＭＳ Ｐゴシック" charset="-128"/>
            </a:endParaRPr>
          </a:p>
          <a:p>
            <a:pPr lvl="1" fontAlgn="auto">
              <a:spcAft>
                <a:spcPts val="0"/>
              </a:spcAft>
              <a:defRPr/>
            </a:pPr>
            <a:endParaRPr lang="es-ES" sz="2400" dirty="0">
              <a:ea typeface="ＭＳ Ｐゴシック" charset="-128"/>
              <a:cs typeface="ＭＳ Ｐゴシック" charset="-128"/>
            </a:endParaRPr>
          </a:p>
          <a:p>
            <a:pPr lvl="1" fontAlgn="auto">
              <a:spcAft>
                <a:spcPts val="0"/>
              </a:spcAft>
              <a:defRPr/>
            </a:pPr>
            <a:endParaRPr lang="es-ES" sz="2400" dirty="0">
              <a:ea typeface="ＭＳ Ｐゴシック" charset="-128"/>
              <a:cs typeface="ＭＳ Ｐゴシック" charset="-128"/>
            </a:endParaRP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>
                <a:ea typeface="ＭＳ Ｐゴシック" charset="-128"/>
                <a:cs typeface="ＭＳ Ｐゴシック" charset="-128"/>
              </a:rPr>
              <a:t>Con la entrada </a:t>
            </a:r>
            <a:r>
              <a:rPr lang="es-ES" sz="2400" dirty="0" err="1">
                <a:solidFill>
                  <a:srgbClr val="C00000"/>
                </a:solidFill>
                <a:ea typeface="ＭＳ Ｐゴシック" charset="-128"/>
                <a:cs typeface="ＭＳ Ｐゴシック" charset="-128"/>
              </a:rPr>
              <a:t>sel</a:t>
            </a:r>
            <a:r>
              <a:rPr lang="es-ES" sz="2400" dirty="0">
                <a:ea typeface="ＭＳ Ｐゴシック" charset="-128"/>
                <a:cs typeface="ＭＳ Ｐゴシック" charset="-128"/>
              </a:rPr>
              <a:t> del circuito se selecciona la extensión deseada</a:t>
            </a:r>
          </a:p>
          <a:p>
            <a:pPr lvl="2" fontAlgn="auto">
              <a:spcAft>
                <a:spcPts val="0"/>
              </a:spcAft>
              <a:defRPr/>
            </a:pPr>
            <a:endParaRPr lang="es-ES" sz="2200" dirty="0">
              <a:solidFill>
                <a:schemeClr val="accent2"/>
              </a:solidFill>
              <a:ea typeface="ＭＳ Ｐゴシック" charset="-128"/>
              <a:cs typeface="ＭＳ Ｐゴシック" charset="-128"/>
            </a:endParaRPr>
          </a:p>
        </p:txBody>
      </p:sp>
      <p:graphicFrame>
        <p:nvGraphicFramePr>
          <p:cNvPr id="345" name="Marcador de contenido 5">
            <a:extLst>
              <a:ext uri="{FF2B5EF4-FFF2-40B4-BE49-F238E27FC236}">
                <a16:creationId xmlns:a16="http://schemas.microsoft.com/office/drawing/2014/main" id="{6574264D-3928-47B7-8E98-6B6010F67F87}"/>
              </a:ext>
            </a:extLst>
          </p:cNvPr>
          <p:cNvGraphicFramePr>
            <a:graphicFrameLocks/>
          </p:cNvGraphicFramePr>
          <p:nvPr/>
        </p:nvGraphicFramePr>
        <p:xfrm>
          <a:off x="4060825" y="5448300"/>
          <a:ext cx="5665788" cy="9144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51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08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29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934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sel</a:t>
                      </a:r>
                      <a:endParaRPr kumimoji="0" lang="es-E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Operación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934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OUT[31:0] = </a:t>
                      </a:r>
                      <a:r>
                        <a:rPr lang="es-ES_tradnl" sz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ExtSigno</a:t>
                      </a:r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(IN[31:20]) </a:t>
                      </a:r>
                      <a:endParaRPr lang="es-ES" sz="1200" dirty="0">
                        <a:effectLst/>
                        <a:latin typeface="+mn-lt"/>
                        <a:ea typeface="Times New Roman" panose="02020603050405020304" pitchFamily="18" charset="0"/>
                      </a:endParaRPr>
                    </a:p>
                  </a:txBody>
                  <a:tcPr marL="68577" marR="68577" marT="0" marB="0" anchor="ctr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934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OUT[31:0] = </a:t>
                      </a:r>
                      <a:r>
                        <a:rPr lang="es-ES_tradnl" sz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ExtSigno</a:t>
                      </a:r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(IN[31:25],IN[11:7]) </a:t>
                      </a:r>
                      <a:endParaRPr lang="es-ES" sz="1200" dirty="0">
                        <a:effectLst/>
                        <a:latin typeface="+mn-lt"/>
                        <a:ea typeface="Times New Roman" panose="02020603050405020304" pitchFamily="18" charset="0"/>
                      </a:endParaRPr>
                    </a:p>
                  </a:txBody>
                  <a:tcPr marL="68577" marR="68577" marT="0" marB="0" anchor="ctr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934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OUT[31:0] = </a:t>
                      </a:r>
                      <a:r>
                        <a:rPr lang="es-ES_tradnl" sz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ExtSigno</a:t>
                      </a:r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(IN[31],IB[7],IN30:25],IN[11:8],0) </a:t>
                      </a:r>
                      <a:endParaRPr lang="es-ES" sz="1200" dirty="0">
                        <a:effectLst/>
                        <a:latin typeface="+mn-lt"/>
                        <a:ea typeface="Times New Roman" panose="02020603050405020304" pitchFamily="18" charset="0"/>
                      </a:endParaRPr>
                    </a:p>
                  </a:txBody>
                  <a:tcPr marL="68577" marR="68577" marT="0" marB="0" anchor="ctr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934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OUT[31:0] = </a:t>
                      </a:r>
                      <a:r>
                        <a:rPr lang="es-ES_tradnl" sz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ExtSigno</a:t>
                      </a:r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(IN[31],IN[19:12],IN[20],IN[30:21],0) </a:t>
                      </a:r>
                      <a:endParaRPr lang="es-ES" sz="1200" dirty="0">
                        <a:effectLst/>
                        <a:latin typeface="+mn-lt"/>
                        <a:ea typeface="Times New Roman" panose="02020603050405020304" pitchFamily="18" charset="0"/>
                      </a:endParaRPr>
                    </a:p>
                  </a:txBody>
                  <a:tcPr marL="68577" marR="68577" marT="0" marB="0" anchor="ctr"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851952A7-EACE-4B14-91CF-A1542BFFC203}"/>
              </a:ext>
            </a:extLst>
          </p:cNvPr>
          <p:cNvGraphicFramePr>
            <a:graphicFrameLocks noGrp="1"/>
          </p:cNvGraphicFramePr>
          <p:nvPr/>
        </p:nvGraphicFramePr>
        <p:xfrm>
          <a:off x="2425700" y="3248025"/>
          <a:ext cx="6835771" cy="149576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435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998"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funct7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rs2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8998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8998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11:5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rs2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4:0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8998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12,10:5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rs2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4:1,11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8998">
                <a:tc gridSpan="20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20,10:1,11,19:12</a:t>
                      </a: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06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4F8C84BC-1466-46FC-9C17-9867A6DCABB6}"/>
              </a:ext>
            </a:extLst>
          </p:cNvPr>
          <p:cNvGraphicFramePr>
            <a:graphicFrameLocks noGrp="1"/>
          </p:cNvGraphicFramePr>
          <p:nvPr/>
        </p:nvGraphicFramePr>
        <p:xfrm>
          <a:off x="9261475" y="3248025"/>
          <a:ext cx="1458912" cy="149576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084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0841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00435"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998">
                <a:tc gridSpan="7">
                  <a:txBody>
                    <a:bodyPr/>
                    <a:lstStyle/>
                    <a:p>
                      <a:pPr algn="l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tipo-R</a:t>
                      </a:r>
                    </a:p>
                  </a:txBody>
                  <a:tcPr marL="91399" marR="91399" marT="0" marB="45706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8998">
                <a:tc gridSpan="7">
                  <a:txBody>
                    <a:bodyPr/>
                    <a:lstStyle/>
                    <a:p>
                      <a:pPr algn="l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tipo-I</a:t>
                      </a:r>
                    </a:p>
                  </a:txBody>
                  <a:tcPr marL="91399" marR="91399" marT="0" marB="45706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8998">
                <a:tc gridSpan="7">
                  <a:txBody>
                    <a:bodyPr/>
                    <a:lstStyle/>
                    <a:p>
                      <a:pPr algn="l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tipo-S</a:t>
                      </a:r>
                    </a:p>
                  </a:txBody>
                  <a:tcPr marL="91399" marR="91399" marT="0" marB="45706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8998">
                <a:tc gridSpan="7">
                  <a:txBody>
                    <a:bodyPr/>
                    <a:lstStyle/>
                    <a:p>
                      <a:pPr algn="l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tipo-B</a:t>
                      </a:r>
                    </a:p>
                  </a:txBody>
                  <a:tcPr marL="91399" marR="91399" marT="0" marB="45706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8998">
                <a:tc gridSpan="7">
                  <a:txBody>
                    <a:bodyPr/>
                    <a:lstStyle/>
                    <a:p>
                      <a:pPr algn="l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tipo-J</a:t>
                      </a:r>
                    </a:p>
                  </a:txBody>
                  <a:tcPr marL="91399" marR="91399" marT="0" marB="45706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62924" name="Grupo 28">
            <a:extLst>
              <a:ext uri="{FF2B5EF4-FFF2-40B4-BE49-F238E27FC236}">
                <a16:creationId xmlns:a16="http://schemas.microsoft.com/office/drawing/2014/main" id="{C8C9859D-A55A-470D-B6C7-F603CFCD2586}"/>
              </a:ext>
            </a:extLst>
          </p:cNvPr>
          <p:cNvGrpSpPr>
            <a:grpSpLocks/>
          </p:cNvGrpSpPr>
          <p:nvPr/>
        </p:nvGrpSpPr>
        <p:grpSpPr bwMode="auto">
          <a:xfrm>
            <a:off x="2127250" y="5708650"/>
            <a:ext cx="1450975" cy="611188"/>
            <a:chOff x="1997320" y="5321792"/>
            <a:chExt cx="1449614" cy="611285"/>
          </a:xfrm>
        </p:grpSpPr>
        <p:sp>
          <p:nvSpPr>
            <p:cNvPr id="17" name="Text Box 72">
              <a:extLst>
                <a:ext uri="{FF2B5EF4-FFF2-40B4-BE49-F238E27FC236}">
                  <a16:creationId xmlns:a16="http://schemas.microsoft.com/office/drawing/2014/main" id="{F089F333-D2A8-43E8-AB7C-96426C5C96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9171" y="5717143"/>
              <a:ext cx="187149" cy="2159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7D987BC8-33C0-4D0D-8657-24567BEECD4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2626874" y="5767951"/>
              <a:ext cx="1683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grpSp>
          <p:nvGrpSpPr>
            <p:cNvPr id="162931" name="Grupo 18">
              <a:extLst>
                <a:ext uri="{FF2B5EF4-FFF2-40B4-BE49-F238E27FC236}">
                  <a16:creationId xmlns:a16="http://schemas.microsoft.com/office/drawing/2014/main" id="{F6C30A63-DB76-4AF8-9142-323D2CF86E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7320" y="5321792"/>
              <a:ext cx="1449614" cy="447251"/>
              <a:chOff x="5088863" y="5376791"/>
              <a:chExt cx="1449614" cy="447251"/>
            </a:xfrm>
          </p:grpSpPr>
          <p:sp>
            <p:nvSpPr>
              <p:cNvPr id="20" name="Text Box 48">
                <a:extLst>
                  <a:ext uri="{FF2B5EF4-FFF2-40B4-BE49-F238E27FC236}">
                    <a16:creationId xmlns:a16="http://schemas.microsoft.com/office/drawing/2014/main" id="{DC315B74-6AD2-4E0D-ABD1-DF7C421686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0307" y="5610191"/>
                <a:ext cx="298170" cy="2143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800" dirty="0">
                    <a:solidFill>
                      <a:schemeClr val="bg1">
                        <a:lumMod val="10000"/>
                      </a:schemeClr>
                    </a:solidFill>
                    <a:latin typeface="+mn-lt"/>
                  </a:rPr>
                  <a:t>32</a:t>
                </a:r>
              </a:p>
            </p:txBody>
          </p:sp>
          <p:sp>
            <p:nvSpPr>
              <p:cNvPr id="21" name="Text Box 57">
                <a:extLst>
                  <a:ext uri="{FF2B5EF4-FFF2-40B4-BE49-F238E27FC236}">
                    <a16:creationId xmlns:a16="http://schemas.microsoft.com/office/drawing/2014/main" id="{D8AE4648-5248-4515-A869-1A70263632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88863" y="5605427"/>
                <a:ext cx="298170" cy="21434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800" dirty="0">
                    <a:solidFill>
                      <a:schemeClr val="bg1">
                        <a:lumMod val="10000"/>
                      </a:schemeClr>
                    </a:solidFill>
                    <a:latin typeface="+mn-lt"/>
                  </a:rPr>
                  <a:t>32</a:t>
                </a:r>
              </a:p>
            </p:txBody>
          </p:sp>
          <p:sp>
            <p:nvSpPr>
              <p:cNvPr id="22" name="Forma libre 21">
                <a:extLst>
                  <a:ext uri="{FF2B5EF4-FFF2-40B4-BE49-F238E27FC236}">
                    <a16:creationId xmlns:a16="http://schemas.microsoft.com/office/drawing/2014/main" id="{75EF09CC-95AF-44C0-B12C-235819206179}"/>
                  </a:ext>
                </a:extLst>
              </p:cNvPr>
              <p:cNvSpPr/>
              <p:nvPr/>
            </p:nvSpPr>
            <p:spPr>
              <a:xfrm>
                <a:off x="5363243" y="5376791"/>
                <a:ext cx="937332" cy="354069"/>
              </a:xfrm>
              <a:custGeom>
                <a:avLst/>
                <a:gdLst>
                  <a:gd name="connsiteX0" fmla="*/ 0 w 715347"/>
                  <a:gd name="connsiteY0" fmla="*/ 180392 h 292359"/>
                  <a:gd name="connsiteX1" fmla="*/ 0 w 715347"/>
                  <a:gd name="connsiteY1" fmla="*/ 292359 h 292359"/>
                  <a:gd name="connsiteX2" fmla="*/ 715347 w 715347"/>
                  <a:gd name="connsiteY2" fmla="*/ 292359 h 292359"/>
                  <a:gd name="connsiteX3" fmla="*/ 715347 w 715347"/>
                  <a:gd name="connsiteY3" fmla="*/ 0 h 292359"/>
                  <a:gd name="connsiteX4" fmla="*/ 0 w 715347"/>
                  <a:gd name="connsiteY4" fmla="*/ 180392 h 29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347" h="292359">
                    <a:moveTo>
                      <a:pt x="0" y="180392"/>
                    </a:moveTo>
                    <a:lnTo>
                      <a:pt x="0" y="292359"/>
                    </a:lnTo>
                    <a:lnTo>
                      <a:pt x="715347" y="292359"/>
                    </a:lnTo>
                    <a:lnTo>
                      <a:pt x="715347" y="0"/>
                    </a:lnTo>
                    <a:lnTo>
                      <a:pt x="0" y="180392"/>
                    </a:lnTo>
                    <a:close/>
                  </a:path>
                </a:pathLst>
              </a:custGeom>
              <a:solidFill>
                <a:schemeClr val="bg1">
                  <a:lumMod val="90000"/>
                </a:schemeClr>
              </a:solidFill>
              <a:ln w="9525">
                <a:solidFill>
                  <a:schemeClr val="bg1">
                    <a:lumMod val="1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0" anchor="b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1100" dirty="0">
                    <a:solidFill>
                      <a:schemeClr val="bg1">
                        <a:lumMod val="10000"/>
                      </a:schemeClr>
                    </a:solidFill>
                  </a:rPr>
                  <a:t>Ext. signo</a:t>
                </a:r>
              </a:p>
            </p:txBody>
          </p:sp>
          <p:sp>
            <p:nvSpPr>
              <p:cNvPr id="23" name="Line 46">
                <a:extLst>
                  <a:ext uri="{FF2B5EF4-FFF2-40B4-BE49-F238E27FC236}">
                    <a16:creationId xmlns:a16="http://schemas.microsoft.com/office/drawing/2014/main" id="{318CFB17-8982-4DD4-B747-5CA3876FF2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98990" y="5653060"/>
                <a:ext cx="215697" cy="0"/>
              </a:xfrm>
              <a:prstGeom prst="line">
                <a:avLst/>
              </a:prstGeom>
              <a:noFill/>
              <a:ln w="25400">
                <a:solidFill>
                  <a:schemeClr val="tx1">
                    <a:lumMod val="10000"/>
                  </a:schemeClr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 dirty="0">
                  <a:solidFill>
                    <a:schemeClr val="bg1">
                      <a:lumMod val="10000"/>
                    </a:schemeClr>
                  </a:solidFill>
                  <a:latin typeface="+mn-lt"/>
                </a:endParaRPr>
              </a:p>
            </p:txBody>
          </p:sp>
          <p:sp>
            <p:nvSpPr>
              <p:cNvPr id="24" name="Line 47">
                <a:extLst>
                  <a:ext uri="{FF2B5EF4-FFF2-40B4-BE49-F238E27FC236}">
                    <a16:creationId xmlns:a16="http://schemas.microsoft.com/office/drawing/2014/main" id="{5B16D459-48F6-4EDA-AB5F-36EAFBDD4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298990" y="5581612"/>
                <a:ext cx="72957" cy="14448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>
                  <a:solidFill>
                    <a:schemeClr val="bg1">
                      <a:lumMod val="10000"/>
                    </a:schemeClr>
                  </a:solidFill>
                  <a:latin typeface="+mn-lt"/>
                </a:endParaRPr>
              </a:p>
            </p:txBody>
          </p:sp>
          <p:sp>
            <p:nvSpPr>
              <p:cNvPr id="25" name="Line 55">
                <a:extLst>
                  <a:ext uri="{FF2B5EF4-FFF2-40B4-BE49-F238E27FC236}">
                    <a16:creationId xmlns:a16="http://schemas.microsoft.com/office/drawing/2014/main" id="{55FB5EA5-9D77-4BCA-9A5F-1DA710BF51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47546" y="5660999"/>
                <a:ext cx="215697" cy="0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10000"/>
                  </a:schemeClr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 dirty="0">
                  <a:solidFill>
                    <a:schemeClr val="bg1">
                      <a:lumMod val="10000"/>
                    </a:schemeClr>
                  </a:solidFill>
                  <a:latin typeface="+mn-lt"/>
                </a:endParaRPr>
              </a:p>
            </p:txBody>
          </p:sp>
          <p:sp>
            <p:nvSpPr>
              <p:cNvPr id="26" name="Line 56">
                <a:extLst>
                  <a:ext uri="{FF2B5EF4-FFF2-40B4-BE49-F238E27FC236}">
                    <a16:creationId xmlns:a16="http://schemas.microsoft.com/office/drawing/2014/main" id="{E274EDB2-0020-43AD-837F-59102228C5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47546" y="5589550"/>
                <a:ext cx="72957" cy="14448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1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_tradnl">
                  <a:solidFill>
                    <a:schemeClr val="bg1">
                      <a:lumMod val="10000"/>
                    </a:schemeClr>
                  </a:solidFill>
                  <a:latin typeface="+mn-lt"/>
                </a:endParaRPr>
              </a:p>
            </p:txBody>
          </p:sp>
        </p:grpSp>
        <p:sp>
          <p:nvSpPr>
            <p:cNvPr id="27" name="Line 56">
              <a:extLst>
                <a:ext uri="{FF2B5EF4-FFF2-40B4-BE49-F238E27FC236}">
                  <a16:creationId xmlns:a16="http://schemas.microsoft.com/office/drawing/2014/main" id="{0101849A-2EE1-404E-8CE7-06023EB337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47584" y="5733020"/>
              <a:ext cx="137983" cy="10161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2925" name="CuadroTexto 30">
            <a:extLst>
              <a:ext uri="{FF2B5EF4-FFF2-40B4-BE49-F238E27FC236}">
                <a16:creationId xmlns:a16="http://schemas.microsoft.com/office/drawing/2014/main" id="{52C6461F-1C64-4129-9827-8D22D28933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4613" y="6170613"/>
            <a:ext cx="45561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600">
                <a:solidFill>
                  <a:srgbClr val="C00000"/>
                </a:solidFill>
              </a:rPr>
              <a:t>sel</a:t>
            </a:r>
          </a:p>
        </p:txBody>
      </p:sp>
      <p:sp>
        <p:nvSpPr>
          <p:cNvPr id="162926" name="CuadroTexto 31">
            <a:extLst>
              <a:ext uri="{FF2B5EF4-FFF2-40B4-BE49-F238E27FC236}">
                <a16:creationId xmlns:a16="http://schemas.microsoft.com/office/drawing/2014/main" id="{EE118801-FA7B-41BC-9A22-14981FF62D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57375" y="5802313"/>
            <a:ext cx="45561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600">
                <a:solidFill>
                  <a:schemeClr val="accent2"/>
                </a:solidFill>
              </a:rPr>
              <a:t>IN</a:t>
            </a:r>
          </a:p>
        </p:txBody>
      </p:sp>
      <p:sp>
        <p:nvSpPr>
          <p:cNvPr id="162927" name="CuadroTexto 32">
            <a:extLst>
              <a:ext uri="{FF2B5EF4-FFF2-40B4-BE49-F238E27FC236}">
                <a16:creationId xmlns:a16="http://schemas.microsoft.com/office/drawing/2014/main" id="{2AD617AD-D7FC-4575-A075-C8C2C70EA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802313"/>
            <a:ext cx="5556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600">
                <a:solidFill>
                  <a:schemeClr val="accent2"/>
                </a:solidFill>
              </a:rPr>
              <a:t>OUT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4D8408E-C8AA-4B1A-A16D-4A05B37186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5379C3D-F2E3-45ED-8E87-A5C2B322EE41}" type="slidenum">
              <a:rPr lang="es-ES" altLang="es-ES">
                <a:solidFill>
                  <a:srgbClr val="171717"/>
                </a:solidFill>
              </a:rPr>
              <a:pPr/>
              <a:t>81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27A1A039-4760-4FAF-A984-D1B72465F6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3C6B8255-DC33-4260-B7E8-E8BBDD0707EA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236663"/>
            <a:ext cx="10633075" cy="3705225"/>
          </a:xfrm>
          <a:prstGeom prst="rect">
            <a:avLst/>
          </a:prstGeom>
        </p:spPr>
        <p:txBody>
          <a:bodyPr>
            <a:normAutofit fontScale="85000" lnSpcReduction="20000"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Circuito auxiliar </a:t>
            </a:r>
            <a:r>
              <a:rPr lang="es-ES" sz="2800" dirty="0" err="1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ControlALU</a:t>
            </a:r>
            <a:endParaRPr lang="es-ES" sz="2800" dirty="0">
              <a:solidFill>
                <a:schemeClr val="accent2"/>
              </a:solidFill>
              <a:ea typeface="ＭＳ Ｐゴシック" charset="-128"/>
              <a:cs typeface="ＭＳ Ｐゴシック" charset="-128"/>
            </a:endParaRP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>
                <a:ea typeface="ＭＳ Ｐゴシック" charset="-128"/>
                <a:cs typeface="ＭＳ Ｐゴシック" charset="-128"/>
              </a:rPr>
              <a:t>La operación que realiza la ALU (señal </a:t>
            </a:r>
            <a:r>
              <a:rPr lang="es-ES" sz="2400" dirty="0" err="1">
                <a:solidFill>
                  <a:srgbClr val="C00000"/>
                </a:solidFill>
                <a:ea typeface="ＭＳ Ｐゴシック" charset="-128"/>
                <a:cs typeface="ＭＳ Ｐゴシック" charset="-128"/>
              </a:rPr>
              <a:t>ALUctr</a:t>
            </a:r>
            <a:r>
              <a:rPr lang="es-ES" sz="2400" dirty="0">
                <a:ea typeface="ＭＳ Ｐゴシック" charset="-128"/>
                <a:cs typeface="ＭＳ Ｐゴシック" charset="-128"/>
              </a:rPr>
              <a:t>):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200" dirty="0">
                <a:ea typeface="ＭＳ Ｐゴシック" charset="-128"/>
                <a:cs typeface="ＭＳ Ｐゴシック" charset="-128"/>
              </a:rPr>
              <a:t>a veces viene determinada </a:t>
            </a:r>
            <a:r>
              <a:rPr lang="es-ES" sz="22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sólo por el código de la instrucción </a:t>
            </a:r>
            <a:r>
              <a:rPr lang="es-ES" sz="2200" dirty="0">
                <a:ea typeface="ＭＳ Ｐゴシック" charset="-128"/>
                <a:cs typeface="ＭＳ Ｐゴシック" charset="-128"/>
              </a:rPr>
              <a:t>(señal </a:t>
            </a:r>
            <a:r>
              <a:rPr lang="es-ES" sz="2200" dirty="0" err="1">
                <a:solidFill>
                  <a:srgbClr val="C00000"/>
                </a:solidFill>
                <a:ea typeface="ＭＳ Ｐゴシック" charset="-128"/>
                <a:cs typeface="ＭＳ Ｐゴシック" charset="-128"/>
              </a:rPr>
              <a:t>op</a:t>
            </a:r>
            <a:r>
              <a:rPr lang="es-ES" sz="2200" dirty="0">
                <a:ea typeface="ＭＳ Ｐゴシック" charset="-128"/>
                <a:cs typeface="ＭＳ Ｐゴシック" charset="-128"/>
              </a:rPr>
              <a:t>)</a:t>
            </a:r>
          </a:p>
          <a:p>
            <a:pPr lvl="3" fontAlgn="auto">
              <a:spcAft>
                <a:spcPts val="0"/>
              </a:spcAft>
              <a:defRPr/>
            </a:pPr>
            <a:r>
              <a:rPr lang="es-ES" sz="2000" dirty="0">
                <a:ea typeface="ＭＳ Ｐゴシック" charset="-128"/>
                <a:cs typeface="ＭＳ Ｐゴシック" charset="-128"/>
              </a:rPr>
              <a:t>LW y SW sumar para calcular la dirección de memoria</a:t>
            </a:r>
          </a:p>
          <a:p>
            <a:pPr lvl="3" fontAlgn="auto">
              <a:spcAft>
                <a:spcPts val="0"/>
              </a:spcAft>
              <a:defRPr/>
            </a:pPr>
            <a:r>
              <a:rPr lang="es-ES" sz="2000" dirty="0">
                <a:ea typeface="ＭＳ Ｐゴシック" charset="-128"/>
                <a:cs typeface="ＭＳ Ｐゴシック" charset="-128"/>
              </a:rPr>
              <a:t>BEQ restar para comparar los registros</a:t>
            </a:r>
          </a:p>
          <a:p>
            <a:pPr lvl="2" fontAlgn="auto">
              <a:spcAft>
                <a:spcPts val="0"/>
              </a:spcAft>
              <a:defRPr/>
            </a:pPr>
            <a:r>
              <a:rPr lang="es-ES" sz="2200" dirty="0">
                <a:ea typeface="ＭＳ Ｐゴシック" charset="-128"/>
                <a:cs typeface="ＭＳ Ｐゴシック" charset="-128"/>
              </a:rPr>
              <a:t>a veces depende además de la </a:t>
            </a:r>
            <a:r>
              <a:rPr lang="es-ES" sz="22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señal funct3</a:t>
            </a:r>
          </a:p>
          <a:p>
            <a:pPr lvl="3" fontAlgn="auto">
              <a:spcAft>
                <a:spcPts val="0"/>
              </a:spcAft>
              <a:defRPr/>
            </a:pPr>
            <a:r>
              <a:rPr lang="es-ES" sz="2000" dirty="0">
                <a:ea typeface="ＭＳ Ｐゴシック" charset="-128"/>
                <a:cs typeface="ＭＳ Ｐゴシック" charset="-128"/>
              </a:rPr>
              <a:t>Las instrucciones ALUI dependen de </a:t>
            </a:r>
            <a:r>
              <a:rPr lang="es-ES" sz="2000" dirty="0">
                <a:solidFill>
                  <a:srgbClr val="C00000"/>
                </a:solidFill>
                <a:ea typeface="ＭＳ Ｐゴシック" charset="-128"/>
                <a:cs typeface="ＭＳ Ｐゴシック" charset="-128"/>
              </a:rPr>
              <a:t>funct3</a:t>
            </a:r>
            <a:r>
              <a:rPr lang="es-ES" sz="2000" dirty="0">
                <a:ea typeface="ＭＳ Ｐゴシック" charset="-128"/>
                <a:cs typeface="ＭＳ Ｐゴシック" charset="-128"/>
              </a:rPr>
              <a:t> para suma, and, </a:t>
            </a:r>
            <a:r>
              <a:rPr lang="es-ES" sz="2000" dirty="0" err="1">
                <a:ea typeface="ＭＳ Ｐゴシック" charset="-128"/>
                <a:cs typeface="ＭＳ Ｐゴシック" charset="-128"/>
              </a:rPr>
              <a:t>or</a:t>
            </a:r>
            <a:endParaRPr lang="es-ES" sz="2000" dirty="0">
              <a:ea typeface="ＭＳ Ｐゴシック" charset="-128"/>
              <a:cs typeface="ＭＳ Ｐゴシック" charset="-128"/>
            </a:endParaRPr>
          </a:p>
          <a:p>
            <a:pPr lvl="2" fontAlgn="auto">
              <a:spcAft>
                <a:spcPts val="0"/>
              </a:spcAft>
              <a:defRPr/>
            </a:pPr>
            <a:r>
              <a:rPr lang="es-ES" sz="2200" dirty="0">
                <a:ea typeface="ＭＳ Ｐゴシック" charset="-128"/>
                <a:cs typeface="ＭＳ Ｐゴシック" charset="-128"/>
              </a:rPr>
              <a:t>a veces depende también de la </a:t>
            </a:r>
            <a:r>
              <a:rPr lang="es-ES" sz="22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señal funct7</a:t>
            </a:r>
          </a:p>
          <a:p>
            <a:pPr lvl="3" fontAlgn="auto">
              <a:spcAft>
                <a:spcPts val="0"/>
              </a:spcAft>
              <a:defRPr/>
            </a:pPr>
            <a:r>
              <a:rPr lang="es-ES" sz="2000" dirty="0">
                <a:ea typeface="ＭＳ Ｐゴシック" charset="-128"/>
                <a:cs typeface="ＭＳ Ｐゴシック" charset="-128"/>
              </a:rPr>
              <a:t>Las instrucciones ALU dependen de </a:t>
            </a:r>
            <a:r>
              <a:rPr lang="es-ES" sz="2000" dirty="0">
                <a:solidFill>
                  <a:srgbClr val="C00000"/>
                </a:solidFill>
                <a:ea typeface="ＭＳ Ｐゴシック" charset="-128"/>
                <a:cs typeface="ＭＳ Ｐゴシック" charset="-128"/>
              </a:rPr>
              <a:t>funct3</a:t>
            </a:r>
            <a:r>
              <a:rPr lang="es-ES" sz="2000" dirty="0">
                <a:ea typeface="ＭＳ Ｐゴシック" charset="-128"/>
                <a:cs typeface="ＭＳ Ｐゴシック" charset="-128"/>
              </a:rPr>
              <a:t> y de </a:t>
            </a:r>
            <a:r>
              <a:rPr lang="es-ES" sz="2000" dirty="0">
                <a:solidFill>
                  <a:srgbClr val="C00000"/>
                </a:solidFill>
                <a:ea typeface="ＭＳ Ｐゴシック" charset="-128"/>
                <a:cs typeface="ＭＳ Ｐゴシック" charset="-128"/>
              </a:rPr>
              <a:t>funct7</a:t>
            </a:r>
            <a:r>
              <a:rPr lang="es-ES" sz="2000" dirty="0">
                <a:ea typeface="ＭＳ Ｐゴシック" charset="-128"/>
                <a:cs typeface="ＭＳ Ｐゴシック" charset="-128"/>
              </a:rPr>
              <a:t> para suma, resta, and, </a:t>
            </a:r>
            <a:r>
              <a:rPr lang="es-ES" sz="2000" dirty="0" err="1">
                <a:ea typeface="ＭＳ Ｐゴシック" charset="-128"/>
                <a:cs typeface="ＭＳ Ｐゴシック" charset="-128"/>
              </a:rPr>
              <a:t>or</a:t>
            </a:r>
            <a:endParaRPr lang="es-ES" sz="2000" dirty="0">
              <a:ea typeface="ＭＳ Ｐゴシック" charset="-128"/>
              <a:cs typeface="ＭＳ Ｐゴシック" charset="-128"/>
            </a:endParaRP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>
                <a:ea typeface="ＭＳ Ｐゴシック" charset="-128"/>
                <a:cs typeface="ＭＳ Ｐゴシック" charset="-128"/>
              </a:rPr>
              <a:t>Vamos a usar un </a:t>
            </a:r>
            <a:r>
              <a:rPr lang="es-ES" sz="24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circuito combinacional </a:t>
            </a:r>
            <a:r>
              <a:rPr lang="es-ES" sz="2400" dirty="0">
                <a:ea typeface="ＭＳ Ｐゴシック" charset="-128"/>
                <a:cs typeface="ＭＳ Ｐゴシック" charset="-128"/>
              </a:rPr>
              <a:t>que genere la señal </a:t>
            </a:r>
            <a:r>
              <a:rPr lang="es-ES" sz="2400" dirty="0" err="1">
                <a:solidFill>
                  <a:srgbClr val="C00000"/>
                </a:solidFill>
                <a:ea typeface="ＭＳ Ｐゴシック" charset="-128"/>
                <a:cs typeface="ＭＳ Ｐゴシック" charset="-128"/>
              </a:rPr>
              <a:t>ALUctr</a:t>
            </a:r>
            <a:r>
              <a:rPr lang="es-ES" sz="2400" dirty="0">
                <a:ea typeface="ＭＳ Ｐゴシック" charset="-128"/>
                <a:cs typeface="ＭＳ Ｐゴシック" charset="-128"/>
              </a:rPr>
              <a:t> en función de funct3 y funct7 </a:t>
            </a:r>
          </a:p>
          <a:p>
            <a:pPr lvl="2" fontAlgn="auto">
              <a:spcAft>
                <a:spcPts val="0"/>
              </a:spcAft>
              <a:defRPr/>
            </a:pPr>
            <a:endParaRPr lang="es-ES" sz="2200" dirty="0">
              <a:solidFill>
                <a:schemeClr val="accent2"/>
              </a:solidFill>
              <a:ea typeface="ＭＳ Ｐゴシック" charset="-128"/>
              <a:cs typeface="ＭＳ Ｐゴシック" charset="-128"/>
            </a:endParaRPr>
          </a:p>
        </p:txBody>
      </p:sp>
      <p:grpSp>
        <p:nvGrpSpPr>
          <p:cNvPr id="164867" name="Grupo 2">
            <a:extLst>
              <a:ext uri="{FF2B5EF4-FFF2-40B4-BE49-F238E27FC236}">
                <a16:creationId xmlns:a16="http://schemas.microsoft.com/office/drawing/2014/main" id="{9FC466C1-9E55-4F2D-8964-8B59FB78864D}"/>
              </a:ext>
            </a:extLst>
          </p:cNvPr>
          <p:cNvGrpSpPr>
            <a:grpSpLocks/>
          </p:cNvGrpSpPr>
          <p:nvPr/>
        </p:nvGrpSpPr>
        <p:grpSpPr bwMode="auto">
          <a:xfrm>
            <a:off x="2368550" y="5135563"/>
            <a:ext cx="1431925" cy="765175"/>
            <a:chOff x="2369280" y="5136190"/>
            <a:chExt cx="1431925" cy="764005"/>
          </a:xfrm>
        </p:grpSpPr>
        <p:sp>
          <p:nvSpPr>
            <p:cNvPr id="209" name="Text Box 80">
              <a:extLst>
                <a:ext uri="{FF2B5EF4-FFF2-40B4-BE49-F238E27FC236}">
                  <a16:creationId xmlns:a16="http://schemas.microsoft.com/office/drawing/2014/main" id="{E3A0C046-CAD5-435F-9EF6-7BFE44DF17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9280" y="5589521"/>
              <a:ext cx="241300" cy="2155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210" name="Text Box 63">
              <a:extLst>
                <a:ext uri="{FF2B5EF4-FFF2-40B4-BE49-F238E27FC236}">
                  <a16:creationId xmlns:a16="http://schemas.microsoft.com/office/drawing/2014/main" id="{D87FA7AE-DCD8-49CD-AF84-44C64B2276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9280" y="5410407"/>
              <a:ext cx="241300" cy="2155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218" name="Rectangle 59">
              <a:extLst>
                <a:ext uri="{FF2B5EF4-FFF2-40B4-BE49-F238E27FC236}">
                  <a16:creationId xmlns:a16="http://schemas.microsoft.com/office/drawing/2014/main" id="{86FBFB05-5C46-48DE-9EFC-4771064F2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093" y="5386631"/>
              <a:ext cx="936625" cy="467596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Line 61">
              <a:extLst>
                <a:ext uri="{FF2B5EF4-FFF2-40B4-BE49-F238E27FC236}">
                  <a16:creationId xmlns:a16="http://schemas.microsoft.com/office/drawing/2014/main" id="{9A1C269D-2BEE-46AE-8665-222EC52C0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1193" y="546430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2" name="Line 62">
              <a:extLst>
                <a:ext uri="{FF2B5EF4-FFF2-40B4-BE49-F238E27FC236}">
                  <a16:creationId xmlns:a16="http://schemas.microsoft.com/office/drawing/2014/main" id="{9FF5A9B4-63D1-423A-A7F0-FE7DF309D4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1193" y="5392972"/>
              <a:ext cx="73025" cy="1442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3" name="Line 65">
              <a:extLst>
                <a:ext uri="{FF2B5EF4-FFF2-40B4-BE49-F238E27FC236}">
                  <a16:creationId xmlns:a16="http://schemas.microsoft.com/office/drawing/2014/main" id="{E4E8487C-09C5-4003-B76A-FACC5D40D1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3718" y="564658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8" name="Line 66">
              <a:extLst>
                <a:ext uri="{FF2B5EF4-FFF2-40B4-BE49-F238E27FC236}">
                  <a16:creationId xmlns:a16="http://schemas.microsoft.com/office/drawing/2014/main" id="{8B62FB1B-2B14-41B7-A6BE-9555C6839D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5155" y="5575255"/>
              <a:ext cx="73025" cy="1442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3" name="Text Box 67">
              <a:extLst>
                <a:ext uri="{FF2B5EF4-FFF2-40B4-BE49-F238E27FC236}">
                  <a16:creationId xmlns:a16="http://schemas.microsoft.com/office/drawing/2014/main" id="{0C479F93-F6B4-4FC4-88C2-51F5BF8873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7993" y="5484906"/>
              <a:ext cx="298450" cy="2155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26" name="Text Box 68">
              <a:extLst>
                <a:ext uri="{FF2B5EF4-FFF2-40B4-BE49-F238E27FC236}">
                  <a16:creationId xmlns:a16="http://schemas.microsoft.com/office/drawing/2014/main" id="{17345D40-E9F5-4191-9336-97D6E119B6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118" y="5373951"/>
              <a:ext cx="404812" cy="2155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27" name="Text Box 69">
              <a:extLst>
                <a:ext uri="{FF2B5EF4-FFF2-40B4-BE49-F238E27FC236}">
                  <a16:creationId xmlns:a16="http://schemas.microsoft.com/office/drawing/2014/main" id="{8B438B3B-81A8-4E58-90DB-B0BE16DAB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0018" y="5529288"/>
              <a:ext cx="449262" cy="2155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4" name="Text Box 70">
              <a:extLst>
                <a:ext uri="{FF2B5EF4-FFF2-40B4-BE49-F238E27FC236}">
                  <a16:creationId xmlns:a16="http://schemas.microsoft.com/office/drawing/2014/main" id="{8CBEAFE0-CDDA-4589-9759-611D05ACAE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7105" y="5654508"/>
              <a:ext cx="793750" cy="2456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5" name="Text Box 71">
              <a:extLst>
                <a:ext uri="{FF2B5EF4-FFF2-40B4-BE49-F238E27FC236}">
                  <a16:creationId xmlns:a16="http://schemas.microsoft.com/office/drawing/2014/main" id="{83AD4973-A29A-4A98-A4FE-E8A570FF64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1093" y="5343834"/>
              <a:ext cx="512762" cy="2155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37" name="Text Box 76">
              <a:extLst>
                <a:ext uri="{FF2B5EF4-FFF2-40B4-BE49-F238E27FC236}">
                  <a16:creationId xmlns:a16="http://schemas.microsoft.com/office/drawing/2014/main" id="{71F8ED99-6CD9-4C07-96CA-69A506752A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77243" y="5529288"/>
              <a:ext cx="404812" cy="2155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38" name="Line 78">
              <a:extLst>
                <a:ext uri="{FF2B5EF4-FFF2-40B4-BE49-F238E27FC236}">
                  <a16:creationId xmlns:a16="http://schemas.microsoft.com/office/drawing/2014/main" id="{FF827304-2240-419C-8AED-2CEEA7CFBF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1193" y="564341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39" name="Line 79">
              <a:extLst>
                <a:ext uri="{FF2B5EF4-FFF2-40B4-BE49-F238E27FC236}">
                  <a16:creationId xmlns:a16="http://schemas.microsoft.com/office/drawing/2014/main" id="{F924D548-EF25-40F3-801E-07ED1A4DE8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1193" y="5572084"/>
              <a:ext cx="73025" cy="1442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1" name="Line 65">
              <a:extLst>
                <a:ext uri="{FF2B5EF4-FFF2-40B4-BE49-F238E27FC236}">
                  <a16:creationId xmlns:a16="http://schemas.microsoft.com/office/drawing/2014/main" id="{FED86A70-CF5D-4622-B17E-9BD73BA94C7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010002" y="5281224"/>
              <a:ext cx="217155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2" name="Line 66">
              <a:extLst>
                <a:ext uri="{FF2B5EF4-FFF2-40B4-BE49-F238E27FC236}">
                  <a16:creationId xmlns:a16="http://schemas.microsoft.com/office/drawing/2014/main" id="{0B3B11E7-96B5-4C9E-BE8C-4AE80F2FF56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081330" y="5209785"/>
              <a:ext cx="72913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3" name="Text Box 67">
              <a:extLst>
                <a:ext uri="{FF2B5EF4-FFF2-40B4-BE49-F238E27FC236}">
                  <a16:creationId xmlns:a16="http://schemas.microsoft.com/office/drawing/2014/main" id="{21CC0D3D-AEB8-413E-8B7A-18D096F058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4755" y="5136190"/>
              <a:ext cx="298450" cy="2155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2</a:t>
              </a:r>
            </a:p>
          </p:txBody>
        </p:sp>
      </p:grpSp>
      <p:graphicFrame>
        <p:nvGraphicFramePr>
          <p:cNvPr id="345" name="Marcador de contenido 5">
            <a:extLst>
              <a:ext uri="{FF2B5EF4-FFF2-40B4-BE49-F238E27FC236}">
                <a16:creationId xmlns:a16="http://schemas.microsoft.com/office/drawing/2014/main" id="{521DEFBB-2AE4-43CC-884F-3119360D2D2B}"/>
              </a:ext>
            </a:extLst>
          </p:cNvPr>
          <p:cNvGraphicFramePr>
            <a:graphicFrameLocks/>
          </p:cNvGraphicFramePr>
          <p:nvPr/>
        </p:nvGraphicFramePr>
        <p:xfrm>
          <a:off x="3948113" y="4746625"/>
          <a:ext cx="5667376" cy="14630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14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37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99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541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081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8276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OpALU</a:t>
                      </a:r>
                      <a:endParaRPr kumimoji="0" lang="es-E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funct3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op</a:t>
                      </a:r>
                      <a:r>
                        <a:rPr kumimoji="0" lang="es-ES" sz="1200" b="1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5</a:t>
                      </a:r>
                      <a:r>
                        <a:rPr kumimoji="0" 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,</a:t>
                      </a:r>
                      <a:r>
                        <a:rPr kumimoji="0" lang="es-ES" sz="1200" b="1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 </a:t>
                      </a:r>
                      <a:r>
                        <a:rPr kumimoji="0" 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funct7</a:t>
                      </a:r>
                      <a:r>
                        <a:rPr kumimoji="0" lang="es-ES" sz="1200" b="1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5</a:t>
                      </a:r>
                      <a:endParaRPr kumimoji="0" lang="es-E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ALUctr</a:t>
                      </a:r>
                      <a:endParaRPr kumimoji="0" lang="es-E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Instrucción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276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XXX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XX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000 (ALU suma)</a:t>
                      </a:r>
                      <a:endParaRPr lang="es-ES" sz="1200" dirty="0">
                        <a:effectLst/>
                        <a:latin typeface="+mn-lt"/>
                        <a:ea typeface="Times New Roman" panose="02020603050405020304" pitchFamily="18" charset="0"/>
                      </a:endParaRPr>
                    </a:p>
                  </a:txBody>
                  <a:tcPr marL="68597" marR="68597" marT="0" marB="0" anchor="ctr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, </a:t>
                      </a:r>
                      <a:r>
                        <a:rPr lang="es-E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dirty="0"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Courier New" panose="02070309020205020404" pitchFamily="49" charset="0"/>
                        <a:ea typeface="Times New Roman" panose="02020603050405020304" pitchFamily="18" charset="0"/>
                        <a:cs typeface="Courier New" panose="02070309020205020404" pitchFamily="49" charset="0"/>
                      </a:endParaRPr>
                    </a:p>
                  </a:txBody>
                  <a:tcPr marL="68597" marR="68597" marT="0" marB="0" anchor="ctr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276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XXX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XX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001 (ALU resta)</a:t>
                      </a:r>
                      <a:endParaRPr lang="es-ES" sz="1200" dirty="0">
                        <a:effectLst/>
                        <a:latin typeface="+mn-lt"/>
                        <a:ea typeface="Times New Roman" panose="02020603050405020304" pitchFamily="18" charset="0"/>
                      </a:endParaRPr>
                    </a:p>
                  </a:txBody>
                  <a:tcPr marL="68597" marR="68597" marT="0" marB="0" anchor="ctr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dirty="0"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Courier New" panose="02070309020205020404" pitchFamily="49" charset="0"/>
                        <a:ea typeface="Times New Roman" panose="02020603050405020304" pitchFamily="18" charset="0"/>
                        <a:cs typeface="Courier New" panose="02070309020205020404" pitchFamily="49" charset="0"/>
                      </a:endParaRPr>
                    </a:p>
                  </a:txBody>
                  <a:tcPr marL="68597" marR="68597" marT="0" marB="0" anchor="ctr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2761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000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10, 0X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000 (ALU suma)</a:t>
                      </a:r>
                      <a:endParaRPr lang="es-ES" sz="1200" dirty="0">
                        <a:effectLst/>
                        <a:latin typeface="+mn-lt"/>
                        <a:ea typeface="Times New Roman" panose="02020603050405020304" pitchFamily="18" charset="0"/>
                      </a:endParaRPr>
                    </a:p>
                  </a:txBody>
                  <a:tcPr marL="68597" marR="68597" marT="0" marB="0" anchor="ctr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add</a:t>
                      </a:r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, </a:t>
                      </a:r>
                      <a:r>
                        <a:rPr lang="es-E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addi</a:t>
                      </a:r>
                      <a:endParaRPr lang="es-ES" sz="1200" dirty="0"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Courier New" panose="02070309020205020404" pitchFamily="49" charset="0"/>
                        <a:ea typeface="Times New Roman" panose="02020603050405020304" pitchFamily="18" charset="0"/>
                        <a:cs typeface="Courier New" panose="02070309020205020404" pitchFamily="49" charset="0"/>
                      </a:endParaRPr>
                    </a:p>
                  </a:txBody>
                  <a:tcPr marL="68597" marR="68597" marT="0" marB="0" anchor="ctr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276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endParaRPr kumimoji="0" lang="es-E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000</a:t>
                      </a:r>
                    </a:p>
                  </a:txBody>
                  <a:tcPr marL="0" marR="0" marT="0" marB="0" anchor="ctr" horzOverflow="overflow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001 (ALU resta)</a:t>
                      </a:r>
                      <a:endParaRPr lang="es-ES" sz="1200" dirty="0">
                        <a:effectLst/>
                        <a:latin typeface="+mn-lt"/>
                        <a:ea typeface="Times New Roman" panose="02020603050405020304" pitchFamily="18" charset="0"/>
                      </a:endParaRPr>
                    </a:p>
                  </a:txBody>
                  <a:tcPr marL="68597" marR="68597" marT="0" marB="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sub</a:t>
                      </a:r>
                    </a:p>
                  </a:txBody>
                  <a:tcPr marL="68597" marR="68597" marT="0" marB="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276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endParaRPr kumimoji="0" lang="es-E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010</a:t>
                      </a:r>
                    </a:p>
                  </a:txBody>
                  <a:tcPr marL="0" marR="0" marT="0" marB="0" anchor="ctr" horzOverflow="overflow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XX</a:t>
                      </a:r>
                    </a:p>
                  </a:txBody>
                  <a:tcPr marL="0" marR="0" marT="0" marB="0" anchor="ctr" horzOverflow="overflow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_tradnl" sz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101 (ALU activar si menor)</a:t>
                      </a:r>
                      <a:endParaRPr lang="es-ES" sz="1200" dirty="0">
                        <a:effectLst/>
                        <a:latin typeface="+mn-lt"/>
                        <a:ea typeface="Times New Roman" panose="02020603050405020304" pitchFamily="18" charset="0"/>
                      </a:endParaRPr>
                    </a:p>
                  </a:txBody>
                  <a:tcPr marL="68597" marR="68597" marT="0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slt</a:t>
                      </a:r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, </a:t>
                      </a:r>
                      <a:r>
                        <a:rPr lang="es-E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slti</a:t>
                      </a:r>
                      <a:endParaRPr lang="es-ES" sz="1200" dirty="0"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Courier New" panose="02070309020205020404" pitchFamily="49" charset="0"/>
                        <a:ea typeface="Times New Roman" panose="02020603050405020304" pitchFamily="18" charset="0"/>
                        <a:cs typeface="Courier New" panose="02070309020205020404" pitchFamily="49" charset="0"/>
                      </a:endParaRPr>
                    </a:p>
                  </a:txBody>
                  <a:tcPr marL="68597" marR="68597" marT="0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276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endParaRPr kumimoji="0" lang="es-E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110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XX</a:t>
                      </a:r>
                    </a:p>
                  </a:txBody>
                  <a:tcPr marL="0" marR="0" marT="0" marB="0" anchor="ctr" horzOverflow="overflow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011 (ALU </a:t>
                      </a:r>
                      <a:r>
                        <a:rPr lang="es-E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or</a:t>
                      </a:r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)</a:t>
                      </a:r>
                    </a:p>
                  </a:txBody>
                  <a:tcPr marL="68597" marR="68597" marT="0" marB="0" anchor="ctr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or</a:t>
                      </a:r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, ori</a:t>
                      </a:r>
                    </a:p>
                  </a:txBody>
                  <a:tcPr marL="68597" marR="68597" marT="0" marB="0" anchor="ctr"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276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endParaRPr kumimoji="0" lang="es-ES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111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XX</a:t>
                      </a:r>
                    </a:p>
                  </a:txBody>
                  <a:tcPr marL="0" marR="0" marT="0" marB="0" anchor="ctr" horzOverflow="overflow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Times New Roman" panose="02020603050405020304" pitchFamily="18" charset="0"/>
                        </a:rPr>
                        <a:t>010 (ALU and)</a:t>
                      </a:r>
                    </a:p>
                  </a:txBody>
                  <a:tcPr marL="68597" marR="68597" marT="0" marB="0" anchor="ctr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and, </a:t>
                      </a:r>
                      <a:r>
                        <a:rPr lang="es-E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Courier New" panose="02070309020205020404" pitchFamily="49" charset="0"/>
                          <a:ea typeface="Times New Roman" panose="02020603050405020304" pitchFamily="18" charset="0"/>
                          <a:cs typeface="Courier New" panose="02070309020205020404" pitchFamily="49" charset="0"/>
                        </a:rPr>
                        <a:t>andi</a:t>
                      </a:r>
                      <a:endParaRPr lang="es-ES" sz="1200" dirty="0"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Courier New" panose="02070309020205020404" pitchFamily="49" charset="0"/>
                        <a:ea typeface="Times New Roman" panose="02020603050405020304" pitchFamily="18" charset="0"/>
                        <a:cs typeface="Courier New" panose="02070309020205020404" pitchFamily="49" charset="0"/>
                      </a:endParaRPr>
                    </a:p>
                  </a:txBody>
                  <a:tcPr marL="68597" marR="68597" marT="0" marB="0" anchor="ctr"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E19B0DCA-DF61-48D4-B293-7214823E4D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9312E1A-B73D-461A-A846-CA5555223990}" type="slidenum">
              <a:rPr lang="es-ES" altLang="es-ES">
                <a:solidFill>
                  <a:srgbClr val="171717"/>
                </a:solidFill>
              </a:rPr>
              <a:pPr/>
              <a:t>82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4" name="Text Box 76">
            <a:extLst>
              <a:ext uri="{FF2B5EF4-FFF2-40B4-BE49-F238E27FC236}">
                <a16:creationId xmlns:a16="http://schemas.microsoft.com/office/drawing/2014/main" id="{14F0541A-4AA9-40B4-9D8A-B303A48084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9688" y="5662613"/>
            <a:ext cx="3302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" name="Line 78">
            <a:extLst>
              <a:ext uri="{FF2B5EF4-FFF2-40B4-BE49-F238E27FC236}">
                <a16:creationId xmlns:a16="http://schemas.microsoft.com/office/drawing/2014/main" id="{555EA5E4-CB5E-4C6E-AB89-9BED51CF041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0463" y="578167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ángulo 59">
            <a:extLst>
              <a:ext uri="{FF2B5EF4-FFF2-40B4-BE49-F238E27FC236}">
                <a16:creationId xmlns:a16="http://schemas.microsoft.com/office/drawing/2014/main" id="{5A865A00-7BCD-45BB-849B-ECAAF98E7E25}"/>
              </a:ext>
            </a:extLst>
          </p:cNvPr>
          <p:cNvSpPr/>
          <p:nvPr/>
        </p:nvSpPr>
        <p:spPr>
          <a:xfrm>
            <a:off x="952500" y="3092450"/>
            <a:ext cx="10915650" cy="3522663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AD837CCE-DEA8-4FA3-B5C9-6276D359673E}"/>
              </a:ext>
            </a:extLst>
          </p:cNvPr>
          <p:cNvSpPr/>
          <p:nvPr/>
        </p:nvSpPr>
        <p:spPr>
          <a:xfrm>
            <a:off x="3967163" y="1117600"/>
            <a:ext cx="7356475" cy="1820863"/>
          </a:xfrm>
          <a:prstGeom prst="rect">
            <a:avLst/>
          </a:prstGeom>
          <a:solidFill>
            <a:schemeClr val="bg1">
              <a:lumMod val="90000"/>
            </a:schemeClr>
          </a:solidFill>
          <a:ln w="254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27354371-6A2F-4ACD-B668-DA1D0BBE5F9D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75713BBD-5F0D-456C-897A-4A4B54AC6174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B71B28A3-7CBE-49E9-BA17-9E4A73B074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DDB55C7A-F120-488F-B346-5491EFE9F52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C43FCF13-5857-47C2-B54A-7B9A27DA6283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265B0E70-3F06-42D0-B4FB-2F7278A9CE8A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BB62F6DF-96F3-43C6-9552-AFACA26B79A0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A80F502F-F69F-496D-B130-27B66A59863B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B0CD6912-5329-4163-81F1-A975F72C6A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66924" name="Grupo 228">
            <a:extLst>
              <a:ext uri="{FF2B5EF4-FFF2-40B4-BE49-F238E27FC236}">
                <a16:creationId xmlns:a16="http://schemas.microsoft.com/office/drawing/2014/main" id="{0741D8C6-7C33-497B-BCF8-AF0696F4B302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93F1A5AB-A451-47FB-BEF7-8989A22B0D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B12E2D86-B2FD-41C5-A3A8-177DEF75E1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109A4A17-45BD-4D10-8F22-DA08F9C7A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7827CDDA-46A2-4C5A-9F6B-A049288032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E2787657-A838-40A1-8646-38909B2B3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5643F5FF-092A-44BE-A077-C2CF7A1022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23FD5E14-F3DE-4483-9B7A-B724ED705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4A9DCAF8-6540-4BB6-89A3-32E87A5013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F0D137AD-DAE7-4E03-B9CF-8F773CDC7F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C4AF6837-A599-4A58-9580-440B43D57F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A82B1625-12F9-4055-9414-6A6121412A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5D9FF1E7-453B-4F1E-8C1F-998E2791AC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2B57978A-942D-4A40-A1A5-A6E59D0BB3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D1117DF3-3A3A-4BC4-B74C-22511DAF73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F5107338-98D5-404E-B2AB-0C2705613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25629FB0-178A-4770-98E4-3E3E21E4FB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595A3EBF-E573-4C2F-AD09-F33890BD91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5A30B8CD-C50A-4A1E-A1EE-C3C48A297C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BDED6C5E-B543-4D44-9B1A-09E831FF5F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A659451B-D1ED-4820-98BD-40AFB41AF4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E3EF64D4-408F-464A-B288-62E6AF7DEC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FF30B1B0-1130-4CC6-B130-3B3786CDF3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19A20F52-9C0C-4D64-9DA1-FB4E5F7120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4C3C1011-840A-44D1-A0FA-E12A1DDC7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6ACC313D-16D0-4E15-9D50-2E0EB4251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C6302982-27BF-4998-8873-7AF65348F4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CD1BB6DE-0FFA-449C-99A9-A85083E6B2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AD14546B-4A4E-4F70-BF3C-756B07C26A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58F18628-4CA2-4F61-8403-9AB0FAE2D784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66925" name="Grupo 261">
            <a:extLst>
              <a:ext uri="{FF2B5EF4-FFF2-40B4-BE49-F238E27FC236}">
                <a16:creationId xmlns:a16="http://schemas.microsoft.com/office/drawing/2014/main" id="{A6190810-ADF8-4F0C-84FE-80B8065F2671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1EB48A26-ADB8-4220-9C74-AD58AE5248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12BB5FCB-0080-4BA4-930B-A923E52A8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845F1D15-1EF2-4F34-882F-03B4B598E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BE9BA6F5-3A48-4328-82DC-0F40D5618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C71E52EB-47E3-47CE-BC08-FD2499ED78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0E1FF739-F0D8-4B65-AA40-47338CF52B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FED2881B-BC4D-42E5-874D-4516D4C74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074F1072-9275-4A58-B028-AE8606692D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EF58BC8A-8ADB-48F4-9013-6A4594F98C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8B601B18-0486-4522-83CA-9707020485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00D80CD1-2AD4-459B-928E-4C77DE0055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85FBF678-5EB4-44F9-AAAB-DC31EAB294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0A5D8B82-A481-4702-AB14-85A8B68F93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12674FA9-0AE4-4541-A76B-B27730DE5E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1F4B0E39-36F3-449E-A579-2C37267938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63D9B776-7698-4B3A-A979-74669EC85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D24F148B-B6D6-45C4-8FF6-EB7F4878A9E6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9219593A-D4A4-4484-A7EA-31E302821D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BE9A4C13-5107-4DFC-95A3-A2D2EE2FDF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0349EFE0-FBEC-4BC6-8226-5A89C4BB77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C2B7A570-EBA3-4C15-8DEE-1AF6B55F4953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3C2BCDD4-0DAF-4479-AF51-836F08AB02B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5B9D7B93-4613-47AC-8861-F034EC0FB8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0942D0C4-DDB0-4274-98CA-55345C2F6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DAB9A466-B75B-4C70-9491-54A21CEDC2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43502642-358B-462E-99B7-F4F9C205D2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9B9086D2-0FE8-4767-911A-BF5572590C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99B37724-0077-4591-BF0F-C0A84F7EFD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320BF01F-0817-4B37-A89A-F4378033B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CEC20184-073D-4825-BA2E-F996CDDB4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80B52220-F637-4339-81FC-65D87EB085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0953C3C5-E9BF-4398-868A-DD412FA86A6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0FD332FA-0EAA-41D6-92B7-D5D6C98E9C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27462475-1949-4666-A7B1-1A226EB99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FE6A5F7B-4EBA-4F51-A6C9-026F41C650B0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ECE1CCDB-FF02-471C-857F-555142169DC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2CA26D3D-8B02-4FD4-8B7A-DE2556053517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C7A4D197-C57D-4705-95CD-264DA393698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66947" name="Grupo 303">
            <a:extLst>
              <a:ext uri="{FF2B5EF4-FFF2-40B4-BE49-F238E27FC236}">
                <a16:creationId xmlns:a16="http://schemas.microsoft.com/office/drawing/2014/main" id="{8DC1BCDF-DC82-4D11-9B63-07CAA4D5611C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8F826143-4599-44E9-A4CB-612BB78DBB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6C2CB02E-E2EA-429F-83BE-74E2CC9893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37DE8D55-C38D-4D61-B4C4-CB8E5919970E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C9C41543-9660-4403-A537-E4AEE5BB7F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F10F3451-2605-4955-90AA-98E479CF2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D073FBA2-B6BA-4FE6-AF36-395507E74B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645C2435-43FA-413A-B4AD-2522B9614D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3D7B000E-87AB-42CB-B31E-73B3EAD02E53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B808D77C-9438-4F35-8112-0987F22105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98D8F990-6AF7-4389-A28D-6D5D2A201386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A4F1A28C-67DA-42A1-91D6-8CEEC25E255B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69DBB4C6-2F8B-472B-9E42-1F09C5753FC7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B7204E65-D99F-4FC7-9885-6C7AC0BBA2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0A8BF9D2-A13E-4F3C-9C4A-CC0444AD9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BB9E7470-FF83-4F5C-A1C4-B5B908BBE7C8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F438D468-9504-4B64-A49F-93CAA56BFCA0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287C9032-CD4B-4581-A9F2-EC7DDDFF34C6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6958" name="Grupo 27">
            <a:extLst>
              <a:ext uri="{FF2B5EF4-FFF2-40B4-BE49-F238E27FC236}">
                <a16:creationId xmlns:a16="http://schemas.microsoft.com/office/drawing/2014/main" id="{0194A7AE-9B15-440F-981D-F63E39162870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EA491F5A-375B-4046-8740-E439430AA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22E554F0-0DDC-4868-8B73-344B21BD7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2EB8F921-1E69-4D2E-8988-9A052667B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2AEFFC0F-C413-48AA-819F-B712C0AECC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79ACBAE0-EDC5-408F-B88A-DA02246AE4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EB16FB96-3A3C-4600-8A22-E0FBC3447A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B4107F57-D896-4F2C-A581-1910EB445B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4322F8B0-2F30-4243-AB12-9E79666BE5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A0881E0D-541E-4341-BC58-21573330EC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EF189AA0-BC25-42BB-88BC-F6FF4ECD24C8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C7A54216-1338-41EB-BDAE-0D59868DB8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B9FAEB20-8007-4D2D-A1B3-4E7716511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CB50704E-0FD6-4055-B9A1-7F298BDED0EE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8CC52C46-891A-477A-A52C-BB42449E7896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B51724BC-8E4A-4B01-A31F-F43D56FEB0EB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CD138D80-A676-441B-AECD-005EECBC6746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F44DE60A-9106-4313-82DA-D43F73953C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128B0276-7477-45CD-BD4A-F804734C2A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53D5ADBD-EC98-404C-BDEF-9E1D3273404D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6966" name="Grupo 4">
            <a:extLst>
              <a:ext uri="{FF2B5EF4-FFF2-40B4-BE49-F238E27FC236}">
                <a16:creationId xmlns:a16="http://schemas.microsoft.com/office/drawing/2014/main" id="{BD63B931-75D7-405A-8B14-AC1A63F17FBE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F170C238-92D0-4B0B-9C83-365C830514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204AD5BC-683D-4488-9FDF-91274D9B3A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CA93F9B1-E6FE-4CF0-A802-AA8E518211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3745EEBB-E359-4FEA-A741-B2AB6E213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A9644B76-D6FF-452A-8584-5664C0AEF4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2D552AF8-FEBF-4696-B89A-5EEC64810C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6AC0D019-B0E7-428A-9B89-41E7F3EBAC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A63E3038-B212-4FD8-B4B2-681A7A8442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306E7028-A1EF-4099-98BF-89C5C7C131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E517DB03-69D0-47F6-88F1-3D7303E286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108012C7-9504-4E0A-809A-1D21EDDE15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3E58E32C-0EDF-42C5-A062-2AE39F964C09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AFD90287-C183-401D-8F59-731CC1A584A6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A5B1A914-C5BA-411A-B53D-8CAB277F3D6B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6970" name="Grupo 138">
            <a:extLst>
              <a:ext uri="{FF2B5EF4-FFF2-40B4-BE49-F238E27FC236}">
                <a16:creationId xmlns:a16="http://schemas.microsoft.com/office/drawing/2014/main" id="{E907F106-4AEE-4A93-9236-C1B702524388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5E4160B4-72B8-44A5-9A83-98734AF74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2D58BCC7-F1AE-4B4C-847B-B752EFD715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81AA4786-9425-4ECB-81AB-F74C9C0AC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B4B8B070-7171-41D3-ACD7-F68861889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3EADD3DF-5375-4087-A563-8FFEBA539D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8A3691F8-C518-42E6-AEAC-034352FC3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67EC4735-BC09-4B1C-8751-2380D40601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DD0ACFFC-823C-43A9-A5A0-3DE513EBB617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BAC4C665-CCA4-47ED-BA12-88476A935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66971" name="Grupo 148">
            <a:extLst>
              <a:ext uri="{FF2B5EF4-FFF2-40B4-BE49-F238E27FC236}">
                <a16:creationId xmlns:a16="http://schemas.microsoft.com/office/drawing/2014/main" id="{5A268E53-0F29-4508-9C8F-445971CA5CF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2F79AE9C-2002-40FA-9343-C2F477BDE6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8187593F-49EC-4A58-A457-6688AAAAA4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769F43EC-1299-4633-A517-1A5484F81A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0B61C707-CAA4-491C-A673-001E699D5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B8012F35-AF1A-42D8-98B7-A0BAE25BFC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C38366D3-84D5-4919-BE63-B7D394757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8CA317F3-4498-46DC-A2EE-ED081C544E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9A5C5B01-C447-40FF-A2EF-5D1E9D2CDA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C7DC7738-0E40-47C0-A9BD-8DEE2371F7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FEA0F471-9D22-4CB1-877D-AAA447018F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05CFFD84-5723-403D-8C58-B856552F3F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A150A503-CE61-4AED-ACA1-E4ABEEC4D61B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075534AB-4E10-4C68-B578-D8C131B3A2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0F81E31A-D40A-4F6F-A700-1A56B470B90D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6975" name="Grupo 188">
            <a:extLst>
              <a:ext uri="{FF2B5EF4-FFF2-40B4-BE49-F238E27FC236}">
                <a16:creationId xmlns:a16="http://schemas.microsoft.com/office/drawing/2014/main" id="{32020697-7BC8-4CD5-BD6A-C26C3E5B292F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CB8AB531-C4C0-430B-8389-18851E7AF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9DD8F55F-F759-4894-8F85-7C45598F25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DE9A1CA8-ED3B-43C3-95C9-BE375212F2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DE210B85-2235-4137-A2F9-D2F02E2187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A6B6F3F2-C830-4931-9104-B85AD5AF86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53A7A1C0-6B82-4651-B534-814B64BCDC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C6F59F2E-7FFB-4D81-B1AF-30D40BCD8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AC3064BC-7728-412E-BF47-1AA26389B9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78E06E57-3927-4C1A-8346-546C42314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98E55D07-3C03-4F8B-B5EF-A990245BF4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E1D8CB06-6E2E-4DA0-B8EA-AD3E5B8B00B1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6977" name="Grupo 47">
            <a:extLst>
              <a:ext uri="{FF2B5EF4-FFF2-40B4-BE49-F238E27FC236}">
                <a16:creationId xmlns:a16="http://schemas.microsoft.com/office/drawing/2014/main" id="{851530DA-53AA-4972-BBBD-96A267F55316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9713767A-A310-4210-98F0-6A0D81719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272F1A01-FEDA-4F25-9177-D96CF07FF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82042F5B-A542-4C61-8D40-D16493BCAB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0767866C-8CA6-4390-B119-0F1FD56BA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A49A3850-2D4A-43D5-B185-C2116C4884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270D704F-157C-442C-A3EB-E01C231609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A4C19446-79C3-4082-9550-CE15259A58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A8ACBD78-5362-4336-A797-B3A782D1CC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A5C65C67-AB6C-4A3C-A610-982BBEA99BCA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3C62C5AC-E4D7-4162-B050-75424CC3BD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009F226A-B6A5-4A08-B099-CA4109EC33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C409408C-4E20-4BC8-9DC9-F528019FFA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14A7D073-303C-4373-B5B5-1F80DB2654DD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047E6140-1CC1-4C50-A7E0-F694D4B300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D710FF3D-A5D5-4FEF-8308-3E6C59E724CA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6981" name="Grupo 9">
            <a:extLst>
              <a:ext uri="{FF2B5EF4-FFF2-40B4-BE49-F238E27FC236}">
                <a16:creationId xmlns:a16="http://schemas.microsoft.com/office/drawing/2014/main" id="{9442F88C-6CB4-42FE-94B8-9E25C96B14EB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4F6A957C-30CC-45C7-9960-107822618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C544DC45-20C9-482B-8FD8-3F42529FC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91E9C563-DCAD-4024-B865-8C5A746EE4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9CB010B0-87FB-4ADE-9569-F6F3A91131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4E33BC8A-032C-450D-89C5-9CA03EDE4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ADCE67EB-24DA-44EE-9ECD-DCC31A5D76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F69F17EA-C344-4CD1-AAD1-2BA4828994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0CDB4884-63DE-4046-A31C-00FEDCD0C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F7253D62-077C-42D0-9216-54F715007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1C6FE70A-1A94-4AA9-A02C-3E9FC098C889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FDB65DF3-2B85-4ECC-96AA-A1CC688FDA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10D7905B-747A-4FB0-B905-C90EB07506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EB9F3FE1-53C2-46C8-BC48-B9A5769F9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ABDBD240-9FD7-452D-AE06-E5E59FD08B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4C9A1E84-0FF5-4976-98AB-C50605AD67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55DB7AAB-1FB1-48BF-857F-1C8268C72C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2C5118DF-48BB-4DA9-B65B-210BB695B5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8462D4B3-E420-47CD-ACF6-B92F6711307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ABC79B12-1470-450A-BFAA-124DA77475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63FE3CFF-2B9F-4C36-A531-430E19D22F22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A2F9116C-1133-461A-AEA2-951148D73D05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7D33637C-9903-4A85-808F-D67E417D195F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41F44194-2CBB-41ED-8205-15EEFB47FA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5C542077-D41A-442D-A9DA-A83A0A1AF5D5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989" name="Text Box 72">
            <a:extLst>
              <a:ext uri="{FF2B5EF4-FFF2-40B4-BE49-F238E27FC236}">
                <a16:creationId xmlns:a16="http://schemas.microsoft.com/office/drawing/2014/main" id="{241B5EE2-39E9-4ABE-B266-BDE1038A3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66990" name="Line 71">
            <a:extLst>
              <a:ext uri="{FF2B5EF4-FFF2-40B4-BE49-F238E27FC236}">
                <a16:creationId xmlns:a16="http://schemas.microsoft.com/office/drawing/2014/main" id="{282949C7-D845-49EA-BC2C-8DB6D7DE471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6B806FEC-07FD-48FF-9DAD-5FF7E26539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EF019F8D-0FCC-48FC-A7D7-17CCA26375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2512A1F1-6645-4445-A089-D17A875214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66994" name="Text Box 50">
            <a:extLst>
              <a:ext uri="{FF2B5EF4-FFF2-40B4-BE49-F238E27FC236}">
                <a16:creationId xmlns:a16="http://schemas.microsoft.com/office/drawing/2014/main" id="{FDA26F61-2354-4F0B-8D03-943DFE6BE6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66995" name="Text Box 50">
            <a:extLst>
              <a:ext uri="{FF2B5EF4-FFF2-40B4-BE49-F238E27FC236}">
                <a16:creationId xmlns:a16="http://schemas.microsoft.com/office/drawing/2014/main" id="{37674341-E590-495D-91DD-A7D6CB069C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66996" name="Text Box 50">
            <a:extLst>
              <a:ext uri="{FF2B5EF4-FFF2-40B4-BE49-F238E27FC236}">
                <a16:creationId xmlns:a16="http://schemas.microsoft.com/office/drawing/2014/main" id="{9C911946-BCB2-4934-A5C1-F92E4F4AF1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C841A4E7-DF12-44D9-9892-8B25E859481B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998" name="Grupo 324">
            <a:extLst>
              <a:ext uri="{FF2B5EF4-FFF2-40B4-BE49-F238E27FC236}">
                <a16:creationId xmlns:a16="http://schemas.microsoft.com/office/drawing/2014/main" id="{CE7E43E0-F285-492B-90B9-37C5BA3CEF16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21" name="Forma libre 20">
              <a:extLst>
                <a:ext uri="{FF2B5EF4-FFF2-40B4-BE49-F238E27FC236}">
                  <a16:creationId xmlns:a16="http://schemas.microsoft.com/office/drawing/2014/main" id="{B0BCCEFD-7BED-4FC6-9A74-6BE015434F2D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3" name="Forma libre 22">
              <a:extLst>
                <a:ext uri="{FF2B5EF4-FFF2-40B4-BE49-F238E27FC236}">
                  <a16:creationId xmlns:a16="http://schemas.microsoft.com/office/drawing/2014/main" id="{6D6379D2-959B-46C0-845C-5BC55601DDDF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" name="Forma libre 25">
              <a:extLst>
                <a:ext uri="{FF2B5EF4-FFF2-40B4-BE49-F238E27FC236}">
                  <a16:creationId xmlns:a16="http://schemas.microsoft.com/office/drawing/2014/main" id="{5885B1EE-14EE-4664-AC2B-DF6692E97F85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4" name="Forma libre 53">
              <a:extLst>
                <a:ext uri="{FF2B5EF4-FFF2-40B4-BE49-F238E27FC236}">
                  <a16:creationId xmlns:a16="http://schemas.microsoft.com/office/drawing/2014/main" id="{7C83A947-B841-4FB5-88B3-B479DBE83826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accent2"/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13" name="Text Box 50">
            <a:extLst>
              <a:ext uri="{FF2B5EF4-FFF2-40B4-BE49-F238E27FC236}">
                <a16:creationId xmlns:a16="http://schemas.microsoft.com/office/drawing/2014/main" id="{3289918D-321C-4FD5-B3AE-BE4E4A7851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167000" name="Text Box 72">
            <a:extLst>
              <a:ext uri="{FF2B5EF4-FFF2-40B4-BE49-F238E27FC236}">
                <a16:creationId xmlns:a16="http://schemas.microsoft.com/office/drawing/2014/main" id="{26E1FBEB-F1E4-488E-90AA-22CEAF723F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2F1BBC5D-C68A-4DF4-891C-B92A3941C5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5CAB29B6-9651-4A90-B6A1-DAEE1645D1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1" name="Text Box 50">
            <a:extLst>
              <a:ext uri="{FF2B5EF4-FFF2-40B4-BE49-F238E27FC236}">
                <a16:creationId xmlns:a16="http://schemas.microsoft.com/office/drawing/2014/main" id="{711F14A4-1FA1-4BFB-B18C-21589D2DC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ALUctr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5A10C57A-7D05-4399-BF72-55015EC22C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AF68E523-AC4F-4905-BAAA-B0A45A34CF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47093094-B537-452F-B395-F881AF28D506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Conector recto de flecha 234">
            <a:extLst>
              <a:ext uri="{FF2B5EF4-FFF2-40B4-BE49-F238E27FC236}">
                <a16:creationId xmlns:a16="http://schemas.microsoft.com/office/drawing/2014/main" id="{93CE1B0C-BD43-4631-987C-FFB41EF3543E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8B9543B5-9600-439A-9841-D96DF68CB165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144F2705-499F-40D2-8A99-3DFF5F764FBB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9EF7A093-22CC-4E8B-8407-2C44AB76D717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BA2916B3-B356-4B84-AF2C-1E0D0FEFC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67012" name="Line 71">
            <a:extLst>
              <a:ext uri="{FF2B5EF4-FFF2-40B4-BE49-F238E27FC236}">
                <a16:creationId xmlns:a16="http://schemas.microsoft.com/office/drawing/2014/main" id="{CAADDBCB-9DAB-4246-AAC3-CCC22A578EF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67013" name="Text Box 72">
            <a:extLst>
              <a:ext uri="{FF2B5EF4-FFF2-40B4-BE49-F238E27FC236}">
                <a16:creationId xmlns:a16="http://schemas.microsoft.com/office/drawing/2014/main" id="{231925EC-77ED-436D-AFCF-D82A585FE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67014" name="Line 71">
            <a:extLst>
              <a:ext uri="{FF2B5EF4-FFF2-40B4-BE49-F238E27FC236}">
                <a16:creationId xmlns:a16="http://schemas.microsoft.com/office/drawing/2014/main" id="{F1C9BF10-167C-449D-998E-50AF10562D4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67015" name="Text Box 72">
            <a:extLst>
              <a:ext uri="{FF2B5EF4-FFF2-40B4-BE49-F238E27FC236}">
                <a16:creationId xmlns:a16="http://schemas.microsoft.com/office/drawing/2014/main" id="{41801E17-7A27-4B1C-909C-07612F4134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67016" name="Line 71">
            <a:extLst>
              <a:ext uri="{FF2B5EF4-FFF2-40B4-BE49-F238E27FC236}">
                <a16:creationId xmlns:a16="http://schemas.microsoft.com/office/drawing/2014/main" id="{46245309-C989-4C9C-B6A6-DB76655D98E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67017" name="Text Box 72">
            <a:extLst>
              <a:ext uri="{FF2B5EF4-FFF2-40B4-BE49-F238E27FC236}">
                <a16:creationId xmlns:a16="http://schemas.microsoft.com/office/drawing/2014/main" id="{04178A34-6A12-4953-8EEB-7E4CF8B8B2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</a:t>
            </a:r>
          </a:p>
        </p:txBody>
      </p:sp>
      <p:sp>
        <p:nvSpPr>
          <p:cNvPr id="167018" name="Line 71">
            <a:extLst>
              <a:ext uri="{FF2B5EF4-FFF2-40B4-BE49-F238E27FC236}">
                <a16:creationId xmlns:a16="http://schemas.microsoft.com/office/drawing/2014/main" id="{FAE54362-FC33-4676-911F-7A8156E78CC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67019" name="Text Box 72">
            <a:extLst>
              <a:ext uri="{FF2B5EF4-FFF2-40B4-BE49-F238E27FC236}">
                <a16:creationId xmlns:a16="http://schemas.microsoft.com/office/drawing/2014/main" id="{EE25AACD-8603-4ADC-B683-B57D56DD5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67020" name="Line 71">
            <a:extLst>
              <a:ext uri="{FF2B5EF4-FFF2-40B4-BE49-F238E27FC236}">
                <a16:creationId xmlns:a16="http://schemas.microsoft.com/office/drawing/2014/main" id="{C4719A2D-4C46-4721-A9E0-71459DAE7B4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cxnSp>
        <p:nvCxnSpPr>
          <p:cNvPr id="11" name="Conector recto de flecha 10">
            <a:extLst>
              <a:ext uri="{FF2B5EF4-FFF2-40B4-BE49-F238E27FC236}">
                <a16:creationId xmlns:a16="http://schemas.microsoft.com/office/drawing/2014/main" id="{33484EB8-359F-4EEE-8951-4F706B57D6E5}"/>
              </a:ext>
            </a:extLst>
          </p:cNvPr>
          <p:cNvCxnSpPr>
            <a:cxnSpLocks/>
            <a:endCxn id="142" idx="0"/>
          </p:cNvCxnSpPr>
          <p:nvPr/>
        </p:nvCxnSpPr>
        <p:spPr>
          <a:xfrm flipH="1">
            <a:off x="2427288" y="2930525"/>
            <a:ext cx="9525" cy="1481138"/>
          </a:xfrm>
          <a:prstGeom prst="straightConnector1">
            <a:avLst/>
          </a:prstGeom>
          <a:ln w="12700">
            <a:solidFill>
              <a:srgbClr val="7030A0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 Box 50">
            <a:extLst>
              <a:ext uri="{FF2B5EF4-FFF2-40B4-BE49-F238E27FC236}">
                <a16:creationId xmlns:a16="http://schemas.microsoft.com/office/drawing/2014/main" id="{8BF6916A-C873-47BD-8BCC-CD09070292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0913" y="2725738"/>
            <a:ext cx="43021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7030A0"/>
                </a:solidFill>
                <a:latin typeface="+mn-lt"/>
              </a:rPr>
              <a:t>reset</a:t>
            </a:r>
            <a:endParaRPr lang="es-ES" sz="1050" i="1" dirty="0">
              <a:solidFill>
                <a:srgbClr val="7030A0"/>
              </a:solidFill>
              <a:latin typeface="+mn-lt"/>
            </a:endParaRPr>
          </a:p>
        </p:txBody>
      </p:sp>
      <p:cxnSp>
        <p:nvCxnSpPr>
          <p:cNvPr id="62" name="Conector recto de flecha 61">
            <a:extLst>
              <a:ext uri="{FF2B5EF4-FFF2-40B4-BE49-F238E27FC236}">
                <a16:creationId xmlns:a16="http://schemas.microsoft.com/office/drawing/2014/main" id="{477B3680-A4DF-40D3-9C1E-65730ACE24D8}"/>
              </a:ext>
            </a:extLst>
          </p:cNvPr>
          <p:cNvCxnSpPr>
            <a:cxnSpLocks/>
            <a:stCxn id="142" idx="2"/>
          </p:cNvCxnSpPr>
          <p:nvPr/>
        </p:nvCxnSpPr>
        <p:spPr>
          <a:xfrm flipH="1">
            <a:off x="2424113" y="4843463"/>
            <a:ext cx="3175" cy="1836737"/>
          </a:xfrm>
          <a:prstGeom prst="straightConnector1">
            <a:avLst/>
          </a:prstGeom>
          <a:ln w="12700">
            <a:solidFill>
              <a:schemeClr val="accent5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Text Box 50">
            <a:extLst>
              <a:ext uri="{FF2B5EF4-FFF2-40B4-BE49-F238E27FC236}">
                <a16:creationId xmlns:a16="http://schemas.microsoft.com/office/drawing/2014/main" id="{EE6D5213-1FFE-4CC9-8262-EF409FD706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2188" y="6630988"/>
            <a:ext cx="3238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5"/>
                </a:solidFill>
                <a:latin typeface="+mn-lt"/>
              </a:rPr>
              <a:t>clk</a:t>
            </a:r>
            <a:endParaRPr lang="es-ES" sz="1050" i="1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11" name="Forma libre 210">
            <a:extLst>
              <a:ext uri="{FF2B5EF4-FFF2-40B4-BE49-F238E27FC236}">
                <a16:creationId xmlns:a16="http://schemas.microsoft.com/office/drawing/2014/main" id="{3C3B9FDD-066E-40FC-A5CC-28C6FB1B5998}"/>
              </a:ext>
            </a:extLst>
          </p:cNvPr>
          <p:cNvSpPr/>
          <p:nvPr/>
        </p:nvSpPr>
        <p:spPr>
          <a:xfrm>
            <a:off x="2425700" y="5064125"/>
            <a:ext cx="7085013" cy="149225"/>
          </a:xfrm>
          <a:custGeom>
            <a:avLst/>
            <a:gdLst>
              <a:gd name="connsiteX0" fmla="*/ 7085045 w 7085045"/>
              <a:gd name="connsiteY0" fmla="*/ 0 h 149290"/>
              <a:gd name="connsiteX1" fmla="*/ 7085045 w 7085045"/>
              <a:gd name="connsiteY1" fmla="*/ 149290 h 149290"/>
              <a:gd name="connsiteX2" fmla="*/ 0 w 7085045"/>
              <a:gd name="connsiteY2" fmla="*/ 149290 h 14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85045" h="149290">
                <a:moveTo>
                  <a:pt x="7085045" y="0"/>
                </a:moveTo>
                <a:lnTo>
                  <a:pt x="7085045" y="149290"/>
                </a:lnTo>
                <a:lnTo>
                  <a:pt x="0" y="149290"/>
                </a:lnTo>
              </a:path>
            </a:pathLst>
          </a:custGeom>
          <a:noFill/>
          <a:ln w="127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cxnSp>
        <p:nvCxnSpPr>
          <p:cNvPr id="212" name="Conector recto de flecha 211">
            <a:extLst>
              <a:ext uri="{FF2B5EF4-FFF2-40B4-BE49-F238E27FC236}">
                <a16:creationId xmlns:a16="http://schemas.microsoft.com/office/drawing/2014/main" id="{42945C79-E0E8-4AC5-AC1F-57D7FB7D4B5A}"/>
              </a:ext>
            </a:extLst>
          </p:cNvPr>
          <p:cNvCxnSpPr>
            <a:cxnSpLocks/>
          </p:cNvCxnSpPr>
          <p:nvPr/>
        </p:nvCxnSpPr>
        <p:spPr>
          <a:xfrm>
            <a:off x="5834063" y="5070475"/>
            <a:ext cx="0" cy="136525"/>
          </a:xfrm>
          <a:prstGeom prst="straightConnector1">
            <a:avLst/>
          </a:prstGeom>
          <a:ln w="12700">
            <a:solidFill>
              <a:schemeClr val="accent5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Forma libre 21">
            <a:extLst>
              <a:ext uri="{FF2B5EF4-FFF2-40B4-BE49-F238E27FC236}">
                <a16:creationId xmlns:a16="http://schemas.microsoft.com/office/drawing/2014/main" id="{66F3E733-40A4-47BA-A011-C9F0EF008276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448C1C04-E078-4CC1-BFC1-C2947646209E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9" name="Text Box 80">
            <a:extLst>
              <a:ext uri="{FF2B5EF4-FFF2-40B4-BE49-F238E27FC236}">
                <a16:creationId xmlns:a16="http://schemas.microsoft.com/office/drawing/2014/main" id="{D9AAE20E-8F72-4362-9BFE-8AE8BC45AA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244792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210" name="Text Box 63">
            <a:extLst>
              <a:ext uri="{FF2B5EF4-FFF2-40B4-BE49-F238E27FC236}">
                <a16:creationId xmlns:a16="http://schemas.microsoft.com/office/drawing/2014/main" id="{D12D90A5-6FBB-4097-AE2D-63313BE4A9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2268538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218" name="Rectangle 59">
            <a:extLst>
              <a:ext uri="{FF2B5EF4-FFF2-40B4-BE49-F238E27FC236}">
                <a16:creationId xmlns:a16="http://schemas.microsoft.com/office/drawing/2014/main" id="{6DA16A99-D23D-4B54-A8D7-E5DADD43F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9013" y="2244725"/>
            <a:ext cx="936625" cy="468313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Line 61">
            <a:extLst>
              <a:ext uri="{FF2B5EF4-FFF2-40B4-BE49-F238E27FC236}">
                <a16:creationId xmlns:a16="http://schemas.microsoft.com/office/drawing/2014/main" id="{7A08F316-2D93-477A-B81B-29D9872715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853113" y="2322513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2" name="Line 62">
            <a:extLst>
              <a:ext uri="{FF2B5EF4-FFF2-40B4-BE49-F238E27FC236}">
                <a16:creationId xmlns:a16="http://schemas.microsoft.com/office/drawing/2014/main" id="{70819056-B17F-49FE-B261-2B9B54AC87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53113" y="2251075"/>
            <a:ext cx="73025" cy="14446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3" name="Line 65">
            <a:extLst>
              <a:ext uri="{FF2B5EF4-FFF2-40B4-BE49-F238E27FC236}">
                <a16:creationId xmlns:a16="http://schemas.microsoft.com/office/drawing/2014/main" id="{E4B26878-FAB8-4A88-A240-2E34B13A41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5638" y="2505075"/>
            <a:ext cx="217487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8" name="Line 66">
            <a:extLst>
              <a:ext uri="{FF2B5EF4-FFF2-40B4-BE49-F238E27FC236}">
                <a16:creationId xmlns:a16="http://schemas.microsoft.com/office/drawing/2014/main" id="{780AB967-3062-4E44-B29C-0410B1AC4B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77075" y="2433638"/>
            <a:ext cx="73025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3" name="Text Box 67">
            <a:extLst>
              <a:ext uri="{FF2B5EF4-FFF2-40B4-BE49-F238E27FC236}">
                <a16:creationId xmlns:a16="http://schemas.microsoft.com/office/drawing/2014/main" id="{64E7CE6B-E1CC-4262-8DFB-BCC982134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9913" y="2343150"/>
            <a:ext cx="2984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 3</a:t>
            </a:r>
          </a:p>
        </p:txBody>
      </p:sp>
      <p:sp>
        <p:nvSpPr>
          <p:cNvPr id="326" name="Text Box 68">
            <a:extLst>
              <a:ext uri="{FF2B5EF4-FFF2-40B4-BE49-F238E27FC236}">
                <a16:creationId xmlns:a16="http://schemas.microsoft.com/office/drawing/2014/main" id="{BE7BC921-A58F-4417-B5C4-38AFFC4FDF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5038" y="2232025"/>
            <a:ext cx="404812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func7</a:t>
            </a:r>
          </a:p>
        </p:txBody>
      </p:sp>
      <p:sp>
        <p:nvSpPr>
          <p:cNvPr id="327" name="Text Box 69">
            <a:extLst>
              <a:ext uri="{FF2B5EF4-FFF2-40B4-BE49-F238E27FC236}">
                <a16:creationId xmlns:a16="http://schemas.microsoft.com/office/drawing/2014/main" id="{534C9703-4E12-41FA-8DCD-9F5C48678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1938" y="2389188"/>
            <a:ext cx="4508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4" name="Text Box 70">
            <a:extLst>
              <a:ext uri="{FF2B5EF4-FFF2-40B4-BE49-F238E27FC236}">
                <a16:creationId xmlns:a16="http://schemas.microsoft.com/office/drawing/2014/main" id="{E1EB1EF3-9E64-4792-81D3-81ECBEC68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9025" y="2513013"/>
            <a:ext cx="793750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ControlALU</a:t>
            </a:r>
            <a:endParaRPr lang="es-ES" sz="10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5" name="Text Box 71">
            <a:extLst>
              <a:ext uri="{FF2B5EF4-FFF2-40B4-BE49-F238E27FC236}">
                <a16:creationId xmlns:a16="http://schemas.microsoft.com/office/drawing/2014/main" id="{A90C0F6A-861C-4F9D-968C-74DC370F4A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3013" y="2201863"/>
            <a:ext cx="5143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OpALU</a:t>
            </a: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</a:t>
            </a:r>
          </a:p>
        </p:txBody>
      </p:sp>
      <p:sp>
        <p:nvSpPr>
          <p:cNvPr id="336" name="Text Box 76">
            <a:extLst>
              <a:ext uri="{FF2B5EF4-FFF2-40B4-BE49-F238E27FC236}">
                <a16:creationId xmlns:a16="http://schemas.microsoft.com/office/drawing/2014/main" id="{33B10DEE-35F0-46C1-A782-E86EAB248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9163" y="2389188"/>
            <a:ext cx="404812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func3</a:t>
            </a:r>
          </a:p>
        </p:txBody>
      </p:sp>
      <p:sp>
        <p:nvSpPr>
          <p:cNvPr id="337" name="Line 78">
            <a:extLst>
              <a:ext uri="{FF2B5EF4-FFF2-40B4-BE49-F238E27FC236}">
                <a16:creationId xmlns:a16="http://schemas.microsoft.com/office/drawing/2014/main" id="{25466E85-50AF-425D-9935-B021C6BA76F3}"/>
              </a:ext>
            </a:extLst>
          </p:cNvPr>
          <p:cNvSpPr>
            <a:spLocks noChangeShapeType="1"/>
          </p:cNvSpPr>
          <p:nvPr/>
        </p:nvSpPr>
        <p:spPr bwMode="auto">
          <a:xfrm>
            <a:off x="5853113" y="2501900"/>
            <a:ext cx="215900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8" name="Line 79">
            <a:extLst>
              <a:ext uri="{FF2B5EF4-FFF2-40B4-BE49-F238E27FC236}">
                <a16:creationId xmlns:a16="http://schemas.microsoft.com/office/drawing/2014/main" id="{2B752C26-26BA-40DF-99B3-E40B9C8D0C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53113" y="2430463"/>
            <a:ext cx="73025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9" name="Line 65">
            <a:extLst>
              <a:ext uri="{FF2B5EF4-FFF2-40B4-BE49-F238E27FC236}">
                <a16:creationId xmlns:a16="http://schemas.microsoft.com/office/drawing/2014/main" id="{7066D20E-7278-4841-8EA4-A73048B7184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6431756" y="2139157"/>
            <a:ext cx="217487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40" name="Line 66">
            <a:extLst>
              <a:ext uri="{FF2B5EF4-FFF2-40B4-BE49-F238E27FC236}">
                <a16:creationId xmlns:a16="http://schemas.microsoft.com/office/drawing/2014/main" id="{371381CC-287D-47D7-AB08-9082D4DFA17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6503194" y="2067719"/>
            <a:ext cx="73025" cy="1444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41" name="Text Box 67">
            <a:extLst>
              <a:ext uri="{FF2B5EF4-FFF2-40B4-BE49-F238E27FC236}">
                <a16:creationId xmlns:a16="http://schemas.microsoft.com/office/drawing/2014/main" id="{766BC4D3-4EC6-493C-8DC7-474EB62006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675" y="1995488"/>
            <a:ext cx="2984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 </a:t>
            </a:r>
            <a:r>
              <a:rPr lang="es-ES" sz="800" dirty="0">
                <a:solidFill>
                  <a:srgbClr val="C00000"/>
                </a:solidFill>
                <a:latin typeface="+mn-lt"/>
              </a:rPr>
              <a:t>2</a:t>
            </a:r>
          </a:p>
        </p:txBody>
      </p:sp>
      <p:sp>
        <p:nvSpPr>
          <p:cNvPr id="342" name="Forma libre 341">
            <a:extLst>
              <a:ext uri="{FF2B5EF4-FFF2-40B4-BE49-F238E27FC236}">
                <a16:creationId xmlns:a16="http://schemas.microsoft.com/office/drawing/2014/main" id="{4ED77EC9-F421-4203-BE9A-A6705BA72AF8}"/>
              </a:ext>
            </a:extLst>
          </p:cNvPr>
          <p:cNvSpPr/>
          <p:nvPr/>
        </p:nvSpPr>
        <p:spPr>
          <a:xfrm>
            <a:off x="4684713" y="2501900"/>
            <a:ext cx="1168400" cy="287338"/>
          </a:xfrm>
          <a:custGeom>
            <a:avLst/>
            <a:gdLst>
              <a:gd name="connsiteX0" fmla="*/ 0 w 746449"/>
              <a:gd name="connsiteY0" fmla="*/ 298580 h 298580"/>
              <a:gd name="connsiteX1" fmla="*/ 0 w 746449"/>
              <a:gd name="connsiteY1" fmla="*/ 0 h 298580"/>
              <a:gd name="connsiteX2" fmla="*/ 55984 w 746449"/>
              <a:gd name="connsiteY2" fmla="*/ 0 h 298580"/>
              <a:gd name="connsiteX3" fmla="*/ 746449 w 746449"/>
              <a:gd name="connsiteY3" fmla="*/ 0 h 298580"/>
              <a:gd name="connsiteX4" fmla="*/ 746449 w 746449"/>
              <a:gd name="connsiteY4" fmla="*/ 0 h 298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6449" h="298580">
                <a:moveTo>
                  <a:pt x="0" y="298580"/>
                </a:moveTo>
                <a:lnTo>
                  <a:pt x="0" y="0"/>
                </a:lnTo>
                <a:lnTo>
                  <a:pt x="55984" y="0"/>
                </a:lnTo>
                <a:lnTo>
                  <a:pt x="746449" y="0"/>
                </a:lnTo>
                <a:lnTo>
                  <a:pt x="746449" y="0"/>
                </a:lnTo>
              </a:path>
            </a:pathLst>
          </a:custGeom>
          <a:noFill/>
          <a:ln w="25400">
            <a:solidFill>
              <a:schemeClr val="accent2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3" name="Forma libre 342">
            <a:extLst>
              <a:ext uri="{FF2B5EF4-FFF2-40B4-BE49-F238E27FC236}">
                <a16:creationId xmlns:a16="http://schemas.microsoft.com/office/drawing/2014/main" id="{5554F0CC-23BD-489F-B191-A5AFE7AD12C8}"/>
              </a:ext>
            </a:extLst>
          </p:cNvPr>
          <p:cNvSpPr/>
          <p:nvPr/>
        </p:nvSpPr>
        <p:spPr>
          <a:xfrm>
            <a:off x="5089525" y="2322513"/>
            <a:ext cx="763588" cy="471487"/>
          </a:xfrm>
          <a:custGeom>
            <a:avLst/>
            <a:gdLst>
              <a:gd name="connsiteX0" fmla="*/ 0 w 746449"/>
              <a:gd name="connsiteY0" fmla="*/ 298580 h 298580"/>
              <a:gd name="connsiteX1" fmla="*/ 0 w 746449"/>
              <a:gd name="connsiteY1" fmla="*/ 0 h 298580"/>
              <a:gd name="connsiteX2" fmla="*/ 55984 w 746449"/>
              <a:gd name="connsiteY2" fmla="*/ 0 h 298580"/>
              <a:gd name="connsiteX3" fmla="*/ 746449 w 746449"/>
              <a:gd name="connsiteY3" fmla="*/ 0 h 298580"/>
              <a:gd name="connsiteX4" fmla="*/ 746449 w 746449"/>
              <a:gd name="connsiteY4" fmla="*/ 0 h 298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6449" h="298580">
                <a:moveTo>
                  <a:pt x="0" y="298580"/>
                </a:moveTo>
                <a:lnTo>
                  <a:pt x="0" y="0"/>
                </a:lnTo>
                <a:lnTo>
                  <a:pt x="55984" y="0"/>
                </a:lnTo>
                <a:lnTo>
                  <a:pt x="746449" y="0"/>
                </a:lnTo>
                <a:lnTo>
                  <a:pt x="746449" y="0"/>
                </a:lnTo>
              </a:path>
            </a:pathLst>
          </a:custGeom>
          <a:noFill/>
          <a:ln w="25400">
            <a:solidFill>
              <a:schemeClr val="accent2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5" name="Forma libre 344">
            <a:extLst>
              <a:ext uri="{FF2B5EF4-FFF2-40B4-BE49-F238E27FC236}">
                <a16:creationId xmlns:a16="http://schemas.microsoft.com/office/drawing/2014/main" id="{ED0BF916-B412-4F73-A7F6-E9BF211187CF}"/>
              </a:ext>
            </a:extLst>
          </p:cNvPr>
          <p:cNvSpPr/>
          <p:nvPr/>
        </p:nvSpPr>
        <p:spPr>
          <a:xfrm>
            <a:off x="7210425" y="2508250"/>
            <a:ext cx="796925" cy="276225"/>
          </a:xfrm>
          <a:custGeom>
            <a:avLst/>
            <a:gdLst>
              <a:gd name="connsiteX0" fmla="*/ 0 w 774700"/>
              <a:gd name="connsiteY0" fmla="*/ 0 h 276225"/>
              <a:gd name="connsiteX1" fmla="*/ 0 w 774700"/>
              <a:gd name="connsiteY1" fmla="*/ 0 h 276225"/>
              <a:gd name="connsiteX2" fmla="*/ 774700 w 774700"/>
              <a:gd name="connsiteY2" fmla="*/ 0 h 276225"/>
              <a:gd name="connsiteX3" fmla="*/ 774700 w 774700"/>
              <a:gd name="connsiteY3" fmla="*/ 44450 h 276225"/>
              <a:gd name="connsiteX4" fmla="*/ 774700 w 774700"/>
              <a:gd name="connsiteY4" fmla="*/ 276225 h 276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4700" h="276225">
                <a:moveTo>
                  <a:pt x="0" y="0"/>
                </a:moveTo>
                <a:lnTo>
                  <a:pt x="0" y="0"/>
                </a:lnTo>
                <a:lnTo>
                  <a:pt x="774700" y="0"/>
                </a:lnTo>
                <a:lnTo>
                  <a:pt x="774700" y="44450"/>
                </a:lnTo>
                <a:lnTo>
                  <a:pt x="774700" y="276225"/>
                </a:lnTo>
              </a:path>
            </a:pathLst>
          </a:custGeom>
          <a:noFill/>
          <a:ln w="254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3DE9724C-C9E3-4FB2-A0F1-94469D0B5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1575" y="1814513"/>
            <a:ext cx="5715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50" name="Text Box 50">
            <a:extLst>
              <a:ext uri="{FF2B5EF4-FFF2-40B4-BE49-F238E27FC236}">
                <a16:creationId xmlns:a16="http://schemas.microsoft.com/office/drawing/2014/main" id="{4719EFAA-1744-4F71-BE51-21BAF718D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16" name="Marcador de número de diapositiva 315">
            <a:extLst>
              <a:ext uri="{FF2B5EF4-FFF2-40B4-BE49-F238E27FC236}">
                <a16:creationId xmlns:a16="http://schemas.microsoft.com/office/drawing/2014/main" id="{2DA1F1B6-C743-4936-9327-37875A5379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5F0BA20-0AB5-4033-ADB2-3598CF5477DE}" type="slidenum">
              <a:rPr lang="es-ES" altLang="es-ES">
                <a:solidFill>
                  <a:srgbClr val="171717"/>
                </a:solidFill>
              </a:rPr>
              <a:pPr/>
              <a:t>83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9" name="Text Box 76">
            <a:extLst>
              <a:ext uri="{FF2B5EF4-FFF2-40B4-BE49-F238E27FC236}">
                <a16:creationId xmlns:a16="http://schemas.microsoft.com/office/drawing/2014/main" id="{E87FEFAB-449A-451B-8264-B61A6638E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3450" y="2535238"/>
            <a:ext cx="3302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4" name="Line 78">
            <a:extLst>
              <a:ext uri="{FF2B5EF4-FFF2-40B4-BE49-F238E27FC236}">
                <a16:creationId xmlns:a16="http://schemas.microsoft.com/office/drawing/2014/main" id="{CCFC0752-B502-4E6C-9FFE-96A91C2714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864225" y="2654300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44" name="Forma libre 343">
            <a:extLst>
              <a:ext uri="{FF2B5EF4-FFF2-40B4-BE49-F238E27FC236}">
                <a16:creationId xmlns:a16="http://schemas.microsoft.com/office/drawing/2014/main" id="{B8F20B42-02F8-4B6B-AD24-B321D6761138}"/>
              </a:ext>
            </a:extLst>
          </p:cNvPr>
          <p:cNvSpPr/>
          <p:nvPr/>
        </p:nvSpPr>
        <p:spPr>
          <a:xfrm>
            <a:off x="4135438" y="2654300"/>
            <a:ext cx="1741487" cy="287338"/>
          </a:xfrm>
          <a:custGeom>
            <a:avLst/>
            <a:gdLst>
              <a:gd name="connsiteX0" fmla="*/ 0 w 746449"/>
              <a:gd name="connsiteY0" fmla="*/ 298580 h 298580"/>
              <a:gd name="connsiteX1" fmla="*/ 0 w 746449"/>
              <a:gd name="connsiteY1" fmla="*/ 0 h 298580"/>
              <a:gd name="connsiteX2" fmla="*/ 55984 w 746449"/>
              <a:gd name="connsiteY2" fmla="*/ 0 h 298580"/>
              <a:gd name="connsiteX3" fmla="*/ 746449 w 746449"/>
              <a:gd name="connsiteY3" fmla="*/ 0 h 298580"/>
              <a:gd name="connsiteX4" fmla="*/ 746449 w 746449"/>
              <a:gd name="connsiteY4" fmla="*/ 0 h 298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6449" h="298580">
                <a:moveTo>
                  <a:pt x="0" y="298580"/>
                </a:moveTo>
                <a:lnTo>
                  <a:pt x="0" y="0"/>
                </a:lnTo>
                <a:lnTo>
                  <a:pt x="55984" y="0"/>
                </a:lnTo>
                <a:lnTo>
                  <a:pt x="746449" y="0"/>
                </a:lnTo>
                <a:lnTo>
                  <a:pt x="746449" y="0"/>
                </a:lnTo>
              </a:path>
            </a:pathLst>
          </a:custGeom>
          <a:noFill/>
          <a:ln w="19050">
            <a:solidFill>
              <a:schemeClr val="accent2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ángulo 59">
            <a:extLst>
              <a:ext uri="{FF2B5EF4-FFF2-40B4-BE49-F238E27FC236}">
                <a16:creationId xmlns:a16="http://schemas.microsoft.com/office/drawing/2014/main" id="{C125B72A-59F4-48CB-A5CD-637967A856CE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FF07F1E9-EA30-4DDD-825A-5CC02521345D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1923AF27-01ED-46D5-A476-BBAD0EC38A79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6F740580-BA4E-4F45-92B3-5122E37A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DFE85B0E-8A8C-4887-A3D5-E0DA678F5060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E45219D1-50A7-4DC2-AE7E-1B6A10446062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FE04C484-339E-4478-93A9-3BF2570B6852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A4AB5EAE-C26D-428F-BEE9-932B55D1F17C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380B3C53-DA45-4DB1-A018-9D44BCA33339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4274E6DA-5F40-4CEE-89C1-203F2D8232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68971" name="Grupo 228">
            <a:extLst>
              <a:ext uri="{FF2B5EF4-FFF2-40B4-BE49-F238E27FC236}">
                <a16:creationId xmlns:a16="http://schemas.microsoft.com/office/drawing/2014/main" id="{75589436-3B80-48AA-B54A-C8B42A8E83B3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15981778-EA49-4DFF-8DF9-6F50D2A5E5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EF66BC4E-EEA3-4C54-A2ED-E094A26AF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C2816155-C1C0-4DEB-9F8A-99406F617B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C65E48C0-5CDF-470B-9FF1-128DE93BF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A5E7F25F-58A9-49E6-8EE6-CC623E86B7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E6D0F5C1-91F4-475F-BE03-9795C77CB4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FE198A51-3FC7-416A-8F81-0EA199EB6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F42DF30E-C8DC-42D2-864B-495EFBC0EA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AB557CCF-50CA-45C6-8CD8-E1DFE4C3AF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A1B40980-AB29-4CAC-8788-3FDB1CEA16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176168C8-2CC0-4876-A524-34BCE512AF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02FFEA4F-07C4-4682-9840-4B00BD5DD6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D45DE581-7EFB-4DCB-91EA-AB7D5C06D3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DF6F5FA0-AF0E-42A4-8D3F-BFDA1800D1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619DD8CD-2CAC-4F30-B802-00C2F895DD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828145D1-EACA-4F07-92F8-A1EF925DC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10B80A27-26A6-4132-B40A-7058A1697D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B93B1935-58D2-4009-8AD9-FF26F1178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4A4DAAE8-F861-4F9D-9F5D-DE21DEDD8E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66D6AFC3-3457-43B5-BDDB-B815257B46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D8563A79-1CF1-484B-B2CE-7B5E69A174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995109BA-8E65-4DB8-A3CE-7A849102D9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99C2D66C-8A07-4AA6-8287-96C1B03877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9748EF9F-D110-4C14-9DB5-ABF1D561A8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09490B51-83C1-4ACA-954B-93629A1A2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27E7801B-CFB8-449D-9027-25A38DC925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BCB8D35D-7D9C-4B28-9590-99138E2FFC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CA9F9BA0-471F-4093-BED4-4DB740C74A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7E96A667-29FC-4038-9409-27EC074B5914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68972" name="Grupo 261">
            <a:extLst>
              <a:ext uri="{FF2B5EF4-FFF2-40B4-BE49-F238E27FC236}">
                <a16:creationId xmlns:a16="http://schemas.microsoft.com/office/drawing/2014/main" id="{A86CB86B-5CF6-4B02-9779-04DAB76E0C0F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7AD72CE7-B1D3-4D65-AA2E-0BEFB3FAA3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52D6C8A6-322F-4C33-907B-027F8EB989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74588970-16E0-4E17-8B77-B5CFB68F1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4DE786C9-8762-49BB-8C1E-6271F550E8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05768D64-C486-4F64-85AA-517D147FA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338F79DF-F69F-402E-9CED-3BEDD2DA08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79FFAB75-A5C9-40EB-ADB1-4C6971EA5F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D105B109-7855-475C-AE3F-104478FC2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66F457B2-5D4D-4521-A889-D5C0D08A2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6012E54D-D480-44A0-8F52-6F272BCD2A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A529DC82-EE1B-4140-9FAD-DE23FD136E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47C7432F-39E3-4B1B-A681-3057D2382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0EEBE6F8-C4A7-4F8E-8C1F-2EAB6B51BA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C2811589-B3A1-4B47-A3AD-1FCF6BF0F3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A3E61CA8-C1E7-4AC0-9506-C0B844C2B7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393E3CC6-495E-4C60-8C49-C91B66B1F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6A8F13F0-E233-48D8-8716-4C4911F56D62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E578CB54-F3F8-4ACD-A74D-FD46082BEB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E3907418-1E4C-4584-80B5-11B5BE1A1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A631EE49-E1AB-44A3-8B0B-603A1E487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D7DC92C3-B781-42EE-9EDC-0264CC942F61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16C6C943-6CB8-4D76-AB44-689B42A71C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B9B7EEC1-281A-49A7-AB1D-416D7B2C9F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41162F94-C37F-4173-AF6B-AB04A8D728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0931D470-2812-46F3-9A09-75A97DCA6B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93045068-DAA2-41D3-9480-0B5717E091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858571D2-EB2C-459B-B729-6523270AC95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71A21BC6-1BA0-494E-AD49-7F361F7ECE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338F64D5-2387-425B-9F17-1B7FACBF34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D58673E8-945E-491A-9A92-17AF5A20A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F1E76BC7-15C9-467B-8BDD-49E8DE3385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2D0A0927-FD11-414B-A280-BBAB0F700AD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011226D5-B53E-4A3B-A420-3679F1FB7B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2EF6E985-C535-4D0C-AC2C-D5992843D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595DFD01-0269-41FF-A4E6-255A25913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6187C9BF-AC5D-4741-ACD7-4AE0543003E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410D29D5-21FE-4565-B966-D553CEB471DB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1F24754C-FC3A-4906-AC3D-A05604F4CE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68994" name="Grupo 303">
            <a:extLst>
              <a:ext uri="{FF2B5EF4-FFF2-40B4-BE49-F238E27FC236}">
                <a16:creationId xmlns:a16="http://schemas.microsoft.com/office/drawing/2014/main" id="{4BEC7311-E1E8-4C54-86FA-7D730A3548D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2034C5CD-DBDE-47E9-89E9-569E0ADCD0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E990816D-5B9B-4CDA-A151-FA4490D09A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8443BFD2-DF5C-4E6F-8ABB-ED87487764CC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9411A8BA-7778-4E05-A0FC-E386D680DD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6CD40889-FB47-4584-8A4D-2183DB9251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4043483D-77D5-4270-8C7F-C6C53D61BF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3FF7ACCE-AA31-410B-B4E3-E71D01497B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BC0CA3CD-B517-4087-9BB9-CEF5260FEAE4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017FEE17-8328-4562-A77D-B6CB75F9F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8B853FDC-0ABF-4E90-86F9-64822BC9EAC7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3BA1580D-F84D-407D-97D7-9E27387045A5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3E88F42F-7017-49DE-9CDD-BEB093F34EAA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56043E0C-4B08-4978-8BBB-A9AEE712C1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251E8A8F-3CA5-4802-8871-E44B1D9584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1A85EDE6-CAFE-49B7-9A40-87492CDF2897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D06D5F27-69E5-4F20-A3DE-F04A1DDDB3CF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58F2E284-2B0E-4073-B9E5-7E9CD0D99630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9005" name="Grupo 27">
            <a:extLst>
              <a:ext uri="{FF2B5EF4-FFF2-40B4-BE49-F238E27FC236}">
                <a16:creationId xmlns:a16="http://schemas.microsoft.com/office/drawing/2014/main" id="{54327790-9C61-4FA9-B4C7-ED315128485A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A4863274-76C4-4564-A59E-CBA818180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6BA03014-18D6-4169-87F6-C1952A192B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A5C66D5F-57C3-4140-848B-4895F4CE5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F68ADB23-27B6-4EE6-AE5B-1FD1322B2D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EA38F881-CC8F-4C85-968E-45FB38D405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A78C5CBF-1D52-47CE-89D6-0670627653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90BA79AD-5528-4B28-BEDE-592D1F4807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75796AD0-B9FD-4F08-85F9-D7C52286B8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DF28D327-FC6B-42AC-9942-80795A0E56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96A36A60-AF16-45A8-A550-DCA083B344B6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BAA67BC5-D77D-47EA-8F96-C49C2CF018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BCBC5E8A-DDAA-49E0-9C62-03D2A10E5D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6654FB2D-EBEB-408D-B302-432F338B23B9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280B6CE3-0EA9-4BFB-8B65-BC1A0C2B5289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0672F82E-98F7-434D-A096-4D30924EE221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3324D6EE-88D5-4C8A-A5A8-36E8600BD758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C13CE332-8274-4FBC-80C3-1F1A78991C89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69225728-59D6-4C93-B6C2-CA1E216EF5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DC808E82-02EC-4226-9610-B11BC45DE543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9013" name="Grupo 4">
            <a:extLst>
              <a:ext uri="{FF2B5EF4-FFF2-40B4-BE49-F238E27FC236}">
                <a16:creationId xmlns:a16="http://schemas.microsoft.com/office/drawing/2014/main" id="{FE6B6576-D877-4A53-ADE2-A9607649D341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6B9FFBE8-35EE-4C55-A25D-8173DA9651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B5645FA7-F52E-4E82-B433-881C8091C7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AAE24F6B-A627-4959-8A13-EEF68FAD3A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254943EA-CCDC-44FD-B4CA-070DB581F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365AB00C-30ED-4917-9EEF-A445D991FB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1CFC365B-0981-4155-857C-EE8A977E2F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F1DB0E95-4B3E-4032-B9C8-21D1E66D7E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24B374E9-8701-4840-B1AC-90296D5660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2A88DFEC-C8F1-4321-9DBD-A83B45BDBE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E9D09DFF-FEB6-4094-B4F3-22E729DB9E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222D7760-0839-4C5A-84A0-250E2BD80D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2F0303A7-8C80-43C9-8A5F-04CFA1799FAE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49A95461-4419-4B74-AEC9-C9E53FB47339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C6879DBF-679B-4C4E-ABE5-CD5548F26403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9017" name="Grupo 138">
            <a:extLst>
              <a:ext uri="{FF2B5EF4-FFF2-40B4-BE49-F238E27FC236}">
                <a16:creationId xmlns:a16="http://schemas.microsoft.com/office/drawing/2014/main" id="{CC91C5EC-63F9-41B4-B12D-A62777A5C769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0B5FF18A-A8AB-4301-A826-12987DB5FF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245FE0A5-3230-4671-9E72-7A6029DCD1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284E9A2F-BB39-46D4-A6A3-8E531C640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1E4FBC5D-453A-439A-8595-10ECCA9F20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695B576D-925C-4AD2-93AF-982231DDFE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12FCA808-CC63-4C11-B7B6-4CC55791E2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16CE51C6-AEEB-4332-A291-766797CC9C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511ABEC4-34C1-4461-87C7-C29CF4CC8E88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C33E6AB9-CD0B-4648-901F-A1831B998D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69018" name="Grupo 148">
            <a:extLst>
              <a:ext uri="{FF2B5EF4-FFF2-40B4-BE49-F238E27FC236}">
                <a16:creationId xmlns:a16="http://schemas.microsoft.com/office/drawing/2014/main" id="{E486086D-54EB-4D78-A63C-9CDF2417A5C3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39498636-3B79-44A4-9EF5-8C1BB85A13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019AD56E-B87B-420D-94F4-484F97BF36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DCB296BA-656B-45DD-8001-F88BF6277D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A33B42D0-7BC1-4ADA-9D34-520DBE815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F82E37C9-43F1-4457-9DA9-DC06CEB64D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F621EE37-9A3C-4861-AD91-7112F79A35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884C8D20-9F4A-4067-9BF1-217920E941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8516617A-ED1B-475E-8BE2-FD93A14387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C8C87356-9432-409D-B672-9012073404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10D26407-0011-4F96-863C-F9A5331BD4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1FA78EF0-566E-4036-9DA9-CA48712D6E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13A86187-68E3-45BE-BEFD-285E5BBB954D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9020" name="Text Box 46">
            <a:extLst>
              <a:ext uri="{FF2B5EF4-FFF2-40B4-BE49-F238E27FC236}">
                <a16:creationId xmlns:a16="http://schemas.microsoft.com/office/drawing/2014/main" id="{E77388A5-E520-4165-8036-91AA02F9C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grpSp>
        <p:nvGrpSpPr>
          <p:cNvPr id="169021" name="Grupo 188">
            <a:extLst>
              <a:ext uri="{FF2B5EF4-FFF2-40B4-BE49-F238E27FC236}">
                <a16:creationId xmlns:a16="http://schemas.microsoft.com/office/drawing/2014/main" id="{0547A030-31F0-4DD9-96E2-C60DB161B7B2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F460A289-F34A-4760-8420-202C0B022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AEB86CFA-8257-4E08-8CA5-507F9183F7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4CA7B0B6-2420-45FE-9D33-F6CD48A203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E78123E2-9CFB-4675-85E7-2F7EF3F0AD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0CD5EBC5-ABCE-468E-82F7-4454A0E6F1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11E52F27-813F-4E8A-9F00-98DEA8C6C7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BE93A71C-C68D-4BBC-8DE7-6D4265AF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D5100F3D-4A22-4DEE-A0F1-0664EDFEF6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62EDD8E1-ABC0-4090-938E-5A9DA39730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4B22317E-941D-4875-A917-4E73D587D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DDDDFE41-85ED-43FE-BD6A-D1EDDFF9786D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69023" name="Grupo 47">
            <a:extLst>
              <a:ext uri="{FF2B5EF4-FFF2-40B4-BE49-F238E27FC236}">
                <a16:creationId xmlns:a16="http://schemas.microsoft.com/office/drawing/2014/main" id="{755B485A-BFE4-49D9-89D1-71AD2BD15EC2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E33CE9D7-99E3-4F65-B7CB-766A42E24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810709EE-B534-46A1-8F66-AFD84897AC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BE7A8B0A-BDAD-426C-92C1-B2CA8EDD3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CD8AD9F7-2C06-4E8F-9A7F-C6E049D92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79532D6C-7D11-420E-BC4C-761A7F2630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20A3D667-CA98-4B95-8753-E43028BBE7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4D6EB268-B919-44A8-82B0-B89F011651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CF0F1ED0-93EF-4675-A97E-9EC794C812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88E3761F-5712-469C-B88C-14B162251C50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DC1648A1-4FF7-4248-B15E-6CCA02FF6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84DDAFDD-C06E-43C1-95C8-F789726630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28F177C6-7895-44ED-B662-5B0D321637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22A7B317-C644-470C-AF03-64A06E0763DD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7FD67CDA-BEA2-4FF6-ACFE-84EA54E53237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69026" name="Grupo 9">
            <a:extLst>
              <a:ext uri="{FF2B5EF4-FFF2-40B4-BE49-F238E27FC236}">
                <a16:creationId xmlns:a16="http://schemas.microsoft.com/office/drawing/2014/main" id="{37554BED-A656-441C-A48D-27944B593114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E675CB6C-6B19-41CC-8EE8-2C6F9D3723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09F282E4-41FD-4F97-9A1F-6DA376B7E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AF49E42F-9F8F-4AEB-98CD-88CCA9C9E9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B9981860-587C-4404-92B5-0D16D6EA4D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E4193173-A002-40CF-9F85-615E191284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FD3FC632-E060-4238-BD6E-28C3205246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4EBFA959-403D-4E81-B70D-7437816755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E5463B5A-256D-45A8-8323-4F70C558A8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2353CD4B-BFB3-4146-A2F1-C5458F2AE7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3CBF805F-A937-4003-8A19-3C1D5EEBB295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BA96B9B2-BB09-435F-AEFB-F0F5D91F4D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683E2F6A-9FD4-4090-B1F6-90145E7A0F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9CAE8D23-E833-4EF1-9E24-85AE020825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40CF9B84-19C7-40E2-98D6-C3577876DF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618081E0-E205-4E26-8E12-32FFADD6D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7311681C-D55A-4498-8DD8-DE117C9496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F18DE159-7C6D-4574-A6A7-9985DF2C30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8809B9EC-51E0-406C-885B-0A82D96239B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9DCD8D08-96D8-40CE-B465-A2BEB139F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14B4F53D-175E-4755-82F6-A5977AAE1C3E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B2AB575F-0704-40C0-883F-96B0225397A5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0C3249E3-C181-48FE-9DE1-E2CCA6095D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EC263EC9-A572-45A4-B598-EC747EA06924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033" name="Text Box 72">
            <a:extLst>
              <a:ext uri="{FF2B5EF4-FFF2-40B4-BE49-F238E27FC236}">
                <a16:creationId xmlns:a16="http://schemas.microsoft.com/office/drawing/2014/main" id="{0CAA162B-42E6-4B12-9A40-3A93DF450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69034" name="Line 71">
            <a:extLst>
              <a:ext uri="{FF2B5EF4-FFF2-40B4-BE49-F238E27FC236}">
                <a16:creationId xmlns:a16="http://schemas.microsoft.com/office/drawing/2014/main" id="{0DB22672-C5B5-4F32-A1AF-989329AFD64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3BC4F96B-B306-4399-ADD3-190E5E55A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57A1A822-22B4-48AF-9DB4-EED6C2DA28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BE49BB74-75A9-4FBB-A4D2-E5E9742B9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69038" name="Text Box 50">
            <a:extLst>
              <a:ext uri="{FF2B5EF4-FFF2-40B4-BE49-F238E27FC236}">
                <a16:creationId xmlns:a16="http://schemas.microsoft.com/office/drawing/2014/main" id="{DF20B5C7-2AE2-414D-B473-113992A420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69039" name="Text Box 50">
            <a:extLst>
              <a:ext uri="{FF2B5EF4-FFF2-40B4-BE49-F238E27FC236}">
                <a16:creationId xmlns:a16="http://schemas.microsoft.com/office/drawing/2014/main" id="{6C9A660B-6379-4B67-8C4D-BE316A6A0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69040" name="Text Box 50">
            <a:extLst>
              <a:ext uri="{FF2B5EF4-FFF2-40B4-BE49-F238E27FC236}">
                <a16:creationId xmlns:a16="http://schemas.microsoft.com/office/drawing/2014/main" id="{68FA3AD0-9612-4FA5-86FB-8891326812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E58E0EF2-00FC-4BA0-AF3F-D0931978858F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C2C4E028-9473-407F-A3CD-01209C29A75F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2E8D3183-1AC4-4AE7-B124-120B2F0097F8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B0FC9FD5-F9AE-484C-A3B9-547C98BB64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F3AC3D72-EDC0-4966-B2C5-D3AFEB53C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8115FB1D-9CE0-4AC1-BBCC-D368C55692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72BAF1B3-4063-43ED-A71B-9CDE42AEE0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ED033AA8-603F-44AB-9A7B-06781B52FD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D6F8A4CD-E08D-4C5C-9650-FAEA9C2178DC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7F2BBEB2-A3A1-41E9-ADC6-4CBED5B8D3BF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253BA306-AB77-4E89-9876-42E4EF86C2D1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EEACE941-5DFE-47EF-844F-E2FDA27261BE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B3DD718E-1139-488F-93E9-CF9CCD24F2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69054" name="Text Box 72">
            <a:extLst>
              <a:ext uri="{FF2B5EF4-FFF2-40B4-BE49-F238E27FC236}">
                <a16:creationId xmlns:a16="http://schemas.microsoft.com/office/drawing/2014/main" id="{FB6D5779-3419-42FE-81DA-B4B34F147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69055" name="Line 71">
            <a:extLst>
              <a:ext uri="{FF2B5EF4-FFF2-40B4-BE49-F238E27FC236}">
                <a16:creationId xmlns:a16="http://schemas.microsoft.com/office/drawing/2014/main" id="{020CDAA1-72AD-43AA-B72F-4D7C90BFEC6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69056" name="Text Box 72">
            <a:extLst>
              <a:ext uri="{FF2B5EF4-FFF2-40B4-BE49-F238E27FC236}">
                <a16:creationId xmlns:a16="http://schemas.microsoft.com/office/drawing/2014/main" id="{305DFD57-7653-4445-8228-7233A6C78D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69057" name="Line 71">
            <a:extLst>
              <a:ext uri="{FF2B5EF4-FFF2-40B4-BE49-F238E27FC236}">
                <a16:creationId xmlns:a16="http://schemas.microsoft.com/office/drawing/2014/main" id="{EF26AB90-6582-49B1-9776-0C73F670F45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F3D0A49E-575D-452F-8B2F-3775FBA56F97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928A8E55-5DF4-4870-ABDD-EC0F9DB090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47D5A789-90E7-4EAE-B93E-67BF5FEAFBCA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9061" name="Grupo 374">
            <a:extLst>
              <a:ext uri="{FF2B5EF4-FFF2-40B4-BE49-F238E27FC236}">
                <a16:creationId xmlns:a16="http://schemas.microsoft.com/office/drawing/2014/main" id="{E6EF1845-CCDE-4A63-BB64-BA49D5279027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166ED9C9-DAD9-4BD8-93C9-36617AC848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760C16A5-2F0D-4918-9460-22017EBF63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E24BCC75-26A6-426D-8626-45A0D9B28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CCA6D0AD-FE42-48FD-935B-87BE37DD16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E5858453-FD97-4A37-B8D4-7E00D0A92A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14F5E8EE-0463-4064-A359-A5859D40D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EAD8CE7C-00DC-477B-AF53-8671F09758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52BD9E47-2C90-466A-988C-0EC05DCFC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16C0C395-228D-4386-83D4-2C3C8A4D85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415069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59C76D8C-B6D4-4760-9A80-D5BA1AF157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CD7F685F-1505-44EC-8A7D-55929CE897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03F4C79B-669D-42C2-9119-069CBC01D7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055931A6-F318-4705-9A6C-21EADA155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6DA2CAC9-FB1E-40A3-868F-6E3EC87557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869CAB8F-F718-44BB-B86E-02DC6950C6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6573603D-F196-4613-82BA-8F01319E295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0E49B3AF-B7F8-4E8C-8B22-532BB06C57C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5DA90572-4C76-44B5-AB5C-8F44493442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6CD4CF5A-CD41-4545-B4AF-27A866F909F6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C37E2521-C668-4504-A69D-902B0869E473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90888BFF-2F12-4C55-AB32-2775166FD645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0755C90A-CC06-4986-93A2-F1AA2E99A74B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BFAEED50-C0C9-43B1-AB84-E02764A0B922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86" name="Tabla 385">
            <a:extLst>
              <a:ext uri="{FF2B5EF4-FFF2-40B4-BE49-F238E27FC236}">
                <a16:creationId xmlns:a16="http://schemas.microsoft.com/office/drawing/2014/main" id="{203A0CA7-4783-47C4-8BC4-9A60A88E407A}"/>
              </a:ext>
            </a:extLst>
          </p:cNvPr>
          <p:cNvGraphicFramePr>
            <a:graphicFrameLocks noGrp="1"/>
          </p:cNvGraphicFramePr>
          <p:nvPr/>
        </p:nvGraphicFramePr>
        <p:xfrm>
          <a:off x="939800" y="1525588"/>
          <a:ext cx="683418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11:0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387" name="Marcador de contenido 5">
            <a:extLst>
              <a:ext uri="{FF2B5EF4-FFF2-40B4-BE49-F238E27FC236}">
                <a16:creationId xmlns:a16="http://schemas.microsoft.com/office/drawing/2014/main" id="{40652DFF-0609-45B8-8A58-4DFD3557B08D}"/>
              </a:ext>
            </a:extLst>
          </p:cNvPr>
          <p:cNvGraphicFramePr>
            <a:graphicFrameLocks/>
          </p:cNvGraphicFramePr>
          <p:nvPr/>
        </p:nvGraphicFramePr>
        <p:xfrm>
          <a:off x="933450" y="1165225"/>
          <a:ext cx="6835775" cy="33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MEM[BR[rs1]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0454DF09-9D8C-4343-AAF3-953F2EDD30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0900" y="1982788"/>
            <a:ext cx="3449638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Tipo-I</a:t>
            </a:r>
          </a:p>
        </p:txBody>
      </p:sp>
      <p:sp>
        <p:nvSpPr>
          <p:cNvPr id="389" name="Forma libre 388">
            <a:extLst>
              <a:ext uri="{FF2B5EF4-FFF2-40B4-BE49-F238E27FC236}">
                <a16:creationId xmlns:a16="http://schemas.microsoft.com/office/drawing/2014/main" id="{29ACABA7-BA82-4984-AC71-FF97DC320EDA}"/>
              </a:ext>
            </a:extLst>
          </p:cNvPr>
          <p:cNvSpPr/>
          <p:nvPr/>
        </p:nvSpPr>
        <p:spPr>
          <a:xfrm flipV="1">
            <a:off x="2566988" y="4581525"/>
            <a:ext cx="24606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332C3222-6C16-49AB-9FBA-111D4BB25AF6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0" name="Forma libre 389">
            <a:extLst>
              <a:ext uri="{FF2B5EF4-FFF2-40B4-BE49-F238E27FC236}">
                <a16:creationId xmlns:a16="http://schemas.microsoft.com/office/drawing/2014/main" id="{D80EAB7E-6EB6-4137-BE54-E3496F77165A}"/>
              </a:ext>
            </a:extLst>
          </p:cNvPr>
          <p:cNvSpPr/>
          <p:nvPr/>
        </p:nvSpPr>
        <p:spPr>
          <a:xfrm flipV="1">
            <a:off x="3584575" y="3538538"/>
            <a:ext cx="2460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10D33356-FD46-4D5C-AA59-89042AD32AC9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1" name="Forma libre 390">
            <a:extLst>
              <a:ext uri="{FF2B5EF4-FFF2-40B4-BE49-F238E27FC236}">
                <a16:creationId xmlns:a16="http://schemas.microsoft.com/office/drawing/2014/main" id="{040FFF6E-FDD1-4FC8-A620-33DBA967AA00}"/>
              </a:ext>
            </a:extLst>
          </p:cNvPr>
          <p:cNvSpPr/>
          <p:nvPr/>
        </p:nvSpPr>
        <p:spPr>
          <a:xfrm>
            <a:off x="6440488" y="5656263"/>
            <a:ext cx="293687" cy="47625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28E0E4BA-068D-4780-AA27-1B0E4BFED58F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92" name="Marcador de contenido 5">
            <a:extLst>
              <a:ext uri="{FF2B5EF4-FFF2-40B4-BE49-F238E27FC236}">
                <a16:creationId xmlns:a16="http://schemas.microsoft.com/office/drawing/2014/main" id="{7C8F2E2D-EB98-4378-A7F3-EFA07E64C1D5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065222204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1303196571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1650986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2130264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3819180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910974"/>
                  </a:ext>
                </a:extLst>
              </a:tr>
            </a:tbl>
          </a:graphicData>
        </a:graphic>
      </p:graphicFrame>
      <p:graphicFrame>
        <p:nvGraphicFramePr>
          <p:cNvPr id="393" name="Marcador de contenido 5">
            <a:extLst>
              <a:ext uri="{FF2B5EF4-FFF2-40B4-BE49-F238E27FC236}">
                <a16:creationId xmlns:a16="http://schemas.microsoft.com/office/drawing/2014/main" id="{508BE772-2736-4B5B-A051-027E53EB2743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94" name="Text Box 50">
            <a:extLst>
              <a:ext uri="{FF2B5EF4-FFF2-40B4-BE49-F238E27FC236}">
                <a16:creationId xmlns:a16="http://schemas.microsoft.com/office/drawing/2014/main" id="{CD176595-C3F1-484B-B685-0F1675A07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69239" name="Text Box 50">
            <a:extLst>
              <a:ext uri="{FF2B5EF4-FFF2-40B4-BE49-F238E27FC236}">
                <a16:creationId xmlns:a16="http://schemas.microsoft.com/office/drawing/2014/main" id="{03F7F8EE-3CA8-4605-ADCA-ED46E2825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16" name="Marcador de número de diapositiva 15">
            <a:extLst>
              <a:ext uri="{FF2B5EF4-FFF2-40B4-BE49-F238E27FC236}">
                <a16:creationId xmlns:a16="http://schemas.microsoft.com/office/drawing/2014/main" id="{00BA535B-CB93-42B9-A49E-BA5ACF1FF3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E4EA3B8-8765-46A9-B18C-2059E520D393}" type="slidenum">
              <a:rPr lang="es-ES" altLang="es-ES">
                <a:solidFill>
                  <a:srgbClr val="171717"/>
                </a:solidFill>
              </a:rPr>
              <a:pPr/>
              <a:t>84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11" name="Text Box 76">
            <a:extLst>
              <a:ext uri="{FF2B5EF4-FFF2-40B4-BE49-F238E27FC236}">
                <a16:creationId xmlns:a16="http://schemas.microsoft.com/office/drawing/2014/main" id="{FF11F144-8C45-47B5-A0AE-9CC2811CE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78">
            <a:extLst>
              <a:ext uri="{FF2B5EF4-FFF2-40B4-BE49-F238E27FC236}">
                <a16:creationId xmlns:a16="http://schemas.microsoft.com/office/drawing/2014/main" id="{7797CFB0-140C-48E0-9264-4912BC271041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3" name="Conector recto de flecha 22">
            <a:extLst>
              <a:ext uri="{FF2B5EF4-FFF2-40B4-BE49-F238E27FC236}">
                <a16:creationId xmlns:a16="http://schemas.microsoft.com/office/drawing/2014/main" id="{712BBB96-BDB7-4284-99B9-EFA7B9A459A9}"/>
              </a:ext>
            </a:extLst>
          </p:cNvPr>
          <p:cNvCxnSpPr>
            <a:cxnSpLocks/>
            <a:endCxn id="22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Box 50">
            <a:extLst>
              <a:ext uri="{FF2B5EF4-FFF2-40B4-BE49-F238E27FC236}">
                <a16:creationId xmlns:a16="http://schemas.microsoft.com/office/drawing/2014/main" id="{BC5BCD01-312B-4292-AC06-F4E831406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ángulo 59">
            <a:extLst>
              <a:ext uri="{FF2B5EF4-FFF2-40B4-BE49-F238E27FC236}">
                <a16:creationId xmlns:a16="http://schemas.microsoft.com/office/drawing/2014/main" id="{EC2232A1-7504-4438-90F8-9975D3CB743C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182355DE-5705-4913-A8DE-02C6F65DEA48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F7263199-C87E-4943-8AC5-FBEB3DBC3AF8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FEBAD2A7-DFE0-4825-B0EB-609D162D76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D37FBBC0-4399-4B41-BA23-83F75C31B501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E4434E7A-10D4-4136-B9B7-4F7BAEF4E100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77FB5BBC-B19C-48C4-ADED-96A3BBA21C90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2D757A82-1E56-4786-9424-6843F551ACAE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075487FB-97A5-4E48-B40F-A99AE53610B3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217C8C4B-BEDF-4922-9EA6-8915A76F1C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71019" name="Grupo 228">
            <a:extLst>
              <a:ext uri="{FF2B5EF4-FFF2-40B4-BE49-F238E27FC236}">
                <a16:creationId xmlns:a16="http://schemas.microsoft.com/office/drawing/2014/main" id="{76C794A9-E593-4B43-BAD4-F0AC45421BCF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FE33EE7C-3653-4F6A-BB9B-94F08FB5A7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DFD697E6-C4C3-412A-9637-BBC24E220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0F98C4AF-0BE5-486F-BF96-543E3AF67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AD27C1AA-43D0-4447-8539-ACCC8C7E86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14806617-66EB-4069-A90E-9018C4170E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88CE1603-ED7A-4B38-A6A5-9F7738A7A2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9C2D0925-3E21-468E-89D4-F4E8C3015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8F0A4B0F-391C-414B-BB5E-6C6DE5238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78C93D87-9FEA-4355-8BE7-44A246E028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94943051-0CB1-4B05-81B2-36EE2DF482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6F613748-1FF7-4FCB-8CBA-F65C45F5FE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BD2E05F7-7BB7-41FF-941B-7A0DE0C65C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260CBBBA-ADD4-4273-AF32-7ABD2ED137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3D5AF047-8711-448C-8B4F-190D1A3273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64EF720C-A26E-422E-A9F5-5FCDC0267C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852C73BF-A00F-4CD7-91BF-D551B8149C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01AD3361-64A2-4431-9CB0-5A07E07B8D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A5274506-75AD-4F6A-8385-3806283CB6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710634FB-806D-4A5C-A1F2-1D627E03A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D4736C0F-41A3-4453-9EB4-29BF6E88F0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041C8579-50C1-495F-B97F-5C8C193080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A1416338-BF18-4040-8C9D-F650716C90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0188BD8A-4F50-4F9E-9FD5-CC954F9BC3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88B22965-0496-48A5-993D-832CE7786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F2403568-D16F-45BB-971D-5F8DC0A972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BF3AEB24-525C-42C1-92EB-C51EA51E52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85862EDA-3FA3-40E2-BAB6-81802093B8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91D14428-9FA5-49D5-A62D-9AEC7EE508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087E8441-A91C-49E3-923F-4A2E9DF8E83B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71020" name="Grupo 261">
            <a:extLst>
              <a:ext uri="{FF2B5EF4-FFF2-40B4-BE49-F238E27FC236}">
                <a16:creationId xmlns:a16="http://schemas.microsoft.com/office/drawing/2014/main" id="{F7B94775-3E0F-430A-BBFA-040814555E4C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E97AA112-62DE-42D7-A542-47AEFFB43D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C33DB6DD-5C0C-4010-8EF7-8A28DDED6E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44AFC3AD-4052-46C5-ABA8-7EC1E44A4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F7495B42-AC4F-4609-98F3-468EC4FD1F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7995CE01-5451-40AC-B84C-0C230B6A13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C6CA6E73-CD58-4046-AEF6-540C30B04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58837ABE-0452-407E-9601-436BCE3C19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5C11BB13-6B55-469F-A074-83022B6FE1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3CD9448C-DF0A-414B-851A-959853897C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9ACBB604-C52D-4102-B668-FF38691DE9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FC2D98F7-7E82-489F-9975-C93321069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4906622B-5EED-41F0-B177-6A71074F81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2890A8F4-8BB3-4B22-B251-2EB68CACE4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1410F3C2-036C-473C-ABB3-73239C12F6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13C2D460-D1C6-4C57-8AB5-078273D909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22EA4296-8F33-4BB1-9264-D593453BF8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8DBF0E32-284E-4DE4-95F4-2BB4092CB091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29988333-366D-4665-964A-99B2680E5D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F5A87F44-4364-4277-92CA-029AD32D9E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80EB1BBE-F614-46EC-AA1A-58447D8B34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4B4B69AF-8A54-4CB2-AED9-C7873BADBCB9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C9BFF1C1-9670-40FD-AED3-59703494990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386E8BA5-EF7D-4084-A110-A38C92A9B1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D9EE3096-0505-4F6E-BA38-5F533AD8D0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3CB8E185-AE37-437A-B0B8-75A66E2DF2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8DE2B9DA-B924-4D98-92C8-78F5FD9055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67D3C249-712C-46D5-B6C9-3377C375CA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965A40C4-E881-4B96-B6BB-8D125775EC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24E5BEEA-6496-4DF9-BC9B-313544397A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98196255-F2D6-4B48-B3A9-59BB36ECF1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6E50BB76-3BCE-4646-BCE8-8FECD49C6D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38533D54-0727-44C6-A3BC-86FD768AFC7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43AE135C-BF3B-4DE0-858C-EA31D73E70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C79C0733-1BD0-4C40-87A2-1E21E8311D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B4D8D0DD-D62B-4200-BAA4-ABB00692771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A29850DD-5780-4369-99C7-526F220DFB8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6E25BF55-3FB6-4CEA-BEAC-D3E88A09891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2D90A7CB-2860-4D72-9C93-0F4AF98DE45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71042" name="Grupo 303">
            <a:extLst>
              <a:ext uri="{FF2B5EF4-FFF2-40B4-BE49-F238E27FC236}">
                <a16:creationId xmlns:a16="http://schemas.microsoft.com/office/drawing/2014/main" id="{3E96057F-4A62-4795-884E-773F65ED251D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8B82A002-E7D0-43B3-97C6-72D8756EB5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E433D8DF-8151-427D-8A4C-604A0AE8D2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AD592D29-0103-405A-9F1D-86CAA5EE39CC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A247EE03-A0CE-4E80-B4E3-77EE6FC02F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E20E83B7-1D46-4533-A8EF-5E795E5BE2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BD0DFBC9-9B34-478B-8B2C-619D8BAB11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2ECCC94C-05A2-46FA-925B-D58E93770C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CB57B081-2CF7-430D-B6E6-6A94D98AFEF8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0DC550FA-0EB7-497A-807B-04E1EF0B5A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D5E8B466-8FCB-47D2-A169-F3AFECB721CA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1A3110BA-2083-4499-889E-D6CD2148BE0E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7EB21FF9-40C1-4751-AB56-9461EE8E763B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9861391A-6224-4BF7-A2A1-118D096748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A089E0A7-B639-4076-B2BA-CF27178D69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ADE761CA-B413-4E41-ACC9-36F4336A8FB5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2B7227FF-1FA0-456F-9161-0F42DF0401C1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83B53E53-4049-4291-8DEB-F751E82AB7B9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1053" name="Grupo 27">
            <a:extLst>
              <a:ext uri="{FF2B5EF4-FFF2-40B4-BE49-F238E27FC236}">
                <a16:creationId xmlns:a16="http://schemas.microsoft.com/office/drawing/2014/main" id="{AA01E2DE-96FE-44A3-8230-6FFE499F3034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DEFA743B-1788-45ED-BB57-4F1B20C05D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363758E9-4479-4F79-ACB6-B14D700C08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2A728B25-AB8B-436B-8793-447EAB993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228B1FB3-A7A1-4E64-B400-31448D43BB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03ADA607-47D7-4F63-8150-8E74A5897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6328FC0C-0952-472E-A0F9-432ABC9D78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D0E6AB8B-A2FD-4452-BBAD-FF9ECA0EBA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7E008ACE-545F-4F18-86B9-227FBE7CEF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4EA1EB0D-C96C-48D5-AA81-151D3DB79B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EDC66994-2A84-48AE-A7B9-AC16A4C48670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E85CFCC7-293D-4999-975A-28176B1A1E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CC77858C-6B38-4C7D-B48B-7AEB0EE46A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B89F97A2-E1A6-4B72-AB73-34C6B4960A4F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9B8B90FE-A5B7-4F66-9560-EEFA73C147CE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7D4398DD-27FF-4404-B3AE-7591315561C4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4E6FCBA2-DFEE-455A-A73A-DF152F9307CF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5F7E2069-CAD3-4573-9B71-64669EC3C4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EE42E706-626A-4FEB-A4D7-427C24644F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7136D309-CE4C-4ABD-934B-776C2212746C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1061" name="Grupo 4">
            <a:extLst>
              <a:ext uri="{FF2B5EF4-FFF2-40B4-BE49-F238E27FC236}">
                <a16:creationId xmlns:a16="http://schemas.microsoft.com/office/drawing/2014/main" id="{5652EE86-5C74-46A7-A6AA-B45449503C87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F3393365-EEF6-4896-8783-4064B60B8E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54C746BA-D6F4-4174-A024-2BB36CAB1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81D986EB-D42E-46BA-98F8-30A6B4D2E8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9A829588-10E0-40D9-81FE-E2B83E277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C5F91C61-4B04-45B0-9777-4DF82D6000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88D1D753-7C13-4399-A429-A63176F71C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50712AA4-8524-446F-9460-A659EF6EC1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9EE4ED45-3DA1-406F-9E5A-1E6B95DE18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E516F454-8CD6-49C6-A8CC-C6E5D73D0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A114B99D-01EC-49E2-83C7-60DFC63CB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FA74F048-B936-4587-9DA9-61B139FDE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65DAFDBA-D973-44EB-901C-D9DA61AC86A6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3E3A87C7-5421-4587-A78B-F5248EDB31FD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183892DF-35F1-4E87-9026-ECB017A2C340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1065" name="Grupo 138">
            <a:extLst>
              <a:ext uri="{FF2B5EF4-FFF2-40B4-BE49-F238E27FC236}">
                <a16:creationId xmlns:a16="http://schemas.microsoft.com/office/drawing/2014/main" id="{7034DC09-3042-45EE-A846-261806CC59DE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6E27D06C-23FF-4A9C-8436-0AF496F83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BEE2BFC2-E432-4375-9835-D91F23FD3B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F5C963F9-C4D3-44CF-B3D2-FA7826C78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1FF4D575-56D8-4B06-8991-871345E697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355F9AFE-6685-4334-B425-72CDC7A79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8A5CA2AD-1A34-468D-8968-0656427132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4EDC328C-2BA8-45AC-9BF8-028D578748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5D2865F7-0E52-4B15-940A-BABD4E96614F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CF78B1A9-6EB5-4060-A62E-74D1DDF652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71066" name="Grupo 148">
            <a:extLst>
              <a:ext uri="{FF2B5EF4-FFF2-40B4-BE49-F238E27FC236}">
                <a16:creationId xmlns:a16="http://schemas.microsoft.com/office/drawing/2014/main" id="{7D3378A5-ED8D-4AF3-A840-2A1717DBCA29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A7EB3335-2B8E-491B-835B-3FD9B4D285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6B0AE52F-E673-404D-B35F-6AB1489B7B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C2A96C1D-9B93-4E3C-BED6-421B814B0E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41C00D59-014F-4B0F-909B-420BB3BAF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5E2BAE25-1DE9-4274-BA74-44A622CFB1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069F7F20-6DD5-4509-BF85-CD7CF8A329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C11CD041-03E6-40B7-AD76-DC548B17A4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06B30092-5079-42BC-A9FC-27F2720E98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A82FB3DF-86F0-4434-A240-EC53F43AC4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6FB43334-79FC-4FEF-9C79-D82D37EBE6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873E4FA4-6177-4900-9C5D-8066F2C9EE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741842AA-1395-475A-9D31-F514A59E1742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068" name="Text Box 46">
            <a:extLst>
              <a:ext uri="{FF2B5EF4-FFF2-40B4-BE49-F238E27FC236}">
                <a16:creationId xmlns:a16="http://schemas.microsoft.com/office/drawing/2014/main" id="{83A88B76-44C4-43B4-846C-E2EF33ACC4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grpSp>
        <p:nvGrpSpPr>
          <p:cNvPr id="171069" name="Grupo 188">
            <a:extLst>
              <a:ext uri="{FF2B5EF4-FFF2-40B4-BE49-F238E27FC236}">
                <a16:creationId xmlns:a16="http://schemas.microsoft.com/office/drawing/2014/main" id="{E5EC8243-EB1A-4B7A-9BF7-E1916DC5F3AD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A3B9324F-F5EF-4A20-8C21-D885EEA28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D3AC258A-1ED3-4E6F-93AA-42AA93518A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FD86C865-CA1C-4949-837B-D00FE3B04A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D2F3BF3E-A43F-4DF9-B212-EA34D1AE89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8625AAB4-FF19-4811-B988-4CAD1455D1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ECAE556A-E983-4BB3-80DB-38EF3F206B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CFD50310-C9E7-4FB2-80C2-74ACBAA68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9160D000-6D03-4D81-896E-F70287D0ED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E016761A-AD7B-4FB6-B518-2D2CAE6BC3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BC0F9A55-8D6E-46CB-9A02-BDE26FB58C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F22D8B0B-8AC1-4453-943D-5F515A9B49EA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1071" name="Grupo 47">
            <a:extLst>
              <a:ext uri="{FF2B5EF4-FFF2-40B4-BE49-F238E27FC236}">
                <a16:creationId xmlns:a16="http://schemas.microsoft.com/office/drawing/2014/main" id="{FA551A02-F81B-470C-B984-640747CABEE6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310D2604-CC8E-4457-8D06-5DFACAAEF8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5BB5B349-4F73-43D0-8701-6568A3EB91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106B5548-2022-4711-A0EC-270C62BE2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81923657-5325-48D0-8624-C082EFA9F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38A40D05-E0FA-4772-B3ED-4526CF26BB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EA96FE46-F4DC-47FA-B11D-76EBE6C871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38AFF78A-124A-42CF-B18D-D597EE4521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EDF33259-BBCE-4417-A873-3105AFFA92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FBB87399-A750-4AAF-8461-73F3ADF62DD9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CCBF30A7-F7C0-4DD9-A124-5DB401D257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89C51364-2429-4ABD-8993-7AD0C3845A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D0E61103-742E-4817-9C5E-E0C62C4C5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6CB64EFF-2FC9-4F33-8A4C-A59B73B2C14C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A4BE6F17-5B14-4843-9278-2487DDDE6D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71074" name="Grupo 9">
            <a:extLst>
              <a:ext uri="{FF2B5EF4-FFF2-40B4-BE49-F238E27FC236}">
                <a16:creationId xmlns:a16="http://schemas.microsoft.com/office/drawing/2014/main" id="{5EB2D5E5-9C8B-4203-B9F0-B396E345EA6A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185BCFCE-2CED-4745-9DF7-581398A02D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44006D22-F786-4712-9AAC-78F1C8490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355AF7C6-7EE9-4886-9324-C3FE57F8F5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9FBDE493-757D-48AE-B936-F6BC917E35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0A0BB486-8181-43F1-9D7E-26DB4C061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EC4120DB-44D3-494D-8E0A-6D87572FAC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64DD2DA2-C122-4679-B20B-4E246719A5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61553484-3324-4670-8971-7A490B1A1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E79106E7-D6D5-43AC-AD62-2B8B90726F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E139FA3C-1B46-4C6D-B0D7-56B9966B1AD3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5F900EF5-5CC3-4574-9B3E-A0A68C961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608D2438-63D3-45B8-8DF9-17C1A91535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026BAE03-D658-4F45-9235-FC76D34FB5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8ABFFD3D-92B5-47A5-AE4A-172B916A36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F3C15725-11E9-491E-8411-A7E48AEA42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CADAE533-65AC-49E0-8278-B84D5C0DBD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06FBC75F-8B1F-41A6-AB91-7DEC127E9D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54E8059C-6968-4EB4-A052-E9E85ED0A9E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777A881B-B0D0-41EC-BA0A-452651CC27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AC44A907-6933-4506-A1B3-56CEEEA05DBC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79F43E71-9CB8-41E2-A6B3-3A838F65D201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60058370-B796-4C0C-8155-1A462F4411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27A11042-CFBD-4F8A-AAF2-35092B8D437D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081" name="Text Box 72">
            <a:extLst>
              <a:ext uri="{FF2B5EF4-FFF2-40B4-BE49-F238E27FC236}">
                <a16:creationId xmlns:a16="http://schemas.microsoft.com/office/drawing/2014/main" id="{541A2157-9B3D-4FCC-8E4F-3FAA7B00DF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71082" name="Line 71">
            <a:extLst>
              <a:ext uri="{FF2B5EF4-FFF2-40B4-BE49-F238E27FC236}">
                <a16:creationId xmlns:a16="http://schemas.microsoft.com/office/drawing/2014/main" id="{91951910-5C29-42FB-B0D1-6B7A3CEDA7D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59FE9290-4C8A-4DFB-B66F-45F795413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F728878D-9AC4-4C71-BA53-C9A827AEAD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E6F69D5C-AD97-49E0-B387-4D63C34215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71086" name="Text Box 50">
            <a:extLst>
              <a:ext uri="{FF2B5EF4-FFF2-40B4-BE49-F238E27FC236}">
                <a16:creationId xmlns:a16="http://schemas.microsoft.com/office/drawing/2014/main" id="{8A370B66-C6C5-4B5B-80EC-6719C7435F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71087" name="Text Box 50">
            <a:extLst>
              <a:ext uri="{FF2B5EF4-FFF2-40B4-BE49-F238E27FC236}">
                <a16:creationId xmlns:a16="http://schemas.microsoft.com/office/drawing/2014/main" id="{1287C569-12B7-45CA-8712-C11E0A986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71088" name="Text Box 50">
            <a:extLst>
              <a:ext uri="{FF2B5EF4-FFF2-40B4-BE49-F238E27FC236}">
                <a16:creationId xmlns:a16="http://schemas.microsoft.com/office/drawing/2014/main" id="{9153E215-C976-48CB-9834-EB89737A2D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9DF120E2-7566-4E49-8A21-EBC767CCEE5E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1EE14C05-758F-405B-8C2D-47B68173E5B7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6E7FC646-BBC8-4B13-9B76-5059A47C2CE2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2B547171-4E23-4A8A-BF9E-268FC57C5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AD701AE7-9D89-48E1-943C-664BECA85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2D1D0CB0-03D3-4F60-87D5-8115368421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91859618-CC89-4F25-993B-EE5F374CBE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279A031E-47C0-45A4-85FE-0F765F1ADB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38F8DE31-E16C-467B-9A92-CBD273864FF8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CFE47432-4DED-42D5-AD93-463BF214E2E7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FD3E94D6-CAE0-4D3D-B5EF-2506D6A36841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8A7F5BFA-79E1-4F6C-8415-E3D53DCB2390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04C2B07A-7B0C-4DF5-8387-15771CF61D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71102" name="Text Box 72">
            <a:extLst>
              <a:ext uri="{FF2B5EF4-FFF2-40B4-BE49-F238E27FC236}">
                <a16:creationId xmlns:a16="http://schemas.microsoft.com/office/drawing/2014/main" id="{029B8DFC-7EF5-4E9B-BB47-F65B8C28F9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71103" name="Line 71">
            <a:extLst>
              <a:ext uri="{FF2B5EF4-FFF2-40B4-BE49-F238E27FC236}">
                <a16:creationId xmlns:a16="http://schemas.microsoft.com/office/drawing/2014/main" id="{4D076967-04B6-4A30-9BA6-3C6441392EE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71104" name="Text Box 72">
            <a:extLst>
              <a:ext uri="{FF2B5EF4-FFF2-40B4-BE49-F238E27FC236}">
                <a16:creationId xmlns:a16="http://schemas.microsoft.com/office/drawing/2014/main" id="{AFFEA01A-BF8E-45EF-9D56-1CADDA04C9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71105" name="Line 71">
            <a:extLst>
              <a:ext uri="{FF2B5EF4-FFF2-40B4-BE49-F238E27FC236}">
                <a16:creationId xmlns:a16="http://schemas.microsoft.com/office/drawing/2014/main" id="{17B20664-03C1-4E9C-B980-BB10521E670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6171F1F7-2A69-401E-B0F9-A149793FC360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6329B499-6BE3-4D5F-AF35-0568713C1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6E3A1B63-4ECB-42F0-A507-84F48F1680D5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1109" name="Grupo 374">
            <a:extLst>
              <a:ext uri="{FF2B5EF4-FFF2-40B4-BE49-F238E27FC236}">
                <a16:creationId xmlns:a16="http://schemas.microsoft.com/office/drawing/2014/main" id="{968BC93A-910A-419B-938C-A5E5C76D09E8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9FC2A917-B96C-44DB-9771-5E9FAEECD9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7D57CE17-6914-431A-B741-64FF0D1C13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C1E25B7C-81BB-4BDB-8FB6-C64925959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74546336-5455-4E4B-8FE4-47D6EA2B0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98530BCE-DE41-4CE6-850B-E498374157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071AD999-2C52-49A7-9E39-A0D23CEF86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2D0B6059-611B-4922-A240-DAA6E5BA7E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FFE1BF48-2165-41AB-A332-4883EABCD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85D2FCDF-2A59-4145-A8CD-5E32C2B29C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09CB2B24-C538-4916-8407-77D70574A3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CE3A2508-14CD-49D5-85A8-1C127591EB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712C48B9-25A7-4C2C-BB5E-5380A9A38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7CA9542F-253C-4355-909C-4AADECC0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72C04DE6-7CCD-4347-B138-364EF8F8C6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0E913B7F-FDFF-4F65-9CF1-9B713EFF7F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DA391BD6-6576-4A51-BA9F-7114AC97A01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547A855D-5476-4437-A82D-5289965E2FF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E290C12F-B66B-4CF3-B97D-21A7C5CFFE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5669BE5D-EC8B-450B-90CC-6363E56F07AD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FFBEAC05-43B3-49A2-9268-92DC831197A0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55FB1849-4BAD-4528-84C7-CDBF9BB713CB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6DE824CE-BACB-48C6-85B5-391CB846FAA1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E907C9EB-F094-4477-9CCD-CCBD2C04FDF0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86" name="Tabla 385">
            <a:extLst>
              <a:ext uri="{FF2B5EF4-FFF2-40B4-BE49-F238E27FC236}">
                <a16:creationId xmlns:a16="http://schemas.microsoft.com/office/drawing/2014/main" id="{8951EF16-C258-4ABA-A6DE-FC5BF640C077}"/>
              </a:ext>
            </a:extLst>
          </p:cNvPr>
          <p:cNvGraphicFramePr>
            <a:graphicFrameLocks noGrp="1"/>
          </p:cNvGraphicFramePr>
          <p:nvPr/>
        </p:nvGraphicFramePr>
        <p:xfrm>
          <a:off x="939800" y="1525588"/>
          <a:ext cx="683418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11:0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387" name="Marcador de contenido 5">
            <a:extLst>
              <a:ext uri="{FF2B5EF4-FFF2-40B4-BE49-F238E27FC236}">
                <a16:creationId xmlns:a16="http://schemas.microsoft.com/office/drawing/2014/main" id="{F4234283-60C8-4141-8B86-906416F95669}"/>
              </a:ext>
            </a:extLst>
          </p:cNvPr>
          <p:cNvGraphicFramePr>
            <a:graphicFrameLocks/>
          </p:cNvGraphicFramePr>
          <p:nvPr/>
        </p:nvGraphicFramePr>
        <p:xfrm>
          <a:off x="933450" y="1165225"/>
          <a:ext cx="6835775" cy="33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MEM[BR[rs1]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7DEC3010-E730-46E1-9491-2CFE1FF45E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0900" y="1982788"/>
            <a:ext cx="3449638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Tipo-I</a:t>
            </a:r>
          </a:p>
        </p:txBody>
      </p:sp>
      <p:sp>
        <p:nvSpPr>
          <p:cNvPr id="389" name="Forma libre 388">
            <a:extLst>
              <a:ext uri="{FF2B5EF4-FFF2-40B4-BE49-F238E27FC236}">
                <a16:creationId xmlns:a16="http://schemas.microsoft.com/office/drawing/2014/main" id="{47CC6457-E597-40C9-A895-FBC0011B2C59}"/>
              </a:ext>
            </a:extLst>
          </p:cNvPr>
          <p:cNvSpPr/>
          <p:nvPr/>
        </p:nvSpPr>
        <p:spPr>
          <a:xfrm flipV="1">
            <a:off x="2566988" y="4581525"/>
            <a:ext cx="24606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DE0B5AFD-6E26-4E72-B982-F3F9E1A4806B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0" name="Forma libre 389">
            <a:extLst>
              <a:ext uri="{FF2B5EF4-FFF2-40B4-BE49-F238E27FC236}">
                <a16:creationId xmlns:a16="http://schemas.microsoft.com/office/drawing/2014/main" id="{80142E67-9B8A-4BD8-90CF-C2DE30F1CF3F}"/>
              </a:ext>
            </a:extLst>
          </p:cNvPr>
          <p:cNvSpPr/>
          <p:nvPr/>
        </p:nvSpPr>
        <p:spPr>
          <a:xfrm flipV="1">
            <a:off x="3584575" y="3538538"/>
            <a:ext cx="2460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071B36EB-AD0F-4534-AE26-2DA505B5C7AA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1" name="Forma libre 390">
            <a:extLst>
              <a:ext uri="{FF2B5EF4-FFF2-40B4-BE49-F238E27FC236}">
                <a16:creationId xmlns:a16="http://schemas.microsoft.com/office/drawing/2014/main" id="{F13D27C0-A028-4BB4-A421-15286913F842}"/>
              </a:ext>
            </a:extLst>
          </p:cNvPr>
          <p:cNvSpPr/>
          <p:nvPr/>
        </p:nvSpPr>
        <p:spPr>
          <a:xfrm>
            <a:off x="6440488" y="5656263"/>
            <a:ext cx="293687" cy="47625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430D55B5-99B9-4B41-9FDF-2BF1B37B7799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9" name="Text Box 50">
            <a:extLst>
              <a:ext uri="{FF2B5EF4-FFF2-40B4-BE49-F238E27FC236}">
                <a16:creationId xmlns:a16="http://schemas.microsoft.com/office/drawing/2014/main" id="{37B4E112-4567-4DF0-BB77-D22156826F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71250" name="Text Box 50">
            <a:extLst>
              <a:ext uri="{FF2B5EF4-FFF2-40B4-BE49-F238E27FC236}">
                <a16:creationId xmlns:a16="http://schemas.microsoft.com/office/drawing/2014/main" id="{D93083BF-4CB4-4E1A-A738-D17FFEE1D2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23" name="Marcador de número de diapositiva 22">
            <a:extLst>
              <a:ext uri="{FF2B5EF4-FFF2-40B4-BE49-F238E27FC236}">
                <a16:creationId xmlns:a16="http://schemas.microsoft.com/office/drawing/2014/main" id="{F38E4668-FFF6-4AAC-B5B0-45D19F1B65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B93ADDE-7217-427C-A4E5-36B42329FF1E}" type="slidenum">
              <a:rPr lang="es-ES" altLang="es-ES">
                <a:solidFill>
                  <a:srgbClr val="171717"/>
                </a:solidFill>
              </a:rPr>
              <a:pPr/>
              <a:t>85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16" name="Text Box 76">
            <a:extLst>
              <a:ext uri="{FF2B5EF4-FFF2-40B4-BE49-F238E27FC236}">
                <a16:creationId xmlns:a16="http://schemas.microsoft.com/office/drawing/2014/main" id="{E0877272-1162-40DC-A95E-3354F61620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Line 78">
            <a:extLst>
              <a:ext uri="{FF2B5EF4-FFF2-40B4-BE49-F238E27FC236}">
                <a16:creationId xmlns:a16="http://schemas.microsoft.com/office/drawing/2014/main" id="{088F1EAB-DE40-4764-8AEC-8B4FC62FCF58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4" name="Conector recto de flecha 23">
            <a:extLst>
              <a:ext uri="{FF2B5EF4-FFF2-40B4-BE49-F238E27FC236}">
                <a16:creationId xmlns:a16="http://schemas.microsoft.com/office/drawing/2014/main" id="{940C0CAD-FD4B-480D-B95C-92F457DBEE39}"/>
              </a:ext>
            </a:extLst>
          </p:cNvPr>
          <p:cNvCxnSpPr>
            <a:cxnSpLocks/>
            <a:endCxn id="22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 Box 50">
            <a:extLst>
              <a:ext uri="{FF2B5EF4-FFF2-40B4-BE49-F238E27FC236}">
                <a16:creationId xmlns:a16="http://schemas.microsoft.com/office/drawing/2014/main" id="{9440D7C9-A082-4E6D-B70A-95DD54C5A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62" name="Marcador de contenido 5">
            <a:extLst>
              <a:ext uri="{FF2B5EF4-FFF2-40B4-BE49-F238E27FC236}">
                <a16:creationId xmlns:a16="http://schemas.microsoft.com/office/drawing/2014/main" id="{D7300B05-F1CD-4919-9F97-F32100D5626C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05053561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2829876496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7926494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615824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0723683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967675"/>
                  </a:ext>
                </a:extLst>
              </a:tr>
            </a:tbl>
          </a:graphicData>
        </a:graphic>
      </p:graphicFrame>
      <p:graphicFrame>
        <p:nvGraphicFramePr>
          <p:cNvPr id="204" name="Marcador de contenido 5">
            <a:extLst>
              <a:ext uri="{FF2B5EF4-FFF2-40B4-BE49-F238E27FC236}">
                <a16:creationId xmlns:a16="http://schemas.microsoft.com/office/drawing/2014/main" id="{812AD5FC-C60A-4552-B232-FBF7B7660733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ángulo 22">
            <a:extLst>
              <a:ext uri="{FF2B5EF4-FFF2-40B4-BE49-F238E27FC236}">
                <a16:creationId xmlns:a16="http://schemas.microsoft.com/office/drawing/2014/main" id="{43BF42B7-78B6-45A9-8DB6-8AE45CA45B64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graphicFrame>
        <p:nvGraphicFramePr>
          <p:cNvPr id="16" name="Tabla 15">
            <a:extLst>
              <a:ext uri="{FF2B5EF4-FFF2-40B4-BE49-F238E27FC236}">
                <a16:creationId xmlns:a16="http://schemas.microsoft.com/office/drawing/2014/main" id="{3C737006-56D5-40B9-BF61-F6A7DDB1ABC4}"/>
              </a:ext>
            </a:extLst>
          </p:cNvPr>
          <p:cNvGraphicFramePr>
            <a:graphicFrameLocks noGrp="1"/>
          </p:cNvGraphicFramePr>
          <p:nvPr/>
        </p:nvGraphicFramePr>
        <p:xfrm>
          <a:off x="941388" y="1522413"/>
          <a:ext cx="6835775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11:5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rs2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4:0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2" name="Marcador de contenido 5">
            <a:extLst>
              <a:ext uri="{FF2B5EF4-FFF2-40B4-BE49-F238E27FC236}">
                <a16:creationId xmlns:a16="http://schemas.microsoft.com/office/drawing/2014/main" id="{4DF778AA-8505-4706-AC6F-F1FAA24F1B30}"/>
              </a:ext>
            </a:extLst>
          </p:cNvPr>
          <p:cNvGraphicFramePr>
            <a:graphicFrameLocks/>
          </p:cNvGraphicFramePr>
          <p:nvPr/>
        </p:nvGraphicFramePr>
        <p:xfrm>
          <a:off x="936625" y="1165225"/>
          <a:ext cx="6834188" cy="33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78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27" marR="9142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  BR[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27" marR="9142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6" name="Forma libre 175">
            <a:extLst>
              <a:ext uri="{FF2B5EF4-FFF2-40B4-BE49-F238E27FC236}">
                <a16:creationId xmlns:a16="http://schemas.microsoft.com/office/drawing/2014/main" id="{BE057F53-AEF7-42EC-AD4F-1201CD96C504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85F2C1F6-FB16-4E14-9EDD-CC3021F55EA9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56E16DEC-A991-4320-994A-B766CA46B9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8D855F4F-1955-4A17-952F-3F7CB94CB104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C2158CDA-50E9-42F0-B4A2-8AB38273FD5A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870DC24B-A962-4E7A-97EF-23DBAE268C72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CBD38315-B734-4CBA-A744-C424705D60D6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8B8A005F-7358-475B-9B7D-FEFBD63A3C63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9E12C132-1843-45FB-9E69-58ADA82FF9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73123" name="Grupo 228">
            <a:extLst>
              <a:ext uri="{FF2B5EF4-FFF2-40B4-BE49-F238E27FC236}">
                <a16:creationId xmlns:a16="http://schemas.microsoft.com/office/drawing/2014/main" id="{0518592B-386F-45D5-B824-D9F4613B50F1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88A0A512-680E-418A-AA78-E19D2B4968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94715FA8-E5B2-498F-99B7-177170F83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EB7D329E-F86D-42C1-9A01-8E61F7CD76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760042A1-A7CE-42CD-B0D4-CF05ABBB6D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148B32B0-2B72-4A1E-964F-7D3F09B99F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085445D6-0BA4-40E6-A1E5-C459545E6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7D8F0968-F45A-4045-BEF7-7B511A8D5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3229017E-4DA5-4356-A4FC-F1F3AB9BD0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6D0EDA29-F75A-48CC-9B90-1DC82EE02A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BF9A8A46-EE16-4072-94C3-9CCAC1006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7BAE1811-3178-4961-B0CF-263C7CCACF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4C54446D-B0E0-4ED9-B80D-314118FF6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5EC93EB0-EF85-4A4A-A205-29CCA6B565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8B2A13BF-6A54-483E-A551-6F6F96E546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550943B9-8E22-47AF-8482-F18BB2E595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10C34AA6-EAD0-414B-A142-B702A9DEAA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A56E9271-BFCD-4402-B65E-1A937B2BAC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537B3615-243B-4BDC-9E16-2A81178687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944B8292-B159-4B79-A484-79298FE9F8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D4070AFE-4A10-46D8-ADD5-E573B57FC4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206D4A23-0D6F-4B7C-8E35-F54DDA86EA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7B844EA6-93CB-419A-ACC4-05DA541285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0F64F52E-AB37-4866-AA70-048B852A9E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C623C138-51E4-4126-B65F-6FB0682B87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E670E2D6-D82F-43CF-98A5-CC6671DF08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542B8665-4041-482A-96E5-A06AB0D49F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BF3D7ACA-1C7F-47BA-81A7-C51F389C58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3B594A09-5983-46FA-A490-C0CDDE86E9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7F238614-EA4D-4ACB-8FFF-54CCA87E3B17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73124" name="Grupo 261">
            <a:extLst>
              <a:ext uri="{FF2B5EF4-FFF2-40B4-BE49-F238E27FC236}">
                <a16:creationId xmlns:a16="http://schemas.microsoft.com/office/drawing/2014/main" id="{8022260E-9ED7-47F9-8D3E-3D79B2F3493C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99A5AC2A-28D7-4243-955C-FDC74646E3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99F231B8-7F38-461A-B109-7270A37050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0716890F-5DCE-46C7-81DF-59DEF6683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28A8041B-A576-4B86-8128-7948B80D1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82C243A2-A08F-474F-8792-B2FDCC510E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1C36D502-1638-4688-A405-C1DDAFC9D7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FEA20074-1D22-4C4B-807E-36CEBE7375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CBF63614-2CB9-4521-9F2F-8013492017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ECCC9335-ABE8-4E19-B99C-84C03E0F5E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7B20CDD7-4C7F-4B04-9A21-B5E2B34D71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33DFDC6C-7EEC-4CDF-B34B-E84A5BC5FB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57EF861F-6537-4EC3-A9D4-9AA0D7B2FC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1C14A6C2-D0C3-435F-8800-90680CF9E2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40858947-06B5-4510-B763-CD894EEBFB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1F84B473-D52C-4363-9CC7-7E44FEC1D6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1B50A538-4AED-45B3-9C82-35EFB3A8E7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DDE203F4-40C5-48B0-9D20-8CA543DE7635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F13CA162-12CD-4CD1-8E0E-531FD8CB45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5BECBA63-8F25-4CAE-8562-420EA3A3E1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5103D6AC-A9CC-4CC3-A53D-F5E4E8451E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770E765F-3434-4C9B-9E41-DC4803F847DD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39738CFD-7761-44BD-B85A-22A5156192A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3B040C47-8793-4DB8-AAD2-B1B4583361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A5BF6892-EC2C-42E4-967D-A03D18B105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84218FF9-3904-4433-A29C-BF558F97E9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C9608BC5-21D0-40E3-96EB-3FD400FF35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B27983A5-52F7-4EBC-B1BB-1A744D630B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29F07815-53C9-4F76-8FF3-2AFD098E45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F61FF0B7-5F8E-47FB-895F-78BAAD007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00BB4FC7-D0BC-40EA-AECB-D2B5B9EC47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EAC685EC-7397-4861-919A-D170C211C5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116AC66E-B710-4963-BB41-4971ECE62A3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A30F958F-8781-4443-848B-8220A6180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13291144-29B8-4011-88D9-EF29F92BB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D1DC7287-33E9-452A-9F6D-A11F97702A9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E758A1B4-9FFE-4435-8753-1389BAE4E8D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8E73C61B-A3D0-4087-9384-388E9CF277D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5C741C38-0C46-4084-98A7-F2C685136C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73146" name="Grupo 303">
            <a:extLst>
              <a:ext uri="{FF2B5EF4-FFF2-40B4-BE49-F238E27FC236}">
                <a16:creationId xmlns:a16="http://schemas.microsoft.com/office/drawing/2014/main" id="{6F51D6CF-1BC1-4669-814F-2A4C997435FC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547F7641-3664-4722-9962-A74C42DA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37C9E4CA-E369-4174-9EC5-A8EAF6F1B1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610EFCDF-3D9D-4BC2-97EC-7DBB8ED99529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A0AEB412-E63F-478B-8511-2AB0D1DE1F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E4B8D11F-777A-4118-A2D2-14DEF00111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05C1C242-D406-4AEE-8535-4B49B599E1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31D01F81-0E37-4E5F-93BF-5AAE89BE67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23A4903C-2BA3-4098-8916-4F03E559B89F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5EA81D54-98AF-40BC-AF45-BB4B3D8ABB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0DC7A911-E4F7-41B0-BF91-D5CE4E99C677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AC954DAE-D10D-4488-8827-325D15849664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6056898F-22E8-451D-9A3A-A28F12A8F824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DB0ED0EC-CC06-4735-B9E1-62182C8879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4C24B931-98AD-4FFD-B5A0-A3918A7D62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29A956A5-FE94-4628-AD40-9BA855B10432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654EA31F-2752-4F7C-8BDE-99D8676F6DE9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AF21F8EC-C922-45F4-957A-50B149ADD597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3157" name="Grupo 27">
            <a:extLst>
              <a:ext uri="{FF2B5EF4-FFF2-40B4-BE49-F238E27FC236}">
                <a16:creationId xmlns:a16="http://schemas.microsoft.com/office/drawing/2014/main" id="{4CEE9A9E-874D-4DB3-8FA1-F55932BD9DBF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C5CF9B6E-152D-404D-B122-2E9F5AC183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D26D6934-DA0F-4161-98E7-63EAE85A7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F3E93BEB-D967-43DB-8824-CD5E52676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1BA418C0-6C08-4440-8622-DFD4705BCE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12813D76-8F21-46B0-8C82-85F89A5A29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6F515325-25F5-498C-B355-2CE2450EE8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DDD66748-4FE5-4917-BA1D-326C2642F5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35FCE3C4-5007-42D4-8BD6-F7C75695DA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8E1E6040-9703-41B2-9A69-DC54CBD06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467FDD48-FD1F-4A0F-8077-15F72E722C67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16DBAB36-E979-4420-A86A-3588018B19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35D5907D-6FC1-4673-AC27-7CB9C530E3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BC5DAA28-5C92-400E-9FD4-8E1E42EFE552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4213ABCF-DE57-4621-9755-D3BCA973F02E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BE4EF886-6B9E-441D-A112-968A6DB6A1CB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A352B8B8-5334-4704-BAE7-319ACC7AEC9B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E9E02BA4-D77B-4AB2-AE79-F338987AAE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EA8A26EB-46BE-4424-AE98-23EE7DD8C566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3164" name="Grupo 4">
            <a:extLst>
              <a:ext uri="{FF2B5EF4-FFF2-40B4-BE49-F238E27FC236}">
                <a16:creationId xmlns:a16="http://schemas.microsoft.com/office/drawing/2014/main" id="{8AA7A358-C66E-4EFF-8F71-D134A9927AF8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EA6F7BDE-AEC4-444A-A306-97B83BAF2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909CA752-0F26-4132-B829-C85EF3AD4D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2C0CB065-86EA-4169-976F-535667ADFC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824F1568-9449-4E41-9D9F-3B6D9BE1C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31F37DAF-2B60-48F3-B6F4-8DF6CCD10A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81943989-7858-4AEC-A860-B99B1F1E1B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2C063653-048C-4CF4-85E7-98781CF23E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3B6122EA-4866-4EED-A935-EC6006B603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4EF2A5AF-3BFA-4EC3-AABA-7CB152538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45FD9249-1ADB-45EC-B742-50128B7472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D9C6B03C-C8E2-4FEE-8C24-3A8A1BBE87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95A6D552-51C8-4EE5-B371-3B32CB32EE28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0A3AE522-8551-40A4-AC4D-DEC039101137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D6A4020B-7127-4683-9A0C-22F23D9E2557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3168" name="Grupo 138">
            <a:extLst>
              <a:ext uri="{FF2B5EF4-FFF2-40B4-BE49-F238E27FC236}">
                <a16:creationId xmlns:a16="http://schemas.microsoft.com/office/drawing/2014/main" id="{E8CEEA1F-EFEE-4C78-AC06-49E96E384422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0F1A7980-0E70-4D1E-A300-5537636C4B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5BC9370A-CFA2-430F-9060-54E745C55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C3628B4D-9F0F-45D8-82A2-71C285644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9B35E409-840F-46E3-ADC7-4767D8011C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B9E447F5-5635-4A5F-B42F-F6C46C821F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66DE9A94-C2EA-4B14-980F-1C6203B59D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68602EE3-422C-46EA-BC38-6EE237169D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E7198CE5-E42D-4261-A8BE-3082C9406C5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0FE3B214-7DDA-40CA-BC50-EE5CEA590A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73169" name="Grupo 148">
            <a:extLst>
              <a:ext uri="{FF2B5EF4-FFF2-40B4-BE49-F238E27FC236}">
                <a16:creationId xmlns:a16="http://schemas.microsoft.com/office/drawing/2014/main" id="{563224F5-052A-404C-BAAB-1E88309B7007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EC34F835-E7D9-420D-91F8-D0CBA991F0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EA894D75-9DC4-47AC-A537-409B4D7A34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92D6D268-90DA-4614-9C7F-BF01217DB4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5E1CC6A0-B94D-4889-971E-0AB9C1861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AB3DAA81-78D2-4F3E-A74C-2A6AF2D0D4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9F3A3ACF-F6DB-4781-9BFC-DE3118CFC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B7492BFD-23DC-4334-8642-388BE92FF7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99951B4D-7C18-4BF0-AB73-38A3202E0C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4E84ED5C-59CF-4639-8223-E38F7770C2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2654351A-49E0-4F72-9B99-1E8A628073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B8748CDD-E816-4AB3-9EB6-23347E71D1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780A3216-3AF9-4D85-8308-784B7A7CBA53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171" name="Text Box 46">
            <a:extLst>
              <a:ext uri="{FF2B5EF4-FFF2-40B4-BE49-F238E27FC236}">
                <a16:creationId xmlns:a16="http://schemas.microsoft.com/office/drawing/2014/main" id="{655787FB-6B3F-4A6B-93EC-758762A8A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grpSp>
        <p:nvGrpSpPr>
          <p:cNvPr id="173172" name="Grupo 188">
            <a:extLst>
              <a:ext uri="{FF2B5EF4-FFF2-40B4-BE49-F238E27FC236}">
                <a16:creationId xmlns:a16="http://schemas.microsoft.com/office/drawing/2014/main" id="{76098C21-ECBB-4A08-AE00-C8A4851CEE63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D513DDFE-7A79-472A-938C-EE427ABE3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A241A9C8-3532-4118-AE39-E8F32027F0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11D346E5-0E7A-4403-A1C7-E28DFB4B55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A13C5646-3689-4089-98BC-82E2CFE88C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DBA04415-C16D-442D-9CAA-7B66AEFA01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2537EA0C-D3A4-4F26-9DAF-85C3395A3B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03D832FD-97C3-4050-8383-4D6AC8F05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A29A5D3C-87D6-40D1-863F-271825C29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6962848C-0CBC-4A82-A02D-F1A2214B75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1249DB99-A0AC-477F-8E92-F007D559DC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EEE34479-4B9B-45DD-8C84-32EA0AB6C9A6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3174" name="Grupo 47">
            <a:extLst>
              <a:ext uri="{FF2B5EF4-FFF2-40B4-BE49-F238E27FC236}">
                <a16:creationId xmlns:a16="http://schemas.microsoft.com/office/drawing/2014/main" id="{97E2AEAC-53B7-4816-B15D-31A3F76E3DCC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62AE80CB-8833-4E92-996D-7431DC03A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CFCF37C6-0DB4-4147-BBB7-CE6BD5B174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53F44EFE-64A4-4F8F-B772-D5ACFA5154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F61B5831-7574-4313-8F86-A3384D7CB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60A4CABE-2680-4F24-B20D-DCA59D0673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C1655EEB-1E6B-4459-9E5C-DCABCD4293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299676E4-E667-4D13-A0A5-569CA7F12F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A06EADB2-1948-46AB-BB78-7A80800FCA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299D60A9-6C86-468E-B0A1-595A78495CFA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26A86A5B-9F96-4886-9118-0FACDBC12B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8FED341E-4A41-4938-9076-D28B8A8DB0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33297758-533E-4563-8B83-386086601A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0540B52D-74D1-47D0-BEFF-87A8540AC18D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2D7889E1-7D15-4D3B-A977-B04722826BB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73177" name="Grupo 9">
            <a:extLst>
              <a:ext uri="{FF2B5EF4-FFF2-40B4-BE49-F238E27FC236}">
                <a16:creationId xmlns:a16="http://schemas.microsoft.com/office/drawing/2014/main" id="{BD683A73-2AD6-41E3-922D-5B8047FFB16E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D387EECE-E545-40E7-919D-39FC5BD062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E6097491-A16E-406F-93CC-0291E1526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CFC4FF93-DD08-403C-960C-D48D3559F3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469F1842-84C7-418A-93BD-44B332118C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5825C782-4A9D-41E3-987D-750984E04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599538B1-13BC-408A-A4BF-349624A611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7B7E6885-A36E-486B-92F0-6455B90DA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43C392C0-A5EF-4153-A265-C4FEA70402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679DCE5F-FBFA-45D3-BC68-6C691A9FC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1C98720C-13A8-45B9-84EE-62BBA215D0C9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27A5005D-7E30-412C-96BA-E85C62C95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B6BD9BCD-1C17-43B7-B36E-F07AA3A7F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AC1D06AB-F94A-4D61-8672-B8B36605C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DC1584F2-99DE-40D5-ACC5-346B194F0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1F2F439B-1792-4F75-93E7-B0A11BB3D9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278C96B7-3B91-4ABD-AF02-3330EF7F09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D592EF6C-4714-4293-B3DA-A49AE0A4AA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D2A09F7A-D100-4F3D-89FA-8E23052133F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A05A55F2-EFC7-40C1-A613-86E4FD919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37BC1D87-71DB-43D9-8674-449F054D1A7A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97D5BFBE-DE4E-4DFA-BDF1-0FD9A789A347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F4A0F15E-8EB0-42E0-8ACF-C0AE60F51E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F3CC44E9-7A50-48CD-BC21-0485114B5969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184" name="Text Box 72">
            <a:extLst>
              <a:ext uri="{FF2B5EF4-FFF2-40B4-BE49-F238E27FC236}">
                <a16:creationId xmlns:a16="http://schemas.microsoft.com/office/drawing/2014/main" id="{6061D573-5F56-4A76-ABC9-0630C56906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73185" name="Line 71">
            <a:extLst>
              <a:ext uri="{FF2B5EF4-FFF2-40B4-BE49-F238E27FC236}">
                <a16:creationId xmlns:a16="http://schemas.microsoft.com/office/drawing/2014/main" id="{FFB12BDD-A420-475D-89CF-26CDC8575FB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FEC42462-C234-40D4-8875-4AE66C3E3C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69AC1337-42F7-4528-868C-55FAD901E3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F7A22460-9804-4170-8930-5403102A17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73189" name="Text Box 50">
            <a:extLst>
              <a:ext uri="{FF2B5EF4-FFF2-40B4-BE49-F238E27FC236}">
                <a16:creationId xmlns:a16="http://schemas.microsoft.com/office/drawing/2014/main" id="{A5FFA152-B302-4B6D-B2B5-12FC21B0B9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73190" name="Text Box 50">
            <a:extLst>
              <a:ext uri="{FF2B5EF4-FFF2-40B4-BE49-F238E27FC236}">
                <a16:creationId xmlns:a16="http://schemas.microsoft.com/office/drawing/2014/main" id="{2B0DE328-3389-4297-9F5A-432F1AACD6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73191" name="Text Box 50">
            <a:extLst>
              <a:ext uri="{FF2B5EF4-FFF2-40B4-BE49-F238E27FC236}">
                <a16:creationId xmlns:a16="http://schemas.microsoft.com/office/drawing/2014/main" id="{962B6529-43FA-4146-A92B-A80660AF30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E7C0563A-454F-43B5-A86B-E8F1773E9D27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8078D480-AF6A-4C0F-9C7C-08E3813D74FA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02199DF9-E5C3-44F7-815E-C3B228B62006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77164EDA-6E53-4DD6-AD00-107964A95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70B93ACA-6ACA-4672-BC25-F628787B00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4133B214-5203-40B3-ABCD-03971246D9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808F9626-3E5F-437E-9690-FB375E3047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6C846941-ECC0-4F05-B7CF-1F09F10DB3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0788913B-6F0F-41E4-A84A-B660EBBFC044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CB1845F2-C4D6-4DA1-92C9-80054DA4B87D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1329F191-C680-4F82-9934-819835F84DE9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F84D4753-D9B0-4C2F-A2AE-C5DD31EF2907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551BCBFD-2903-4C4A-BAFD-C7090E9823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73205" name="Text Box 72">
            <a:extLst>
              <a:ext uri="{FF2B5EF4-FFF2-40B4-BE49-F238E27FC236}">
                <a16:creationId xmlns:a16="http://schemas.microsoft.com/office/drawing/2014/main" id="{C3890AA1-CED4-43BD-B77D-AB986162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73206" name="Line 71">
            <a:extLst>
              <a:ext uri="{FF2B5EF4-FFF2-40B4-BE49-F238E27FC236}">
                <a16:creationId xmlns:a16="http://schemas.microsoft.com/office/drawing/2014/main" id="{4C3BB358-1B65-427F-A893-92343BB19AC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73207" name="Text Box 72">
            <a:extLst>
              <a:ext uri="{FF2B5EF4-FFF2-40B4-BE49-F238E27FC236}">
                <a16:creationId xmlns:a16="http://schemas.microsoft.com/office/drawing/2014/main" id="{F55FB0B6-A8A1-48D1-8AE2-620BAFBF7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73208" name="Line 71">
            <a:extLst>
              <a:ext uri="{FF2B5EF4-FFF2-40B4-BE49-F238E27FC236}">
                <a16:creationId xmlns:a16="http://schemas.microsoft.com/office/drawing/2014/main" id="{BDF21CE3-EB68-4E2A-B4F0-F646DD041A4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7BAED8DE-B93D-416D-BD0F-C94EC4F86E2F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1F6C4D72-8341-4C59-8924-A1EEAAB4E7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58F6835D-1C06-46E1-AC31-6ACF4658856C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3212" name="Grupo 374">
            <a:extLst>
              <a:ext uri="{FF2B5EF4-FFF2-40B4-BE49-F238E27FC236}">
                <a16:creationId xmlns:a16="http://schemas.microsoft.com/office/drawing/2014/main" id="{68F7B2FE-55F2-4396-9C0F-2C29450C3B43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879D7A99-A648-43A6-8B6E-C36AC010CC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C8841184-AB1A-44E9-AA3B-941F523868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4146D3C6-8226-44C5-93FD-B35EE1E6C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2272B531-A5A6-4210-B596-68FA95C78D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18240986-FA36-4778-AC6F-9BC64093C5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D8B28941-CA19-4CF4-8264-746135A2E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61D50466-66FD-4C95-A0CF-20A16DB1CC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42F5F9AB-DEC6-4742-B649-267036A3C3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295D34A0-A6F5-4DFB-8E20-AF45EC1C19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F598D489-9C3B-41F1-B87C-4ADEDEC922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FB40C6D7-05D2-46BC-98D2-F649A4DB2A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DD5F4181-BDDD-4206-BBF1-A316B51CAA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9F4D7D0F-F71D-477A-A9DF-355C61DE4A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0DC6B871-81EC-4035-9471-F9E51911BD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EBF17BD4-824F-4394-B7EF-8698B5418D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D9623D1E-5B7B-4F6C-911E-932AB4FD97D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F4D1F39D-219D-466A-ADB3-3B96D7C65D3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5600C273-5ED9-4885-A7BC-D43211303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634D408C-AE77-4B4B-98B7-1E59599FEB57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F223790E-DF05-461C-8384-03C21AC3D658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2AA1C854-76F4-4713-8182-F560B8AB0166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03A01212-C9B2-4E72-8823-BCD0D595F945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479C1712-CBA2-421E-B633-5AC3A3AD41DF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E393B202-AF3B-486B-91F4-6D900BBC76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0900" y="1982788"/>
            <a:ext cx="22288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Tipo-S</a:t>
            </a:r>
          </a:p>
        </p:txBody>
      </p:sp>
      <p:sp>
        <p:nvSpPr>
          <p:cNvPr id="389" name="Forma libre 388">
            <a:extLst>
              <a:ext uri="{FF2B5EF4-FFF2-40B4-BE49-F238E27FC236}">
                <a16:creationId xmlns:a16="http://schemas.microsoft.com/office/drawing/2014/main" id="{1CA02819-565C-424C-BA65-7E8EC4238B7D}"/>
              </a:ext>
            </a:extLst>
          </p:cNvPr>
          <p:cNvSpPr/>
          <p:nvPr/>
        </p:nvSpPr>
        <p:spPr>
          <a:xfrm flipV="1">
            <a:off x="2566988" y="4581525"/>
            <a:ext cx="24606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68AAB9EC-23B8-4BC6-87B4-1B3E83420FB9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0" name="Forma libre 389">
            <a:extLst>
              <a:ext uri="{FF2B5EF4-FFF2-40B4-BE49-F238E27FC236}">
                <a16:creationId xmlns:a16="http://schemas.microsoft.com/office/drawing/2014/main" id="{1CFBBDFA-BE8B-49B1-9322-EFF55AD3B99A}"/>
              </a:ext>
            </a:extLst>
          </p:cNvPr>
          <p:cNvSpPr/>
          <p:nvPr/>
        </p:nvSpPr>
        <p:spPr>
          <a:xfrm flipV="1">
            <a:off x="3584575" y="3538538"/>
            <a:ext cx="2460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84CDC5DD-920C-4B18-BB84-03F7B010D9C7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Forma libre 25">
            <a:extLst>
              <a:ext uri="{FF2B5EF4-FFF2-40B4-BE49-F238E27FC236}">
                <a16:creationId xmlns:a16="http://schemas.microsoft.com/office/drawing/2014/main" id="{BFEE4FD9-7BC2-475F-BA1D-0DCDD41C55DE}"/>
              </a:ext>
            </a:extLst>
          </p:cNvPr>
          <p:cNvSpPr/>
          <p:nvPr/>
        </p:nvSpPr>
        <p:spPr>
          <a:xfrm>
            <a:off x="6440488" y="5656263"/>
            <a:ext cx="293687" cy="47625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C1FA3332-24C7-4AC0-9C92-97E4C64A8787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4" name="Forma libre 203">
            <a:extLst>
              <a:ext uri="{FF2B5EF4-FFF2-40B4-BE49-F238E27FC236}">
                <a16:creationId xmlns:a16="http://schemas.microsoft.com/office/drawing/2014/main" id="{269EBD72-E1B0-4A1B-AD8F-01C65FCA4C4D}"/>
              </a:ext>
            </a:extLst>
          </p:cNvPr>
          <p:cNvSpPr/>
          <p:nvPr/>
        </p:nvSpPr>
        <p:spPr>
          <a:xfrm>
            <a:off x="6419850" y="4491038"/>
            <a:ext cx="17621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E9217215-3C2B-4BC9-AA39-657449FA53FE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Text Box 50">
            <a:extLst>
              <a:ext uri="{FF2B5EF4-FFF2-40B4-BE49-F238E27FC236}">
                <a16:creationId xmlns:a16="http://schemas.microsoft.com/office/drawing/2014/main" id="{D57C1E62-FDC8-4BB3-82E7-E25A066282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73301" name="Text Box 50">
            <a:extLst>
              <a:ext uri="{FF2B5EF4-FFF2-40B4-BE49-F238E27FC236}">
                <a16:creationId xmlns:a16="http://schemas.microsoft.com/office/drawing/2014/main" id="{26AFA619-BD4A-43DF-99C0-7BFE4926A0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62" name="Marcador de número de diapositiva 61">
            <a:extLst>
              <a:ext uri="{FF2B5EF4-FFF2-40B4-BE49-F238E27FC236}">
                <a16:creationId xmlns:a16="http://schemas.microsoft.com/office/drawing/2014/main" id="{AC04DC63-795D-4DF0-8A87-416CE138C4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4ED89FA3-2610-48E3-AFC8-584291FE7202}" type="slidenum">
              <a:rPr lang="es-ES" altLang="es-ES">
                <a:solidFill>
                  <a:srgbClr val="171717"/>
                </a:solidFill>
              </a:rPr>
              <a:pPr/>
              <a:t>86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24" name="Text Box 76">
            <a:extLst>
              <a:ext uri="{FF2B5EF4-FFF2-40B4-BE49-F238E27FC236}">
                <a16:creationId xmlns:a16="http://schemas.microsoft.com/office/drawing/2014/main" id="{8DEEABB9-32BF-4C41-84AC-A8AAF68AD2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0" name="Line 78">
            <a:extLst>
              <a:ext uri="{FF2B5EF4-FFF2-40B4-BE49-F238E27FC236}">
                <a16:creationId xmlns:a16="http://schemas.microsoft.com/office/drawing/2014/main" id="{14C336F9-0953-4B36-9EED-6AD98E441462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10" name="Conector recto de flecha 209">
            <a:extLst>
              <a:ext uri="{FF2B5EF4-FFF2-40B4-BE49-F238E27FC236}">
                <a16:creationId xmlns:a16="http://schemas.microsoft.com/office/drawing/2014/main" id="{FB9C6C38-BAD6-4C2C-BBBD-63325E54A4C1}"/>
              </a:ext>
            </a:extLst>
          </p:cNvPr>
          <p:cNvCxnSpPr>
            <a:cxnSpLocks/>
            <a:endCxn id="60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1" name="Text Box 50">
            <a:extLst>
              <a:ext uri="{FF2B5EF4-FFF2-40B4-BE49-F238E27FC236}">
                <a16:creationId xmlns:a16="http://schemas.microsoft.com/office/drawing/2014/main" id="{283E3B30-18D9-4ECE-A31A-5CE882BD2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212" name="Marcador de contenido 5">
            <a:extLst>
              <a:ext uri="{FF2B5EF4-FFF2-40B4-BE49-F238E27FC236}">
                <a16:creationId xmlns:a16="http://schemas.microsoft.com/office/drawing/2014/main" id="{F440DD40-3B81-4132-BA84-CCAE5A2118D7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168582652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3302563737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611920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8350949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8438005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023513"/>
                  </a:ext>
                </a:extLst>
              </a:tr>
            </a:tbl>
          </a:graphicData>
        </a:graphic>
      </p:graphicFrame>
      <p:graphicFrame>
        <p:nvGraphicFramePr>
          <p:cNvPr id="214" name="Marcador de contenido 5">
            <a:extLst>
              <a:ext uri="{FF2B5EF4-FFF2-40B4-BE49-F238E27FC236}">
                <a16:creationId xmlns:a16="http://schemas.microsoft.com/office/drawing/2014/main" id="{BC5475F3-F51F-499C-9CD1-9CCDED2C4F47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ángulo 22">
            <a:extLst>
              <a:ext uri="{FF2B5EF4-FFF2-40B4-BE49-F238E27FC236}">
                <a16:creationId xmlns:a16="http://schemas.microsoft.com/office/drawing/2014/main" id="{2A0547ED-8EBA-4802-A0C0-6C6B8E68BDB0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graphicFrame>
        <p:nvGraphicFramePr>
          <p:cNvPr id="16" name="Tabla 15">
            <a:extLst>
              <a:ext uri="{FF2B5EF4-FFF2-40B4-BE49-F238E27FC236}">
                <a16:creationId xmlns:a16="http://schemas.microsoft.com/office/drawing/2014/main" id="{34BFCA76-A9A6-4B00-9208-FA12C12D48D6}"/>
              </a:ext>
            </a:extLst>
          </p:cNvPr>
          <p:cNvGraphicFramePr>
            <a:graphicFrameLocks noGrp="1"/>
          </p:cNvGraphicFramePr>
          <p:nvPr/>
        </p:nvGraphicFramePr>
        <p:xfrm>
          <a:off x="941388" y="1522413"/>
          <a:ext cx="6835775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11:5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rs2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4:0</a:t>
                      </a: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2" name="Marcador de contenido 5">
            <a:extLst>
              <a:ext uri="{FF2B5EF4-FFF2-40B4-BE49-F238E27FC236}">
                <a16:creationId xmlns:a16="http://schemas.microsoft.com/office/drawing/2014/main" id="{E2A8AC51-2215-4164-AC08-EA6FA3BD6129}"/>
              </a:ext>
            </a:extLst>
          </p:cNvPr>
          <p:cNvGraphicFramePr>
            <a:graphicFrameLocks/>
          </p:cNvGraphicFramePr>
          <p:nvPr/>
        </p:nvGraphicFramePr>
        <p:xfrm>
          <a:off x="936625" y="1165225"/>
          <a:ext cx="6834188" cy="33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78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rs2,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(rs1)</a:t>
                      </a:r>
                    </a:p>
                  </a:txBody>
                  <a:tcPr marL="91427" marR="9142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MEM[BR[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)]  BR[</a:t>
                      </a:r>
                      <a:r>
                        <a:rPr lang="es-ES" sz="16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27" marR="9142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6" name="Forma libre 175">
            <a:extLst>
              <a:ext uri="{FF2B5EF4-FFF2-40B4-BE49-F238E27FC236}">
                <a16:creationId xmlns:a16="http://schemas.microsoft.com/office/drawing/2014/main" id="{545A647B-1C09-4931-BB0A-96D84FFCEF60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8F7F14AA-DAB7-4226-837F-03712B667695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6ECB522E-2FEA-4C81-BAA5-D8A8C5495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054996B5-F544-4CE5-B2CC-388DDD3B015B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B4AC3F75-186F-4587-A064-6416D2E70FBF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1859E988-C4BF-40B5-AB57-6CF70EAA997B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2DE68106-B75F-40A8-B2FD-70170F6F3ACD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D96D18F6-0069-41AF-B261-AE54E46E2B7B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5943AB30-3D08-42C7-BFC4-7E702CA68E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75171" name="Grupo 228">
            <a:extLst>
              <a:ext uri="{FF2B5EF4-FFF2-40B4-BE49-F238E27FC236}">
                <a16:creationId xmlns:a16="http://schemas.microsoft.com/office/drawing/2014/main" id="{76427F14-F448-4455-AAD5-D7779C901D20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9A43E8CC-AE1F-4C7D-8FBA-21D378DC4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E5103E08-D49D-403E-95C8-1155938FD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6B035586-6A9C-427E-8258-6F69621085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3D2FB70F-1615-4E44-8290-47B3DFA47B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9E834B04-9C8B-4E65-8943-A4C2FF8FC8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C9E17233-BEFE-4BE4-B715-02F174516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33DB719C-1BA1-4AF5-8FAE-E18C4C23F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B266B380-2A83-4497-BFF4-3D6D41323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377EC786-CE8F-4E08-9EFA-7BF55A73C7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9B066C26-DC3B-4017-8170-86FF7BE9E3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9A74FE0C-CAA8-4E67-99C8-B826BF1338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CBD1295B-0FD4-409C-BC3F-16AAD5F06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F5135632-6B02-4E59-A744-EB4C6B060F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D65AF5DC-6970-4335-AC89-B494EB0BD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805B9685-2FE5-4FEF-BFB2-2847CEB7F2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7D21B512-A4C2-4E47-A9D2-4C4D1724B8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4EFB1DF7-4FCF-4950-A08E-C99DDDE63D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B192ECE7-336F-495F-B157-D0163F8C94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1046CA34-30DB-46DF-BDCF-EE5BDAA7DD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D9ACC7C4-0BF1-4547-A6D0-0D6621CD43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A17CDC5C-8CAB-45E6-A69F-4D8FF23691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EA172541-9A14-44F7-8DA4-FA812BB3E9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8A86DD3B-9DDF-4814-8B1C-F2A3A80CA9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65F8318B-724D-4DB0-991C-4F082E1F87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E1D9D0BC-183D-4672-9E84-451168C0B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8B6B4B0D-0356-4DAF-95C3-78CE8C4F15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60EDF619-BFCF-486C-9F71-6D2A1A3395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EE13E375-2B29-493F-BD3D-142981E616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CDBBF012-195C-4F64-9709-DE9DDD9EF0BE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75172" name="Grupo 261">
            <a:extLst>
              <a:ext uri="{FF2B5EF4-FFF2-40B4-BE49-F238E27FC236}">
                <a16:creationId xmlns:a16="http://schemas.microsoft.com/office/drawing/2014/main" id="{48AAD522-0454-4E9E-8408-848207E47DDA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BF70CC3A-CF1F-4A18-91CC-B1F2F4818E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49D9FDF2-C881-40E6-9C80-E612241B4C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423F042D-EC27-4AFF-BA4D-ACB0BECAC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6360107C-0B39-4509-BC87-EAF8F5F154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96AE0F67-CD87-474E-8CAD-4574A9B0C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6B6DF2DF-017E-4180-B7B2-2520898FB6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A9412B98-8B91-4997-8322-B34ABCBC94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21E8F5D6-0C6B-4C01-80E0-A3E563EBA0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0C757D69-F584-4257-B64B-8BDF69A71E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1F2A58E9-DC0D-4B88-BAD3-6A591E910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CCE5FF1F-BF3D-465B-B514-463E1425B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7160F0C4-AD60-4672-AE39-6BC30545D2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10D17BD3-7120-4CB4-80C6-B5BBF5429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B82FDC26-2100-49FE-A099-5296A18776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0829A4E1-81A3-4611-A048-121C7ECA3F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9F55CE9D-CF6A-4628-89A4-80FF51C95F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6258C0F5-3847-468B-86DD-982C0AFBE324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5862862B-91CF-4D08-B475-63F174368C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F37E185A-25B9-48CF-83F2-0AAB28EF3A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5C47C4B6-7BC3-41FB-80B9-85169CFBBC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3407DBB6-8E49-4E0D-8A24-43719F1FFAD5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21673CE6-AADA-4643-87DD-DB26D674D6A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27E67776-502A-4F55-A053-1B4F3A2059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E17994C5-BC73-492D-A5F3-4F4B97E13D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80B7B279-7DF7-4AD5-9B23-09C84F98910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C8D1CE10-F707-415B-8C87-5241D274C2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32D215FB-205C-4529-8274-0A63699323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E6CC9CFB-617F-4664-9B73-1C0C46D36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D78201E9-FC15-4FF8-8583-E548401AE7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488082BE-330B-4021-9AAE-98486B79E6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4661D103-05AE-49D9-A3F4-BD7B744004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1C4635B4-FF82-4382-AFD2-DBFAA91C806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F79A42A5-04EE-4825-B0F9-4E0F2DF4D1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33224F43-DE7A-48F8-8FDE-9A7229C423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EBB90021-619A-448A-A692-1D7E411C397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A4ABC261-F481-4318-A5F4-AE600C06884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BA51B672-F3A3-4286-AE3D-1D7203D2277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AE14C053-8492-4FC6-B07B-9B2E78496FB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75194" name="Grupo 303">
            <a:extLst>
              <a:ext uri="{FF2B5EF4-FFF2-40B4-BE49-F238E27FC236}">
                <a16:creationId xmlns:a16="http://schemas.microsoft.com/office/drawing/2014/main" id="{F29BFCEA-E9E2-43D9-A51D-E717F16BE10C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E737780D-4D66-46A6-B692-1AB44209B2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2F6B5868-E035-41BF-8069-3D3CCA0BC6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E01E9A32-D2F7-4F17-ACBA-A7E8BC4E5853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70109150-294A-48CF-8C5F-60112458BA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50402A96-022C-4ED3-BAB2-977FB25EF4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189E71C1-05E1-4BC9-8F6F-0F5713D4CA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C848780B-8448-4F6D-86B4-AFF39A5469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4ECB6138-9CE3-41B6-8DC1-BAD02095390E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7824CF2E-F1AA-48B3-A680-CB012692E6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3EEE2CED-E9BC-4EFD-8F63-8DA99D855D64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E074B8D2-9972-4433-942B-27009FAE6F47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F1ADF952-162C-4F00-B259-0A728016E916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96658E52-F576-4031-ACAC-8CD7409489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8620BC7E-49CC-4D5A-B27F-28F4FCEBA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8C16F8E3-FD69-4D2D-B428-AA09B8E6B423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2E90EDD5-C2CA-47C3-AE99-611C903BCCB1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7112364D-B367-4D8E-BB55-B71984FFA70F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5205" name="Grupo 27">
            <a:extLst>
              <a:ext uri="{FF2B5EF4-FFF2-40B4-BE49-F238E27FC236}">
                <a16:creationId xmlns:a16="http://schemas.microsoft.com/office/drawing/2014/main" id="{432C6D07-1C12-4425-B39B-42C5CE9FEB34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A46C3695-2494-45D3-83A7-C17E6A0D25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AA62F2EB-E0EF-46F9-B2DC-F698838F89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20F9B5F6-67C8-4520-8620-96D0E6A85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851CEA73-0873-43DF-987B-B2D104283E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FAF2A9A5-0C28-408E-9175-700B560FF6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CEFA8CB7-CE4F-40D8-B272-C3846A949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730ECACC-0D4A-490C-9319-CE81F1D1E6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B3A2434A-3ECD-467D-A023-253665FE8C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97DE589A-023C-4D3F-94E1-70DFBBDF68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991BCC76-1450-4728-A43B-BBED16A4AF2B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825127D2-1ACD-480A-904D-537263F502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4213A464-0EFA-4BED-B844-CEB281C4EA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678CDC04-075A-4CBA-A1E9-1507F0BF7959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6AC651BF-181C-49C2-B9BD-7E61075651E9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B2333572-557C-4786-B219-6F934D8DDA36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63C0345A-47BB-4F89-90C5-210E7013A1D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458EBC5E-E0B3-4E06-AA76-5AC5D8E46C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342D3443-4BF9-42B7-9ECF-A12E1942F7DF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5212" name="Grupo 4">
            <a:extLst>
              <a:ext uri="{FF2B5EF4-FFF2-40B4-BE49-F238E27FC236}">
                <a16:creationId xmlns:a16="http://schemas.microsoft.com/office/drawing/2014/main" id="{647001DE-2CEE-4E00-8442-B530722E5791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D146D625-1EAA-4DB7-A0E5-B505683F04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73381F90-08B0-4C2A-8154-7F70EDE956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4D7DD609-206E-49C0-BF40-07FE8CD8F0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F2E45840-BF6B-4FF1-9AA1-2B6FA29C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3B3B62AC-27A6-4A89-8F2B-0B2EE00FA2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523B02A9-A3FD-4A27-AA27-81B64C0219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6D4E8C31-EC66-46EC-AA9C-E330A61CA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3F8EE1FB-3D48-4E8B-8891-6321F844F3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E0D3CA66-DC78-4935-8153-B740BCD1D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2195FE80-5549-4235-BE05-376B682DF2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7B5D67A9-7969-4507-B703-7F672CED7C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D254E0C6-FDE6-4344-866E-BAF6E85B0C2A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5D9F4167-210F-45B1-A2D8-3792A1788798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D1176AD7-B3DF-4DD3-8ED4-54A8F3259541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5216" name="Grupo 138">
            <a:extLst>
              <a:ext uri="{FF2B5EF4-FFF2-40B4-BE49-F238E27FC236}">
                <a16:creationId xmlns:a16="http://schemas.microsoft.com/office/drawing/2014/main" id="{01CDF20D-15F0-4A03-8086-B195AB4C56E1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222C5C08-5CBC-4611-8BC7-A6A7CA373B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ADF0E3FB-A7C9-407C-82D1-13595A49C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9F379607-ECF1-4525-870A-625E9E5B0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D92EEE28-A80E-4177-A989-35637E91DC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B98268A9-378D-4FED-9733-DFE81A642A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6C0A8FBA-ACD4-417F-958A-47197ED915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C3968D30-64E0-48A1-823D-1EF967429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E5975CB4-1FE7-4960-B6BD-5B53D07085FC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6D4A879E-6A1B-471D-89AF-E58E400817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75217" name="Grupo 148">
            <a:extLst>
              <a:ext uri="{FF2B5EF4-FFF2-40B4-BE49-F238E27FC236}">
                <a16:creationId xmlns:a16="http://schemas.microsoft.com/office/drawing/2014/main" id="{C3B5154E-455B-4F93-A553-5D62DA9A7E6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7D928478-8FD8-4923-887F-1C06645EC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8B11DDEC-AA28-4C75-A122-585E9F62D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70049D21-805C-41B3-A976-542AC3375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44D1AEC9-8A15-4167-B732-85E8E0AE9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6975BB9E-8736-4666-998B-8C20514F6A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D6EBBEFA-685E-4B57-904F-F51787D683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20E5E159-33BD-4EE3-B128-DD87F4225F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AB459C46-D893-43FA-A5A9-E98B956CF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E7846066-44CE-451C-B3A1-155E6A0857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A4A9B62A-D9AC-43D4-B224-52F0E6C9D1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1C46D827-8B1A-4FE8-8078-76D30182A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E73F3081-F44E-4003-8FE4-31ECFD2AAD3A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5219" name="Text Box 46">
            <a:extLst>
              <a:ext uri="{FF2B5EF4-FFF2-40B4-BE49-F238E27FC236}">
                <a16:creationId xmlns:a16="http://schemas.microsoft.com/office/drawing/2014/main" id="{5E57BE50-22E8-4E59-99BD-34565D0D88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grpSp>
        <p:nvGrpSpPr>
          <p:cNvPr id="175220" name="Grupo 188">
            <a:extLst>
              <a:ext uri="{FF2B5EF4-FFF2-40B4-BE49-F238E27FC236}">
                <a16:creationId xmlns:a16="http://schemas.microsoft.com/office/drawing/2014/main" id="{CE0395F4-38A4-4AF8-91F3-2B43CFB73666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C58006FC-5AC9-4CEB-8820-27D2E9FB1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F34DD81A-2E12-42E2-8D87-A536E7B09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1B612D9E-0555-4CB3-8F09-30F0D7C500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CE3D9031-F0EB-4711-B95C-2C86D4D6B1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AD466CA0-62CB-48B4-AD1A-0AFD32A00E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99912AE2-B020-4086-9FC2-1AAE7992BB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20F95AED-5CBF-4676-8C21-AD5F17A2D2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34DA6A75-A808-4217-AEFC-C443C6977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7A01DAD5-36EB-4184-A522-6B44C3D83C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8517C99B-0EE2-4D03-8492-2D4772AEF9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2D7705A3-80CF-4240-A3E4-D0DFDB2C4A32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5222" name="Grupo 47">
            <a:extLst>
              <a:ext uri="{FF2B5EF4-FFF2-40B4-BE49-F238E27FC236}">
                <a16:creationId xmlns:a16="http://schemas.microsoft.com/office/drawing/2014/main" id="{FCFEFF83-8CE0-401F-9037-70460E1D3C02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CBA80895-E307-414F-BAE8-75FA069E73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F38373BE-E8A5-4772-9BA3-FEABFAEBE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55473534-0499-4684-9619-B3EE19E415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28BA4378-BE51-4712-987C-8562523FC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EBF50757-FBFC-4D2E-B7B7-807037BBC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AE3F449A-3D17-44D9-BF24-9A4948D94C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27073284-074B-46C0-8D2F-032BF1878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F7A4F94D-68E8-4F2A-8AF3-F053456A6B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A62ED6C5-2F3E-4D20-A9F6-B3E7BBB2F6E4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6475FB57-090A-41F9-97CD-D91C37EAA7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528252B7-3A53-4940-A347-D52A0F41D9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16F593D4-47E0-4C05-8DF8-0DFB13CA34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C1C92A96-040B-44ED-A5A1-33DAFB4EE40B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0B1EC51D-00C2-47C3-93C7-061253CFF00A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75225" name="Grupo 9">
            <a:extLst>
              <a:ext uri="{FF2B5EF4-FFF2-40B4-BE49-F238E27FC236}">
                <a16:creationId xmlns:a16="http://schemas.microsoft.com/office/drawing/2014/main" id="{27BA4803-CBB7-4EF7-890D-B8DD730B0717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01EFB63D-C816-4783-8B98-1C2016B41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72F27D5C-B6B7-41E8-BE6E-7AD782EE5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A8CE3C8B-6899-41D9-8710-367F6855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F640665A-EBFB-4358-9079-7B5B4F1417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DA7354C2-5033-44D8-B856-5E8BC52CC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8D903B57-00CD-4F24-9450-ADDF87F49E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67BCB397-2F51-48C8-A5A3-08D3C346F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B0201ED6-FED7-45D2-B50C-93DA9A6F6F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52E4366D-4D48-4156-8EB8-A5A7ABADA1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17D98FC9-5CEA-4AE3-B62C-122632EAAF60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557B72ED-5294-4619-A8B9-1384633253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2351FB4C-CD66-4D27-9CF0-5B6F4DE401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E11D16F2-5202-40B2-94BC-A56DAC316E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E24FD916-3F2A-4642-8F70-DE26B0D543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982CF759-62B4-4BA3-A442-ABA250EFA1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DE97D97D-6E69-4F38-89B2-08CB24EC4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813F2D51-AA35-452D-9AF6-2FFA7E4F4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60DEAD66-455F-4C1A-8706-5C45FFE3B9C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33EDE795-C8FD-4C9F-8E24-49251B3265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E15F95C4-59CA-441F-ACE1-B72133A060F2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4CF9E7FE-6A28-4B71-9274-62E0DE7EB1AD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0C124362-62A1-4ADD-A1C9-059E5FF175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296D3C1B-BCA0-40CF-862A-47690DAE20CA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232" name="Text Box 72">
            <a:extLst>
              <a:ext uri="{FF2B5EF4-FFF2-40B4-BE49-F238E27FC236}">
                <a16:creationId xmlns:a16="http://schemas.microsoft.com/office/drawing/2014/main" id="{06E94D8C-28A4-4A22-90BE-0538D582AA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75233" name="Line 71">
            <a:extLst>
              <a:ext uri="{FF2B5EF4-FFF2-40B4-BE49-F238E27FC236}">
                <a16:creationId xmlns:a16="http://schemas.microsoft.com/office/drawing/2014/main" id="{310070ED-1407-4807-9B1C-D3959A656BF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95E6BCB1-9523-4403-962D-439E25DB41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3A9F30AF-B9AF-4FB0-948D-DC97F2132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4085FEBB-FCB4-42EC-9CF1-CC495BAFBF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75237" name="Text Box 50">
            <a:extLst>
              <a:ext uri="{FF2B5EF4-FFF2-40B4-BE49-F238E27FC236}">
                <a16:creationId xmlns:a16="http://schemas.microsoft.com/office/drawing/2014/main" id="{B2EDB894-F09E-423D-81B6-D266196A0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75238" name="Text Box 50">
            <a:extLst>
              <a:ext uri="{FF2B5EF4-FFF2-40B4-BE49-F238E27FC236}">
                <a16:creationId xmlns:a16="http://schemas.microsoft.com/office/drawing/2014/main" id="{9AD97DD7-E752-4B61-AC43-A36ECA2C3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75239" name="Text Box 50">
            <a:extLst>
              <a:ext uri="{FF2B5EF4-FFF2-40B4-BE49-F238E27FC236}">
                <a16:creationId xmlns:a16="http://schemas.microsoft.com/office/drawing/2014/main" id="{9A6B5826-7895-4294-976B-C354B6EB9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3D95F84A-BAA0-4AC3-83E7-E52FD2715DB6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D5231F2F-F1FC-4EF5-BFDD-D4494A266825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C5160158-05F9-46DA-BFB9-3E60E9310E74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01EA8475-7FEB-4384-A048-221D8730A7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FA214A04-D2C3-47D4-8DEF-3FE0623B84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A4F8A4D9-929B-4DB9-AB46-40FA41E84B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D377BF95-3C8F-4E4F-A0A1-BDBA3EC74A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D0BAA00C-78D0-4DA3-83C0-F36D16650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E5B2FF70-89A4-419A-9F0E-B81A6632F4EE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9F6DF69E-5FB7-4EE9-8CBC-32781E0114E5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EE6F9FEE-1F87-4B56-9456-9E90DA811CCD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DAF0602F-D454-4CFA-980B-C5479953620F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1A5BD6EF-65D3-4D44-BEC2-F9AE9ED9DD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75253" name="Text Box 72">
            <a:extLst>
              <a:ext uri="{FF2B5EF4-FFF2-40B4-BE49-F238E27FC236}">
                <a16:creationId xmlns:a16="http://schemas.microsoft.com/office/drawing/2014/main" id="{DE2B0B34-82FA-4791-992B-37ADFE072D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75254" name="Line 71">
            <a:extLst>
              <a:ext uri="{FF2B5EF4-FFF2-40B4-BE49-F238E27FC236}">
                <a16:creationId xmlns:a16="http://schemas.microsoft.com/office/drawing/2014/main" id="{F94BC56E-6E56-452E-887E-CC68DBB9498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75255" name="Text Box 72">
            <a:extLst>
              <a:ext uri="{FF2B5EF4-FFF2-40B4-BE49-F238E27FC236}">
                <a16:creationId xmlns:a16="http://schemas.microsoft.com/office/drawing/2014/main" id="{1BEDDDAA-A68E-49E1-BAA4-31A037E5F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75256" name="Line 71">
            <a:extLst>
              <a:ext uri="{FF2B5EF4-FFF2-40B4-BE49-F238E27FC236}">
                <a16:creationId xmlns:a16="http://schemas.microsoft.com/office/drawing/2014/main" id="{3EFF6B5F-BBCD-4E64-9464-0EFC68E8645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65676F40-9B27-4B9C-BAF4-4355181DC599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90607E68-217C-43CC-8D3F-CC01A340E0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52FD9CC4-3E28-422D-A5CD-28E1601413CB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5260" name="Grupo 374">
            <a:extLst>
              <a:ext uri="{FF2B5EF4-FFF2-40B4-BE49-F238E27FC236}">
                <a16:creationId xmlns:a16="http://schemas.microsoft.com/office/drawing/2014/main" id="{6D6FA6E3-AEFF-4DB0-9731-5F903E003DE2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A4B33CA5-C3AE-4E2A-8CA3-393C48A549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80E18ED8-D1EF-4FED-903F-42223B3DAF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CA596D48-4A7F-485C-B457-E19477C1D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A549692B-C88F-40D6-93B6-E3A8252FAC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8D4F4016-CD2E-4870-8008-24FEFBAA05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0CDA41EB-0FE0-4E0D-9242-810387D9EA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3CFDE025-9499-4E5C-9D93-7FE26C1A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31265B16-C0DB-49CD-9BF4-93E19A8B05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5D1E7AFC-9350-4781-ADB3-E073EB5B63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8A9029C4-1853-41E4-9E69-03E508677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7AA8DFA2-E795-4083-8A63-6897774B63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968F7FFD-3DC8-4806-B7F9-16D51D00F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5A71374C-58EE-47D0-8E62-C66AA40B3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A04E9108-F5EB-45C8-82C1-D4C1264954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CF0A3BCA-46F7-4871-8283-D0F5A00C5D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EA74A98B-0A34-45E5-BC51-DEB774FE883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AF4209F7-A1DA-414F-BD56-AAEAA13B442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5F3206D4-EF56-4228-97E2-6AD8F7BCF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91AEBB8D-DC7F-431F-9D37-E4923C0D9B14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E89068D5-B384-4A08-9550-E0839E62CEC2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060568F9-A937-4761-A467-E2FD8A44BA24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AD7072FD-F67E-4E1A-8EB1-9A7C8F559D85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ED4BE06C-6A72-437A-8C22-019683F5D676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0250E8CC-1932-4158-8B88-77D8F39F8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0900" y="1982788"/>
            <a:ext cx="22288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Tipo-S</a:t>
            </a:r>
          </a:p>
        </p:txBody>
      </p:sp>
      <p:sp>
        <p:nvSpPr>
          <p:cNvPr id="389" name="Forma libre 388">
            <a:extLst>
              <a:ext uri="{FF2B5EF4-FFF2-40B4-BE49-F238E27FC236}">
                <a16:creationId xmlns:a16="http://schemas.microsoft.com/office/drawing/2014/main" id="{C97F29EA-B53B-4C7A-8426-27AF1C81B498}"/>
              </a:ext>
            </a:extLst>
          </p:cNvPr>
          <p:cNvSpPr/>
          <p:nvPr/>
        </p:nvSpPr>
        <p:spPr>
          <a:xfrm flipV="1">
            <a:off x="2566988" y="4581525"/>
            <a:ext cx="24606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6909D334-9B8D-45A7-BB4C-1204717B88B4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0" name="Forma libre 389">
            <a:extLst>
              <a:ext uri="{FF2B5EF4-FFF2-40B4-BE49-F238E27FC236}">
                <a16:creationId xmlns:a16="http://schemas.microsoft.com/office/drawing/2014/main" id="{58574CEC-1498-4BED-9008-33A50F512142}"/>
              </a:ext>
            </a:extLst>
          </p:cNvPr>
          <p:cNvSpPr/>
          <p:nvPr/>
        </p:nvSpPr>
        <p:spPr>
          <a:xfrm flipV="1">
            <a:off x="3584575" y="3538538"/>
            <a:ext cx="2460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C7BA04FA-9AA1-4439-B7B9-E3505604691A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Forma libre 25">
            <a:extLst>
              <a:ext uri="{FF2B5EF4-FFF2-40B4-BE49-F238E27FC236}">
                <a16:creationId xmlns:a16="http://schemas.microsoft.com/office/drawing/2014/main" id="{2E103064-32C0-4445-AD52-AE061C7F6C3A}"/>
              </a:ext>
            </a:extLst>
          </p:cNvPr>
          <p:cNvSpPr/>
          <p:nvPr/>
        </p:nvSpPr>
        <p:spPr>
          <a:xfrm>
            <a:off x="6440488" y="5656263"/>
            <a:ext cx="293687" cy="47625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2A77ABA6-8256-4849-A57F-AF5D2C0EC839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4" name="Forma libre 203">
            <a:extLst>
              <a:ext uri="{FF2B5EF4-FFF2-40B4-BE49-F238E27FC236}">
                <a16:creationId xmlns:a16="http://schemas.microsoft.com/office/drawing/2014/main" id="{4A43C7F9-9DF2-4E77-8A93-E6CD99CECB0C}"/>
              </a:ext>
            </a:extLst>
          </p:cNvPr>
          <p:cNvSpPr/>
          <p:nvPr/>
        </p:nvSpPr>
        <p:spPr>
          <a:xfrm>
            <a:off x="6419850" y="4491038"/>
            <a:ext cx="17621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BA9AAA48-A5ED-4314-9254-36D9560571C3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0" name="Text Box 50">
            <a:extLst>
              <a:ext uri="{FF2B5EF4-FFF2-40B4-BE49-F238E27FC236}">
                <a16:creationId xmlns:a16="http://schemas.microsoft.com/office/drawing/2014/main" id="{EEFAA32A-DDD7-42A9-A2C6-CE9A9EBAB4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75349" name="Text Box 50">
            <a:extLst>
              <a:ext uri="{FF2B5EF4-FFF2-40B4-BE49-F238E27FC236}">
                <a16:creationId xmlns:a16="http://schemas.microsoft.com/office/drawing/2014/main" id="{10993E62-915B-4F02-9011-81739C2E9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209" name="Marcador de número de diapositiva 208">
            <a:extLst>
              <a:ext uri="{FF2B5EF4-FFF2-40B4-BE49-F238E27FC236}">
                <a16:creationId xmlns:a16="http://schemas.microsoft.com/office/drawing/2014/main" id="{7C4B1FA8-16F0-4DB8-85A0-EB6EEA9BC7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DAB0890-ABCD-46B6-ADA2-1B025925549E}" type="slidenum">
              <a:rPr lang="es-ES" altLang="es-ES">
                <a:solidFill>
                  <a:srgbClr val="171717"/>
                </a:solidFill>
              </a:rPr>
              <a:pPr/>
              <a:t>87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24" name="Text Box 76">
            <a:extLst>
              <a:ext uri="{FF2B5EF4-FFF2-40B4-BE49-F238E27FC236}">
                <a16:creationId xmlns:a16="http://schemas.microsoft.com/office/drawing/2014/main" id="{CF626E31-EA0C-4045-BF3C-D3B916FB94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8" name="Line 78">
            <a:extLst>
              <a:ext uri="{FF2B5EF4-FFF2-40B4-BE49-F238E27FC236}">
                <a16:creationId xmlns:a16="http://schemas.microsoft.com/office/drawing/2014/main" id="{F2119A49-5702-4423-B914-570029235C05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10" name="Conector recto de flecha 209">
            <a:extLst>
              <a:ext uri="{FF2B5EF4-FFF2-40B4-BE49-F238E27FC236}">
                <a16:creationId xmlns:a16="http://schemas.microsoft.com/office/drawing/2014/main" id="{DF1986E0-DE9E-4CA8-BDBC-4BA5E74F719A}"/>
              </a:ext>
            </a:extLst>
          </p:cNvPr>
          <p:cNvCxnSpPr>
            <a:cxnSpLocks/>
            <a:endCxn id="208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1" name="Text Box 50">
            <a:extLst>
              <a:ext uri="{FF2B5EF4-FFF2-40B4-BE49-F238E27FC236}">
                <a16:creationId xmlns:a16="http://schemas.microsoft.com/office/drawing/2014/main" id="{849498D5-1A82-4C87-8F8A-F3DCE8251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212" name="Marcador de contenido 5">
            <a:extLst>
              <a:ext uri="{FF2B5EF4-FFF2-40B4-BE49-F238E27FC236}">
                <a16:creationId xmlns:a16="http://schemas.microsoft.com/office/drawing/2014/main" id="{FD02CFCD-2AD2-42A2-83A1-DB701643F1B4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2295612731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3042393235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2586870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277996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8230109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593215"/>
                  </a:ext>
                </a:extLst>
              </a:tr>
            </a:tbl>
          </a:graphicData>
        </a:graphic>
      </p:graphicFrame>
      <p:graphicFrame>
        <p:nvGraphicFramePr>
          <p:cNvPr id="214" name="Marcador de contenido 5">
            <a:extLst>
              <a:ext uri="{FF2B5EF4-FFF2-40B4-BE49-F238E27FC236}">
                <a16:creationId xmlns:a16="http://schemas.microsoft.com/office/drawing/2014/main" id="{4FDF9372-9C93-4A26-A9B8-3119279E7EC5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2" name="Marcador de contenido 5">
            <a:extLst>
              <a:ext uri="{FF2B5EF4-FFF2-40B4-BE49-F238E27FC236}">
                <a16:creationId xmlns:a16="http://schemas.microsoft.com/office/drawing/2014/main" id="{6174630F-F0D4-469D-8B04-EA77677E2C7B}"/>
              </a:ext>
            </a:extLst>
          </p:cNvPr>
          <p:cNvGraphicFramePr>
            <a:graphicFrameLocks/>
          </p:cNvGraphicFramePr>
          <p:nvPr/>
        </p:nvGraphicFramePr>
        <p:xfrm>
          <a:off x="936625" y="1165225"/>
          <a:ext cx="6834188" cy="33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78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7" marR="9142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27" marR="9142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3" name="Tabla 22">
            <a:extLst>
              <a:ext uri="{FF2B5EF4-FFF2-40B4-BE49-F238E27FC236}">
                <a16:creationId xmlns:a16="http://schemas.microsoft.com/office/drawing/2014/main" id="{1D4D09E6-C8E0-46DB-A9DB-33DED77C5D90}"/>
              </a:ext>
            </a:extLst>
          </p:cNvPr>
          <p:cNvGraphicFramePr>
            <a:graphicFrameLocks noGrp="1"/>
          </p:cNvGraphicFramePr>
          <p:nvPr/>
        </p:nvGraphicFramePr>
        <p:xfrm>
          <a:off x="941388" y="1525588"/>
          <a:ext cx="6835775" cy="458787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6" name="Rectángulo 15">
            <a:extLst>
              <a:ext uri="{FF2B5EF4-FFF2-40B4-BE49-F238E27FC236}">
                <a16:creationId xmlns:a16="http://schemas.microsoft.com/office/drawing/2014/main" id="{903DE1B3-55FA-461B-BC5D-BD0E790515DC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C5C9C214-30E4-4354-B520-14724D10FABC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A0818A6B-B08E-4DC5-811F-9DD578FF27FC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F4602823-84DC-409A-9581-942FA60FA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78045543-A643-4D04-8C66-6FABE4980FF9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8DA77768-58CB-4D97-B176-808D9386528B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DEB024C8-2FF9-4EB1-A246-3B4C4DA6522F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6DBB0FBA-4C8C-4C04-9FD8-2EB7FED354F5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91DA2D05-FF37-4859-B0BE-76674EDF08F5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D632C62C-9944-4A17-9191-EDB515DAD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77217" name="Grupo 228">
            <a:extLst>
              <a:ext uri="{FF2B5EF4-FFF2-40B4-BE49-F238E27FC236}">
                <a16:creationId xmlns:a16="http://schemas.microsoft.com/office/drawing/2014/main" id="{B394A4E2-D327-4189-B0D6-72F9B0CD4EFA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624B6FB0-0456-4960-A9F1-9AC4B7316F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04208222-7B5E-46E4-BA8D-4111299092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108472A5-027E-4C32-9ECF-B2AE7925BA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032622ED-055A-4811-AC2E-B3AE8DB91D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4DD04EBC-8F8B-40A8-ABE1-F0463A5448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CD854FCF-9999-41AC-A58B-405981E925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01524005-8215-44CA-8127-16A81615C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CF7E8104-D3D0-4525-A8F5-9425DD1EAF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92F88563-87ED-4352-88F2-5AF75EDC3F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1DA33710-08B2-47D5-93CD-DCB82DBDB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190BBEC8-518D-4B88-9BD2-2ECA975F37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7B56C183-2A85-409F-A368-FFA3DFDB91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CA897484-C029-46BD-A2E5-6C4B54962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93AEFE76-6E41-45C6-9A7B-4EBE6642CC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AE8E4B14-8E0C-4FB4-B157-347DCA4DF6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76EAA521-B95D-431F-90EC-ED9109D8DF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CF09EA39-7829-4BC7-A3E5-DD506BCBBA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859D97BC-7930-4152-B06C-3078683B2A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347D6F55-922F-408D-B1FB-85AF8F385B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1FD203CD-EEE7-4DFD-AF3C-60B54CBC61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215DFCD1-C3FA-4991-B542-6EDF544A54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47071A16-2467-4F97-A70F-4338D46F9F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8C0668CC-56FB-4DCC-BA3D-6494442B37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5B877031-1B7F-414B-A229-AD78465E7C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9246DBF1-BD49-4307-A345-D00A687188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DC165625-242B-465F-9684-D22C7CE926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9BDA3B34-9257-45CD-8E84-F5AA2B66E4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C479B4D2-6EA8-4AD7-BDF8-D4DE31FE62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04365305-5D5E-4DFD-AAE1-6BE77E1C3FA9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77218" name="Grupo 261">
            <a:extLst>
              <a:ext uri="{FF2B5EF4-FFF2-40B4-BE49-F238E27FC236}">
                <a16:creationId xmlns:a16="http://schemas.microsoft.com/office/drawing/2014/main" id="{8E1BC949-5AD1-4CF6-9D86-E8D735F761E6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F3D65779-9B62-4359-9EB4-B7E2D333A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A3626424-6640-414A-80BE-CF783F591F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756146C1-8DA1-4B59-B9FE-0DF059A4D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62EF8066-9C93-45A3-964E-F146A3911F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9A27E6B8-092C-476A-B7F8-F168151457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E6FF48C8-CB87-41A4-BB60-543A446A9D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A8CBB99A-3AB1-40F0-816B-A343C6B811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ECB068C9-B06A-40E3-BE25-26389C913D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18F78EBD-660F-410C-A223-D90974A25C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1D73C4DB-0D7A-4324-9234-10F47050A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520BFCD1-81A6-442C-B97E-1E814F6F80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A7923168-4F94-4537-A617-F46A8BD886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693E0EE3-78F1-4B88-BE18-7D6E101465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4D6FFBFC-E4A4-42E4-AA5A-5D22E8AA12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C8A5D8D7-D04B-4E8F-9E26-F90A22D0F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CA5CD766-0705-4F46-90B6-AC12C6C899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F526CC8B-D5D3-41AA-A5A3-486EA981B5E1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1F2E3560-63C9-4C25-BFD7-879A79574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EBB0CE6D-A956-4084-BCBF-4EFD1504F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B2D91697-8ABA-444A-A586-31DB9D5A0B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F1790D0C-6600-4C2D-B9C8-6D3023E6338D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4C4F9487-C445-40D3-B3F9-F0905AFC543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27AA4B27-A7F5-43BD-BC95-3BCF1C1C570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394D9BFA-E5E2-4361-A4AE-F267D453C4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2B1C46F7-9757-4643-9A85-4EFEA7EC02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A9EC9D0D-D815-4285-BED1-81C501AAB5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FC1371FE-7041-416E-8178-1ABFF5FBFD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C73332CE-8E87-4636-A905-9E53119753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E876B063-E188-4E7F-B5DE-E9FFCE226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9642DEFA-0AD0-4425-AD39-7A8FFF69BC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665AA762-EBEB-4B6D-B6AC-2579049E95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2E12B9F0-224B-4D65-A737-5F9C7A3D651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B7FCF9C4-CF6C-4C18-8724-7FED9ACA5F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0DB1B776-B729-411B-8D91-CA032DEE7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C3C1DCC8-FB58-4239-A388-557FDB43DC2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3C740134-B376-40B2-9B1C-AF2E65EA9CF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87E15C58-CAD1-417E-A8BC-A07E3D00A390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4F63C6A2-683E-45A5-9232-A19BE7F1268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77240" name="Grupo 303">
            <a:extLst>
              <a:ext uri="{FF2B5EF4-FFF2-40B4-BE49-F238E27FC236}">
                <a16:creationId xmlns:a16="http://schemas.microsoft.com/office/drawing/2014/main" id="{C114A1EC-4823-4749-9A0D-AB0FB3664AE5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2D56601E-55F0-4B9C-BAE9-93FEA3FDAB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C2EE1606-3DF9-40CD-A36F-4E4DBE7C69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9CED233D-63FF-4431-BBAF-64BBCAFD7315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0CB3BBA9-D067-4B8D-AD4E-E360284696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5D335C12-D962-4241-A06F-4DEB993CC3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F7B29DF7-D42F-4215-A5D4-C3D569E73E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598A8E4B-1B46-4538-959B-18595B5E4C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33E23D42-66FF-4203-8DBC-901F4ADF7CBE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0C3BAB1D-71A5-4BB9-8FF1-BBE47AA564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8D43C1C6-E3E8-4137-9876-1B447153313A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4900A9B7-237F-42F1-BC16-EE1A0BCC7988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B0B28B96-EE87-4741-BFB3-10D5750BC651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E753C680-B1C1-47C6-ACB3-9D57B5E78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78CE2058-0AD3-42CA-8B4B-AA2DB58DEE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199766D6-754C-49E1-B21B-5B3979976DA3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A33DFF37-7F37-4860-BB8C-E95E55846AD7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0C28B3FD-D03E-4D2A-9F44-9913B32EFBED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7251" name="Grupo 27">
            <a:extLst>
              <a:ext uri="{FF2B5EF4-FFF2-40B4-BE49-F238E27FC236}">
                <a16:creationId xmlns:a16="http://schemas.microsoft.com/office/drawing/2014/main" id="{DD154623-938F-49A0-ABF1-1D4535111362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049EB26A-4D9D-4BD1-B611-BB1C27C8AE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ABF0CF0F-C623-4360-BDE4-7908A9A75A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60EE0375-27D2-4F97-979D-F0282F728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218D2C10-E5AB-4ACC-A3E8-B585330FA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2C3683CE-7952-4089-A2D8-41DA487B28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4EC5D45E-4CE8-484E-A7F0-7B4261712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0FB2806B-124C-4F78-ACD5-5F81215931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20A71BEE-7EE4-448D-A715-0E544C0B0E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6FC1EBFA-EA89-46F6-A99C-2A3ADD8D13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60EFD689-9F82-4892-9D99-6914CBC186E5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7ABEA16A-F287-43FA-868A-2261607132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AF0B0434-EDB0-4DDC-963F-0D205A80E7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C2B48F92-70B7-4FEA-BD77-417405579CAA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25D4EC3C-E9F3-45A7-854C-306254A79E69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268C44C1-4641-4523-A0DD-77A836EC51CA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5256FE95-8B66-48D9-AA62-7B4F9708229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466B0572-1E41-4FBF-8C31-5E7B3D992D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5A0DCCB4-ACC6-4972-BF48-D19E585BC84F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7258" name="Grupo 4">
            <a:extLst>
              <a:ext uri="{FF2B5EF4-FFF2-40B4-BE49-F238E27FC236}">
                <a16:creationId xmlns:a16="http://schemas.microsoft.com/office/drawing/2014/main" id="{204081E9-FB86-4BA8-8362-38E6CE33EFA0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0EE97372-5149-47CE-BD38-26C34FC65F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E8187D3C-E9BF-4399-9F43-CE9FD92A18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C7A84517-9B9E-418B-8E19-A2F31D78C3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096857BF-AABB-41D3-A6D4-C77905CD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B135044D-E0F1-43D6-B9D4-111D3D59B6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4C37253C-2E35-4B65-B4E2-668E7C5D9A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25E8C4E5-61A6-4B6B-8250-1836BE53B5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B5A01CBF-9E8E-4EDE-9A41-F6733F03D8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22F3FF91-EEA3-4BDB-B9D8-0E06657BBD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B13D7840-C8D4-4C3F-B291-BDB0196DE1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AA86C908-7768-42EB-9284-C5E7428EC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C229FB76-6F0D-49D3-A9D9-0644B8D11709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EB909F33-EC95-4F75-8D9A-CE9079E695A4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B90E3D7D-8737-42E1-8E87-DBEBA00A9CDD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7262" name="Grupo 138">
            <a:extLst>
              <a:ext uri="{FF2B5EF4-FFF2-40B4-BE49-F238E27FC236}">
                <a16:creationId xmlns:a16="http://schemas.microsoft.com/office/drawing/2014/main" id="{563B9CBC-D6BA-410E-8931-A86C284B2440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1098BCDF-D8A2-40A4-9777-02FF59C7BA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A2FF93AA-2D25-4D5F-88BF-4E0911CA57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7DF16A43-CD8A-4E1B-BF42-6682E3A46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D3D577DE-B166-4839-A76E-663AC2C0C0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DA601AAB-AB35-4C26-91A0-C4E69D7BEF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BA7C70EB-33A1-4301-8A51-4D28F44C63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B07559EC-443F-423F-9201-965C7FD0FE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0CB10732-4ABC-4B11-8866-621EF0D50805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8CAB3CBE-EE58-4FAB-83FF-FFC4630BA7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77263" name="Grupo 148">
            <a:extLst>
              <a:ext uri="{FF2B5EF4-FFF2-40B4-BE49-F238E27FC236}">
                <a16:creationId xmlns:a16="http://schemas.microsoft.com/office/drawing/2014/main" id="{C4559103-E947-4AA2-803D-A70DCF2E1F31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221E0862-48AE-4904-9633-C48BE42B51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19C3021A-1ED1-475A-88D9-4196A0FDC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3289E93C-F9A4-4EF9-9D62-4AC817574F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6B614990-3667-4D80-ACCD-A6775BDAA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04F3C842-3F5A-4B3B-87C2-9D34E5024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693F8677-2568-4E9D-A3E5-4934480DF4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A370DF4A-54BF-4D51-8050-6838F9FE05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8BD9CE53-A8D3-4C72-8E96-CEB352720A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E686AD02-0F54-4928-A672-EAFF47C105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2F2732D1-E833-48A5-AA37-64D6B7BE5D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E6771B8B-19A2-491A-96F1-B944F6723B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2B2AD24E-DCD8-473B-B60F-F40734A2939C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7265" name="Text Box 46">
            <a:extLst>
              <a:ext uri="{FF2B5EF4-FFF2-40B4-BE49-F238E27FC236}">
                <a16:creationId xmlns:a16="http://schemas.microsoft.com/office/drawing/2014/main" id="{BF6E163A-81BA-4115-B136-B5C61908B2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grpSp>
        <p:nvGrpSpPr>
          <p:cNvPr id="177266" name="Grupo 188">
            <a:extLst>
              <a:ext uri="{FF2B5EF4-FFF2-40B4-BE49-F238E27FC236}">
                <a16:creationId xmlns:a16="http://schemas.microsoft.com/office/drawing/2014/main" id="{599C4BFF-F8FA-45C1-9C7F-EF6A25ED2F1A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899A4808-5FEC-4DE1-9D79-03B534186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60BD2F34-A8FE-4A89-95E9-5D846286DB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E9913A02-B951-484C-B137-B35AAAFAAA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0E2D92EC-8C4B-4C5B-9153-61F8274039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193F2104-A58B-49EC-BA69-5357D2ECEA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E8A49DDC-06EE-47FD-8F6E-9D41C88A77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8178212B-AAF6-4E64-8F01-236692331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B27C936B-5271-444B-A7CE-A333A8C6D0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0DCA315A-F28A-4BAA-97B1-0B85BAB896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E767A102-7D16-46C4-8C1F-8BC44F384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13285092-DC5F-40DF-ACAC-6E4B3AF75D3C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7268" name="Grupo 47">
            <a:extLst>
              <a:ext uri="{FF2B5EF4-FFF2-40B4-BE49-F238E27FC236}">
                <a16:creationId xmlns:a16="http://schemas.microsoft.com/office/drawing/2014/main" id="{C57736F8-46BA-47F9-8779-AAB87E34A6A4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4E195C05-F018-4B69-8F16-ED6BB0D9FE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00174E04-46CF-45B1-B097-D3229BFBB1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97AADB05-909F-4FE0-97AC-3EB89CD7C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51ECB213-1674-43F7-83F5-5CF6CECCF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078162FA-32DB-49B1-A689-25E11B7EF6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8F1F4D0A-E06D-48D0-9218-B233E8734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E070DC50-6498-4F3D-9A75-0339036C9F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8E8C0C8A-3C0D-46D4-A3C9-B0AD328652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12B0F932-380D-4B5B-B546-85D1BAF13956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107ED6A8-28D1-41E7-84B3-505827C83E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987A57F2-76D4-4EFA-83C6-A1DF4CEC39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E4D03D8B-4C24-43CD-BBC6-6FC88B163B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582D65C3-9F95-485C-8C46-48D38A6AF991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55BF09E7-8223-449B-A3FF-A10D521DD9A8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77271" name="Grupo 9">
            <a:extLst>
              <a:ext uri="{FF2B5EF4-FFF2-40B4-BE49-F238E27FC236}">
                <a16:creationId xmlns:a16="http://schemas.microsoft.com/office/drawing/2014/main" id="{5193449F-D873-4F67-A510-F5E4802357CD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99AAC32C-42FC-4250-ACF0-ABD688F537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6DF5A5AE-F24B-47EB-A579-07B9A07A6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1DB69F7D-1263-4E07-A5D3-013C3FF7AD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BCA3950B-9BC9-4D40-A738-11F22FA601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09734E8F-B06F-46AE-B3A4-F8EA3385B4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C7AADA79-7B63-4767-BB6A-9401DC712B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628EA21D-6D3F-4D50-B9CE-2F14E2A951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0F60053B-5F1D-4AAF-8F45-1DD9C9A850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C99C27D7-B386-4F43-850A-F40DF7A605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75E7ACE3-E168-488E-B8C0-7706DFA792DA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B2F9A604-4269-4AD9-978B-8786DB2BB8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FBA9E3BE-FD41-484C-91C9-1ACC79581C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59F71425-E38D-49FD-B7B1-D70A56D367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9BEC5750-7C3B-41D0-A8C9-D17BEA2668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55C98B44-E37E-4A73-A1CD-E7C402F356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3D7596DC-1079-4EBA-A751-F5310E0816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415977A2-2EEF-4913-8D61-72F0C3081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AAA51467-FB93-49EE-B4B5-19F9AC4E2A5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1F209060-46A6-4AF5-B254-F7F61BB5DD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755E3E83-11A8-4470-BC0C-2A6D52DF9691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5EBDB76D-E742-4A0A-92A6-D35094A43F02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250AF308-3F95-43FC-A371-761E0E1D2F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C4478DFE-1216-4114-85F0-9F075EE7EC03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278" name="Text Box 72">
            <a:extLst>
              <a:ext uri="{FF2B5EF4-FFF2-40B4-BE49-F238E27FC236}">
                <a16:creationId xmlns:a16="http://schemas.microsoft.com/office/drawing/2014/main" id="{199E965F-498F-4ADB-96DA-A71A63DF51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77279" name="Line 71">
            <a:extLst>
              <a:ext uri="{FF2B5EF4-FFF2-40B4-BE49-F238E27FC236}">
                <a16:creationId xmlns:a16="http://schemas.microsoft.com/office/drawing/2014/main" id="{B2B2ECA7-9874-45B2-AE5F-12A991BE561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FDF457E8-2686-46FE-86D9-90FA15B806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1AD33F45-36CF-402A-B4A2-20F7416BAC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D4B7A028-A197-4DE5-9F0A-CB30790E4C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77283" name="Text Box 50">
            <a:extLst>
              <a:ext uri="{FF2B5EF4-FFF2-40B4-BE49-F238E27FC236}">
                <a16:creationId xmlns:a16="http://schemas.microsoft.com/office/drawing/2014/main" id="{8ED31CAF-5C49-43EB-A8B1-86602F9D5E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77284" name="Text Box 50">
            <a:extLst>
              <a:ext uri="{FF2B5EF4-FFF2-40B4-BE49-F238E27FC236}">
                <a16:creationId xmlns:a16="http://schemas.microsoft.com/office/drawing/2014/main" id="{0101136E-0A1B-41A2-BA6C-40BADA683C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77285" name="Text Box 50">
            <a:extLst>
              <a:ext uri="{FF2B5EF4-FFF2-40B4-BE49-F238E27FC236}">
                <a16:creationId xmlns:a16="http://schemas.microsoft.com/office/drawing/2014/main" id="{ABF85583-5F28-4853-AF59-9BE9B1C101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AA623727-F76D-4B9B-86A9-9E0A9DE2CC72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CF6EB616-0159-4AE6-86CF-688549E140FB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7AFC61B3-5172-4B4A-B13D-86AED485F13C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99853ED0-7A39-4C58-9C3A-B0BE3537D1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7404560B-5FBB-4FEF-BD91-D490A74C8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3806C26E-06AE-4053-87C0-BB47F3BA17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217B7358-353D-43D5-8018-2ACD1A751A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F03DB348-28B9-4B89-A9EB-036DF8D00F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F54B07AB-8877-455A-A9BF-D3634190518A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482468A6-0A9B-464F-9B64-59D722F49744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8B36E09C-0A1F-45E2-A066-C872EA57F3BF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657FE981-D212-41A3-9AE7-2AF58971C662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07DB08E3-328B-4004-B4DA-BDFEAA2768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77299" name="Text Box 72">
            <a:extLst>
              <a:ext uri="{FF2B5EF4-FFF2-40B4-BE49-F238E27FC236}">
                <a16:creationId xmlns:a16="http://schemas.microsoft.com/office/drawing/2014/main" id="{94DB3E71-4705-432F-A1DB-89639E1945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77300" name="Line 71">
            <a:extLst>
              <a:ext uri="{FF2B5EF4-FFF2-40B4-BE49-F238E27FC236}">
                <a16:creationId xmlns:a16="http://schemas.microsoft.com/office/drawing/2014/main" id="{2EE0B7FD-A8AD-4C12-8C86-CC97DF3F92A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77301" name="Text Box 72">
            <a:extLst>
              <a:ext uri="{FF2B5EF4-FFF2-40B4-BE49-F238E27FC236}">
                <a16:creationId xmlns:a16="http://schemas.microsoft.com/office/drawing/2014/main" id="{67560556-25D2-4451-80F8-66FEECC736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77302" name="Line 71">
            <a:extLst>
              <a:ext uri="{FF2B5EF4-FFF2-40B4-BE49-F238E27FC236}">
                <a16:creationId xmlns:a16="http://schemas.microsoft.com/office/drawing/2014/main" id="{BC295E88-C92C-4CFA-A3B3-4E4F7EA4548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43305BF7-0584-46DF-82B6-E831C3D37848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DE06189D-A775-457D-A8A6-839E3554A4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773DCFEF-55A0-47CC-80E4-ACBFF88362EC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306" name="Grupo 374">
            <a:extLst>
              <a:ext uri="{FF2B5EF4-FFF2-40B4-BE49-F238E27FC236}">
                <a16:creationId xmlns:a16="http://schemas.microsoft.com/office/drawing/2014/main" id="{A2062B24-E452-43D1-8F3E-B57D711FB5EF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41FD3892-6FC1-476C-B6DC-79E777E749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E3D01D5B-6E3A-4EFC-808C-80D58A197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1B85703B-6FFD-44A4-9235-5415D1855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1D51E0ED-79BC-467D-A173-4A6655E535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56C3145E-DFA7-446C-A32C-66A93C46FF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3AF4754B-4797-4E1C-827E-6A3105634F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B72FF9A0-9684-44B9-BB00-C246315797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B82F960A-0F13-4719-91F0-BB73744F9F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4D038315-CC63-4B38-85E8-CB37427055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084F6097-0AA9-4BB4-B9C8-FC66430FAD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C59A84E2-E65B-4271-B56D-F328E0E111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D3D04481-86B8-44A3-9C91-D46B88747E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75730BE5-8BF4-488F-8437-7668EEA000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79A7070F-07D3-49E1-BF2B-3EC2E1E60C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97CF2F55-18A6-46E7-BF5A-2CBC470E7F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7040EBF0-CEF6-437D-AF64-5691399DD1C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EB947A7E-969A-42AB-81D4-25F65B32A5C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84AA1E59-E0F6-4848-A18B-044FE8558A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E8A2880C-F2BB-49E5-87ED-A0FAE04D0126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BF1827FB-29E7-452B-9E6D-AD4A934AA7A4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8946F7C1-529C-4008-A17D-76E9A1491ACA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EC6432E3-7B8B-4042-B7F9-D31F525E1C14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4254B418-3E1C-4147-ABBF-2938B38C7EE1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D2DAC135-43D3-4B15-A0CA-7FA42A110A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0900" y="1982788"/>
            <a:ext cx="2187575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Tipo-I</a:t>
            </a:r>
          </a:p>
        </p:txBody>
      </p:sp>
      <p:sp>
        <p:nvSpPr>
          <p:cNvPr id="389" name="Forma libre 388">
            <a:extLst>
              <a:ext uri="{FF2B5EF4-FFF2-40B4-BE49-F238E27FC236}">
                <a16:creationId xmlns:a16="http://schemas.microsoft.com/office/drawing/2014/main" id="{D4D78359-2580-4806-92DD-CCCC2A576AB6}"/>
              </a:ext>
            </a:extLst>
          </p:cNvPr>
          <p:cNvSpPr/>
          <p:nvPr/>
        </p:nvSpPr>
        <p:spPr>
          <a:xfrm flipV="1">
            <a:off x="2566988" y="4581525"/>
            <a:ext cx="24606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B48D35C9-0C3E-4EC3-8F72-DA9AE65B734A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0" name="Forma libre 389">
            <a:extLst>
              <a:ext uri="{FF2B5EF4-FFF2-40B4-BE49-F238E27FC236}">
                <a16:creationId xmlns:a16="http://schemas.microsoft.com/office/drawing/2014/main" id="{2F194DD7-320B-4320-9E3A-4650D346FD19}"/>
              </a:ext>
            </a:extLst>
          </p:cNvPr>
          <p:cNvSpPr/>
          <p:nvPr/>
        </p:nvSpPr>
        <p:spPr>
          <a:xfrm flipV="1">
            <a:off x="3584575" y="3538538"/>
            <a:ext cx="2460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8CE1A26C-C4EE-4260-9C58-1E3544E21FE2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4" name="Forma libre 23">
            <a:extLst>
              <a:ext uri="{FF2B5EF4-FFF2-40B4-BE49-F238E27FC236}">
                <a16:creationId xmlns:a16="http://schemas.microsoft.com/office/drawing/2014/main" id="{75696BDD-B063-42E3-8BB1-09EB92A50B2A}"/>
              </a:ext>
            </a:extLst>
          </p:cNvPr>
          <p:cNvSpPr/>
          <p:nvPr/>
        </p:nvSpPr>
        <p:spPr>
          <a:xfrm>
            <a:off x="6440488" y="5656263"/>
            <a:ext cx="293687" cy="47625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55471564-CED3-4771-B005-18002BB785EE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Forma libre 25">
            <a:extLst>
              <a:ext uri="{FF2B5EF4-FFF2-40B4-BE49-F238E27FC236}">
                <a16:creationId xmlns:a16="http://schemas.microsoft.com/office/drawing/2014/main" id="{66403BC7-FA28-4F7B-A649-8578714BF097}"/>
              </a:ext>
            </a:extLst>
          </p:cNvPr>
          <p:cNvSpPr/>
          <p:nvPr/>
        </p:nvSpPr>
        <p:spPr>
          <a:xfrm>
            <a:off x="8256588" y="4416425"/>
            <a:ext cx="3175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5E73C6EF-F85C-404F-8A4C-65956D1883C2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2" name="Text Box 50">
            <a:extLst>
              <a:ext uri="{FF2B5EF4-FFF2-40B4-BE49-F238E27FC236}">
                <a16:creationId xmlns:a16="http://schemas.microsoft.com/office/drawing/2014/main" id="{4390D692-BB99-4E79-8003-D10601AE3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77395" name="Text Box 50">
            <a:extLst>
              <a:ext uri="{FF2B5EF4-FFF2-40B4-BE49-F238E27FC236}">
                <a16:creationId xmlns:a16="http://schemas.microsoft.com/office/drawing/2014/main" id="{2F5B4495-1F7B-45A9-90C8-996AA67AD8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209" name="Marcador de número de diapositiva 208">
            <a:extLst>
              <a:ext uri="{FF2B5EF4-FFF2-40B4-BE49-F238E27FC236}">
                <a16:creationId xmlns:a16="http://schemas.microsoft.com/office/drawing/2014/main" id="{3D031237-26E7-436E-AE4B-80F1FBD143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5E9167B-FD17-4006-9F76-44079FF8D512}" type="slidenum">
              <a:rPr lang="es-ES" altLang="es-ES">
                <a:solidFill>
                  <a:srgbClr val="171717"/>
                </a:solidFill>
              </a:rPr>
              <a:pPr/>
              <a:t>88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60" name="Text Box 76">
            <a:extLst>
              <a:ext uri="{FF2B5EF4-FFF2-40B4-BE49-F238E27FC236}">
                <a16:creationId xmlns:a16="http://schemas.microsoft.com/office/drawing/2014/main" id="{BD3DC238-B569-400D-8215-5AE66F3061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8" name="Line 78">
            <a:extLst>
              <a:ext uri="{FF2B5EF4-FFF2-40B4-BE49-F238E27FC236}">
                <a16:creationId xmlns:a16="http://schemas.microsoft.com/office/drawing/2014/main" id="{522550AA-564A-43B3-9C24-ADBADC298A3B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10" name="Conector recto de flecha 209">
            <a:extLst>
              <a:ext uri="{FF2B5EF4-FFF2-40B4-BE49-F238E27FC236}">
                <a16:creationId xmlns:a16="http://schemas.microsoft.com/office/drawing/2014/main" id="{A331E79B-76E7-4802-9837-AF365973BA97}"/>
              </a:ext>
            </a:extLst>
          </p:cNvPr>
          <p:cNvCxnSpPr>
            <a:cxnSpLocks/>
            <a:endCxn id="208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1" name="Text Box 50">
            <a:extLst>
              <a:ext uri="{FF2B5EF4-FFF2-40B4-BE49-F238E27FC236}">
                <a16:creationId xmlns:a16="http://schemas.microsoft.com/office/drawing/2014/main" id="{7461E241-0F5F-4049-84F0-26DDCA8B94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212" name="Marcador de contenido 5">
            <a:extLst>
              <a:ext uri="{FF2B5EF4-FFF2-40B4-BE49-F238E27FC236}">
                <a16:creationId xmlns:a16="http://schemas.microsoft.com/office/drawing/2014/main" id="{84EE32E0-7841-4EAE-830F-8BACD2D594CC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7233260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4278758409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7262677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9352304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9957522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188276"/>
                  </a:ext>
                </a:extLst>
              </a:tr>
            </a:tbl>
          </a:graphicData>
        </a:graphic>
      </p:graphicFrame>
      <p:graphicFrame>
        <p:nvGraphicFramePr>
          <p:cNvPr id="214" name="Marcador de contenido 5">
            <a:extLst>
              <a:ext uri="{FF2B5EF4-FFF2-40B4-BE49-F238E27FC236}">
                <a16:creationId xmlns:a16="http://schemas.microsoft.com/office/drawing/2014/main" id="{A9FE3176-6837-47DA-906E-A86C709B1712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2" name="Marcador de contenido 5">
            <a:extLst>
              <a:ext uri="{FF2B5EF4-FFF2-40B4-BE49-F238E27FC236}">
                <a16:creationId xmlns:a16="http://schemas.microsoft.com/office/drawing/2014/main" id="{33853621-1B55-4471-89EC-F11748610366}"/>
              </a:ext>
            </a:extLst>
          </p:cNvPr>
          <p:cNvGraphicFramePr>
            <a:graphicFrameLocks/>
          </p:cNvGraphicFramePr>
          <p:nvPr/>
        </p:nvGraphicFramePr>
        <p:xfrm>
          <a:off x="936625" y="1165225"/>
          <a:ext cx="6834188" cy="33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78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12b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27" marR="9142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 err="1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)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27" marR="91427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3" name="Tabla 22">
            <a:extLst>
              <a:ext uri="{FF2B5EF4-FFF2-40B4-BE49-F238E27FC236}">
                <a16:creationId xmlns:a16="http://schemas.microsoft.com/office/drawing/2014/main" id="{221BD30B-1B18-4ADD-A93F-8927CFF7309D}"/>
              </a:ext>
            </a:extLst>
          </p:cNvPr>
          <p:cNvGraphicFramePr>
            <a:graphicFrameLocks noGrp="1"/>
          </p:cNvGraphicFramePr>
          <p:nvPr/>
        </p:nvGraphicFramePr>
        <p:xfrm>
          <a:off x="941388" y="1525588"/>
          <a:ext cx="6835775" cy="458787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12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11:0</a:t>
                      </a: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6" name="Rectángulo 15">
            <a:extLst>
              <a:ext uri="{FF2B5EF4-FFF2-40B4-BE49-F238E27FC236}">
                <a16:creationId xmlns:a16="http://schemas.microsoft.com/office/drawing/2014/main" id="{66F7E799-A200-4F43-AC56-2BDE0FB7B032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D0ADE5DE-24B4-469B-9335-ACC70C519F8D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F9A37C37-D45E-4A6D-B5D8-63EE6A826744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96C2A5CE-B39D-458B-A282-D421E46581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18F6974F-1F50-4009-ADFB-6A062DEEBF6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848499A5-74AA-4150-A4B3-48AC11243A21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E59BEF9E-AD6C-4959-92F2-D74EBBED3B56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769D0547-008C-4E9D-BC68-B95F59E210B3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A3F4AD3B-111D-4D6E-AD5F-5DCE19160F65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935F1013-47EB-4107-AD96-7FAF60F3A5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79265" name="Grupo 228">
            <a:extLst>
              <a:ext uri="{FF2B5EF4-FFF2-40B4-BE49-F238E27FC236}">
                <a16:creationId xmlns:a16="http://schemas.microsoft.com/office/drawing/2014/main" id="{89C5FD46-C004-4878-B1E4-D1C554F6A390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60546490-B205-4BD7-9FB2-572DE4339E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43740C50-A734-4B4F-950E-912ED0EFE4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A3D46686-FB09-4261-80FB-244A412747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4101B277-40DA-4860-AA4F-1635351233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9FF09B1A-4151-49DC-B2A3-99DE1983BB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16D5E74F-BA68-4AEA-8682-5151B8ECD2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426A07AD-CDE8-48BA-9EA6-77A3201B4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EB9F07B8-4141-4930-A61B-3469E980FF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3617D9DB-7C98-4A3B-8B95-B473819489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B5E8DE3A-70CF-4A43-8B54-2F40F80042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6B971D48-8BBD-4D62-8B5B-90437FE1B5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8BC0D2C2-23A6-4FC0-8246-F02FA05553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4FF53466-AB98-41C8-B1FC-5EBFFE682E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D8609B8D-6BAB-4A0A-9B5F-29009A05E6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954FB0E6-1D2B-4853-96D4-ADB4CEAF9C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2EBEC1E5-AA2B-447B-B550-043B0FABE8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1FF9F190-5ECE-4E5A-ACD1-6CEE4F20F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2FF7AD5C-B6D1-490B-83AD-EA3668B493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BCECB630-860D-4B20-BE23-4F956BD52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68B1D1C6-2883-40BE-99A9-924F27C8BE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CF0EBABC-54F4-44B7-89FA-795CD277A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A24B4609-04BE-4C8B-BDD0-1042E7ED7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C0E12356-33D9-4C39-A76F-87AE346A2C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ACBD8D51-EEAA-43A2-95DF-CBA0629A5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1A00F845-5507-4D36-84CD-9AC8A57E08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9636330B-AAAC-49B1-B21F-E68430B2EB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4D373903-5567-400A-BC76-D9975DAA8F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F3E94FDA-A16D-416D-83BF-A9657A1F04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1331BB70-0161-4F42-9EE6-1307EA21560E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79266" name="Grupo 261">
            <a:extLst>
              <a:ext uri="{FF2B5EF4-FFF2-40B4-BE49-F238E27FC236}">
                <a16:creationId xmlns:a16="http://schemas.microsoft.com/office/drawing/2014/main" id="{8C239EE1-5D7B-41AC-9054-2DA55BA793A2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AE34872D-59AB-479B-A4F3-0816CF6ECB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91E65E0E-C4D8-4111-945F-98C3288780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D54852DA-5B3B-4F6D-B651-1575928AE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609DE567-C69B-4A3E-B47B-DD5574EEDF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3E865E63-527F-4629-AF81-73D52FA88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DB0B8B4D-B128-43E7-8F38-14545F6F3B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8BC06BE6-80CA-4BCA-8895-1DA5F85E32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76D55EC6-6953-4867-BC77-DF837B5975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F4136D1C-0A2E-4772-A511-76A528E781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C5EDDFF0-4A43-40EF-A0F9-F110D5FDCB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7D610DA1-A827-4EF6-BE4F-021A6BEA8B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0E1584F8-C8B1-4CD8-9FA3-9F376B52C1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2745AB24-8B6F-4A47-ADAC-E70C8D306A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5821EA0D-BECF-444D-9A52-BC1532B59D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683D2631-4B54-4457-9832-5F978A1B57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9F2B3568-C1F1-4440-B990-36246617EC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A93C089E-DA71-444E-BF6A-354A44A4B9B9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A7CEBFC0-B600-4E47-9BB9-0F24AC4754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587587B9-64B8-4769-B59C-338596985B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F90C84A3-88A3-4BFB-8C36-526870A32C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3B239185-3257-4714-B7D8-CE67CB4D5155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8764801E-6F8D-4777-AF6E-B6EE29E76D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29281993-9EB7-413A-B76C-D5FEFDA528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132E831D-58F7-4837-ABB7-4ADC3D0A09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8A7825B9-53D5-4594-968D-C66ED2DB48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823C1804-0C83-4BB4-9568-EE215EAECE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8B687259-5516-44F2-856E-3FF2D9F7DE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9E921A3A-8D6C-4C1D-89EE-788B9EE3F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9476626D-2E05-42D0-AE3E-8D58CBFC59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553C12EC-9076-41E9-90C2-D041806140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D255078F-E92C-4F05-9DAB-B4207497D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2365CC9D-1FB9-459A-8EAD-2DACBA1F1F1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DCACDBD6-EBC2-429D-BDA8-88EB19646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0EAB93CE-EA20-422B-9DB5-9515467DEB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992406D5-9308-4C51-9D45-823DCC9726E0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0F0139EF-14D6-4270-B44F-FE0115FD7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63BA860A-2AAE-4352-8C8E-1C3B3D08F1EC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D1BEEC2F-2A86-4594-BF67-425B6FC0719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79288" name="Grupo 303">
            <a:extLst>
              <a:ext uri="{FF2B5EF4-FFF2-40B4-BE49-F238E27FC236}">
                <a16:creationId xmlns:a16="http://schemas.microsoft.com/office/drawing/2014/main" id="{605E73E1-9B1D-4763-B610-9B35C579E64F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AF4F0898-C75C-4C19-959C-6D71E8B2DF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59487226-54C0-46F8-BA0E-0BC077BBF2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71225F37-49B2-48B4-AAC1-AA1554D1E3C4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EE3C69B8-315C-4EEC-80A4-5007984470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B3E75A28-87EA-48A1-8B82-2CB7A8FDC6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ECEF3A66-79F7-4EB6-97ED-6A0AC07831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4CC08998-FDFA-42A1-A549-ABD965C632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D0BBE632-7216-4285-9A29-5A4AFF171AF2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448A8EAF-FA7B-45D7-BE9B-1A9C0D422D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75E1864E-CB6F-4E8E-966F-49E286A5D4F8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A87894FC-5631-40C3-9522-16A43C8C9A56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66A62CEE-66C5-486F-B203-8ABAE8AD1A58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D463969C-76DA-4D48-A6F4-1BAC2D1755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68BF1A98-BF5F-4920-9841-2F76AF70D1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8F099C96-2A52-48A4-B7FC-002B65D9DD08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798B5CBA-3305-48EC-844A-3D7FA101D2C1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8914585D-E7CA-44D9-99B1-FAF4C396DB04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9299" name="Grupo 27">
            <a:extLst>
              <a:ext uri="{FF2B5EF4-FFF2-40B4-BE49-F238E27FC236}">
                <a16:creationId xmlns:a16="http://schemas.microsoft.com/office/drawing/2014/main" id="{6FD9C4FF-3EFA-42CE-8D19-ACDFE94A610C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74B31512-FA70-42BE-A666-54B6E6C43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2801405D-740C-4145-9D3C-C9B80CA3ED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32F0D0D7-AD20-4AA2-B5D8-4616AB937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F217861D-B015-4873-9930-346F2B8ED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209655BB-4E9B-4634-828D-1DCC9CA47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68EE1997-EFBB-48E2-974B-4FFAD33217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87AB6CC1-BC4B-4D40-98A2-78417E18D8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2B144F86-FDD1-469F-BDD3-B30777EC00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9453E8CA-806D-4D66-82F1-8F836470CA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99312F4C-F8E3-49F2-A24F-50116307B14D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000A5AFB-CD4C-4AEC-98CF-77A824705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F7FBE878-72EB-494A-AAD3-CF71352238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D5913032-FB96-4044-AC9F-963962A4EC02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C79887CB-1C57-4F5E-889B-D509A8299F3D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2B41CBE3-445D-4810-BEEC-90F58EBC01BC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DFAB1153-6C7E-4CDC-8610-4A0600CD83E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57D00E6D-625E-4B9E-BE7F-A322282A924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BFE417A3-3CDF-4B41-B42D-685994AF765C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9306" name="Grupo 4">
            <a:extLst>
              <a:ext uri="{FF2B5EF4-FFF2-40B4-BE49-F238E27FC236}">
                <a16:creationId xmlns:a16="http://schemas.microsoft.com/office/drawing/2014/main" id="{0B9B1022-6844-40A3-A7D8-E9BC3117EF7C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CC7256AE-2528-47AB-95F9-B303A9814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5C74E95A-B0CB-4B6A-B2E8-EB9F03DB75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FC1EC132-DD06-42B8-8518-4DAEFCB3EC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C05A9B65-432B-4EEC-BD99-0897F525D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136C7A95-0B62-4E25-8DBF-118C32398B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A8485546-1182-435A-B440-F094DEE4F6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72F434B3-5BBE-432B-9873-676B8B77AC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2273FF8F-6E67-4BAF-9A50-9E32A9C246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08E2F0F7-50E5-4A3C-B280-2A3A96578D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3DBC05A6-B49C-4856-A046-CC34960983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45EF53C5-0EC1-4352-81DA-593A95E596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F5294AEA-F82A-43C9-A4B9-5A80822F8882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D9AE7C9B-386A-4AA9-89BE-2BB9C074A5C0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618EB673-1CEC-4694-8C48-383E63DDA972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9310" name="Grupo 138">
            <a:extLst>
              <a:ext uri="{FF2B5EF4-FFF2-40B4-BE49-F238E27FC236}">
                <a16:creationId xmlns:a16="http://schemas.microsoft.com/office/drawing/2014/main" id="{81FCDA89-92AF-42B0-A01B-CACB6213B248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F0D8B861-C3B4-4337-860D-4BCE0A6893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353F9E66-7181-44BA-82E6-216B78768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4BC3D5B7-DF57-4FC3-B9FC-55C1851A7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0C8BE479-FE8A-48CC-85B4-0FF868C9AC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0913E29F-A341-45EB-BBEF-83A9C547E5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D6A8C024-9140-4523-8333-2D4C06D48F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578EE320-B25C-44DB-BE5A-E95386390F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E78DFB9D-33D7-478A-BE82-B9B3133D670E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C1F43C7D-BF24-4DCA-8114-83A516C065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79311" name="Grupo 148">
            <a:extLst>
              <a:ext uri="{FF2B5EF4-FFF2-40B4-BE49-F238E27FC236}">
                <a16:creationId xmlns:a16="http://schemas.microsoft.com/office/drawing/2014/main" id="{2938BC72-BCB0-42BE-AC1C-3C95F817763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E239E2DF-BB63-4353-83E8-66D47CF001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59772AA9-B288-404E-808C-205915B86F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B2A1EB77-EEF6-4954-A136-97559A420F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9E48FFE6-37E1-4AB7-AA20-020B31829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08FEDE27-249B-4913-842D-91FF54A7D5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97DF327A-9E7B-4535-8C48-D031AF4132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CCA5DDA8-9A39-4722-B1E6-E34791F0CB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5742198F-D746-40EC-86CA-ACADEE0312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59105361-CC69-4FC2-840F-0CD887B60F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829CE6C9-788C-41C0-9364-2EC207C8F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7CD684DA-D608-4263-8224-081A284DE5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1F1C45DB-33B5-47FB-ABAB-D8923DBCB981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9313" name="Text Box 46">
            <a:extLst>
              <a:ext uri="{FF2B5EF4-FFF2-40B4-BE49-F238E27FC236}">
                <a16:creationId xmlns:a16="http://schemas.microsoft.com/office/drawing/2014/main" id="{70DA46C7-C8DD-4682-8235-435A8C00FE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grpSp>
        <p:nvGrpSpPr>
          <p:cNvPr id="179314" name="Grupo 188">
            <a:extLst>
              <a:ext uri="{FF2B5EF4-FFF2-40B4-BE49-F238E27FC236}">
                <a16:creationId xmlns:a16="http://schemas.microsoft.com/office/drawing/2014/main" id="{850B7376-1140-445A-9537-AEA6C17E7D77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CE50EE67-34C2-4855-BB81-B947149A4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0A358F90-38F5-451B-A7ED-976860FB11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99D5D464-1CFB-4AA9-A365-0A9A66A438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1480E940-B59D-43CA-98F8-07C276D4A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DABE782A-F8A6-48AC-B92E-A4D2E86810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3B574CF4-A74C-45CC-A5BC-2B1B6DFF5B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B534BBF6-2ED6-4518-A506-6FB9A45F57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45284ACD-F042-4969-ABE4-172521A9A3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29E341F4-B0C2-42F2-925B-F2C8B8A620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709EE49F-9E6C-46B1-8C67-8361EC2955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F222CE6C-89F3-457A-8719-46D9C143A2A5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79316" name="Grupo 47">
            <a:extLst>
              <a:ext uri="{FF2B5EF4-FFF2-40B4-BE49-F238E27FC236}">
                <a16:creationId xmlns:a16="http://schemas.microsoft.com/office/drawing/2014/main" id="{A76DF7FD-AF50-4934-9BDF-5B7D1B44DDAF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2417DA82-2C49-49D1-B73D-3838EC19F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FA0359E2-5A3D-40BE-9597-778C37B232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979410A3-3405-4173-BEED-E3B4DEFEAB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9F51526C-8611-41F5-A18A-0906A94B2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C2799EAE-1217-48DA-A842-46D7F8E500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BD023DE9-9621-476F-BED7-5CA3744279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0EED170C-2296-4C0F-ABBC-EC80A24951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CBFC8FE3-3F38-4CC8-A6FC-C2C76ED22F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0C7B6F12-1E22-400D-AE4B-ABDC2B286BB2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731935A0-5543-4DF9-AE56-8EC6373126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8BBA1968-43C1-498E-865B-230FBAE573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5C0A4AE4-CEC9-45FC-9080-CF5602E0E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097DF1CE-49EA-4B1D-9A5B-C40CBC96C8AC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838E00B1-EDF0-4264-91E3-115C8865BA2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79319" name="Grupo 9">
            <a:extLst>
              <a:ext uri="{FF2B5EF4-FFF2-40B4-BE49-F238E27FC236}">
                <a16:creationId xmlns:a16="http://schemas.microsoft.com/office/drawing/2014/main" id="{008AEFCE-FA36-4C1E-A21B-0A4C7E5D9EA4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86FFD870-5691-4513-9C53-8000AFAF0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D775E445-3920-408F-929F-39AEFB25D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6004902D-AA7F-4744-9523-FE9EB8A2E4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521AD532-CB22-4B5F-ACD0-F6010D77E9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7D6559A3-A125-480F-A476-06B92CCAF5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264CAB06-3B3A-4311-8E75-75D0A57623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85AF9D64-15C9-4CAE-A969-4272911AD2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61C9532B-966A-41EC-8BE2-FE326F993B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72819DF0-23A5-4A42-B233-3124C2CF2B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54CA39F7-F526-4D37-A827-35123455A123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3675701D-BB38-4109-BC90-B40119BF77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A75FECCF-6511-48F9-88C1-CA724308B8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90884609-C45D-4919-93B6-13CF765690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570AA087-AAA9-4346-9B81-8429C4E4FF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9CA98904-51EF-4019-9870-10EC0FD57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4DA2B542-5214-4A14-B6ED-5800E3C939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F1FDFFFC-22C3-4891-B108-CB5A5482B5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D4C99B93-B14F-4557-B7E7-39326B99F50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298B58FC-3746-4819-A2D9-7618FD5183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180DBCB0-1154-4E8C-AD9E-3C1471F8889B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3CFC17B9-5B0D-4550-AE7B-F3EF08D2502E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C314BB5E-96E2-4E40-BFFC-D642798695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EF8057B1-03E8-42F7-9D14-102E1AFC6B1A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9326" name="Text Box 72">
            <a:extLst>
              <a:ext uri="{FF2B5EF4-FFF2-40B4-BE49-F238E27FC236}">
                <a16:creationId xmlns:a16="http://schemas.microsoft.com/office/drawing/2014/main" id="{D4ED0600-C524-43FC-8C30-0296F734BE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79327" name="Line 71">
            <a:extLst>
              <a:ext uri="{FF2B5EF4-FFF2-40B4-BE49-F238E27FC236}">
                <a16:creationId xmlns:a16="http://schemas.microsoft.com/office/drawing/2014/main" id="{B4A73F71-B4E3-4B52-B89A-036DC8C37B1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62F01B50-F42A-487E-AAF8-EBD5BB4220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438FC6DE-9F1E-4BB1-9123-8E5C02CAED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B87D716E-4849-43F2-B165-37412807DE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79331" name="Text Box 50">
            <a:extLst>
              <a:ext uri="{FF2B5EF4-FFF2-40B4-BE49-F238E27FC236}">
                <a16:creationId xmlns:a16="http://schemas.microsoft.com/office/drawing/2014/main" id="{2EB60DDE-D6E9-464E-A862-87255C3AE9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79332" name="Text Box 50">
            <a:extLst>
              <a:ext uri="{FF2B5EF4-FFF2-40B4-BE49-F238E27FC236}">
                <a16:creationId xmlns:a16="http://schemas.microsoft.com/office/drawing/2014/main" id="{127E8D96-E388-4E81-A272-991D6615E3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79333" name="Text Box 50">
            <a:extLst>
              <a:ext uri="{FF2B5EF4-FFF2-40B4-BE49-F238E27FC236}">
                <a16:creationId xmlns:a16="http://schemas.microsoft.com/office/drawing/2014/main" id="{68F26C52-89C2-483B-B04E-BE2204C030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B2324BB7-D45C-45E6-88E6-EF1970AE3BA8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4A74BBEB-ABD1-4375-9E37-FC4EF3268683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69959085-9090-4B1C-B90C-533BEBFD4798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FC869FFE-F273-4C84-9050-5EE12DD7F6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809F7836-9077-48ED-A8C8-588A1131B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DE50B550-4DFF-4BB8-B0CF-823322D2A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3C876CCB-01F6-4754-A4AD-BC59F0693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F99D9EF3-1AAC-467E-83C2-A46B805D36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86CC2DD4-51CC-4F57-8672-27C981DCCE00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FA975ED4-F43C-48EE-BCC5-C9618703AA20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4003D782-3404-4C2A-9F5D-627CF1A9899B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8A6AF6A1-BD09-4D36-A1F9-2776AB02374D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3ACF027E-273C-4EA4-890B-70705B4877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79347" name="Text Box 72">
            <a:extLst>
              <a:ext uri="{FF2B5EF4-FFF2-40B4-BE49-F238E27FC236}">
                <a16:creationId xmlns:a16="http://schemas.microsoft.com/office/drawing/2014/main" id="{BD758AA4-CFA4-4C61-AAF4-6761DAADC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79348" name="Line 71">
            <a:extLst>
              <a:ext uri="{FF2B5EF4-FFF2-40B4-BE49-F238E27FC236}">
                <a16:creationId xmlns:a16="http://schemas.microsoft.com/office/drawing/2014/main" id="{D602F51C-A6A6-4E72-A7F0-12A77D9DD1E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79349" name="Text Box 72">
            <a:extLst>
              <a:ext uri="{FF2B5EF4-FFF2-40B4-BE49-F238E27FC236}">
                <a16:creationId xmlns:a16="http://schemas.microsoft.com/office/drawing/2014/main" id="{10D15375-CE52-4C77-B10B-E2AABB3274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79350" name="Line 71">
            <a:extLst>
              <a:ext uri="{FF2B5EF4-FFF2-40B4-BE49-F238E27FC236}">
                <a16:creationId xmlns:a16="http://schemas.microsoft.com/office/drawing/2014/main" id="{E073E27D-D704-4D09-BAE0-BF1D1073051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98C38F08-D6B0-49B8-A952-C696EDF502B7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E27E9A39-8D91-4229-A4D2-7809D0A7FD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366F8654-5FFC-4925-B205-16B7AB7AB089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9354" name="Grupo 374">
            <a:extLst>
              <a:ext uri="{FF2B5EF4-FFF2-40B4-BE49-F238E27FC236}">
                <a16:creationId xmlns:a16="http://schemas.microsoft.com/office/drawing/2014/main" id="{34D5ED62-90D9-479B-A5DF-3EA79C2C5424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48C87F9D-D480-4B06-BBC4-1A80EC897B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DD9753CF-84C4-4A67-82CD-05C91E327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81BD790E-0371-4843-A113-8C639C643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48EF926C-DB16-4CFF-8AAA-77E631C83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A35F11D4-6A73-4178-AFCE-B7817B3CA8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D080DA48-E384-4301-83D9-C87395E1B8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4D50E37B-92AF-4796-A73F-70A2C32767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BEE3828D-8919-46B1-A488-C256706B1C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08525290-32C6-43A1-B918-AD65182785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7E9BD5EA-2D32-42B2-BE28-D008F29850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CD17FF05-7F42-49BA-9FF2-C19BEAB1A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A1D4F411-5388-4D01-8ECE-AC6DDFDB31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2997DA3C-7A56-49B4-82E0-D91972121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0E87F504-41C1-467B-AF01-217344714B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4A60205B-7AEC-4195-AE35-0989A5ED16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61ACCD2B-97CB-4C08-97A0-0A1C97FA401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DB18CD68-3CE0-4C16-80CA-0442EAC0657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73363698-7F84-4D18-8E8A-34944430A9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BC768E07-22F7-4E77-99E8-68D5B346137F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ADA3A722-1F5D-47C1-A326-B7F4E70CC7D8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EFC25753-F2F0-4ACC-902E-1A684EA32144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E04256FC-1A9E-4C2D-AD95-CB4E267D020A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A006E2B3-FB2C-4973-9CDA-738D81D394D1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07C4161B-C98A-4399-970F-3FC9C93A81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0900" y="1982788"/>
            <a:ext cx="2187575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Tipo-I</a:t>
            </a:r>
          </a:p>
        </p:txBody>
      </p:sp>
      <p:sp>
        <p:nvSpPr>
          <p:cNvPr id="389" name="Forma libre 388">
            <a:extLst>
              <a:ext uri="{FF2B5EF4-FFF2-40B4-BE49-F238E27FC236}">
                <a16:creationId xmlns:a16="http://schemas.microsoft.com/office/drawing/2014/main" id="{A4CC9A7E-9AB5-43A7-8C26-838530010126}"/>
              </a:ext>
            </a:extLst>
          </p:cNvPr>
          <p:cNvSpPr/>
          <p:nvPr/>
        </p:nvSpPr>
        <p:spPr>
          <a:xfrm flipV="1">
            <a:off x="2566988" y="4581525"/>
            <a:ext cx="24606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5AACA73D-75E4-4A21-995B-22ABA38CB21B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0" name="Forma libre 389">
            <a:extLst>
              <a:ext uri="{FF2B5EF4-FFF2-40B4-BE49-F238E27FC236}">
                <a16:creationId xmlns:a16="http://schemas.microsoft.com/office/drawing/2014/main" id="{08A30F2A-5D55-4BEE-95B1-7F08834D67FF}"/>
              </a:ext>
            </a:extLst>
          </p:cNvPr>
          <p:cNvSpPr/>
          <p:nvPr/>
        </p:nvSpPr>
        <p:spPr>
          <a:xfrm flipV="1">
            <a:off x="3584575" y="3538538"/>
            <a:ext cx="2460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0065A5EE-DE64-406B-8EE8-08936A3086BE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4" name="Forma libre 23">
            <a:extLst>
              <a:ext uri="{FF2B5EF4-FFF2-40B4-BE49-F238E27FC236}">
                <a16:creationId xmlns:a16="http://schemas.microsoft.com/office/drawing/2014/main" id="{456EE921-BA49-4495-B8A7-51BE774E32C1}"/>
              </a:ext>
            </a:extLst>
          </p:cNvPr>
          <p:cNvSpPr/>
          <p:nvPr/>
        </p:nvSpPr>
        <p:spPr>
          <a:xfrm>
            <a:off x="6440488" y="5656263"/>
            <a:ext cx="293687" cy="47625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084E7084-8B9A-4879-B725-8EAE4C85C977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" name="Forma libre 25">
            <a:extLst>
              <a:ext uri="{FF2B5EF4-FFF2-40B4-BE49-F238E27FC236}">
                <a16:creationId xmlns:a16="http://schemas.microsoft.com/office/drawing/2014/main" id="{B6EE6E99-E74A-4DC8-A760-9BF2F34ADC8F}"/>
              </a:ext>
            </a:extLst>
          </p:cNvPr>
          <p:cNvSpPr/>
          <p:nvPr/>
        </p:nvSpPr>
        <p:spPr>
          <a:xfrm>
            <a:off x="8256588" y="4416425"/>
            <a:ext cx="3175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64C43AF6-9774-4D9F-B671-C4F83B1E2EF2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0" name="Text Box 50">
            <a:extLst>
              <a:ext uri="{FF2B5EF4-FFF2-40B4-BE49-F238E27FC236}">
                <a16:creationId xmlns:a16="http://schemas.microsoft.com/office/drawing/2014/main" id="{E90240C7-2FE0-433A-9382-817FDD0FA0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79443" name="Text Box 50">
            <a:extLst>
              <a:ext uri="{FF2B5EF4-FFF2-40B4-BE49-F238E27FC236}">
                <a16:creationId xmlns:a16="http://schemas.microsoft.com/office/drawing/2014/main" id="{3E3412F6-7CDE-4E1D-BD25-40555C69FA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209" name="Marcador de número de diapositiva 208">
            <a:extLst>
              <a:ext uri="{FF2B5EF4-FFF2-40B4-BE49-F238E27FC236}">
                <a16:creationId xmlns:a16="http://schemas.microsoft.com/office/drawing/2014/main" id="{5C881A21-CEBB-4A60-966A-5B3ADBE88B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DD49086-D22A-4F17-A4E4-00902A3D2198}" type="slidenum">
              <a:rPr lang="es-ES" altLang="es-ES">
                <a:solidFill>
                  <a:srgbClr val="171717"/>
                </a:solidFill>
              </a:rPr>
              <a:pPr/>
              <a:t>89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204" name="Text Box 76">
            <a:extLst>
              <a:ext uri="{FF2B5EF4-FFF2-40B4-BE49-F238E27FC236}">
                <a16:creationId xmlns:a16="http://schemas.microsoft.com/office/drawing/2014/main" id="{6E459DE0-5082-4BE0-A006-9211246AA6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8" name="Line 78">
            <a:extLst>
              <a:ext uri="{FF2B5EF4-FFF2-40B4-BE49-F238E27FC236}">
                <a16:creationId xmlns:a16="http://schemas.microsoft.com/office/drawing/2014/main" id="{9BBCA87A-137A-42F8-BE53-125456B0742E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10" name="Conector recto de flecha 209">
            <a:extLst>
              <a:ext uri="{FF2B5EF4-FFF2-40B4-BE49-F238E27FC236}">
                <a16:creationId xmlns:a16="http://schemas.microsoft.com/office/drawing/2014/main" id="{F0C20ABB-472F-4CDB-AD6C-682F5CD5E739}"/>
              </a:ext>
            </a:extLst>
          </p:cNvPr>
          <p:cNvCxnSpPr>
            <a:cxnSpLocks/>
            <a:endCxn id="208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1" name="Text Box 50">
            <a:extLst>
              <a:ext uri="{FF2B5EF4-FFF2-40B4-BE49-F238E27FC236}">
                <a16:creationId xmlns:a16="http://schemas.microsoft.com/office/drawing/2014/main" id="{3F211E69-E76D-4B19-B591-3B1D005AAE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212" name="Marcador de contenido 5">
            <a:extLst>
              <a:ext uri="{FF2B5EF4-FFF2-40B4-BE49-F238E27FC236}">
                <a16:creationId xmlns:a16="http://schemas.microsoft.com/office/drawing/2014/main" id="{FE7C6413-E27C-4D71-A5B3-D81CF1D97F9F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921085454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1580320033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7443666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5111887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1882513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845034"/>
                  </a:ext>
                </a:extLst>
              </a:tr>
            </a:tbl>
          </a:graphicData>
        </a:graphic>
      </p:graphicFrame>
      <p:graphicFrame>
        <p:nvGraphicFramePr>
          <p:cNvPr id="214" name="Marcador de contenido 5">
            <a:extLst>
              <a:ext uri="{FF2B5EF4-FFF2-40B4-BE49-F238E27FC236}">
                <a16:creationId xmlns:a16="http://schemas.microsoft.com/office/drawing/2014/main" id="{ED58FE84-5605-4607-A207-57B62A001ADB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Marcador de contenido 5">
            <a:extLst>
              <a:ext uri="{FF2B5EF4-FFF2-40B4-BE49-F238E27FC236}">
                <a16:creationId xmlns:a16="http://schemas.microsoft.com/office/drawing/2014/main" id="{A61077B5-A3BF-4D9D-B301-2C04AAA60605}"/>
              </a:ext>
            </a:extLst>
          </p:cNvPr>
          <p:cNvGraphicFramePr>
            <a:graphicFrameLocks/>
          </p:cNvGraphicFramePr>
          <p:nvPr/>
        </p:nvGraphicFramePr>
        <p:xfrm>
          <a:off x="933450" y="1165225"/>
          <a:ext cx="6843713" cy="33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770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66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46" marR="91446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6" marR="91446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4" name="Tabla 23">
            <a:extLst>
              <a:ext uri="{FF2B5EF4-FFF2-40B4-BE49-F238E27FC236}">
                <a16:creationId xmlns:a16="http://schemas.microsoft.com/office/drawing/2014/main" id="{25FF990D-E850-4E48-8048-F767AD9987B4}"/>
              </a:ext>
            </a:extLst>
          </p:cNvPr>
          <p:cNvGraphicFramePr>
            <a:graphicFrameLocks noGrp="1"/>
          </p:cNvGraphicFramePr>
          <p:nvPr/>
        </p:nvGraphicFramePr>
        <p:xfrm>
          <a:off x="942975" y="1524000"/>
          <a:ext cx="683418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funct7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6" name="Rectángulo 15">
            <a:extLst>
              <a:ext uri="{FF2B5EF4-FFF2-40B4-BE49-F238E27FC236}">
                <a16:creationId xmlns:a16="http://schemas.microsoft.com/office/drawing/2014/main" id="{9B899002-11C2-487B-B057-EF2BF1F86329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0E602C82-C740-48E1-9574-23622E7053BC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319C3E2D-786C-4D82-87B3-E17CB2A84E93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1180F105-F427-415B-A277-225D0B59D6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BA17B2E7-E743-4A8F-ADE4-B49254B5E154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E9D0A341-266E-420B-A3F6-5AA4D782811B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424D4DDC-1037-41FA-ACB3-1D852F61CFF1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10D4BBD5-E53C-45AF-A0DB-DCBE88169E61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26D246D7-BA45-42E2-B6D1-3A99B2E6AD2D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F4414435-F95D-4395-8732-EFA4B61C4C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81315" name="Grupo 228">
            <a:extLst>
              <a:ext uri="{FF2B5EF4-FFF2-40B4-BE49-F238E27FC236}">
                <a16:creationId xmlns:a16="http://schemas.microsoft.com/office/drawing/2014/main" id="{6755629D-28FE-401A-B6CB-D27D0B7BEECD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C07139C7-5B7F-427A-814E-75E69989E8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131A6A9B-3390-47E5-86C4-FD700A6F0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F38988B8-A8A5-426C-933A-6152C0E77C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A1DC28CE-7A0D-44FF-AB74-45067414C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DC9039A0-68F0-44D0-AE7D-63708DEA2A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BF4E7B17-F051-4DFA-9A2C-F2F6BF6C0C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15D2FA55-C41A-4E03-9A79-29439B9AF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7D4026E6-A42F-4AC9-96BC-CEA132419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C48F713D-1D96-43DF-A3BE-F49981AF4C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7693E04A-5BE6-453C-9C99-268382DCD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6EC4B08A-8C63-416A-A28B-06CF0A58B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03347E65-9E11-4E27-A6D2-B4677EE16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B21C5B10-C26C-4099-9AEE-4FB7FDD402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262365EF-B8AE-4B90-8F5F-BC07C2E885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2779FE47-B43F-4A8E-BAC7-317FB6B922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7D16EEF7-A212-4616-A1FB-73F8382890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1FC433E7-0EF6-4544-8304-16493B4527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6731E21A-B675-4847-87CD-79DFB1E5A9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DAB6FEA6-4889-4513-832E-7C32D4AF41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CBE21DE7-0A22-4508-8F7C-208000AF4D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F9AC471F-5948-41A3-B58A-537C92409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F9445EAE-0F9B-4E9E-9570-5B8B063369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B9DA7D93-719D-4076-A9FF-E0FF15B99A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C279A05B-105C-409A-AF33-8930E85AA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ADDB38AC-57D5-48E1-B94C-1427C11CC6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6085D74C-0D2A-4134-8C63-4407394DB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C67FD2E2-5840-4D01-9F9A-02D1A90D9A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B8093C93-D0CB-47AC-BC67-C622E1D017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EC7361E4-B1E1-4797-9706-D1D6CCA20D25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81316" name="Grupo 261">
            <a:extLst>
              <a:ext uri="{FF2B5EF4-FFF2-40B4-BE49-F238E27FC236}">
                <a16:creationId xmlns:a16="http://schemas.microsoft.com/office/drawing/2014/main" id="{685E9F8F-DAB4-47F0-918F-D9AFD9F110F8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3FD133B8-2771-4BB3-9E2B-220B13D57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64A3EFAD-63BE-4131-B1A6-702ECEC67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731599D6-9963-49BC-BD78-1CD3DA68E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F744B3BC-B3D9-4ED2-95DA-FADEFC9096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4245256A-4419-4BDC-A502-43EF310AA3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B882A175-DBF7-4765-AE80-C220EEECFE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466BC934-EA4D-4216-B8DC-98B11E5792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1F67F986-41DD-49AA-8F86-67A103CA43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83F52226-6A02-4D0B-9837-927BC70C4F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E3C1E546-A07F-4D76-B797-18592464B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F33FBB78-9316-4DD6-B335-CBE210BDEA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7A7504CB-8DF3-4B5C-B830-4AC1565CED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8E660C6A-8026-4AC7-A674-4C597AB68E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B55BCBC3-D154-4FFB-A931-7BCEFA2DD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0EE1E4E2-D999-45D5-B087-42A3A68B3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F3A29F5C-405C-443B-B108-20FB8EC694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E39B2FCD-E909-4A73-9924-6EB115324B2D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4DD6C5AA-2493-47B6-A6E2-93691BDA59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8BA49484-1A03-41BF-B7BE-12D129AEF4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E7AAFB7D-1B2F-4118-B83C-D48D02919D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9EB2CB71-13A5-4A5C-AB2E-71ABFF372540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80955C3D-D363-4920-B36B-2D55E65EC23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5ABB6B1F-E945-415C-9317-7E17BDC2D6B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BA0BD43D-D669-445C-98C9-3CEE21B9CC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A52E5706-1B9A-4C7F-A9CB-B18828642B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019FB299-6EA0-4D6B-9C52-C32890B954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42CBADF0-3DB5-4B6E-B99F-E657DE522B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230C0AC7-742F-4EB3-B9D1-5A10035A48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AFF881FF-6A51-400F-BA7F-6491E064A7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233E5E44-479F-4BC0-B82C-6E7C4D492C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FA969E6C-2CE4-417A-B793-E857630F5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4FFA5156-EF8D-4F16-8620-CFAD56B1F5D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FB62CE6E-EA69-4939-8811-B35167E80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E1462C15-7A5E-4024-AD7F-023561772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01D1B18A-1D69-4E6E-8140-21126AB69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A2692E20-9FA8-4172-BA73-9C2EB93B028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E896218A-C2D9-4868-8D47-C4B17A75FA6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A7F1218C-ECA7-4ECB-879B-FA147ABAC51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81338" name="Grupo 303">
            <a:extLst>
              <a:ext uri="{FF2B5EF4-FFF2-40B4-BE49-F238E27FC236}">
                <a16:creationId xmlns:a16="http://schemas.microsoft.com/office/drawing/2014/main" id="{7E94774B-EF99-4403-BEE5-9D6391BEE9A5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6FAED9B7-2BF3-4F32-9A18-24628CDC8F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6084F9B1-86B6-4388-B92B-53CD0E0919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639F7136-5838-484F-9BE2-43E69C976568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C0EA9720-1BDF-4BEF-AB26-B54B9E517C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236B0E7B-78D9-4DBA-9FE7-BC650A550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0026275E-CF59-49EB-98E0-D2A9DE9AB1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DF030910-BBFF-4218-B798-48BDDC50D7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6CAD63AA-EF2B-45BE-BEA3-1D87CD51241E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83741BF2-5D69-4B3E-9FC0-B09A47B29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1B09DF83-05BC-42AA-9806-6E8C9F754BC6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0750CDC0-497C-43A7-AB6C-B2B72283F313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E97149B3-2D75-4008-AB38-398DB4C9FC40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DCD18AB5-441A-482A-BE2E-E58938CB7D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50CE353B-F2A9-45DE-947B-04AB14267F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6ED9B21E-5ACE-4315-9C03-E6E3B2044A2F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9C016912-5BE5-4380-83EC-8488846F60FA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6DC2488E-B4FF-4504-950D-41C04C90B9C5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1349" name="Grupo 27">
            <a:extLst>
              <a:ext uri="{FF2B5EF4-FFF2-40B4-BE49-F238E27FC236}">
                <a16:creationId xmlns:a16="http://schemas.microsoft.com/office/drawing/2014/main" id="{E36D57DA-F917-4087-8104-4F85DB70EE18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5B584571-3F92-454F-B0A9-F970B27B48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58CDD175-C2E4-40FB-ADB4-ACC0D1F8D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87AC6AE8-054C-4978-A7DF-465250B3A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4A3361D9-2490-425D-9C5F-463E7130D2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4B28AF1C-846C-4B5B-A10E-221CD01245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930C4D2B-4805-49ED-89E7-02694CDD56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555DFB94-218B-497C-8FB2-C6B5E07E9D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5B85A1DA-09C1-4C54-99A9-4F7C45CBC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1941F317-3F31-4095-A707-EF197176D1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F7502842-E0BA-4FE7-A62F-E9D4930A96FD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39246BD5-2479-494A-A3DF-3DCBAF578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DDB106F9-CB4C-48DD-BFC3-E6A719080A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859397D0-D4B2-47FD-8EDC-CB7A7E2D9F4C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7EA6A27B-94C0-4CE6-8C37-82F664EBB0C7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58270828-BDB3-41E1-B775-CEF6665EB6B1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85855EAB-FFB5-41B1-A371-ACDF2006BAE6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E46B17CA-6801-4156-B250-0F96F4F2A7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74EDF86D-8703-4765-B2B9-FEA0206079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D6110E1B-7DCB-44EA-9C9A-FD34BC4A2FC8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1357" name="Grupo 4">
            <a:extLst>
              <a:ext uri="{FF2B5EF4-FFF2-40B4-BE49-F238E27FC236}">
                <a16:creationId xmlns:a16="http://schemas.microsoft.com/office/drawing/2014/main" id="{C51788DF-9CB2-4099-8B6F-A967B0D180C2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56698828-1048-4732-9674-0C3534EA39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49A8175C-A321-45A0-ABAC-E6AEB6385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9646E68C-BEE7-4492-A272-A9596D686A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BDAE767C-52B1-4A7B-BF8F-D61058755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569EDD18-97D7-4FF8-9900-44893877AA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B095E13C-F251-4856-8EEB-2252B82E16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BA55FBA3-F880-48F0-8759-3E8B997D1F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EB2014B9-EDFE-4769-9B0D-CFBACEB0B0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55A61F29-5C6A-4E4A-A0DE-7F4CCD8F22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7A56B273-CF35-4A85-B65E-D78DB1CA11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E1CCA991-D0B0-4F8A-8B01-AA0CCD0E8E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ACE3B643-99FA-426B-9246-EAFD5E964A25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C7B7D877-5688-4EA1-8D82-1D739B62DCD9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2115DBB4-3499-4076-86DC-AF043FF12A35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1361" name="Grupo 138">
            <a:extLst>
              <a:ext uri="{FF2B5EF4-FFF2-40B4-BE49-F238E27FC236}">
                <a16:creationId xmlns:a16="http://schemas.microsoft.com/office/drawing/2014/main" id="{D2F779C7-F4BD-43F0-AE7F-94998868081E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B172E85F-CD81-453E-BDBB-8547CEDE47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C70527C1-1CB8-41C2-B4D5-6B3D851C6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8F0B89EB-7C96-4110-98D3-5D5D0ED33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5C60D38C-9DA6-4902-85F6-FCFE14E90E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3D736527-4A67-4E89-B2C9-D0F8506708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3A0D6773-F219-468E-9FFE-DC239F61EF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C79F1C8F-CB1C-4ECC-8D4A-3ED6BDB1F1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AEDCF3ED-FE0B-458A-93FE-B2E4493D5F2A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CCB9370A-6F5A-4594-847C-710C4BA857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81362" name="Grupo 148">
            <a:extLst>
              <a:ext uri="{FF2B5EF4-FFF2-40B4-BE49-F238E27FC236}">
                <a16:creationId xmlns:a16="http://schemas.microsoft.com/office/drawing/2014/main" id="{0A786C9A-DF9F-41B1-8665-5BC256C416CF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77E7CB0E-ED34-4B46-B0A6-F3A941F7A1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178956EB-F0BE-42AB-AD5A-F5B341C041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1CB79B8D-15BD-48A4-AFAC-85F8ABB00D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A657C3E4-1B7E-4120-9436-F7CBEF6E7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0E9EF5F8-35B3-4C5D-A0A7-614BCB32AF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E6350655-0A14-4301-AF09-573D2A7AF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122C95C8-14C2-40C6-9BC0-0F4CAF2755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EF0FA3CD-A52E-4002-BEDE-C2F1820160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681F44F6-686B-4B2C-8979-0E9B0683B2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50253DA9-C282-442D-A9C0-4439CECC0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605A2BA1-8832-479A-B47C-DDCE9043C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35F33E1B-D252-422F-871D-767C452EA3DA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1364" name="Text Box 46">
            <a:extLst>
              <a:ext uri="{FF2B5EF4-FFF2-40B4-BE49-F238E27FC236}">
                <a16:creationId xmlns:a16="http://schemas.microsoft.com/office/drawing/2014/main" id="{68BBDC44-FD49-4DAE-B154-6AB90A50D6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grpSp>
        <p:nvGrpSpPr>
          <p:cNvPr id="181365" name="Grupo 188">
            <a:extLst>
              <a:ext uri="{FF2B5EF4-FFF2-40B4-BE49-F238E27FC236}">
                <a16:creationId xmlns:a16="http://schemas.microsoft.com/office/drawing/2014/main" id="{25C41D0D-76DA-46B6-893D-BD332026F1DE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B27EEB45-998D-45F8-BDDF-8FED77A43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3D3AF38F-AAC4-4EF0-A78B-853061F7D2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56D20466-548B-4BCE-B750-5A4EAD2D5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2FE5F71A-EA40-461E-BD7D-2BA2538A7B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D4D70D88-A2B4-404E-ACBB-287ED51F81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31F2B6EA-58D9-4497-8ECE-C20E0416BE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6B6B1E8C-CE25-437C-8358-EA2A45834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85881FA0-2D5A-4BF7-9A0C-C147B9745E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B94E1D6C-4D56-4193-810C-EC77915907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D4FFA213-D072-4615-BAE0-B34FD08320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74721AFB-3101-49D0-92BE-3E230AB731FA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1367" name="Grupo 47">
            <a:extLst>
              <a:ext uri="{FF2B5EF4-FFF2-40B4-BE49-F238E27FC236}">
                <a16:creationId xmlns:a16="http://schemas.microsoft.com/office/drawing/2014/main" id="{58EAA715-2BE7-410D-8B2A-5856F1C57162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A2ADAEF8-6A9E-4CDD-84BD-3F73EFB689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FA7BFBA1-8482-4617-B25B-807FF7A88C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05B704CA-EB82-4ADE-B8C5-8BAD5EB7FD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D199350E-E410-4AA3-80FB-89451C634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A8C221E0-EDA0-4345-856B-8B4E6C332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4D398542-631E-42E9-9A6B-11834842FA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ABA4DCF5-C264-46D7-8D70-8FEB690173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84708053-CFD9-4315-A1D3-3D5F5992A5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A52AAEED-6ABB-48A1-9421-C4B3FBA564E0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D1472845-07B9-449A-9E7F-403167A47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BFDD7928-F19F-41E2-8745-5D9A6BAC75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69372D55-1456-48E8-BED4-16BBE63E1D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308CCCF6-9DB9-41CB-8DB7-7139791FF52C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760217F1-981E-418C-9A6F-D1635BCC4557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3B1B0161-7DDD-41BA-AA2D-161AED946445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1371" name="Grupo 9">
            <a:extLst>
              <a:ext uri="{FF2B5EF4-FFF2-40B4-BE49-F238E27FC236}">
                <a16:creationId xmlns:a16="http://schemas.microsoft.com/office/drawing/2014/main" id="{22BC390B-A817-4266-B6B8-9F91B4A670AE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CE8293D0-7432-4A22-AFF6-B43BFBDB8C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32E26FCD-E59A-4493-AFDF-95C3FA50C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786715F1-E66A-427C-B177-C42AE06487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04C7C731-70B9-4E36-B8A0-2E9EB9DCDC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E05E3DAC-8F5F-4FA8-93C0-4E1B04211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C04BD104-BA40-4090-9430-E45FB74C7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92FB2C53-BE8E-452D-883E-E85663BBC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DA4F5BF9-A2F5-4FDD-8B70-53A80E8A6E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8EBC65F7-3987-4BA2-A702-CE46C39CA8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7195E515-61B1-40C9-AB82-882D57D3C641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11BBA077-CC56-4148-9C50-816A95EFED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273C775E-44DA-47D9-8993-717F72838B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1259D6BF-3630-4815-B3A5-518D54A65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C65B917B-7141-495D-839C-78E7C8F117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08B3E001-9F66-4555-8696-3A930D3941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71087FF5-BCB1-4ABB-B179-7CF6C6D939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966AFB62-3859-4258-A4B5-96D5FCD31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7C374D93-208F-4E87-95F4-A69E67C268E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DA095890-08DE-4161-85A4-4A3AED9343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5811FEC7-7E29-41F5-AB20-B69326550EC1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012293B1-69B9-4117-9332-4336897D293F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3B724B2A-C4A6-4BC1-B9F9-7EB9797404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F867B19A-B003-4610-8CE1-879AFE2F97A0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1378" name="Text Box 72">
            <a:extLst>
              <a:ext uri="{FF2B5EF4-FFF2-40B4-BE49-F238E27FC236}">
                <a16:creationId xmlns:a16="http://schemas.microsoft.com/office/drawing/2014/main" id="{EC1D3099-BB42-4324-AF54-7137CD0D34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81379" name="Line 71">
            <a:extLst>
              <a:ext uri="{FF2B5EF4-FFF2-40B4-BE49-F238E27FC236}">
                <a16:creationId xmlns:a16="http://schemas.microsoft.com/office/drawing/2014/main" id="{92F75E44-9C96-4662-A980-5F9FE38F1AF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BF3B77E6-5235-4F39-B534-0F61C16DF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E948C779-AAAE-465A-8EB0-9E81D20A97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50C93294-56A9-4F9A-B480-6F253C9C0F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81383" name="Text Box 50">
            <a:extLst>
              <a:ext uri="{FF2B5EF4-FFF2-40B4-BE49-F238E27FC236}">
                <a16:creationId xmlns:a16="http://schemas.microsoft.com/office/drawing/2014/main" id="{FB4EE4BB-EE20-4CFF-93A4-2E305592D5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81384" name="Text Box 50">
            <a:extLst>
              <a:ext uri="{FF2B5EF4-FFF2-40B4-BE49-F238E27FC236}">
                <a16:creationId xmlns:a16="http://schemas.microsoft.com/office/drawing/2014/main" id="{ACFB1808-E88B-43A9-8B19-027CAE7B3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81385" name="Text Box 50">
            <a:extLst>
              <a:ext uri="{FF2B5EF4-FFF2-40B4-BE49-F238E27FC236}">
                <a16:creationId xmlns:a16="http://schemas.microsoft.com/office/drawing/2014/main" id="{B15D020C-B84D-470B-A5E5-E2FAD7CC1F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92A44003-4D03-4BFC-BDF3-0D9D8A1442AB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8B5622C5-0B73-4641-A68F-009B6D8D2BA5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292D82DA-621B-4781-B7B1-32C345832243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DCFB579E-CAD0-460B-A07C-099B5F3F4A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AFEB6786-D442-4BB4-B0B3-C8E9534ED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E681FA89-9301-4F9D-8982-1321EFBE83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35BEF928-5666-4BD0-AFC0-595C068AE2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94101A7C-3AB3-4E60-880A-EB48CE023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A8C334DC-36E1-46C1-A45A-51DC013C06B7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E9EBE8B3-B730-4287-B553-22C5742B7361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A05108D5-4157-4B6C-9CBD-4B141875B226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DFADCF61-3D62-4A05-AA4A-BECDC24AFDBD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4483A590-CC87-4EF7-84FD-6A6B047C1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81399" name="Text Box 72">
            <a:extLst>
              <a:ext uri="{FF2B5EF4-FFF2-40B4-BE49-F238E27FC236}">
                <a16:creationId xmlns:a16="http://schemas.microsoft.com/office/drawing/2014/main" id="{D4EB2F60-9C7F-4703-95A5-799E7B93B9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81400" name="Line 71">
            <a:extLst>
              <a:ext uri="{FF2B5EF4-FFF2-40B4-BE49-F238E27FC236}">
                <a16:creationId xmlns:a16="http://schemas.microsoft.com/office/drawing/2014/main" id="{35B20D47-9CBD-4A47-8525-63E2C172DEA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81401" name="Text Box 72">
            <a:extLst>
              <a:ext uri="{FF2B5EF4-FFF2-40B4-BE49-F238E27FC236}">
                <a16:creationId xmlns:a16="http://schemas.microsoft.com/office/drawing/2014/main" id="{2DFA82B7-B5B3-471C-B5FA-2352A2E285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81402" name="Line 71">
            <a:extLst>
              <a:ext uri="{FF2B5EF4-FFF2-40B4-BE49-F238E27FC236}">
                <a16:creationId xmlns:a16="http://schemas.microsoft.com/office/drawing/2014/main" id="{F6AF1F8A-9C1A-41FE-B12B-F31EA80DB5B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4E2D25A0-01E3-4B21-B461-806204BE8237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E7740D45-0760-4D40-9B56-F4CD3DD511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57310BA2-0BC7-4DDF-ADAC-1D54E213499A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1406" name="Grupo 374">
            <a:extLst>
              <a:ext uri="{FF2B5EF4-FFF2-40B4-BE49-F238E27FC236}">
                <a16:creationId xmlns:a16="http://schemas.microsoft.com/office/drawing/2014/main" id="{AF98503B-19E8-4335-A745-BE73921B8724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A07B9A73-E3B6-4233-B518-E565D9BB03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C988296E-A647-4B64-8E4B-D839A8017D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CE895C7D-22D2-4F90-B728-EA26DF2BE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F12DB2A7-7B18-43DC-84E4-DD98EB8F71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BD9F7F11-61BB-4D0F-962F-BB45E99A7E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7F2AC11C-336B-4920-A1CE-96ED31AED1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B3F62A97-94A2-4BDE-88C7-FA4DD2B6CD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BAEDBB65-87DD-458D-9DFC-A94FEADFF4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BDD432A6-39A7-48C1-B76E-9C82ADE30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2CADAA5A-AA7E-4C98-A5BD-3A4576C2B4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FF59995B-A118-4FA6-9BF4-4E38921D94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8A2999B6-73D9-446A-92BB-7A73B252D8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A7C9B7DB-8AB6-4741-8ADE-C49E777361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2232A8B5-D5E6-4EF4-85AA-C8705C7537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CDE84CF0-F764-4E43-919C-B6D9007912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65AA5F92-5FF2-4F94-9A63-888159CF808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2AA6DE09-A14A-4A9A-8AC8-46F9F5C0C90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A31E2E96-A0D8-4089-A2C2-09DFCED101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15C667FD-C2FF-42C6-9980-0FE1780BE395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1C315783-D33E-4A9E-B48B-B9F66849B837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D2197F41-AA2B-4261-98ED-3DA1588EE604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E3375ADE-C861-42BF-8775-4B1B28F50E93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154E884C-44C6-4525-B810-E2CFA57E83DE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A61FEFB7-AD02-4F84-B056-9E7E403833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0900" y="1982788"/>
            <a:ext cx="22288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Tipo-R</a:t>
            </a:r>
          </a:p>
        </p:txBody>
      </p:sp>
      <p:sp>
        <p:nvSpPr>
          <p:cNvPr id="389" name="Forma libre 388">
            <a:extLst>
              <a:ext uri="{FF2B5EF4-FFF2-40B4-BE49-F238E27FC236}">
                <a16:creationId xmlns:a16="http://schemas.microsoft.com/office/drawing/2014/main" id="{D9D8CD9F-6532-43AE-B655-01DA795AF266}"/>
              </a:ext>
            </a:extLst>
          </p:cNvPr>
          <p:cNvSpPr/>
          <p:nvPr/>
        </p:nvSpPr>
        <p:spPr>
          <a:xfrm flipV="1">
            <a:off x="2566988" y="4581525"/>
            <a:ext cx="24606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C9173C46-3F4B-43C9-AC43-9C8AEE262BB9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0" name="Forma libre 389">
            <a:extLst>
              <a:ext uri="{FF2B5EF4-FFF2-40B4-BE49-F238E27FC236}">
                <a16:creationId xmlns:a16="http://schemas.microsoft.com/office/drawing/2014/main" id="{9BF79C5B-F8BA-412E-8FA9-9C72947FF38F}"/>
              </a:ext>
            </a:extLst>
          </p:cNvPr>
          <p:cNvSpPr/>
          <p:nvPr/>
        </p:nvSpPr>
        <p:spPr>
          <a:xfrm flipV="1">
            <a:off x="3584575" y="3538538"/>
            <a:ext cx="2460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3873CF0C-763B-4CCB-8390-F1EA5AAA1589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" name="Text Box 50">
            <a:extLst>
              <a:ext uri="{FF2B5EF4-FFF2-40B4-BE49-F238E27FC236}">
                <a16:creationId xmlns:a16="http://schemas.microsoft.com/office/drawing/2014/main" id="{609145FF-2DE5-40D8-B6E6-D72006656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6" name="Forma libre 25">
            <a:extLst>
              <a:ext uri="{FF2B5EF4-FFF2-40B4-BE49-F238E27FC236}">
                <a16:creationId xmlns:a16="http://schemas.microsoft.com/office/drawing/2014/main" id="{854E44AE-CE1C-4872-90C0-0482008EF338}"/>
              </a:ext>
            </a:extLst>
          </p:cNvPr>
          <p:cNvSpPr/>
          <p:nvPr/>
        </p:nvSpPr>
        <p:spPr>
          <a:xfrm>
            <a:off x="8256588" y="4416425"/>
            <a:ext cx="3175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1492" name="Text Box 50">
            <a:extLst>
              <a:ext uri="{FF2B5EF4-FFF2-40B4-BE49-F238E27FC236}">
                <a16:creationId xmlns:a16="http://schemas.microsoft.com/office/drawing/2014/main" id="{204BA799-868E-4418-9C74-749A5C94D6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208" name="Marcador de número de diapositiva 207">
            <a:extLst>
              <a:ext uri="{FF2B5EF4-FFF2-40B4-BE49-F238E27FC236}">
                <a16:creationId xmlns:a16="http://schemas.microsoft.com/office/drawing/2014/main" id="{487A2CB6-56A2-41FC-9CB9-E38EBB4F88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FC0A78C-9631-43BA-A8E2-EEC1D264296B}" type="slidenum">
              <a:rPr lang="es-ES" altLang="es-ES">
                <a:solidFill>
                  <a:srgbClr val="171717"/>
                </a:solidFill>
              </a:rPr>
              <a:pPr/>
              <a:t>90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60" name="Text Box 76">
            <a:extLst>
              <a:ext uri="{FF2B5EF4-FFF2-40B4-BE49-F238E27FC236}">
                <a16:creationId xmlns:a16="http://schemas.microsoft.com/office/drawing/2014/main" id="{2BA17B4B-4252-4F04-9976-4F6B284194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4" name="Line 78">
            <a:extLst>
              <a:ext uri="{FF2B5EF4-FFF2-40B4-BE49-F238E27FC236}">
                <a16:creationId xmlns:a16="http://schemas.microsoft.com/office/drawing/2014/main" id="{E4FFCE78-1DEC-4BB5-A3EE-C81BA29DCF43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09" name="Conector recto de flecha 208">
            <a:extLst>
              <a:ext uri="{FF2B5EF4-FFF2-40B4-BE49-F238E27FC236}">
                <a16:creationId xmlns:a16="http://schemas.microsoft.com/office/drawing/2014/main" id="{AAB3AF33-D93C-489C-92EB-BC3F67A899BD}"/>
              </a:ext>
            </a:extLst>
          </p:cNvPr>
          <p:cNvCxnSpPr>
            <a:cxnSpLocks/>
            <a:endCxn id="204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" name="Text Box 50">
            <a:extLst>
              <a:ext uri="{FF2B5EF4-FFF2-40B4-BE49-F238E27FC236}">
                <a16:creationId xmlns:a16="http://schemas.microsoft.com/office/drawing/2014/main" id="{052DB151-5DC0-4DF8-A913-31AD119BDB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211" name="Marcador de contenido 5">
            <a:extLst>
              <a:ext uri="{FF2B5EF4-FFF2-40B4-BE49-F238E27FC236}">
                <a16:creationId xmlns:a16="http://schemas.microsoft.com/office/drawing/2014/main" id="{CAAC0C59-7B7D-4079-97D1-EFAA34502708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3976698182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4065401616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557678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361676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3979720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2837297"/>
                  </a:ext>
                </a:extLst>
              </a:tr>
            </a:tbl>
          </a:graphicData>
        </a:graphic>
      </p:graphicFrame>
      <p:graphicFrame>
        <p:nvGraphicFramePr>
          <p:cNvPr id="212" name="Marcador de contenido 5">
            <a:extLst>
              <a:ext uri="{FF2B5EF4-FFF2-40B4-BE49-F238E27FC236}">
                <a16:creationId xmlns:a16="http://schemas.microsoft.com/office/drawing/2014/main" id="{269305AB-5583-4DD0-A674-01DB21CAFAC2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Marcador de contenido 5">
            <a:extLst>
              <a:ext uri="{FF2B5EF4-FFF2-40B4-BE49-F238E27FC236}">
                <a16:creationId xmlns:a16="http://schemas.microsoft.com/office/drawing/2014/main" id="{E9284C00-E9DA-433A-BE48-EF59599926B5}"/>
              </a:ext>
            </a:extLst>
          </p:cNvPr>
          <p:cNvGraphicFramePr>
            <a:graphicFrameLocks/>
          </p:cNvGraphicFramePr>
          <p:nvPr/>
        </p:nvGraphicFramePr>
        <p:xfrm>
          <a:off x="933450" y="1165225"/>
          <a:ext cx="6835775" cy="33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742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614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algn="l"/>
                      <a:r>
                        <a:rPr lang="es-ES" sz="16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rs1, rs2</a:t>
                      </a: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BR[</a:t>
                      </a:r>
                      <a:r>
                        <a:rPr lang="es-ES" sz="1600" b="0" dirty="0">
                          <a:solidFill>
                            <a:schemeClr val="accent5"/>
                          </a:solidFill>
                          <a:sym typeface="Wingdings" pitchFamily="2" charset="2"/>
                        </a:rPr>
                        <a:t>rs1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op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BR[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rs2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4" name="Tabla 23">
            <a:extLst>
              <a:ext uri="{FF2B5EF4-FFF2-40B4-BE49-F238E27FC236}">
                <a16:creationId xmlns:a16="http://schemas.microsoft.com/office/drawing/2014/main" id="{6BAC28C6-5FD8-4499-B8CD-67D58D3AB913}"/>
              </a:ext>
            </a:extLst>
          </p:cNvPr>
          <p:cNvGraphicFramePr>
            <a:graphicFrameLocks noGrp="1"/>
          </p:cNvGraphicFramePr>
          <p:nvPr/>
        </p:nvGraphicFramePr>
        <p:xfrm>
          <a:off x="942975" y="1524000"/>
          <a:ext cx="683418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funct7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6" name="Rectángulo 15">
            <a:extLst>
              <a:ext uri="{FF2B5EF4-FFF2-40B4-BE49-F238E27FC236}">
                <a16:creationId xmlns:a16="http://schemas.microsoft.com/office/drawing/2014/main" id="{F65CF674-9E97-48A5-92C8-72AAD234F144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21F50F55-699B-4593-A810-32CBA13ACF28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58DCAE42-117B-4FE9-BC9B-54CB4C6DBC2F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5C04D50F-675D-41FD-BC34-1AF1181FDF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1C5303D6-9AD8-478B-93DB-2113BC71E7CF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2EB2FC82-AB6B-45D1-9D80-3A436C7286D9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93AD17D0-F95A-4E9B-8029-5469AB220C4A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5CE8D71E-B66C-4CF8-B538-9F558E85BDC8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9654434B-C4B2-490E-A021-73D0E5BB0E83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ED4339CA-7A27-4698-A5B1-D2A9F5B530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83363" name="Grupo 228">
            <a:extLst>
              <a:ext uri="{FF2B5EF4-FFF2-40B4-BE49-F238E27FC236}">
                <a16:creationId xmlns:a16="http://schemas.microsoft.com/office/drawing/2014/main" id="{526B08C8-186E-4088-94C9-41C94288C882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A3D34E81-DBD6-40F4-9A62-6DA446258F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6769E51E-4F21-48B0-AB0F-094E778FB1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3CC36DDC-84EF-474B-AC55-F8E49A80D1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D8449777-DB1D-49E8-8C6C-5048E56EB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538281E7-9ADB-4607-831A-7A91A44CE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474E7644-E8BB-4983-A669-2BA2E044BE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EF933B4A-5B9E-44A7-8358-0568B30B5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270608D3-01F9-4183-A2D8-4B79C25E71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A7A4B261-2581-415F-8EB4-2B55FD1E46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08653CA2-7FAE-43D9-B21C-97F2FC9AA5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C7DDE075-D7B2-464D-B9BE-B0A571B0C6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659D2D61-FEC7-4D18-B128-84F633669F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97B76532-86CC-4634-B8D9-659488ABEF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9270FEDD-9FF4-41BC-BD35-FCF03D4837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DDF492A8-C59A-42A5-A5B3-ADD2AB807B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A026D5B8-DB42-4696-82BB-0AB14F62A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1909B40B-A76E-4589-82E8-78EA0C0C88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515906C2-5A69-4C30-A0DE-CB8402E9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2A52E03C-BA96-4DD0-A62C-7BF9D7588A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1B1E67E6-1DBA-42F6-AA9A-6103A73C54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E3FA957C-70F0-4EDA-873B-E23DF6C3FF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B5BCC2E4-1563-4433-BC4B-3F266A5C0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2E8B32CB-92A4-44F4-B601-A7DF93AF83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4F976895-F116-4705-8B04-137CD62364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A252DFBC-D378-4702-B513-DDF989C5EB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36B76F5E-1FFC-4518-9D8D-B8B0BB608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722F319E-874D-42CE-88AA-781BAB690D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572B94DA-9F61-4A12-B454-3949B67F7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A6F1E2CB-F2EE-4111-B7B5-F8C8A112C8F4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83364" name="Grupo 261">
            <a:extLst>
              <a:ext uri="{FF2B5EF4-FFF2-40B4-BE49-F238E27FC236}">
                <a16:creationId xmlns:a16="http://schemas.microsoft.com/office/drawing/2014/main" id="{2E3557F5-1DB6-4AF7-AD33-85B4AE98F1C6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D012FC6B-1ECE-445E-84BC-04DBB48FE7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E906C495-0062-45B3-BC68-344134ED34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267FC059-C967-40CE-B0B1-912D4DD96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98D51837-66A2-4C7B-9194-F22D7DE7D5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8E825EE1-7BC3-4386-B29A-565DD9F724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B87AB91C-5F81-498E-8265-DD5CD09698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DB283D31-B30D-4779-B177-D907DFEB38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66D57575-F1A8-49DB-A702-7A1C932E5A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493A2D2A-6952-4219-BF95-522006DD3A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CFD53E81-33A0-4155-9785-2C06D88DDA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C7220CA0-355C-4571-A65E-B27A34956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B8E68668-AC9D-43EB-8115-412868D419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ACAD9E48-1233-410E-867F-AEB9EAC384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1627696B-6428-42DC-A7CB-2DF4AB6A3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CA491B7C-195F-495A-8B07-D1B880A31F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CCC52E97-21E4-4875-9F65-F2C15106AF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04CB91A7-A79A-4D68-A215-A00FC77703ED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F9D3F65C-2EA3-4E57-BEFD-4E7ADD7D3B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86A0224F-9CE3-403E-8BC4-C5334A10B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E58529B0-3B24-4659-9B87-E2B8C8BAA4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62084D23-450C-42E0-AB93-19A8B486B32C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022522E0-4CC6-43EB-A7BC-DC168F4F843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08B75E92-2B68-4166-96B2-023CFA3639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9321DD11-3231-4ED4-BB0A-56E83A9822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FDEB1F7F-EF72-4599-8E5C-EF57DA87E6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9290593F-9FCC-4847-ABFF-0C04B7B2EF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0883D428-4770-4F5C-A515-6B93DE5E118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4AF1C82E-1C71-4A01-96C9-A9B2512DD9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58137672-CD5F-4406-9928-5494020404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5B4606E2-A4C8-4079-96B4-69A18C2F5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F337B30D-D7F1-46DA-9ED8-C1AD7F5549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AE167229-B0C6-4B59-9773-3313E618897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A5DCEE62-FBC1-4FAB-8F8A-823AE8DB0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8E85887B-06A6-4CC8-AB33-592FBD296D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1A97A25E-5A45-426E-A5CB-285C0D2752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4D71EFC7-1D36-48D9-AC74-73A85975E8C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486C6288-9656-4994-806E-C2094374470E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7FCA2A73-4F0E-4386-8F36-82951BC5119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83386" name="Grupo 303">
            <a:extLst>
              <a:ext uri="{FF2B5EF4-FFF2-40B4-BE49-F238E27FC236}">
                <a16:creationId xmlns:a16="http://schemas.microsoft.com/office/drawing/2014/main" id="{42BF1D4F-FDF8-48C6-B9B9-1F3AE296862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671FC0DF-3756-4AC7-A61D-8ADFD46FF9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45BD835B-0F6E-4A8D-ABD8-36A42B2B8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B0FFE4A4-0111-4E07-A207-F8B90D1B728A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B5720747-3465-4D00-B2A5-C1331F6513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E5975D23-0C0D-4B1C-A123-42C3666F98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457577D3-F396-4236-8683-95BF94FD39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89C84A5F-0FCA-4A34-B59A-B193AB4FFB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6ED45D05-A8D3-475F-957F-C4367DDAD01D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3F80B025-1FF4-4FC0-B450-4CDDED3644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9E44ABC7-70FD-4196-9EAA-5B85547B1FF4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672E0148-6EBB-4401-ABE2-E202FD71EA4F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DC3A90FF-BF15-49D6-8A70-116805CA7E4F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1A271F94-ACCB-486A-A048-4AA76A7737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BA1FA75C-21B9-42BE-8FA8-6A9ECCD7D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0BCDBA63-E40B-45A4-9333-15D8C51DB287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86D42582-6052-4341-8900-F40797579606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3C473A1C-258D-4176-8E32-94023DB4B721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3397" name="Grupo 27">
            <a:extLst>
              <a:ext uri="{FF2B5EF4-FFF2-40B4-BE49-F238E27FC236}">
                <a16:creationId xmlns:a16="http://schemas.microsoft.com/office/drawing/2014/main" id="{B9D2DB82-A365-4AE8-8AF8-C8A34D5E7A50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ADB51455-86E1-4AAF-98F2-2C232BF149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49FA4BA0-2F04-4C84-B315-52DB123997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A8FBD20C-10EE-4817-A577-B5FBF3D75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4F1D52CB-775B-4A1B-8F6A-303C851C7F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3E9BED9D-4ED2-476A-8C28-EF675AF69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8C1795B7-3DC3-4EC8-AAD3-94E914E6E4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1B147007-9089-4800-AB9E-3925BAF1F0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0A7733B5-955B-466A-90F3-386CAD98A3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378FA19E-B784-4948-A076-7816C8AEF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DF5525A5-3A59-485F-A323-0E0CD22EAC17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3294D9DA-5089-44CE-B820-C9003ABB1A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942B2C27-2E1F-4894-B382-9132CA75E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822FAFE4-FF2A-4A30-8A8C-6A14EABB5C60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CB044F51-6B91-4956-AA08-DFBA8060684E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9960797A-B4A3-45C9-B329-1917AC57D528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802ECCB0-F7C2-4422-84DC-6CD10F7F3E5B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9A49122B-3B80-4C06-8781-1C83050CAC08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996FDEC6-D82A-42C3-84FD-0307C8E2BD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139CDEB6-7EAB-4B0B-AEFE-2CDA40FDD803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3405" name="Grupo 4">
            <a:extLst>
              <a:ext uri="{FF2B5EF4-FFF2-40B4-BE49-F238E27FC236}">
                <a16:creationId xmlns:a16="http://schemas.microsoft.com/office/drawing/2014/main" id="{D1147219-698A-4BE8-B572-23ED35C12652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DC38AAB9-B18C-4246-8780-36BF0A3AD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A36115F0-1540-4E02-9900-71113E14E6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C937AD89-A072-44D4-AD02-A44DCFF39A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D11F34CE-1A65-4A2E-8001-8908DE417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99B49D08-7713-4566-948F-25EC0654A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0869F2F8-0A3E-4959-857A-D16258BA8A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F255D4DC-C749-45E6-B05E-832349446F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2173FCC4-D4A9-4ABE-AF66-9529099E17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7446454A-4530-4767-8B77-9B53B2A4EC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F24B369B-CB06-4861-A0FD-2A6C43735D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C55607E7-2244-40D4-92A1-2199B39803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B8D37640-DEFC-483B-8F97-48E40B035632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C6411106-7321-4236-99F3-D2DA36705D74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3C3BCD00-85F1-4C8B-9C83-7DB13D1101BB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3409" name="Grupo 138">
            <a:extLst>
              <a:ext uri="{FF2B5EF4-FFF2-40B4-BE49-F238E27FC236}">
                <a16:creationId xmlns:a16="http://schemas.microsoft.com/office/drawing/2014/main" id="{FFBEA959-387A-4B13-9853-A824CD6CEC4B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FDACC74A-3E11-4F42-9480-98600089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B443661B-D865-40CF-A484-356929C418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13818F9F-811B-452A-96B1-EF5F84772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E2E4A058-6FC2-4A72-98FF-F0D0E40233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DFC6701D-2EBA-4F95-A5EB-0F04ABDBD7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D802CED5-CFC0-4D0D-9F10-D9DE54A43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E92BC221-8442-4964-BB90-248DDA172F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762289F2-E472-4B31-90B9-C3A66DADE6F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B6C5F217-42A6-45AE-A7DF-FBA66A06F4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83410" name="Grupo 148">
            <a:extLst>
              <a:ext uri="{FF2B5EF4-FFF2-40B4-BE49-F238E27FC236}">
                <a16:creationId xmlns:a16="http://schemas.microsoft.com/office/drawing/2014/main" id="{7CF95AE5-6CB7-4B5D-8951-79CCF01F2778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838DC524-3A85-4AE4-A2F8-DD43AB0A54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229231FD-0755-44B3-8EA5-DC344DF018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43FF04AC-0D64-4CD9-88C1-82C17E2B86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71A570C5-A1F4-4287-91E5-7D111E262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1806B75F-F344-4609-90F0-8AC2924D46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AC64E9CD-A9DA-4A46-8DD9-EEF7BBCE3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7EC2EC87-52F7-4C93-AFF5-D9E9C4FF3A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F2BACCA6-EBB3-4ACD-BDD3-A02126DA68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CB349266-51E5-4EFF-BAE0-E9EA5D666C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0DDFE8C0-D29B-44F9-BA77-497A40C8C3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D2CCC5A4-A886-4BA1-8CC8-56FA9C35AE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4D18CC90-3EC0-43A6-B5FC-08A54D2A4943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3412" name="Text Box 46">
            <a:extLst>
              <a:ext uri="{FF2B5EF4-FFF2-40B4-BE49-F238E27FC236}">
                <a16:creationId xmlns:a16="http://schemas.microsoft.com/office/drawing/2014/main" id="{1812B452-12E8-4562-84B1-78D7897AD3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grpSp>
        <p:nvGrpSpPr>
          <p:cNvPr id="183413" name="Grupo 188">
            <a:extLst>
              <a:ext uri="{FF2B5EF4-FFF2-40B4-BE49-F238E27FC236}">
                <a16:creationId xmlns:a16="http://schemas.microsoft.com/office/drawing/2014/main" id="{A02AE8F9-EA08-4B35-A287-F9980EA68170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46A6650D-A845-45C2-B4BE-F538CFC22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B21061B8-A015-4658-8082-847A7E7DA2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491E4447-1ADD-4931-9005-64F2C3CF0D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141517F4-2B07-43E2-BE97-163CBF657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89C9B294-D512-42E9-899C-8FB33264F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73378351-711C-4D59-9C5D-F6D8A50BA6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20A52921-3B9C-4D7D-B134-C32F9D6C1D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3E61C233-6AC2-4CB9-ADDA-0E939F08DF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D2F931C8-6A92-4CEF-AB3D-84630632B5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09C8C630-E60C-4140-8CAF-F7AFDB8E41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B6A6AD5C-7DFD-40C0-9AD0-4E0082C5EB15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3415" name="Grupo 47">
            <a:extLst>
              <a:ext uri="{FF2B5EF4-FFF2-40B4-BE49-F238E27FC236}">
                <a16:creationId xmlns:a16="http://schemas.microsoft.com/office/drawing/2014/main" id="{2D2CA6D6-1E80-451C-A219-D657FE49E79D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6ACBF6E0-FCA5-47BB-A727-0D5AE7A44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CC81CB7A-74F8-42B2-B5E8-AF40269D0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1AB69C0E-12A3-4BED-AA20-826D869016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16D9E1CD-7FF2-4480-9811-ECE6D0DC8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6E9E703C-2736-4C68-94AB-29008DF77F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B91728EF-A618-4EF0-9CFC-6D58E8A623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E30A20BE-57E2-4278-A0C2-EE75CC46C7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14AB2239-2F06-4736-8620-BC8CCBD572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84F60707-49B1-4263-BE9F-D94EBB5D5946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8E9E4DC9-A898-4226-BAC1-4AD4B52FFB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FD0D0AC9-623E-4A9F-970E-B983F86261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70A7BC57-B53D-4E7B-9E4A-8C0C5A6955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366920C4-DB3D-4156-9B37-2759E2949CB2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F122FF9E-8617-4D7D-A8F6-3264CA21320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6900189A-6736-465F-90D5-EE412113C35F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3419" name="Grupo 9">
            <a:extLst>
              <a:ext uri="{FF2B5EF4-FFF2-40B4-BE49-F238E27FC236}">
                <a16:creationId xmlns:a16="http://schemas.microsoft.com/office/drawing/2014/main" id="{DEACA5E3-363E-4F8C-9647-0EED56B53114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730359E5-4DC8-4FAE-9B66-06823146CD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60B2CF92-2775-42C5-B1C0-677EF90D0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7A5CDD43-4BAF-406E-BA52-5B68F4280B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67FAD767-D6A1-4E1A-9639-B378FC9C36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C5A875D3-E346-4B5D-ACD9-EC009CC75C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3129002D-AC49-4D2A-A088-1D3030CD5B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1070479E-EF0C-4302-86FF-DE162CFB74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83AED53C-4780-4C5C-ACAC-FCE52AE80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39581906-DE86-4C4E-9B74-A6CB87D1AE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6DF10F09-EEA4-488F-8EF6-24873A4F6888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54413706-9DDF-419F-9D9F-9530C00C47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9FBD83DB-F1DF-4C09-8569-5310EF5D10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1579447F-01F3-4364-879E-B86AF7EFB4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7C718E0C-1A6A-4C58-A2DC-40D566DD82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C7F6D764-AFDC-4C9C-9582-D33EB72CC2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F62ADC88-2B2E-4488-8FFE-B042044A5A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E6F9F3BE-D975-4617-BA07-899328A31B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C7489F2D-9BE8-4807-9628-7F30884C188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1F715AF5-7669-43E5-811F-F9FFDA7AFB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393FD767-892A-4528-B915-B7E27F1EABEB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40B4C49D-8262-4C83-B03B-76E4BF8DF400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587ADD3A-EE7E-4114-ACFD-930ECBA80C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582B640E-A4BE-40C0-BB43-3ECD3244C4BF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3426" name="Text Box 72">
            <a:extLst>
              <a:ext uri="{FF2B5EF4-FFF2-40B4-BE49-F238E27FC236}">
                <a16:creationId xmlns:a16="http://schemas.microsoft.com/office/drawing/2014/main" id="{4FF37926-F436-46B8-801A-A9C1BF8652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83427" name="Line 71">
            <a:extLst>
              <a:ext uri="{FF2B5EF4-FFF2-40B4-BE49-F238E27FC236}">
                <a16:creationId xmlns:a16="http://schemas.microsoft.com/office/drawing/2014/main" id="{B88C07B0-5CA6-4EF3-8551-9FD43E98294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F2AADE77-613E-4BB4-87A9-3753FFB485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6CA55AAF-AD46-4852-AFD3-0A3EAC7A3D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F1540F81-D87A-4075-B92E-0BC5071269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83431" name="Text Box 50">
            <a:extLst>
              <a:ext uri="{FF2B5EF4-FFF2-40B4-BE49-F238E27FC236}">
                <a16:creationId xmlns:a16="http://schemas.microsoft.com/office/drawing/2014/main" id="{1946170B-71D0-4D44-B930-BEA3B2882F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83432" name="Text Box 50">
            <a:extLst>
              <a:ext uri="{FF2B5EF4-FFF2-40B4-BE49-F238E27FC236}">
                <a16:creationId xmlns:a16="http://schemas.microsoft.com/office/drawing/2014/main" id="{33D45FF0-378E-45EA-831A-48F99B91D7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83433" name="Text Box 50">
            <a:extLst>
              <a:ext uri="{FF2B5EF4-FFF2-40B4-BE49-F238E27FC236}">
                <a16:creationId xmlns:a16="http://schemas.microsoft.com/office/drawing/2014/main" id="{D6EAA935-6EDD-4E08-9F61-9DD266B353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5EE30C05-8BD9-4DEB-AE34-B9A23DB105B0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39AD45E1-EAA6-420F-A788-3883FFE45440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BF1EE19D-6CB5-492F-A289-89BEA1E14EC2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69C573E9-D23F-4638-8B74-195A26D65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2C0D70B8-D08D-4EB4-9AF5-47D80DA1D9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E4E81D00-A23B-4AB6-8F79-6D9936B001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E7B7E2CD-B8E6-4D34-A327-7C877AC4F5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BA4FCB65-63AB-45E1-A231-2F22B65F77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C65A7901-3B68-417A-BD96-08DA9C04D6C0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16275EA2-4839-4FF0-9131-A77767ECD1F1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0CE480BC-13B9-416C-851A-2169CB4E9B40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2E6B578B-F7F7-4FD9-B678-679AE2FFEC36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D6E8F9B9-21B3-4823-AD48-DA0970DACF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83447" name="Text Box 72">
            <a:extLst>
              <a:ext uri="{FF2B5EF4-FFF2-40B4-BE49-F238E27FC236}">
                <a16:creationId xmlns:a16="http://schemas.microsoft.com/office/drawing/2014/main" id="{6C8405ED-A2DF-49A8-B95A-B3376791B2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83448" name="Line 71">
            <a:extLst>
              <a:ext uri="{FF2B5EF4-FFF2-40B4-BE49-F238E27FC236}">
                <a16:creationId xmlns:a16="http://schemas.microsoft.com/office/drawing/2014/main" id="{385D7088-57D9-46BB-B5F1-47F27B60917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83449" name="Text Box 72">
            <a:extLst>
              <a:ext uri="{FF2B5EF4-FFF2-40B4-BE49-F238E27FC236}">
                <a16:creationId xmlns:a16="http://schemas.microsoft.com/office/drawing/2014/main" id="{C5031920-A4FA-4384-BC82-9FB1C247E2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83450" name="Line 71">
            <a:extLst>
              <a:ext uri="{FF2B5EF4-FFF2-40B4-BE49-F238E27FC236}">
                <a16:creationId xmlns:a16="http://schemas.microsoft.com/office/drawing/2014/main" id="{5F9FF3A1-5242-45F6-8CAF-16399CF4176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4E53BD0D-8655-4260-97A3-CB627CC50DEB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6DE7CDD8-7990-4F38-92F6-0E83A9CD0D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DFA18D39-0F94-45DE-B916-A488C5893F38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3454" name="Grupo 374">
            <a:extLst>
              <a:ext uri="{FF2B5EF4-FFF2-40B4-BE49-F238E27FC236}">
                <a16:creationId xmlns:a16="http://schemas.microsoft.com/office/drawing/2014/main" id="{F70B212B-1936-444B-855F-BD0017B61309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AD517A0E-441C-4FCA-8F22-FC77CF8F5D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1C0D46F7-1450-4D88-88CA-26CABB5C1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1A5A9A41-2BA6-4A70-BC71-BC5617A88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FA1A948E-5D72-4E4A-B4D4-51BA033095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AB28CF2F-D9C9-4B11-955D-C3B729FEA4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6CEDF86E-2D02-4C63-809F-8C290D162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1733A402-3421-4711-9F86-652DA3FD0B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BC92667A-DA7F-4A2E-8FDC-F27E1E9459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9011E9E6-7C1B-44FA-B0BF-4D7CD708D6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3876C31D-B751-43CF-94DB-5B97ADB35D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F18D5094-BFDE-406C-B02F-61F3D33AE7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3DF37B6E-0382-48C4-94AB-3F30C5768D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5F93BDB5-56A4-45DC-8D7C-9CF675944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C0011052-627F-44FB-B534-7FD5233898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37CF332D-29E0-43B5-AADD-5128A4C1E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06128797-4C6C-4072-9349-B976A1EAAF4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8CF65B22-CFDE-4843-8C56-A6DF074E4DB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45945256-D848-4ACB-A227-B1E4E9353A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FD015EC3-C294-46FB-AB6E-3ECA2902A4B9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F0E288E2-2320-4321-ABB3-D6668C6AB8CF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9544316D-C20D-42F1-8D41-F0FAFA721A61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901BED25-25AD-4F7C-B4A4-6B01FE91F0C9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2EA88DFB-CD14-45B2-AEAC-9D66098E0717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3CD2D2F2-D174-4357-9E88-A34AFCBC10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0900" y="1982788"/>
            <a:ext cx="22288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Tipo-R</a:t>
            </a:r>
          </a:p>
        </p:txBody>
      </p:sp>
      <p:sp>
        <p:nvSpPr>
          <p:cNvPr id="389" name="Forma libre 388">
            <a:extLst>
              <a:ext uri="{FF2B5EF4-FFF2-40B4-BE49-F238E27FC236}">
                <a16:creationId xmlns:a16="http://schemas.microsoft.com/office/drawing/2014/main" id="{E51DC5CF-B2AD-4DDE-9808-20A74F140F00}"/>
              </a:ext>
            </a:extLst>
          </p:cNvPr>
          <p:cNvSpPr/>
          <p:nvPr/>
        </p:nvSpPr>
        <p:spPr>
          <a:xfrm flipV="1">
            <a:off x="2566988" y="4581525"/>
            <a:ext cx="24606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A0F2D0F9-A9D2-444C-9802-8231645E13C7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0" name="Forma libre 389">
            <a:extLst>
              <a:ext uri="{FF2B5EF4-FFF2-40B4-BE49-F238E27FC236}">
                <a16:creationId xmlns:a16="http://schemas.microsoft.com/office/drawing/2014/main" id="{6FF73BD2-CBEB-4610-AA99-62AB489D1E77}"/>
              </a:ext>
            </a:extLst>
          </p:cNvPr>
          <p:cNvSpPr/>
          <p:nvPr/>
        </p:nvSpPr>
        <p:spPr>
          <a:xfrm flipV="1">
            <a:off x="3584575" y="3538538"/>
            <a:ext cx="2460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135DE830-F0F1-4475-82E9-B5698AC768F1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" name="Text Box 50">
            <a:extLst>
              <a:ext uri="{FF2B5EF4-FFF2-40B4-BE49-F238E27FC236}">
                <a16:creationId xmlns:a16="http://schemas.microsoft.com/office/drawing/2014/main" id="{32196788-F68C-47BA-98A9-4C356DB5D0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6" name="Forma libre 25">
            <a:extLst>
              <a:ext uri="{FF2B5EF4-FFF2-40B4-BE49-F238E27FC236}">
                <a16:creationId xmlns:a16="http://schemas.microsoft.com/office/drawing/2014/main" id="{F197810C-8811-4F5A-8B38-B802A028D294}"/>
              </a:ext>
            </a:extLst>
          </p:cNvPr>
          <p:cNvSpPr/>
          <p:nvPr/>
        </p:nvSpPr>
        <p:spPr>
          <a:xfrm>
            <a:off x="8256588" y="4416425"/>
            <a:ext cx="3175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3540" name="Text Box 50">
            <a:extLst>
              <a:ext uri="{FF2B5EF4-FFF2-40B4-BE49-F238E27FC236}">
                <a16:creationId xmlns:a16="http://schemas.microsoft.com/office/drawing/2014/main" id="{A341277F-EDDD-465D-823B-DDBF57C406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208" name="Marcador de número de diapositiva 207">
            <a:extLst>
              <a:ext uri="{FF2B5EF4-FFF2-40B4-BE49-F238E27FC236}">
                <a16:creationId xmlns:a16="http://schemas.microsoft.com/office/drawing/2014/main" id="{20B5B1F0-D2A5-4105-84CE-0946D09F1A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D920951-3700-4256-BCFA-759A84432124}" type="slidenum">
              <a:rPr lang="es-ES" altLang="es-ES">
                <a:solidFill>
                  <a:srgbClr val="171717"/>
                </a:solidFill>
              </a:rPr>
              <a:pPr/>
              <a:t>91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62" name="Text Box 76">
            <a:extLst>
              <a:ext uri="{FF2B5EF4-FFF2-40B4-BE49-F238E27FC236}">
                <a16:creationId xmlns:a16="http://schemas.microsoft.com/office/drawing/2014/main" id="{BDED085C-9945-4F37-91C0-F6A0D35085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4" name="Line 78">
            <a:extLst>
              <a:ext uri="{FF2B5EF4-FFF2-40B4-BE49-F238E27FC236}">
                <a16:creationId xmlns:a16="http://schemas.microsoft.com/office/drawing/2014/main" id="{D2641D57-80BB-499B-BAD7-1EC01938B4E8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09" name="Conector recto de flecha 208">
            <a:extLst>
              <a:ext uri="{FF2B5EF4-FFF2-40B4-BE49-F238E27FC236}">
                <a16:creationId xmlns:a16="http://schemas.microsoft.com/office/drawing/2014/main" id="{98A69FA3-C570-4913-A247-7EE5A715AF8D}"/>
              </a:ext>
            </a:extLst>
          </p:cNvPr>
          <p:cNvCxnSpPr>
            <a:cxnSpLocks/>
            <a:endCxn id="204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" name="Text Box 50">
            <a:extLst>
              <a:ext uri="{FF2B5EF4-FFF2-40B4-BE49-F238E27FC236}">
                <a16:creationId xmlns:a16="http://schemas.microsoft.com/office/drawing/2014/main" id="{E581C4DA-7938-4693-9EE9-0B9F50AD7B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211" name="Marcador de contenido 5">
            <a:extLst>
              <a:ext uri="{FF2B5EF4-FFF2-40B4-BE49-F238E27FC236}">
                <a16:creationId xmlns:a16="http://schemas.microsoft.com/office/drawing/2014/main" id="{8C1B238F-FC40-4A18-9375-ECB6AE24626F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332377823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4153441506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4255498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861547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151850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7240587"/>
                  </a:ext>
                </a:extLst>
              </a:tr>
            </a:tbl>
          </a:graphicData>
        </a:graphic>
      </p:graphicFrame>
      <p:graphicFrame>
        <p:nvGraphicFramePr>
          <p:cNvPr id="212" name="Marcador de contenido 5">
            <a:extLst>
              <a:ext uri="{FF2B5EF4-FFF2-40B4-BE49-F238E27FC236}">
                <a16:creationId xmlns:a16="http://schemas.microsoft.com/office/drawing/2014/main" id="{81504990-9ED8-4CEA-9E7D-5BC648C2ED89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Tabla 22">
            <a:extLst>
              <a:ext uri="{FF2B5EF4-FFF2-40B4-BE49-F238E27FC236}">
                <a16:creationId xmlns:a16="http://schemas.microsoft.com/office/drawing/2014/main" id="{F16AEEAC-8E5F-4FC6-9480-CA062878FF23}"/>
              </a:ext>
            </a:extLst>
          </p:cNvPr>
          <p:cNvGraphicFramePr>
            <a:graphicFrameLocks noGrp="1"/>
          </p:cNvGraphicFramePr>
          <p:nvPr/>
        </p:nvGraphicFramePr>
        <p:xfrm>
          <a:off x="936625" y="1524000"/>
          <a:ext cx="683418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4" name="Marcador de contenido 5">
            <a:extLst>
              <a:ext uri="{FF2B5EF4-FFF2-40B4-BE49-F238E27FC236}">
                <a16:creationId xmlns:a16="http://schemas.microsoft.com/office/drawing/2014/main" id="{E0A14E4B-81D1-4365-B31A-3AA63217C9D0}"/>
              </a:ext>
            </a:extLst>
          </p:cNvPr>
          <p:cNvGraphicFramePr>
            <a:graphicFrameLocks/>
          </p:cNvGraphicFramePr>
          <p:nvPr/>
        </p:nvGraphicFramePr>
        <p:xfrm>
          <a:off x="927100" y="1165225"/>
          <a:ext cx="6843713" cy="3524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5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47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425">
                <a:tc>
                  <a:txBody>
                    <a:bodyPr/>
                    <a:lstStyle/>
                    <a:p>
                      <a:pPr algn="l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2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2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3" marR="91443" marT="45740" marB="4574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2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(BR[</a:t>
                      </a:r>
                      <a:r>
                        <a:rPr lang="es-ES" sz="12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= BR[</a:t>
                      </a:r>
                      <a:r>
                        <a:rPr lang="es-ES" sz="12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]) </a:t>
                      </a:r>
                      <a:r>
                        <a:rPr lang="es-ES" sz="12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PC + </a:t>
                      </a:r>
                      <a:r>
                        <a:rPr lang="es-ES" sz="12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2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2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&lt;&lt; 1))</a:t>
                      </a: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</a:t>
                      </a:r>
                      <a:r>
                        <a:rPr lang="es-ES" sz="12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(PC + 4)</a:t>
                      </a:r>
                      <a:endParaRPr lang="es-ES" sz="12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3" marR="91443" marT="45740" marB="4574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" name="Rectángulo 15">
            <a:extLst>
              <a:ext uri="{FF2B5EF4-FFF2-40B4-BE49-F238E27FC236}">
                <a16:creationId xmlns:a16="http://schemas.microsoft.com/office/drawing/2014/main" id="{1D84B293-784C-4182-893F-37569398F177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CD6E6155-0252-41DF-B243-F0ECD0CC15FF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AB0F813D-B763-48CD-B75A-5B6ABF564288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1C7164F7-3B7B-4031-86BB-53E4F1F881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DB61DC79-B524-43C5-8ACE-B30E6C27569C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E7483441-6AD2-4183-9983-90FCDB8C4EF1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AF93D3F3-86DB-4B5A-88E6-AECCF4E373BB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1C38E974-5F38-416F-A734-9D29886727D3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F6C501EB-A57C-4C3A-97CF-0D4DB97E04CE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DA807851-F558-4CC9-BE23-21EB9CDD7F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85411" name="Grupo 228">
            <a:extLst>
              <a:ext uri="{FF2B5EF4-FFF2-40B4-BE49-F238E27FC236}">
                <a16:creationId xmlns:a16="http://schemas.microsoft.com/office/drawing/2014/main" id="{A6928BB3-D32D-4610-9542-A2A0563D2E74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0A0E3E74-A88E-4DC8-9714-536C2BBCF4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F8367CD3-DC24-4B7D-BA64-64C4AB75E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65903C92-7551-47CC-BD6C-F83705CBFE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15E5D2E6-B64D-454D-9412-64B59CED9B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1C0C29D5-4358-4FF0-8DC3-5936E063BC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4AF2E2AA-C878-4C77-B121-D316A15B53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64DF509A-39D6-4CB7-A295-E13C71CD9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9D6F00C5-C47A-450A-BB24-AAB97B0C6B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D927F1F0-BE69-4E7D-BAFB-29829EB359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05A9CCAD-6039-4678-AB0A-B63E387F3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6C200CE1-2934-426F-ACA2-06195EFE48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F152DC3E-A9E0-465D-8094-98218329A0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9E3ED9C7-8CE3-4A47-9058-0C1369CABA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D258E491-55ED-4043-A18A-EE156A68F3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8BCD760F-93CD-44DD-94B9-473AA4B560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ED566E18-AE45-4487-95D6-5A630EC53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20FCBF60-90BB-4AA5-98BC-AF9194F7D3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8D618EA1-60D8-4E77-8453-0CCC5F51CA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67CC57FE-B2EB-4FC8-8019-7334746E33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91266581-EF13-41BC-9F9C-1313D057E0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8FD4A346-66ED-46C9-AB07-5BEB3AE5DC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0B4F04B6-4843-4901-AEE4-801F17D2E5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ED8D426A-B5B5-4C0F-91F8-70F2654AE3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AF617B09-9E8F-4079-899A-D432E24D0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1508B108-F8C8-400E-ADDE-0008C7D65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F9F7F3DD-345F-4822-BA84-B56F6ADE9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A50E4E77-89FC-4B67-9ACC-CE13A9913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905FE67B-E01F-4A37-9EF7-76A061113F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22C3908E-FBCC-452F-93CE-AB4C5D52C026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85412" name="Grupo 261">
            <a:extLst>
              <a:ext uri="{FF2B5EF4-FFF2-40B4-BE49-F238E27FC236}">
                <a16:creationId xmlns:a16="http://schemas.microsoft.com/office/drawing/2014/main" id="{8C76EFED-563B-433B-A773-93948AB24AAF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8065874A-2AC4-4277-828B-8D98DF97B1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99D9BC27-D4E0-478C-A079-6A283E1C74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C6C37577-84FC-4798-87DC-B822A0FEE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4D155A7F-84F1-4F62-BC9C-D9E1E39026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7C7C425F-6949-45B1-9CC8-D1C3C66F31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AB1AA044-FE78-46C0-A2CF-A7C7773059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33A23ECA-2F1D-4F91-9F1D-BB049833E9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7585A19C-6DA8-458A-BF74-65B20D0F6A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981BBCEE-8A37-447A-8AFB-C1FC08274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1C2552AC-A8BA-43E3-9AB3-EF8208C469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8108B76F-4C8B-4506-B75F-7B0645E857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28EA2BFE-3E58-4713-8476-524AF280BE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B97AB066-BD5A-4E2F-8BC6-0F7C2FBA01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8C7E22E7-607D-4434-B47D-BA5CE114C3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59106097-75A9-4E5A-B7EA-A19A6C38D0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E95476D7-F35B-4CFA-BBE6-F7F388A559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BFB789AC-2A9B-42BF-AAC1-391B258BC864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8DAD7E14-A111-48E2-AB2D-506A44569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554A665B-C360-400E-AFDC-F7DC960DA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7BDE520E-2702-42B5-9D42-0ECCE5B32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157DA51E-1AFE-43FD-8BCC-7E33CC028419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E015BF16-0D01-431E-84CE-B3DD002A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DCFEFB69-E26E-44C5-A9C0-9C7A6CB270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BB42E318-375A-4FD9-A59E-269577CAA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C91E9EE6-E76B-4F40-AA12-8759C44615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9B661199-A52F-47D9-9F28-467EB91C32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12B289B9-F170-4C4B-B971-FF3A8F9AC8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DC031112-B4B5-4B09-BCD6-622896847D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DB218592-D434-4ADA-A247-C0E81281E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E3511CC2-6971-4E15-9753-2153BE6B5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E118384D-11C4-4C71-806B-0C9C48E96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810B6804-7327-4889-9819-19C17072A80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8C2B470F-9B92-46BD-993D-BB20835FB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7C28F96E-C0CA-4AC9-8B0A-89BED008D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F76EEDAE-2413-463D-B973-12903CEE258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545ED81C-6F81-47F3-84FC-B947F009C024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B6938E7B-ADAE-41CA-AB44-73A9D36BCADB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A1F3D2F8-7B0D-4680-8D24-9327E951FFD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85434" name="Grupo 303">
            <a:extLst>
              <a:ext uri="{FF2B5EF4-FFF2-40B4-BE49-F238E27FC236}">
                <a16:creationId xmlns:a16="http://schemas.microsoft.com/office/drawing/2014/main" id="{BD6B6F39-BD9B-4817-92F4-C5E484A9B181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E24005BD-2DC7-4F21-B458-0F282046BD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A92218EE-BDF2-42CF-9CA8-7EEDBE1EA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3FFF4B36-55AD-443D-B374-4B3FC6B6DC78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00B79B42-303C-4872-A038-E08970759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48BAA7F3-5078-42F8-917F-2786A2B09E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58544F0A-04D4-424A-9EE7-B7529639DE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295C128B-5315-451A-AABC-68EA3B2D7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A43C212C-FCDF-49EF-82CE-8C8E101CBCC5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dirty="0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C3C26268-93EA-438D-A336-B26A31391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BFFDA197-91D6-472C-9E6E-0BF6AD665AB3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495DF7A8-9029-49DA-9C89-0B871F3F114C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33D7021A-2DB3-4FFA-9EA0-FFC1FC641153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1E7B6340-E4C7-4EC5-A8B6-77D8073228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1EF56F8D-6DD2-4DEB-B375-EB6F12EC13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70F36BB0-E400-40F0-89B5-EAA2837DFBDB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2B45EA12-00B5-4D01-989D-0B22353C18F4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34BBBC08-CBF9-475C-9658-AE1C124DB852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5445" name="Grupo 27">
            <a:extLst>
              <a:ext uri="{FF2B5EF4-FFF2-40B4-BE49-F238E27FC236}">
                <a16:creationId xmlns:a16="http://schemas.microsoft.com/office/drawing/2014/main" id="{7419D112-0C15-4CCB-A15A-65A2E0DEC104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C5CEC7ED-1E24-45F9-B874-1FB9BF9E8B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B01546F2-7FA2-4532-983F-10A733FC30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AB3D5F4E-C416-484A-BA95-C6543DA9E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F3C37844-1A35-4CCA-95BC-D325D7DCD3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FC803F5E-0D6A-4E54-8B00-482BBC2A8B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F980A576-0189-4DDB-B3EC-C4F7FA6E3A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3658D199-ED78-4507-868F-B6F0672237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03D1FBEF-5CDF-4060-AD60-615F3959A6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77A67089-4C28-4403-B7B5-07AE5F6437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465F4923-AFBC-464A-8A56-DD7E45D5509A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D2E64D0A-C04B-4F42-843B-F96E3F022A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DDA0DB6F-E331-4DFA-8DCB-CBD062A1EE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536DFF51-8347-4C77-B660-A4C287BCB2E7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1D1F73AE-DD43-44E3-AE2C-3451758ED569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EA88943F-2CAC-4CA6-B91C-F626F6EEB7DC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31DBC036-940A-4CA4-86CA-803AFEE8A682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667A95FE-B7C2-4CF8-BE5C-277F62B1EFDC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CAE460D5-B963-4EAE-8767-3E5D0BA5F8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94897A07-A3C1-4FBA-954D-AC3EBC099D0B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5453" name="Grupo 4">
            <a:extLst>
              <a:ext uri="{FF2B5EF4-FFF2-40B4-BE49-F238E27FC236}">
                <a16:creationId xmlns:a16="http://schemas.microsoft.com/office/drawing/2014/main" id="{96D05CC5-F379-4110-87DD-CA8C95386E40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2DA9FE77-9C5D-497C-BB39-259CAE2865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24F5F742-63CC-4C33-84FE-76F4A473A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89E18279-C494-4811-9816-DD52837814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1E678442-E4E4-46C6-814A-DCBE592E6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D2C3599B-5D75-4828-A74A-F3E5975FEC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D359C7EE-952E-4339-BF17-C5C8E6EA20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0DA0C669-71F8-45B5-80DE-B3CE097FD0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AC300894-E374-4447-A733-798080A96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3B4D2AB7-67DE-4B02-99A6-E39249AF57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73CE483E-7ADA-4BF6-8739-C0C505940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12FFE9E9-5DF1-4615-8728-5823509F7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F3221905-B8B7-46DA-A2FC-A4ED475418A8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14BE1598-A7BD-45A6-AF53-5087EAA05A8D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8CF00777-FC79-4C14-BBA3-000A9F97E3E2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5457" name="Grupo 138">
            <a:extLst>
              <a:ext uri="{FF2B5EF4-FFF2-40B4-BE49-F238E27FC236}">
                <a16:creationId xmlns:a16="http://schemas.microsoft.com/office/drawing/2014/main" id="{7C1EB007-4286-4634-87AF-D7A5DC818C7D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83845D44-5D92-4BE1-90F0-CEB206B2D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4F3F5B58-A67C-47FD-BC67-5BFF12AB9E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1D5B2343-F307-49A9-80E9-1AC7736A2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D7BD3CDB-2AF5-485C-8689-71F264AE64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9B7E1818-1A14-47D5-B2D9-82CDFC01A0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32AA7295-3DD7-4E01-B9C4-0EA8B70488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922BA973-31B5-44EB-AB9C-1952B4C944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77840CBC-4C34-40ED-9495-BA7A0160C1BE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72033A01-1F1D-41FE-8815-9FF634ED21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85458" name="Grupo 148">
            <a:extLst>
              <a:ext uri="{FF2B5EF4-FFF2-40B4-BE49-F238E27FC236}">
                <a16:creationId xmlns:a16="http://schemas.microsoft.com/office/drawing/2014/main" id="{8D6ECB15-5BD6-44C8-AED8-7D3781BD5546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97DD2B5A-11EA-4DA9-8449-F6ECF00158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3D3AD120-12D4-4317-A80C-B1ADC81B39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1A1AAAA0-4C0F-47B4-90E2-748C6F8091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040D5D83-4BD1-4568-B25D-8329894FB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7A68A181-C7B7-44CB-9D34-2B1930A3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C85712A8-B7C5-49AD-8A97-2578587985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6708FEC4-91DC-4160-9681-D5BCAB64A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3ADEBD06-9F5F-4323-B62C-FE677E99F0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00F33ED0-9C5D-49F7-ADA6-E5711E4DF2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F88897CE-F343-4626-B262-5336AC31F7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56F260CD-BF2C-48DA-AD56-232A56C211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029F7A00-EB0A-4DDD-A863-D12DDE139B8F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5460" name="Text Box 46">
            <a:extLst>
              <a:ext uri="{FF2B5EF4-FFF2-40B4-BE49-F238E27FC236}">
                <a16:creationId xmlns:a16="http://schemas.microsoft.com/office/drawing/2014/main" id="{D92C0413-492E-41A1-9CF7-6EB43D853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grpSp>
        <p:nvGrpSpPr>
          <p:cNvPr id="185461" name="Grupo 188">
            <a:extLst>
              <a:ext uri="{FF2B5EF4-FFF2-40B4-BE49-F238E27FC236}">
                <a16:creationId xmlns:a16="http://schemas.microsoft.com/office/drawing/2014/main" id="{D3EBCB88-A03D-4799-A0C9-4AE588501BB9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D2D1E1D2-DD1B-4CC6-8ADE-9F456035F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CEF2CEA7-6321-4CBF-83BF-753DE2385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A0E5440A-15A7-4832-A492-8E5E8AE36F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640D8241-D742-4BBE-AD2C-67B51982D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89699E36-95FE-4FB1-8024-B611FF1C53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6AE49E5A-ACB2-4C8B-B67A-6E896B06C4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7262E635-03F9-4906-A24C-104B148C83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7E3A2F8D-2E37-4A48-8109-0CB57D41FE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0683C7E5-427C-4910-8AA7-8A9CBB00B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4F8EE239-2FF0-4F90-BD56-37ECA19162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3D52CB0E-4ADB-4395-AA38-0E98D0581859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5463" name="Grupo 47">
            <a:extLst>
              <a:ext uri="{FF2B5EF4-FFF2-40B4-BE49-F238E27FC236}">
                <a16:creationId xmlns:a16="http://schemas.microsoft.com/office/drawing/2014/main" id="{13790A7A-B573-44F9-BA99-EE33E4418579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9A4A9FCE-45F8-4687-AE81-211AE43438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C977C4E9-41ED-445B-8A8F-D87140DB92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A4C43859-3050-4B55-905A-4B19D590F7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B864D983-C767-49B6-8F40-737DF70AC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CCD2AC7C-2A77-4F93-A409-B1AC313F97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2B531404-BCB1-42AF-8624-EDB41A01E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AAF251E6-6220-44ED-B7FE-83D92FE3CC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559BF6E6-0995-41F2-927E-84A3310320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2EC3CDEA-CCDF-420C-9C17-B967D73184FD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713F5CDA-D335-4EBF-A115-49AB8D0F09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995BCBA9-10EF-44BF-B016-87DFDE8C5D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732B70FD-C375-48E3-8776-B83A7BD27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CD377207-2214-48D8-B751-AA252733995F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E50106C7-3610-4F08-82CC-04502D47538B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27A9C5A9-C14F-4654-B320-D3CEA78C4517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5467" name="Grupo 9">
            <a:extLst>
              <a:ext uri="{FF2B5EF4-FFF2-40B4-BE49-F238E27FC236}">
                <a16:creationId xmlns:a16="http://schemas.microsoft.com/office/drawing/2014/main" id="{56F55630-8372-4FDD-844C-04C726B1B5BF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D5BBCC14-9549-4633-81E7-05234D4E85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11C932C6-8912-4362-8422-4ACDF2BEB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3FC127EE-3717-4F41-B374-FD5B8C8E4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C0EC2F9B-2F2B-405F-9930-B0D807780B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4706AB6B-4064-4B09-83A7-FCEDFB17AF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DF83B4CC-C5EB-4B41-A4E6-DC431C17EF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1811603E-1F66-4E8E-A6D5-ECAC67FAC5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14C43F6B-0958-4E7D-981D-2C97C1B18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2E985E57-BDDA-49BA-8542-8E8BB0930C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C7308E4A-83A7-43C2-9846-7566482132FE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586698FB-AB36-4459-B6EA-69DD8160F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4A4816DD-D89D-4F7B-87A0-B6386C709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9DCEC56A-87F7-48F6-82FE-4CFF80FED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64C3597E-81DB-4DE4-9121-2A2B07D31D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D901F23C-70CF-4306-94D8-B4DC592F4A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91750A73-5F45-4F8D-B46A-50520E50FB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A3B5A9D2-8A5D-41AF-9295-EEB89A9F8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CFF82898-67B0-4888-BD9D-3D490AF1F46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9F5C057D-DD93-4FBC-B3B4-B68F9013CC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4D2D7322-698D-480D-964F-BD1FDE4D7D8A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5204A6A7-1670-4795-8C25-E00226EC1E26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7619BB36-3E58-4BBC-AA8D-E2DD067CEA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2076767D-DAF1-4F7F-88CE-917BADA3AB92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474" name="Text Box 72">
            <a:extLst>
              <a:ext uri="{FF2B5EF4-FFF2-40B4-BE49-F238E27FC236}">
                <a16:creationId xmlns:a16="http://schemas.microsoft.com/office/drawing/2014/main" id="{143FE155-3396-4C2E-AFDD-139303B54A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85475" name="Line 71">
            <a:extLst>
              <a:ext uri="{FF2B5EF4-FFF2-40B4-BE49-F238E27FC236}">
                <a16:creationId xmlns:a16="http://schemas.microsoft.com/office/drawing/2014/main" id="{80748D46-6F26-446F-BD44-9ECE4A9C50D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402473E8-50DF-45BA-91A3-3B189C204B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8C063F76-F035-4D8F-B971-A0BD9CCCE2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4843738A-DE85-4156-9161-35FA94BA04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85479" name="Text Box 50">
            <a:extLst>
              <a:ext uri="{FF2B5EF4-FFF2-40B4-BE49-F238E27FC236}">
                <a16:creationId xmlns:a16="http://schemas.microsoft.com/office/drawing/2014/main" id="{405399CF-692F-448B-BD99-1A1472AC4F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85480" name="Text Box 50">
            <a:extLst>
              <a:ext uri="{FF2B5EF4-FFF2-40B4-BE49-F238E27FC236}">
                <a16:creationId xmlns:a16="http://schemas.microsoft.com/office/drawing/2014/main" id="{FA78618E-E01A-41F6-B984-88A8D2C836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85481" name="Text Box 50">
            <a:extLst>
              <a:ext uri="{FF2B5EF4-FFF2-40B4-BE49-F238E27FC236}">
                <a16:creationId xmlns:a16="http://schemas.microsoft.com/office/drawing/2014/main" id="{E20FFBF5-9806-4C2A-8B60-CF6F441A9A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74C14281-9ECA-4FBE-AECA-619F4894A32E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BDB70A14-1201-4B6A-82DE-55D8FD14C08D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7D755F1B-76CE-4AD9-BBBA-D0A344FFCE9B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0E188A0E-D5F5-4FC6-9F1F-EA2A5B030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23D4B2D2-E762-4F39-99CE-9E62A574C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30E7D66A-3C41-4700-A626-3B701F6680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0D2DDBF6-CAC8-4573-A906-0FDB61472E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93D1B2C1-C82F-4076-8CD0-FE20C33AB6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D26B3C77-613E-4E25-AE8F-E00C3C461B03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C930DF4C-300D-4005-8E68-A25E11DF184F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9C1E044A-06D2-47B6-97B6-E0E2C844F4A7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07A4EC40-7356-4642-A577-C50ED25A89F0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8D3DA7AC-E1AC-4FC7-A5D4-8BD36BED2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85495" name="Text Box 72">
            <a:extLst>
              <a:ext uri="{FF2B5EF4-FFF2-40B4-BE49-F238E27FC236}">
                <a16:creationId xmlns:a16="http://schemas.microsoft.com/office/drawing/2014/main" id="{6A509898-01B3-4166-A3E5-1141F3B1ED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85496" name="Line 71">
            <a:extLst>
              <a:ext uri="{FF2B5EF4-FFF2-40B4-BE49-F238E27FC236}">
                <a16:creationId xmlns:a16="http://schemas.microsoft.com/office/drawing/2014/main" id="{27D8EEA5-DC28-465D-987D-5F2603931B4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85497" name="Text Box 72">
            <a:extLst>
              <a:ext uri="{FF2B5EF4-FFF2-40B4-BE49-F238E27FC236}">
                <a16:creationId xmlns:a16="http://schemas.microsoft.com/office/drawing/2014/main" id="{736C1224-46B0-4838-9A48-9D061650C9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85498" name="Line 71">
            <a:extLst>
              <a:ext uri="{FF2B5EF4-FFF2-40B4-BE49-F238E27FC236}">
                <a16:creationId xmlns:a16="http://schemas.microsoft.com/office/drawing/2014/main" id="{4DB37D1A-1391-40D8-AEF2-63C59AE8F63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3615936F-97B6-46FB-BD1E-BD90AD9FB17B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7A71DDA7-8496-4DFF-AFA4-0633B60408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7AFE8189-9D6C-4C99-A913-AD23946B1A6A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5502" name="Grupo 374">
            <a:extLst>
              <a:ext uri="{FF2B5EF4-FFF2-40B4-BE49-F238E27FC236}">
                <a16:creationId xmlns:a16="http://schemas.microsoft.com/office/drawing/2014/main" id="{E54C2583-2994-45AC-8D23-D51370AB9482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F8C2EF2D-60EC-4927-B813-9EDF92402F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16B0DE87-DE27-4B61-B297-8545E66AE6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88E9AD66-9757-4823-9FEC-FED9CD0C8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6736FCCF-361C-461A-BA66-2A4D47FBAA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F6D4BAA2-F60F-42AE-87BC-B113F8F36E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BCD21D7B-E74F-486C-AA59-4A5CA95ADF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D46954FC-0EA8-437C-9875-07DE4E1EF1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2D4536B7-0F40-45F4-BBC0-8678F30D06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5F396DA8-E687-4343-9A0C-74EAFD5A4A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08CC858F-9413-4076-8BE6-6CFB0E7A0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C940CEF1-F165-40CF-9BE5-89DF968D79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34E91891-FB6C-4D97-9CEB-8EC37F2BB0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389C6900-BCBF-44F8-A10A-607EB84E78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528C48FD-AFC2-485E-8C62-8812A69D87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44C3F283-55B7-4E7D-96DE-24E286C131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431B8A6B-3A7C-4E41-AA64-0C386DA5ECC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716CB894-27F8-4569-BFCB-B709E9A2192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C22171B7-9C29-4633-9789-5E8D05A261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20D199D4-6395-4648-AC3E-107A06D53DA6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58A99A1F-0BE7-45BD-A31B-AD423F91DAF1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D4DB6562-470C-480E-BD4B-6AE404901B90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0B437C65-A51E-4C1A-A7CA-6A24E4D99CBA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65DE0C6D-C679-47CF-9AC8-4B406D5DED0F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84E91441-80B5-4293-B802-69891AB77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500" y="1982788"/>
            <a:ext cx="2230438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Tipo-B</a:t>
            </a:r>
          </a:p>
        </p:txBody>
      </p:sp>
      <p:sp>
        <p:nvSpPr>
          <p:cNvPr id="389" name="Forma libre 388">
            <a:extLst>
              <a:ext uri="{FF2B5EF4-FFF2-40B4-BE49-F238E27FC236}">
                <a16:creationId xmlns:a16="http://schemas.microsoft.com/office/drawing/2014/main" id="{34D9206A-4FC1-4AAA-947C-A12A40A215EE}"/>
              </a:ext>
            </a:extLst>
          </p:cNvPr>
          <p:cNvSpPr/>
          <p:nvPr/>
        </p:nvSpPr>
        <p:spPr>
          <a:xfrm flipV="1">
            <a:off x="2566988" y="4581525"/>
            <a:ext cx="24606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97CCEFAA-F464-43B8-AD73-DF274775F6B8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0" name="Forma libre 389">
            <a:extLst>
              <a:ext uri="{FF2B5EF4-FFF2-40B4-BE49-F238E27FC236}">
                <a16:creationId xmlns:a16="http://schemas.microsoft.com/office/drawing/2014/main" id="{67BC18E6-C11D-4EC1-A6A0-DCBEC8F378A7}"/>
              </a:ext>
            </a:extLst>
          </p:cNvPr>
          <p:cNvSpPr/>
          <p:nvPr/>
        </p:nvSpPr>
        <p:spPr>
          <a:xfrm flipV="1">
            <a:off x="3584575" y="3538538"/>
            <a:ext cx="2460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2E53F3CA-1D41-4DA6-A11F-C563D8A58A78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" name="Text Box 50">
            <a:extLst>
              <a:ext uri="{FF2B5EF4-FFF2-40B4-BE49-F238E27FC236}">
                <a16:creationId xmlns:a16="http://schemas.microsoft.com/office/drawing/2014/main" id="{79680262-6EC3-42BC-9D47-AB33BA843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85587" name="Text Box 50">
            <a:extLst>
              <a:ext uri="{FF2B5EF4-FFF2-40B4-BE49-F238E27FC236}">
                <a16:creationId xmlns:a16="http://schemas.microsoft.com/office/drawing/2014/main" id="{6D05CBDD-B023-4785-A7E6-21D43F365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204" name="Marcador de número de diapositiva 203">
            <a:extLst>
              <a:ext uri="{FF2B5EF4-FFF2-40B4-BE49-F238E27FC236}">
                <a16:creationId xmlns:a16="http://schemas.microsoft.com/office/drawing/2014/main" id="{73F58986-168C-46C6-BEE5-4C6BD1AB73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5DABED7-5CA0-4903-A7B5-13D00CA0C43A}" type="slidenum">
              <a:rPr lang="es-ES" altLang="es-ES">
                <a:solidFill>
                  <a:srgbClr val="171717"/>
                </a:solidFill>
              </a:rPr>
              <a:pPr/>
              <a:t>92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26" name="Text Box 76">
            <a:extLst>
              <a:ext uri="{FF2B5EF4-FFF2-40B4-BE49-F238E27FC236}">
                <a16:creationId xmlns:a16="http://schemas.microsoft.com/office/drawing/2014/main" id="{A35AE359-56CA-48B6-813C-091C52612F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0" name="Line 78">
            <a:extLst>
              <a:ext uri="{FF2B5EF4-FFF2-40B4-BE49-F238E27FC236}">
                <a16:creationId xmlns:a16="http://schemas.microsoft.com/office/drawing/2014/main" id="{A0CDD6DA-1332-49B8-9CBC-2FB36CB76513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08" name="Conector recto de flecha 207">
            <a:extLst>
              <a:ext uri="{FF2B5EF4-FFF2-40B4-BE49-F238E27FC236}">
                <a16:creationId xmlns:a16="http://schemas.microsoft.com/office/drawing/2014/main" id="{08DEB1C1-531D-424B-96DB-5CADABD56618}"/>
              </a:ext>
            </a:extLst>
          </p:cNvPr>
          <p:cNvCxnSpPr>
            <a:cxnSpLocks/>
            <a:endCxn id="60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" name="Text Box 50">
            <a:extLst>
              <a:ext uri="{FF2B5EF4-FFF2-40B4-BE49-F238E27FC236}">
                <a16:creationId xmlns:a16="http://schemas.microsoft.com/office/drawing/2014/main" id="{52DF076D-45BD-4C53-8535-EA8192BBB3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210" name="Marcador de contenido 5">
            <a:extLst>
              <a:ext uri="{FF2B5EF4-FFF2-40B4-BE49-F238E27FC236}">
                <a16:creationId xmlns:a16="http://schemas.microsoft.com/office/drawing/2014/main" id="{0A010E83-2806-4CB5-91C1-1C208F443F84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3840976150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2372615887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209577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7252049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4504991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3734705"/>
                  </a:ext>
                </a:extLst>
              </a:tr>
            </a:tbl>
          </a:graphicData>
        </a:graphic>
      </p:graphicFrame>
      <p:graphicFrame>
        <p:nvGraphicFramePr>
          <p:cNvPr id="211" name="Marcador de contenido 5">
            <a:extLst>
              <a:ext uri="{FF2B5EF4-FFF2-40B4-BE49-F238E27FC236}">
                <a16:creationId xmlns:a16="http://schemas.microsoft.com/office/drawing/2014/main" id="{078E7A99-A646-4258-B3B6-CA516B6E72A6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Tabla 22">
            <a:extLst>
              <a:ext uri="{FF2B5EF4-FFF2-40B4-BE49-F238E27FC236}">
                <a16:creationId xmlns:a16="http://schemas.microsoft.com/office/drawing/2014/main" id="{1B809206-2551-43CB-B772-83688A2ED683}"/>
              </a:ext>
            </a:extLst>
          </p:cNvPr>
          <p:cNvGraphicFramePr>
            <a:graphicFrameLocks noGrp="1"/>
          </p:cNvGraphicFramePr>
          <p:nvPr/>
        </p:nvGraphicFramePr>
        <p:xfrm>
          <a:off x="936625" y="1524000"/>
          <a:ext cx="683418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4" name="Marcador de contenido 5">
            <a:extLst>
              <a:ext uri="{FF2B5EF4-FFF2-40B4-BE49-F238E27FC236}">
                <a16:creationId xmlns:a16="http://schemas.microsoft.com/office/drawing/2014/main" id="{6FB7BC94-1563-4F48-9A91-C0D656E75B22}"/>
              </a:ext>
            </a:extLst>
          </p:cNvPr>
          <p:cNvGraphicFramePr>
            <a:graphicFrameLocks/>
          </p:cNvGraphicFramePr>
          <p:nvPr/>
        </p:nvGraphicFramePr>
        <p:xfrm>
          <a:off x="927100" y="1165225"/>
          <a:ext cx="6843713" cy="3524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5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47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425">
                <a:tc>
                  <a:txBody>
                    <a:bodyPr/>
                    <a:lstStyle/>
                    <a:p>
                      <a:pPr algn="l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2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2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3" marR="91443" marT="45740" marB="4574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2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(BR[</a:t>
                      </a:r>
                      <a:r>
                        <a:rPr lang="es-ES" sz="12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= BR[</a:t>
                      </a:r>
                      <a:r>
                        <a:rPr lang="es-ES" sz="12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]) </a:t>
                      </a:r>
                      <a:r>
                        <a:rPr lang="es-ES" sz="12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PC + </a:t>
                      </a:r>
                      <a:r>
                        <a:rPr lang="es-ES" sz="12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2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2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&lt;&lt; 1))</a:t>
                      </a: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</a:t>
                      </a:r>
                      <a:r>
                        <a:rPr lang="es-ES" sz="12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(PC + 4)</a:t>
                      </a:r>
                      <a:endParaRPr lang="es-ES" sz="12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3" marR="91443" marT="45740" marB="4574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" name="Rectángulo 15">
            <a:extLst>
              <a:ext uri="{FF2B5EF4-FFF2-40B4-BE49-F238E27FC236}">
                <a16:creationId xmlns:a16="http://schemas.microsoft.com/office/drawing/2014/main" id="{6440EFE7-EA9F-4ED4-9B63-6BD02F5C93C1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D9C8703C-649B-4E0F-BD67-D56C0770E5AA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01023FE4-EC4D-4BC5-8451-CE3C35104983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5273B650-3427-457C-9A64-FAA9BA9CFD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DAF7B27F-1E43-41DE-9BD5-C4F0CB1F6274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63A64565-0844-43A1-AC3E-53ADBF3D73BE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1DC188DB-AB02-43EE-AED0-D715AC78985E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BF4FDE4C-A5C7-4C8F-B9B6-0CA2EF16ACA5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58A5208C-CA79-4507-911E-F1B379543DC5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D84FFA87-D4CA-4A32-8BAF-5ED80D6596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87459" name="Grupo 228">
            <a:extLst>
              <a:ext uri="{FF2B5EF4-FFF2-40B4-BE49-F238E27FC236}">
                <a16:creationId xmlns:a16="http://schemas.microsoft.com/office/drawing/2014/main" id="{BE7D863B-C1B3-4D51-840F-28A316A849DE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27073D20-AB5F-44C3-B221-A858BAFB1E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7DDBC7CC-BCFD-4672-991A-BE2DD685C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45D519B2-6EA5-4FE9-9B76-C3D362DE3B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1DB57931-19A8-4F02-B1B5-6C6A1AE679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2A5D6BF4-52B4-4A57-AC04-A5FA071F3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3486B5B1-D4B9-4FE9-9C37-FEDFC7B3E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35ADDEBE-12D8-4EAB-8087-55612BD2C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4E427D46-1B7D-4DE4-B865-41B110253F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35B7D579-5525-40E7-A903-497DFD53C6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30D7AA35-2E43-4B47-B3C1-E325DE8E49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6E41B1FD-A3C0-4513-9B04-5E51C185F8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A3B03CE5-A088-41A7-8C4F-5FEABA078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9FBE569C-C25E-4788-AB7A-FD5BE4C362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D646C516-3170-4C44-96AC-BF39DBA8F7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8C4A11A6-C3D8-4B07-95BC-DA1101ACFD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973DEDA4-0936-4A55-B4C5-5D14490383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D6C7AD25-9D71-4FDE-84B8-56B9644432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1EB2062A-E493-4A93-83F2-F0AC54E5DB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76BC9C30-E1C5-4D63-B55C-6F4C1D3F87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913FFD18-BBAD-4AEF-B3A9-1424E8C8AF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B4873B07-25CD-44FF-9E41-FDAF622E06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292201D7-3623-483D-B43A-C555CE77FA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F89E2C1B-35B3-4E61-8EF5-E5CB51B458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1FD64918-F938-46C3-846A-31B93AC5B2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556993EB-1DD6-470D-8AF4-C0CC56C980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7AFFDC10-9F23-4B47-9008-2D12419EE7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6318FA7B-6732-456C-B048-231F2E5A7B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2AE3F42A-317B-4A68-A9DA-D327A0D3BD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9E4AC6AB-365D-4E13-B758-890B57DBBF18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87460" name="Grupo 261">
            <a:extLst>
              <a:ext uri="{FF2B5EF4-FFF2-40B4-BE49-F238E27FC236}">
                <a16:creationId xmlns:a16="http://schemas.microsoft.com/office/drawing/2014/main" id="{DBE86002-B193-4409-AEE6-9EDEF628FA06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3EB3E74A-1BD1-405A-B656-0EB2566550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4758F311-3478-4418-B854-5F3D5BE6D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2FE6A934-BA3A-4589-8B1E-36DB88D26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C84FA9BF-22AA-4E8D-A897-1F1CB6BF3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C3AE78BF-9220-4D9D-8AC8-874C72F684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3155E963-DEF1-478D-BBCA-437BCA380D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9660A899-0C48-4232-9F58-E213D14F8C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01AFED35-7A31-473C-BDB2-0AC1604865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220E9623-2307-46DD-877B-07093AA121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EAB3965A-2646-4FB3-BCC7-8C8597323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CD4C0012-67B1-4B07-B22F-0AAFE0E71D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DE61A454-DB90-4200-BEDB-CDDF3A13AB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CEF2B0FD-EB1E-46AA-A9C6-4856A9761F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465F86FF-15EA-4F43-9D86-CEEEAD4D3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0EEF6F9E-12C5-432F-822E-982CBFF18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65993E9F-F085-42E1-AC9F-53C092917E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6580C9E0-106A-47B9-9E5C-DCECBA56C97E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F407E33E-DD62-4963-BF16-B78991E004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A0F4A2FA-A1DC-486F-944F-18D4957460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67F1E66B-D1A1-4527-B1C1-4FCADAE11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7B80AFA6-9078-459B-8143-8E39DACAC944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58E6B999-F469-4563-8B14-7C75582DA7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83F99FFE-F484-47EE-B8C6-F49DB4CC53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C77332FB-AA0D-4C30-AF1D-6013C2C34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171D1987-E6D0-462F-9133-6E235438E2E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731F40B8-3575-4068-B5FA-4FF638F842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B1E49074-FDFF-4B64-A464-5F28C02525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84CA2658-DC21-4B3D-9C15-62A63765C2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E89E8CCA-7E37-46FA-9FDD-A4708E6AFF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03317556-8334-4CBA-B91E-7B62275605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C0FB81BD-C3C3-4A0F-BBF2-140C9EB35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72797718-861D-4CB2-A8D2-09A45939FE8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D6ADEA48-51C2-4A72-8DF1-AF77D64984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439F06A3-DBD4-4AD9-B065-6296E829E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4CB522E0-455B-4A9C-A711-68161346E15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DDD8B9C5-E752-43D9-8E1D-AD87CC73ADF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64864AFB-2ACA-4CED-8AEE-E1B5F86CE51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1C8AB4AF-8DF0-40D4-951E-3C088DDD04EF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87482" name="Grupo 303">
            <a:extLst>
              <a:ext uri="{FF2B5EF4-FFF2-40B4-BE49-F238E27FC236}">
                <a16:creationId xmlns:a16="http://schemas.microsoft.com/office/drawing/2014/main" id="{60D53400-5B54-4E4F-941D-D182D31E4C21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928736AF-432A-4922-AB55-B299BD403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BCA612D0-3339-4506-B3D5-EA4EFC6C3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52CFDACA-3244-4251-96CE-3F03D59DEBFA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CACFEC93-13F4-4D2B-B4DA-36589728EE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AA8757F3-FDBC-4388-A67D-D703DB9041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16B99F97-D58E-4406-AC8E-107E59492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AD5F43CA-078C-4411-A449-DEF0385F46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98403088-7325-444F-A357-F3865B4AC494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dirty="0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8BAF904A-B8CE-4D54-B41E-7BA8FD3D3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6F01FBC7-A32C-41A4-A7E6-4769FF75EB62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F720AA29-2ED2-4C04-8ECF-FFA85DFD51FC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91130FC0-0E43-471B-A12A-A7B7E04C6433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6E983107-FC17-4CF3-9581-78A9D8BCD7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E1255D15-6633-400D-B270-90E6F90680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1F163711-CAA2-46DB-A96E-B86F60B20E7A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B81E92C2-9FFA-4BA9-B0A2-B23F992B6FC6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2083ECE3-930A-4020-95B7-DDC6E9AC6ED8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7493" name="Grupo 27">
            <a:extLst>
              <a:ext uri="{FF2B5EF4-FFF2-40B4-BE49-F238E27FC236}">
                <a16:creationId xmlns:a16="http://schemas.microsoft.com/office/drawing/2014/main" id="{A6C91D03-D34C-468E-A721-BAB3F02CA921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03271135-8D05-4C84-B8FF-961426E34C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B25D7B02-56A7-4AC0-93D2-6E83354878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07BBD602-70AC-4153-AEA1-E96894DDA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C860E8B6-676E-4FC6-AFB3-029E826435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44333F67-2017-4164-9C1F-76B6C63B8E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15BAA76D-F39C-4418-978E-815C2C5EE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0F16BD59-AC54-4342-98B3-9F1032BD9A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E2176F02-C7FA-4409-9BDA-37DB4347E0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55A82430-A566-4F82-86A8-53ED1CFB26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EBFE7CEC-D2CA-4B20-A2CD-E2EDAF7AA3FC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24E5BB05-F012-4F6C-9370-EEF940E09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FB9E8934-2D46-4590-B819-A23CFAE2D6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F4D68F42-9770-42B5-9A47-FB68965B8A2C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1C7B9A11-B393-432B-8F72-5CF27145366F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7600FC02-5F25-4B8D-B3F3-67F2D6DE380E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92B03513-43D9-4F4C-A8B9-9ECBB02A9E99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42CFF3F3-75C9-4A2D-A8C4-A4C69D66211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5FFFAD3B-7DE9-415E-9D5A-CB24E866E1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26A28399-083F-4CB3-8D5B-C449AE1E9751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7501" name="Grupo 4">
            <a:extLst>
              <a:ext uri="{FF2B5EF4-FFF2-40B4-BE49-F238E27FC236}">
                <a16:creationId xmlns:a16="http://schemas.microsoft.com/office/drawing/2014/main" id="{382192A5-C9AF-46AA-B09B-DE24979532AA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192508F4-D8D8-44C7-B43A-55E1A9B60C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0C5A6458-7C58-4A90-97D6-6E5CE6BF9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B25F67D4-E6A3-48DF-9627-CC0110A6E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C01C4677-6741-4A35-8F42-AB144180E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1C6CD0F4-3E7C-42A7-A3D6-F373D355A2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27A254D5-F46C-478E-A5FC-E0FA1D8C1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D0055C59-2BE6-4FB1-A034-E9A0B9033F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9F4DE008-C1E6-418B-B398-292146586F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268995AD-D567-4010-BA23-375B7C9D66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440592B6-D631-4880-B21B-A5CBBF02D9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BA0F183C-773C-408B-8A49-316A81D542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EB5CCFEC-6D4D-4CF5-8BAF-CEDDEA8036A9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6466EC9A-DB7E-4430-B0B3-0AAB98B6817D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132D6F9A-DCBD-4BED-B4D2-05B24493E138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7505" name="Grupo 138">
            <a:extLst>
              <a:ext uri="{FF2B5EF4-FFF2-40B4-BE49-F238E27FC236}">
                <a16:creationId xmlns:a16="http://schemas.microsoft.com/office/drawing/2014/main" id="{37DF7315-ED9C-4045-99DA-10B7CC17C42E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A7C9AFFB-5C85-4552-8BD8-E2A4C46FA9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1466C711-EA98-457C-A88E-BF91E3EF5A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D6F7D719-D230-4520-83F4-21A19DC28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25AD11EA-0553-4047-ABB3-64456F99D4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956CEF1E-5AC1-4704-9C1E-701A477589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3FB1AEBC-2689-4645-ACFE-51CCC73A66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8B2617D8-3F7A-48C2-9DF0-35DF021627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0724BDCC-A53E-4476-A8D1-11FF7BFFA32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54AA5924-00DD-4E51-A264-2EC7128880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87506" name="Grupo 148">
            <a:extLst>
              <a:ext uri="{FF2B5EF4-FFF2-40B4-BE49-F238E27FC236}">
                <a16:creationId xmlns:a16="http://schemas.microsoft.com/office/drawing/2014/main" id="{35E195B0-2204-403D-A170-056553B02455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DCCA665B-C306-48EF-B220-FE047CA853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03B460E8-7BDE-48F8-9912-CBD5B9453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58F1B792-29DF-4C81-AD82-7EA794883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50C99385-233D-4166-99E8-E4F24D3CC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CCABC571-C334-49EE-A2D3-FF4082D899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7D99C86B-77E5-4F87-9390-1F32CE5D68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894296EB-65B4-46B8-ACAB-2BE1D46766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A45FA1BC-67AF-4A54-A9BD-14D13EA263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0830A2E6-FEA0-4246-AA19-9E3F8C3B5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3C5A6A46-3B14-43F3-919E-000AE2F1BA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4D3964E7-8D90-418A-B4FE-1E44A7F64F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2E0E7D65-E521-4A00-8E26-C3C439C8F93E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7508" name="Text Box 46">
            <a:extLst>
              <a:ext uri="{FF2B5EF4-FFF2-40B4-BE49-F238E27FC236}">
                <a16:creationId xmlns:a16="http://schemas.microsoft.com/office/drawing/2014/main" id="{4A4E19E1-9874-4309-812A-F836C62B14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grpSp>
        <p:nvGrpSpPr>
          <p:cNvPr id="187509" name="Grupo 188">
            <a:extLst>
              <a:ext uri="{FF2B5EF4-FFF2-40B4-BE49-F238E27FC236}">
                <a16:creationId xmlns:a16="http://schemas.microsoft.com/office/drawing/2014/main" id="{912565F6-D340-4165-9B9E-3611B57B11EA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6A296AFF-72C0-46D6-B832-1FC05BD11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DFCA42AF-E84F-4D9F-B1E4-624F2DF695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000CED3C-3BB3-4688-87C4-296D64538B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E7FFEC18-7AA4-49B7-8BEB-4B9FE8358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02BFD2BE-F312-4084-B8CB-FC420B497A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C0755673-4253-4514-A1EE-B658EBB389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F06FC99A-B31E-4AD0-9134-E04E83472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DA3DD14C-B399-42F2-A684-D78B96D382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7AC1699D-CACC-46F6-A90E-5FBCA25983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AD489726-A501-4CD4-B367-6F3E708F10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3CE7EE21-C608-4255-BC17-1EE335974BF7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7511" name="Grupo 47">
            <a:extLst>
              <a:ext uri="{FF2B5EF4-FFF2-40B4-BE49-F238E27FC236}">
                <a16:creationId xmlns:a16="http://schemas.microsoft.com/office/drawing/2014/main" id="{FC2CC29A-4535-415C-98A0-E48C505EA1E4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FF0FC0C6-02B1-45A2-A132-681F3E0C1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18C647D1-AC22-42C1-926F-F72B3099DA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69B4FA4A-D8A2-4E40-87DD-9A59547889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AD7663B2-C2E2-476E-B4AC-79F7BB9CF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07929225-05A5-4135-A2AA-A5037809E0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D3FCA247-5A7C-4502-A0AA-6737516E55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9195FD09-4894-4E2E-969B-5A56943768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9F40A3CD-B62F-4355-B30E-1735A4A13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2F8E9DEC-0322-494B-9FAB-27966B8C0245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4030626D-476D-424E-8D1D-B8CE5BFED2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68F72287-E7CE-429C-B81B-B51DEFF111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E652217A-523E-40BC-9A40-93211230CA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68F1C451-73AE-4F9F-BCD8-CE9CB4708637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8804635C-CE1C-4F08-9B27-A2ACC49B9975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425D155D-92B1-4FA5-B4F9-EA1C3D0E47C1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7515" name="Grupo 9">
            <a:extLst>
              <a:ext uri="{FF2B5EF4-FFF2-40B4-BE49-F238E27FC236}">
                <a16:creationId xmlns:a16="http://schemas.microsoft.com/office/drawing/2014/main" id="{D62D25ED-7537-45C3-BE71-D9A604802D00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C5BC637D-EDBC-4600-88DB-7F162BB9E7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07ED7E91-8FCC-4E42-81A7-B234E5766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518FA91A-F9AB-4F36-B67B-20E7867ED7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53E9D9A9-943F-4D8E-AEA4-946BBEC090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579D7D1F-9CAB-41F8-8C4E-389CB10252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B65AA7A9-5FF7-49F5-9D81-184B9E5B8A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E190A0F2-3CF5-430C-999C-EABF6CA64C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3176C4DF-C538-4D22-A3EC-E96B6F9FB6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3A82FC9F-0751-4D15-A712-EDA2F2B357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DE12FFFB-E332-4CC2-8C93-07AD1B98F123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C54C10D0-08D8-4A98-A862-9D1FC9F7DE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5F73B4F0-124A-4351-B69D-60F88F69E8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2E5E0D23-403F-4AF8-9E28-F1C7A47463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17424B2B-48BF-45E9-B8E9-0087CA0416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3A735944-635A-4C54-8A8C-95C2FFCA5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1C65CF20-1CB0-4906-9750-475B05513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5B242FCA-8CAE-4288-A663-9C33F200A3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93088F1A-4F0C-4AE4-A70B-A23967899B5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49E88726-C8FE-4116-B134-523D07885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9EDB798D-2C08-45C0-AB81-0F4E7B72F57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256CE4E8-798B-4E63-842D-DED34D7FFFDF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3EC6FDFF-B62A-4C77-BB8D-EF16E92739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09F2FBDC-0885-4223-8AB7-353D8A0AB424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7522" name="Text Box 72">
            <a:extLst>
              <a:ext uri="{FF2B5EF4-FFF2-40B4-BE49-F238E27FC236}">
                <a16:creationId xmlns:a16="http://schemas.microsoft.com/office/drawing/2014/main" id="{BB9E76C8-467C-48B6-979C-3DFB7EEDF1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87523" name="Line 71">
            <a:extLst>
              <a:ext uri="{FF2B5EF4-FFF2-40B4-BE49-F238E27FC236}">
                <a16:creationId xmlns:a16="http://schemas.microsoft.com/office/drawing/2014/main" id="{E929547C-C794-4603-BB57-34276C510D9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1663BD00-C7A8-419F-8D26-AD307F9B9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8CABC0A5-50BC-448A-8480-0587DEA902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BC8AB345-8192-4017-905B-B3858D7A7C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87527" name="Text Box 50">
            <a:extLst>
              <a:ext uri="{FF2B5EF4-FFF2-40B4-BE49-F238E27FC236}">
                <a16:creationId xmlns:a16="http://schemas.microsoft.com/office/drawing/2014/main" id="{913AD7E0-4AE5-4AE3-BD60-2D44B5AD06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87528" name="Text Box 50">
            <a:extLst>
              <a:ext uri="{FF2B5EF4-FFF2-40B4-BE49-F238E27FC236}">
                <a16:creationId xmlns:a16="http://schemas.microsoft.com/office/drawing/2014/main" id="{39DD42BD-41C0-4427-85ED-81365EA602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87529" name="Text Box 50">
            <a:extLst>
              <a:ext uri="{FF2B5EF4-FFF2-40B4-BE49-F238E27FC236}">
                <a16:creationId xmlns:a16="http://schemas.microsoft.com/office/drawing/2014/main" id="{A9A0751A-0F8C-4136-BCE2-A5733719A1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63438BE0-0A23-4E33-9A83-5363960BF8E9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320168FB-747D-4C40-8500-731CCDDD1E64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D364ED7A-7177-4F17-99FB-6290B4413147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2862B5BD-A366-4E39-9FF2-9654D1F11D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216503FB-4678-4225-A23D-7AE00532E8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2E833413-5A7B-4DCB-9863-3DD21FDE7D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E90FFEC3-50B5-453E-99E0-C749054146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232DB7DF-E6E5-4167-8A7D-59A939763A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D2E18C0B-D554-4ADF-B3DD-72D9F33ED2DA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2368B043-CC0C-4375-B46A-25F87A48CBB8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CF31B861-9783-49AB-B765-A4BCEE2DA86D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1A7FD0E5-E0A3-467E-8BE8-5B4FD7C761CD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9D9DF9CE-6042-419B-9CAB-25BD3CDBAA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87543" name="Text Box 72">
            <a:extLst>
              <a:ext uri="{FF2B5EF4-FFF2-40B4-BE49-F238E27FC236}">
                <a16:creationId xmlns:a16="http://schemas.microsoft.com/office/drawing/2014/main" id="{B8F1E7D9-0C89-4FA2-896C-28540402A3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87544" name="Line 71">
            <a:extLst>
              <a:ext uri="{FF2B5EF4-FFF2-40B4-BE49-F238E27FC236}">
                <a16:creationId xmlns:a16="http://schemas.microsoft.com/office/drawing/2014/main" id="{AC36F9EF-8423-4571-A42F-961C0E82351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87545" name="Text Box 72">
            <a:extLst>
              <a:ext uri="{FF2B5EF4-FFF2-40B4-BE49-F238E27FC236}">
                <a16:creationId xmlns:a16="http://schemas.microsoft.com/office/drawing/2014/main" id="{BA24EF65-6732-4AC5-85B1-A40D881413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87546" name="Line 71">
            <a:extLst>
              <a:ext uri="{FF2B5EF4-FFF2-40B4-BE49-F238E27FC236}">
                <a16:creationId xmlns:a16="http://schemas.microsoft.com/office/drawing/2014/main" id="{7D00202B-EE78-418E-8BD3-29360361F31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CF8AD448-A5C8-41A3-A8EA-54D452D1B660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47FC1D6B-9A88-4448-BE43-1A94D6173C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4C859C10-5CB1-4406-AF0A-E447FE49F43C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550" name="Grupo 374">
            <a:extLst>
              <a:ext uri="{FF2B5EF4-FFF2-40B4-BE49-F238E27FC236}">
                <a16:creationId xmlns:a16="http://schemas.microsoft.com/office/drawing/2014/main" id="{11E1DDD7-8342-4000-BABE-188632542644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1468DADA-784C-40A4-A722-060DAF099A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A4E95DD7-762C-4505-90A0-61BF26A67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C79925BE-3BE0-4AFD-9B8A-4F498C674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709D43BE-D7CB-48FF-8BF1-77D45FE1B9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79DE4599-5BE1-4ED8-B18B-C858450906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AA5F5226-E19A-4B93-B8C1-5D472C1766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C0FA9E64-BE71-4514-9E80-2EE713270F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828D3D98-EDEE-4F86-A152-D5EEA2D6E9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B09767FF-FC45-436E-8A43-694C05F53C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969DC5FC-F3E6-4D08-A88D-D219D11F2B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259689EF-E9A3-4839-AFD5-A6655B543E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9A275CDF-840D-49F9-BA7C-DDB5BA0AB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8ABB346D-1BDC-4EBC-8E73-1EBFCBD6B3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4CEB1164-FE20-4748-BFC5-112F6EE588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5073ECFD-1ACC-4EE3-9DAC-C2E66FC6A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0A8A8D87-FBED-4A56-9EFE-78B2FD58F55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1278057F-3F85-4133-B9A3-4803BD42C54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621097CD-A978-49BA-8E51-A649184E3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9BB4C55F-9767-4F25-83D8-4E4A133755E5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EC23948A-C0D6-4C47-9977-AE491913772F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A3881CE3-E98D-490D-8F08-A4DBDF861300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053E9D35-4DA5-4F5F-8AB2-4953B92DFF3E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87DD875A-8E51-4BF0-8AEC-BBD4572EBA76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?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B9947F9D-BC50-4406-B8C6-3BF720E9B9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500" y="1982788"/>
            <a:ext cx="2230438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Tipo-B</a:t>
            </a:r>
          </a:p>
        </p:txBody>
      </p:sp>
      <p:sp>
        <p:nvSpPr>
          <p:cNvPr id="389" name="Forma libre 388">
            <a:extLst>
              <a:ext uri="{FF2B5EF4-FFF2-40B4-BE49-F238E27FC236}">
                <a16:creationId xmlns:a16="http://schemas.microsoft.com/office/drawing/2014/main" id="{A6F5953B-6868-478B-BB23-51703A6DFE4F}"/>
              </a:ext>
            </a:extLst>
          </p:cNvPr>
          <p:cNvSpPr/>
          <p:nvPr/>
        </p:nvSpPr>
        <p:spPr>
          <a:xfrm flipV="1">
            <a:off x="2566988" y="4581525"/>
            <a:ext cx="24606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1F895BC3-4873-41F2-BD7C-2620C506AB75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0" name="Forma libre 389">
            <a:extLst>
              <a:ext uri="{FF2B5EF4-FFF2-40B4-BE49-F238E27FC236}">
                <a16:creationId xmlns:a16="http://schemas.microsoft.com/office/drawing/2014/main" id="{AB5AAB39-D33E-49AF-B98E-966AE34F6321}"/>
              </a:ext>
            </a:extLst>
          </p:cNvPr>
          <p:cNvSpPr/>
          <p:nvPr/>
        </p:nvSpPr>
        <p:spPr>
          <a:xfrm flipV="1">
            <a:off x="3584575" y="3538538"/>
            <a:ext cx="2460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E36E42D0-BBEA-40F3-9EBB-B7C0AC925A83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" name="Text Box 50">
            <a:extLst>
              <a:ext uri="{FF2B5EF4-FFF2-40B4-BE49-F238E27FC236}">
                <a16:creationId xmlns:a16="http://schemas.microsoft.com/office/drawing/2014/main" id="{4A242304-1BA2-40AB-87A3-2411021D6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87635" name="Text Box 50">
            <a:extLst>
              <a:ext uri="{FF2B5EF4-FFF2-40B4-BE49-F238E27FC236}">
                <a16:creationId xmlns:a16="http://schemas.microsoft.com/office/drawing/2014/main" id="{CBB497F9-5F51-48CE-882E-77772F44E1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204" name="Marcador de número de diapositiva 203">
            <a:extLst>
              <a:ext uri="{FF2B5EF4-FFF2-40B4-BE49-F238E27FC236}">
                <a16:creationId xmlns:a16="http://schemas.microsoft.com/office/drawing/2014/main" id="{2E2F41E4-8055-44A0-9DB7-4AFBC06561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ADDF7B0-D4AA-4967-8A95-FCE3D030DFC2}" type="slidenum">
              <a:rPr lang="es-ES" altLang="es-ES">
                <a:solidFill>
                  <a:srgbClr val="171717"/>
                </a:solidFill>
              </a:rPr>
              <a:pPr/>
              <a:t>93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60" name="Text Box 76">
            <a:extLst>
              <a:ext uri="{FF2B5EF4-FFF2-40B4-BE49-F238E27FC236}">
                <a16:creationId xmlns:a16="http://schemas.microsoft.com/office/drawing/2014/main" id="{F873ACDB-A8A4-4B9D-8E44-977E52B71D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2" name="Line 78">
            <a:extLst>
              <a:ext uri="{FF2B5EF4-FFF2-40B4-BE49-F238E27FC236}">
                <a16:creationId xmlns:a16="http://schemas.microsoft.com/office/drawing/2014/main" id="{5548DFCD-04BA-4C1B-80D3-E6FC3C69BE8E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08" name="Conector recto de flecha 207">
            <a:extLst>
              <a:ext uri="{FF2B5EF4-FFF2-40B4-BE49-F238E27FC236}">
                <a16:creationId xmlns:a16="http://schemas.microsoft.com/office/drawing/2014/main" id="{BB99F159-DF08-42F5-8FAD-B1DE64C7FADF}"/>
              </a:ext>
            </a:extLst>
          </p:cNvPr>
          <p:cNvCxnSpPr>
            <a:cxnSpLocks/>
            <a:endCxn id="62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" name="Text Box 50">
            <a:extLst>
              <a:ext uri="{FF2B5EF4-FFF2-40B4-BE49-F238E27FC236}">
                <a16:creationId xmlns:a16="http://schemas.microsoft.com/office/drawing/2014/main" id="{B0DB9993-8668-4248-8284-6FBC8B95F0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210" name="Marcador de contenido 5">
            <a:extLst>
              <a:ext uri="{FF2B5EF4-FFF2-40B4-BE49-F238E27FC236}">
                <a16:creationId xmlns:a16="http://schemas.microsoft.com/office/drawing/2014/main" id="{0AA97014-8B79-4244-91F7-0D146B16EF06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982026297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2964061671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663998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585993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9019162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342219"/>
                  </a:ext>
                </a:extLst>
              </a:tr>
            </a:tbl>
          </a:graphicData>
        </a:graphic>
      </p:graphicFrame>
      <p:graphicFrame>
        <p:nvGraphicFramePr>
          <p:cNvPr id="211" name="Marcador de contenido 5">
            <a:extLst>
              <a:ext uri="{FF2B5EF4-FFF2-40B4-BE49-F238E27FC236}">
                <a16:creationId xmlns:a16="http://schemas.microsoft.com/office/drawing/2014/main" id="{38BEB087-DBFA-4571-B017-60F2157437C5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Tabla 22">
            <a:extLst>
              <a:ext uri="{FF2B5EF4-FFF2-40B4-BE49-F238E27FC236}">
                <a16:creationId xmlns:a16="http://schemas.microsoft.com/office/drawing/2014/main" id="{55F3EA4D-2C7E-4553-853F-67F0071F958D}"/>
              </a:ext>
            </a:extLst>
          </p:cNvPr>
          <p:cNvGraphicFramePr>
            <a:graphicFrameLocks noGrp="1"/>
          </p:cNvGraphicFramePr>
          <p:nvPr/>
        </p:nvGraphicFramePr>
        <p:xfrm>
          <a:off x="936625" y="1524000"/>
          <a:ext cx="6834188" cy="46037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49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499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479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84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529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rs2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accent5"/>
                          </a:solidFill>
                        </a:rPr>
                        <a:t>rs1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4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funct3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rgbClr val="7030A0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rgbClr val="7030A0"/>
                          </a:solidFill>
                        </a:rPr>
                        <a:t>4:1,11</a:t>
                      </a: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27" marR="91427" marT="0" marB="45799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4" name="Marcador de contenido 5">
            <a:extLst>
              <a:ext uri="{FF2B5EF4-FFF2-40B4-BE49-F238E27FC236}">
                <a16:creationId xmlns:a16="http://schemas.microsoft.com/office/drawing/2014/main" id="{F317914C-9318-4AB4-8956-289FA4BB6908}"/>
              </a:ext>
            </a:extLst>
          </p:cNvPr>
          <p:cNvGraphicFramePr>
            <a:graphicFrameLocks/>
          </p:cNvGraphicFramePr>
          <p:nvPr/>
        </p:nvGraphicFramePr>
        <p:xfrm>
          <a:off x="927100" y="1165225"/>
          <a:ext cx="6843713" cy="3524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5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47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425">
                <a:tc>
                  <a:txBody>
                    <a:bodyPr/>
                    <a:lstStyle/>
                    <a:p>
                      <a:pPr algn="l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2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rs1, rs2, imm</a:t>
                      </a:r>
                      <a:r>
                        <a:rPr lang="es-ES" sz="12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13b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3" marR="91443" marT="45740" marB="4574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PC 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 </a:t>
                      </a:r>
                      <a:r>
                        <a:rPr lang="es-ES" sz="12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if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(BR[</a:t>
                      </a:r>
                      <a:r>
                        <a:rPr lang="es-ES" sz="1200" b="0" dirty="0">
                          <a:solidFill>
                            <a:schemeClr val="accent5"/>
                          </a:solidFill>
                        </a:rPr>
                        <a:t>rs1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 = BR[</a:t>
                      </a:r>
                      <a:r>
                        <a:rPr lang="es-ES" sz="1200" b="0" dirty="0">
                          <a:solidFill>
                            <a:schemeClr val="accent2"/>
                          </a:solidFill>
                        </a:rPr>
                        <a:t>rs2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]) </a:t>
                      </a:r>
                      <a:r>
                        <a:rPr lang="es-ES" sz="12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then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 (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PC + </a:t>
                      </a:r>
                      <a:r>
                        <a:rPr lang="es-ES" sz="12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200" b="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200" b="0" baseline="-25000" dirty="0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12:1</a:t>
                      </a:r>
                      <a:r>
                        <a:rPr lang="es-ES" sz="12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&lt;&lt; 1))</a:t>
                      </a: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</a:t>
                      </a:r>
                      <a:r>
                        <a:rPr lang="es-ES" sz="12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(PC + 4)</a:t>
                      </a:r>
                      <a:endParaRPr lang="es-ES" sz="1200" b="0" dirty="0">
                        <a:solidFill>
                          <a:schemeClr val="bg1">
                            <a:lumMod val="10000"/>
                          </a:schemeClr>
                        </a:solidFill>
                        <a:sym typeface="Wingdings" pitchFamily="2" charset="2"/>
                      </a:endParaRPr>
                    </a:p>
                  </a:txBody>
                  <a:tcPr marL="91443" marR="91443" marT="45740" marB="4574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" name="Rectángulo 15">
            <a:extLst>
              <a:ext uri="{FF2B5EF4-FFF2-40B4-BE49-F238E27FC236}">
                <a16:creationId xmlns:a16="http://schemas.microsoft.com/office/drawing/2014/main" id="{86268C9E-DCEA-4F73-B7C8-360AB921E628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55B3DA3C-E483-4D0B-8037-1A6195EF5548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8DF4B4A4-5AE9-4EC5-B66E-5B9E14962DE4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7BC750D1-BCA5-44A9-9F46-F2DE7B31D1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FFC61AE4-04A1-4789-A16B-CF9851ABAED6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2D4D53D0-E2C5-4CD3-9044-BBD41FD8DCA7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DD2D6C6C-357F-4262-994B-84DAD71CA696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C51079C4-518B-4D98-853E-94AA4F57FE96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EC6D54D0-E907-4690-8663-B1A9538EC7B1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75A33F2F-48F6-47F2-AB0C-B7CA1ABC81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89507" name="Grupo 228">
            <a:extLst>
              <a:ext uri="{FF2B5EF4-FFF2-40B4-BE49-F238E27FC236}">
                <a16:creationId xmlns:a16="http://schemas.microsoft.com/office/drawing/2014/main" id="{23889EEB-83BC-45EF-AD05-765F8359E2EF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EE2B66B4-ED2D-42ED-B3D5-C79BC32AA4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452D33C1-F7FC-4283-B14B-D1DF2C753A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1FAEA6B0-042A-4937-BE36-3744D076F1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45A0B92A-3AB9-480C-930B-8ACE75068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FF84D1BA-63D6-433C-AE2D-3B6FDBC9CC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DF251400-CC8C-4955-AA20-408A8D9BDA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2EE8AA00-EE93-4E10-AB80-B399876EE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931DC1FB-D54B-457A-A305-3437E242EF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3549B422-51EE-414C-9B81-99624E2638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C186190E-27A7-4385-A9F1-F7075399EB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0AF4C35C-3F53-47AD-86A3-BA3EB55823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52915299-C734-4506-9420-AA9616BA15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37FA6EB5-102B-4EDE-913A-B4DB4AF184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90305E57-CA20-4843-BFCE-4B4776060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C3DBC722-3BFE-41C4-A158-18614AEC07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867A646F-E77E-494F-8D06-68C8570EC7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9AA86AF6-EE4C-440F-B9F1-5561EEA136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51A199C8-D80B-442F-A26F-59ED017A13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90BA39E4-B967-4164-863B-02E7EB4AE8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3591EF00-4A97-4DE5-9D54-F7D522DFCD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38722230-853A-477F-896D-4A199B61A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2E40E552-F80A-4709-BB51-D98275031A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6116A2DB-7BC1-4D4F-B171-3889999DEC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ACA66D79-7E00-4779-9926-9D30188008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710AED14-F399-42C3-A3C6-4F70974B08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4082A0FE-D7E7-4F1E-833D-66D338129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D8ACBAF6-D54E-4FD3-AE9B-37184CB88C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6E750E92-AF68-4A6C-BA53-608D2EDCE3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98C18B0C-15BE-481D-BAAB-35B01DD16F8B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89508" name="Grupo 261">
            <a:extLst>
              <a:ext uri="{FF2B5EF4-FFF2-40B4-BE49-F238E27FC236}">
                <a16:creationId xmlns:a16="http://schemas.microsoft.com/office/drawing/2014/main" id="{8F3B1F5B-0FD5-49F1-A0BE-EAD67D6F79CF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5A7F4BB2-A589-442F-B4EF-DF664DD7A4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8E70DA5A-42B9-4C72-8347-8D8DD33531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AB15950D-3654-44FB-BC1F-7A9005ACF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482BFF2A-FAB6-49B9-ADF1-384F3ADFB9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5C49291B-FD9D-4382-BA81-A83831CB26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1224EFD3-95C4-41CA-A19B-7BADA227BC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01A8DBEE-53FF-4605-BE0F-284B435877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EEF6A5F6-61FB-4E68-9764-BD0D7BD6B7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852E21EE-E8E8-4093-93E4-BD4D705FA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D208D955-0859-49C4-A9F1-1BDA6B04B5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04387872-D450-4056-AE5F-7F7C8ECF2D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3D25FEFE-6C55-406D-9096-5430638DB7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AE9FFEE7-B11D-48EF-B6B9-5B4FF33FCA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E5769575-F970-4524-83AB-CED003B767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836661F7-19C5-430E-A192-1EC8BFAEFB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5B41DF0E-859A-44B7-A947-578B74A79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8CA5B2DC-0193-4D36-BAFE-21B03FCC604A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58FD6A06-F499-44BB-887D-4DAEA62498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CF077921-8A80-40A3-88ED-DD819DD26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DF308AC5-7883-4F54-8648-DA8ABB3609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ED43664B-0D9B-4579-A588-496518E85FDE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87D881D1-F4F5-4804-8E54-152759DB43E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6EE87696-37B4-480B-8360-8499EA06F0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96950565-52DF-4CA6-99C6-468A95357B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7B666494-7026-44B8-B33A-EF5103821D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CC031419-463E-43B4-8BF5-DC95159947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E8FF48B3-FC1A-4E40-BAA0-E3C035CA70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F335E665-0B0A-438D-B65C-B77DB8E592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D5C6B4A5-6681-4E4A-ABC5-8104D5A36A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A3481078-1FEE-4DB1-A7DE-144E4BF0E5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61C5E201-6473-4ADB-B653-E035DCBA01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19A73F77-9A78-4EE2-B2C4-32E0E882F9E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8FC5F8E5-D456-4E05-8114-837B706FA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288C20EB-A05A-4522-9C82-3A506F41CF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4C53644E-AD7B-4A82-84A8-4F68D5665F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855650B6-3BB2-421D-AC17-DF3EA43C6A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5C1C67EE-FBC0-4A51-A3A6-420AA6DD0572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8D604C04-59D0-4A23-9F2E-10031C9DDAA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89530" name="Grupo 303">
            <a:extLst>
              <a:ext uri="{FF2B5EF4-FFF2-40B4-BE49-F238E27FC236}">
                <a16:creationId xmlns:a16="http://schemas.microsoft.com/office/drawing/2014/main" id="{6D2151F6-FB7E-43D7-8E2A-57F0888C8DA3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24CE1258-3478-46BE-AF4D-AB537B465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D9F85AC6-6ABE-4C15-8B6F-B53781B33E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E336E9F7-ECFC-4013-A12C-20A368908968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1B814C86-A0C9-4B8B-B314-97266BA046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9F9C251D-BFB7-4D2D-A15C-0177138076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23D3F8F7-9083-44A2-BB88-F693C06DA9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7C16EB16-95C5-4232-B364-01F71C1FAE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2FC63A69-46F0-4D17-84C1-CD5357997A5A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dirty="0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625C6D34-68EC-4CA0-BFDD-9CBD62E5B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E7E24CD1-E2C4-4951-8801-AEC23A555DC6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8D741E65-598C-40CA-A798-E614A1FEA131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1BB7025E-FC9A-4612-B954-A0FE42728DBD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FC2E6411-3508-4FFA-9E40-8FFA2CE7B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8C84A7FF-22B2-4F1A-9918-7680FCACF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1F638829-EEDD-4369-A501-E711D5198C39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4A232C78-28FC-4778-933B-608C6F7F5851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DA52EADF-AD40-4B2A-ADCA-A875AE4734E3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9541" name="Grupo 27">
            <a:extLst>
              <a:ext uri="{FF2B5EF4-FFF2-40B4-BE49-F238E27FC236}">
                <a16:creationId xmlns:a16="http://schemas.microsoft.com/office/drawing/2014/main" id="{D8F5F807-9C50-4EBE-A61A-262303938859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9A94FCFF-01F1-4641-85D2-1A6B460F54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0446AD65-823E-4EBA-8F57-28D9265D29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F8019A42-600A-4E7B-A1D3-9D1480A28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04241C86-E7BA-40F4-93E7-43130EA59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C38637CD-E52C-44C8-8369-28AFDDB9DD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DAC107C8-A50C-4E0A-A397-88C65D4D2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7265204F-9FFE-49FE-B7EF-C120867474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A52D42EA-4062-47FF-8158-75D00B515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348D7577-4C80-4687-A2DA-17470ACFAC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269095F4-D882-439A-906D-41FD75BDEA17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ACD5C926-BB38-4976-A5AC-40CCF5092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C2790E55-C074-43B3-807E-10FF2E3BB2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F5875B2F-D91E-4A91-B9D9-4D1BD39AE554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0E5F3771-019C-496F-8E9F-D268876C352C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17587B74-AD0A-4B15-9378-7DFAB7308FDB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44B54086-0D2F-4403-A180-35C156C7B49E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7AC7AEB5-045E-4D75-A694-D0522033ED1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21C0FD4B-0B87-491B-837C-4023C198592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C06DF090-1023-4952-8668-0127950C2599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9549" name="Grupo 4">
            <a:extLst>
              <a:ext uri="{FF2B5EF4-FFF2-40B4-BE49-F238E27FC236}">
                <a16:creationId xmlns:a16="http://schemas.microsoft.com/office/drawing/2014/main" id="{5E1AEA8D-E192-478B-B2C7-F133FC7154DA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4B1A3FC5-6A80-487B-8B26-31D2C05963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F92341CF-0A75-44ED-91BC-B7079F2623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5414F7B1-DDFF-4A66-926A-E09D33759A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CB174459-3778-4B7A-8DFC-00BD02E58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4E75E9E0-E101-49C8-B6D4-05F4C844BE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72D11DB7-07A7-4C38-8720-EF537F2781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2C6E10AC-D623-43E5-AFE8-B3CFFB9A7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4E940CA6-659C-44A8-A1E3-D73E6CF8A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45A6809F-A5CD-498A-90B7-E582FE39B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D0A8AEFA-6A6D-4C16-AE53-C95B8D0657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909C428A-94DB-4F00-B6B8-03D057BE0D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B9CC27EC-5122-4A2A-9F0D-2381C64CF746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E048F614-F7EE-4334-A9CC-E82CB0EAB884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A912DDFF-A349-4151-A378-596C4E1E2FA3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9553" name="Grupo 138">
            <a:extLst>
              <a:ext uri="{FF2B5EF4-FFF2-40B4-BE49-F238E27FC236}">
                <a16:creationId xmlns:a16="http://schemas.microsoft.com/office/drawing/2014/main" id="{BFD18571-EEE1-4C38-9B24-E66A350BFD5E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021B66F4-CD83-4DC8-A469-88FFFFAFF4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EBFAC8F1-DFEC-4FFA-B930-11D8339245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3634348D-D09A-4AED-9157-3A84D5FE4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97A68270-83B9-490B-900C-0074FC5F13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6694B579-6473-43F4-BEEB-9776C081E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36CA8FF3-10CD-4D30-9BFE-CFE57EAB3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AB7B4DBA-C12E-4266-8737-D081004DAB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AEFDBB2D-1AB2-4589-9560-D014687FB7F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C4C98ACD-43A7-4872-A897-595B0CC04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89554" name="Grupo 148">
            <a:extLst>
              <a:ext uri="{FF2B5EF4-FFF2-40B4-BE49-F238E27FC236}">
                <a16:creationId xmlns:a16="http://schemas.microsoft.com/office/drawing/2014/main" id="{6EAD8861-DFB9-44A5-897A-BDCEE0B1B80F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182A044F-7ADE-46BE-81AA-533CEE20A9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05F2169A-A165-4E2B-98E0-F48651F1FF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188FCFAB-F1F1-4ACF-A4FB-1C9446ED0D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771AEC44-CBC8-44CD-B383-51887C1B6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DA18FFF2-046B-42AD-9488-7C04261D7F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39789995-1BE8-4754-A322-928FA78762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8E6EAFE3-1352-40F4-8AD6-F6CA173C8B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7891FDAF-23F0-4F8E-A625-2A7873D3A5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2AB2AE1A-EDC2-4DF9-9F39-311B720E1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3B3CF672-3466-4A64-9F44-150EF8AF92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12B1B5F7-C070-43AD-9B14-C378293559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F9B5BA9A-9BD8-49F7-B866-4B0B84B6E9F3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556" name="Text Box 46">
            <a:extLst>
              <a:ext uri="{FF2B5EF4-FFF2-40B4-BE49-F238E27FC236}">
                <a16:creationId xmlns:a16="http://schemas.microsoft.com/office/drawing/2014/main" id="{9D157EB1-441B-4E52-9699-88C92EA58C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grpSp>
        <p:nvGrpSpPr>
          <p:cNvPr id="189557" name="Grupo 188">
            <a:extLst>
              <a:ext uri="{FF2B5EF4-FFF2-40B4-BE49-F238E27FC236}">
                <a16:creationId xmlns:a16="http://schemas.microsoft.com/office/drawing/2014/main" id="{01154F7F-87BB-4EA2-AADF-20686082863C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03DA6820-4E3C-4C79-B003-25DF49B54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B770AA53-CA06-4918-B9B4-6208CE0728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6ED92F8B-112B-4907-B7F1-93C2C28E55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6735BA51-1179-4A56-B9F9-8BA4B3F82C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77F1CB6C-12BB-4277-B84C-2503B9F23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67C75B6B-EB82-4B48-86D9-0FA3C8B2EC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78C91369-EBD5-4F9E-9003-DDA931DF84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6AF6CC75-E687-4D3C-B944-020A38D305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3D9498C3-14D0-4580-BAB4-D50753941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D9A5D136-4F3B-4BC6-9BB0-02F88FE41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0906085E-B07E-4BA8-AC83-D1B8EABAFDA2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9559" name="Grupo 47">
            <a:extLst>
              <a:ext uri="{FF2B5EF4-FFF2-40B4-BE49-F238E27FC236}">
                <a16:creationId xmlns:a16="http://schemas.microsoft.com/office/drawing/2014/main" id="{4491E248-5BB3-488A-AA3C-24B13D565332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5E858388-9C1E-4C0A-AE0F-E7EFA7A478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9F366E13-E117-4FCB-938E-28A6FA63B7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0846E0D8-36A4-4903-9F20-1D3A5ACEC3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6B914691-F8FA-40C6-84E7-57F0F13DD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3494F5AA-40C7-4BB7-A65B-BA00623AA7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6FED4442-E070-4948-92E3-A9271027B2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5F2C43F9-5D4B-4EBC-B24C-8F716DB909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78021E79-4118-4D52-AC6F-DB8441E925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1932DE25-6788-41D0-A90B-0B5C2ACF726F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326A4D9B-50A8-4FF6-80E7-D54AE6DBD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7DDC5CC2-CB05-49F3-8549-2F02DC5D1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96180212-0880-4CCC-973D-738852F66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157DD40A-CA2A-47F1-A01E-8FA9AEC708EC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A2C328FE-BD46-45F5-B5F6-FFA0CF3D8C05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E4A753F0-8696-47F9-B08C-9745F0E7A67C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89563" name="Grupo 9">
            <a:extLst>
              <a:ext uri="{FF2B5EF4-FFF2-40B4-BE49-F238E27FC236}">
                <a16:creationId xmlns:a16="http://schemas.microsoft.com/office/drawing/2014/main" id="{EB3B2766-82B9-49BD-BB26-83FCE2279DF7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2A91C82B-B29E-480F-9405-5295ED2950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81365078-E49B-4D4B-9DCE-A8DAC091F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C6D4FD9A-2159-49D7-9AE8-AAC1B71E8C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37F9E9A6-CE86-4437-A09C-F4BD88C12B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89368C6A-FA52-4934-BCA9-634920E26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BAA8FD7E-84D7-4C64-A65D-A2672A87B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CF860941-8597-428C-8059-27DDAF567F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B79F7CCB-74E1-4608-AC09-6C2A669A6D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7FF3874F-D693-4BF3-A190-DD3C78E041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15A92BD5-809F-4D0A-81DD-08E32F8FB30A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EC0E171E-91B0-42AE-A5E3-CB1DCBBDB1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C6554724-7D52-42BB-B8B1-0A65C1A92E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86EEC1FF-42DE-4E5B-82BF-6AF8CB6BC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0A2E7BD0-2DF1-468E-B7E6-468968FC9E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1DE71CB4-6434-40A0-9657-35FB696785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B28A7F46-0FD8-4470-8080-132A38C0BB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3311DF44-3B3A-45A2-A905-0EB1579964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D7C49E42-B31F-43E3-A217-71E92C0AC47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6E3FB170-3137-4D76-ABDE-2F96F68D26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97BCA34D-7219-4E9A-A4D7-28C7CE5EFE62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1D6A4F8E-532D-4743-ACB5-267A4C14416A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3DFD6D7C-1DE5-486B-BF04-32C40374F3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B8087EA6-538D-49AD-A54E-FE93FFF6A457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9570" name="Text Box 72">
            <a:extLst>
              <a:ext uri="{FF2B5EF4-FFF2-40B4-BE49-F238E27FC236}">
                <a16:creationId xmlns:a16="http://schemas.microsoft.com/office/drawing/2014/main" id="{E71B9221-42EC-4C87-AD22-52308A2C3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89571" name="Line 71">
            <a:extLst>
              <a:ext uri="{FF2B5EF4-FFF2-40B4-BE49-F238E27FC236}">
                <a16:creationId xmlns:a16="http://schemas.microsoft.com/office/drawing/2014/main" id="{8EE56CA4-F230-42DD-809D-F9B3EC8EF4E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FC13FCFE-2F2F-4A6A-93DC-1C271986B2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7DADEEC0-94C0-4904-8A9C-643524F3B7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4B7C70E7-3A1D-4678-A6F4-C7FD1A593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89575" name="Text Box 50">
            <a:extLst>
              <a:ext uri="{FF2B5EF4-FFF2-40B4-BE49-F238E27FC236}">
                <a16:creationId xmlns:a16="http://schemas.microsoft.com/office/drawing/2014/main" id="{C0C93C2C-9A37-430F-89E1-08ADD5F849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89576" name="Text Box 50">
            <a:extLst>
              <a:ext uri="{FF2B5EF4-FFF2-40B4-BE49-F238E27FC236}">
                <a16:creationId xmlns:a16="http://schemas.microsoft.com/office/drawing/2014/main" id="{76ACDB68-E368-4CEB-AF47-8A7137C4A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89577" name="Text Box 50">
            <a:extLst>
              <a:ext uri="{FF2B5EF4-FFF2-40B4-BE49-F238E27FC236}">
                <a16:creationId xmlns:a16="http://schemas.microsoft.com/office/drawing/2014/main" id="{C5F9D15B-C185-4B2C-AA51-50A2B83D50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000827D6-A9FA-46D6-BD20-1D37C34DD6A2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75B37B2E-2738-4775-BCE2-A230FE71B7BB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15F8A735-E4E5-4708-A4DC-477E94A1AD6E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6EF184B3-BBFD-4769-9D82-0F71765B8B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F6267F9D-C4A5-4571-85FC-97FF9B025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4E49726E-9E42-4009-8A65-12A08277B9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D697C648-A0F3-4D9E-ACE9-F181DC9FDD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0DAFE732-8BA3-4904-8E8B-748F90730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B4D887FF-9B32-47B7-AFFD-3100D59128A3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AE930C11-A595-4DD1-AA27-20D233188FD1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61F80007-9138-4D63-A2A7-FA7FCC1CE509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34699884-C1EE-49E6-A1EB-16B0CF0C7EAB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1CEDA4E5-4437-4638-865A-90680E2FAE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89591" name="Text Box 72">
            <a:extLst>
              <a:ext uri="{FF2B5EF4-FFF2-40B4-BE49-F238E27FC236}">
                <a16:creationId xmlns:a16="http://schemas.microsoft.com/office/drawing/2014/main" id="{60C2F65B-6E2E-43C2-897E-5F09598F4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89592" name="Line 71">
            <a:extLst>
              <a:ext uri="{FF2B5EF4-FFF2-40B4-BE49-F238E27FC236}">
                <a16:creationId xmlns:a16="http://schemas.microsoft.com/office/drawing/2014/main" id="{EE819B04-2044-4A51-A4CA-3A5FF3597A0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89593" name="Text Box 72">
            <a:extLst>
              <a:ext uri="{FF2B5EF4-FFF2-40B4-BE49-F238E27FC236}">
                <a16:creationId xmlns:a16="http://schemas.microsoft.com/office/drawing/2014/main" id="{3BB8B61A-D87D-4ACA-BAC9-9C015D163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89594" name="Line 71">
            <a:extLst>
              <a:ext uri="{FF2B5EF4-FFF2-40B4-BE49-F238E27FC236}">
                <a16:creationId xmlns:a16="http://schemas.microsoft.com/office/drawing/2014/main" id="{4CDF5048-5106-4DB9-B735-9779CD3B098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3FA22A9E-48F8-4EDE-BC6D-D0847431FEFB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F8EEF978-9649-4FD8-98F1-EEE6611677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E31EC8DD-DB40-4FCC-8990-B3F122E96B11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9598" name="Grupo 374">
            <a:extLst>
              <a:ext uri="{FF2B5EF4-FFF2-40B4-BE49-F238E27FC236}">
                <a16:creationId xmlns:a16="http://schemas.microsoft.com/office/drawing/2014/main" id="{76CC7CB6-3FC9-4E91-88BD-D1917526EA04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180CAC44-74C8-4C45-95E6-3423EEEB52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F948C5C2-FFC9-45C9-9372-01784740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8EBB126D-384E-40B6-8F5A-515D99FFC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11C8AC21-131C-4D6A-A169-5558489D7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40E73444-F162-43A5-8A3F-FE0259D97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E1418D81-0B70-44BF-B6A7-FBBB0F188A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018F0445-5F9E-4B79-B967-FFE3145A36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4D9ED7E5-EA94-486F-B428-443A808A5E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A52A51C9-C94C-4E5D-8A82-15BBF41985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2F9CAE39-565B-46B0-83BD-EA7724C8E8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AB7ECBEF-DF79-4F2E-B474-6DEA07BB50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4D735566-F647-4D4F-9F6C-C1658A8971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AFCF04A0-0672-4EE7-A62F-51A4E23C1B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B2916057-A4A4-4C5D-95FC-39BBE4E7B2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C2215F0B-7E09-44BA-8F42-A0B653CFD7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D2A0EDA2-6630-45C9-B989-AAEC7170108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05EAE778-F6AE-4B0F-8DB4-422ECA483B3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FDFEC3DF-D1BA-4EF5-9BCB-976F6CACD1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4C869BF0-F842-4B1B-AE9E-11CB24D3A7DA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35DD6820-A150-439D-8685-79A35D10D83C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C21D46D7-8B6C-4C6D-929C-E8756D1638E5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B37446F9-4154-4CD7-8265-7F257F344F01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32CD3914-1A32-4CE2-B2A0-DA84B27C5482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zero</a:t>
                      </a:r>
                      <a:endParaRPr lang="es-ES" sz="1200" b="1" i="0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8E9AD981-46D8-4CE4-A804-373D955D5B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500" y="1982788"/>
            <a:ext cx="2230438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Tipo-B</a:t>
            </a:r>
          </a:p>
        </p:txBody>
      </p:sp>
      <p:sp>
        <p:nvSpPr>
          <p:cNvPr id="389" name="Forma libre 388">
            <a:extLst>
              <a:ext uri="{FF2B5EF4-FFF2-40B4-BE49-F238E27FC236}">
                <a16:creationId xmlns:a16="http://schemas.microsoft.com/office/drawing/2014/main" id="{96CC405A-8BFF-46E5-839E-0EABEACC73D7}"/>
              </a:ext>
            </a:extLst>
          </p:cNvPr>
          <p:cNvSpPr/>
          <p:nvPr/>
        </p:nvSpPr>
        <p:spPr>
          <a:xfrm flipV="1">
            <a:off x="2566988" y="4581525"/>
            <a:ext cx="24606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7DE1CCD7-956C-40E2-B28A-036312417739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90" name="Forma libre 389">
            <a:extLst>
              <a:ext uri="{FF2B5EF4-FFF2-40B4-BE49-F238E27FC236}">
                <a16:creationId xmlns:a16="http://schemas.microsoft.com/office/drawing/2014/main" id="{553B792B-3047-45B7-B808-0060D9A35E65}"/>
              </a:ext>
            </a:extLst>
          </p:cNvPr>
          <p:cNvSpPr/>
          <p:nvPr/>
        </p:nvSpPr>
        <p:spPr>
          <a:xfrm flipV="1">
            <a:off x="3584575" y="3538538"/>
            <a:ext cx="2460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D81E9BEB-F74D-4428-8B99-54640821B88C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" name="Text Box 50">
            <a:extLst>
              <a:ext uri="{FF2B5EF4-FFF2-40B4-BE49-F238E27FC236}">
                <a16:creationId xmlns:a16="http://schemas.microsoft.com/office/drawing/2014/main" id="{A6D2C674-01C0-4C9E-B257-3A6BFCA623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89683" name="Text Box 50">
            <a:extLst>
              <a:ext uri="{FF2B5EF4-FFF2-40B4-BE49-F238E27FC236}">
                <a16:creationId xmlns:a16="http://schemas.microsoft.com/office/drawing/2014/main" id="{3021BFB5-D945-4CDE-8D51-788F999AA7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204" name="Marcador de número de diapositiva 203">
            <a:extLst>
              <a:ext uri="{FF2B5EF4-FFF2-40B4-BE49-F238E27FC236}">
                <a16:creationId xmlns:a16="http://schemas.microsoft.com/office/drawing/2014/main" id="{C00B252F-ABDC-4E77-9F30-F3D976D01D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F4BF008-A8A1-46BD-B331-1825CF1F4141}" type="slidenum">
              <a:rPr lang="es-ES" altLang="es-ES">
                <a:solidFill>
                  <a:srgbClr val="171717"/>
                </a:solidFill>
              </a:rPr>
              <a:pPr/>
              <a:t>94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60" name="Text Box 76">
            <a:extLst>
              <a:ext uri="{FF2B5EF4-FFF2-40B4-BE49-F238E27FC236}">
                <a16:creationId xmlns:a16="http://schemas.microsoft.com/office/drawing/2014/main" id="{1E3E6562-F40E-4208-8EF7-38DC1A1A35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2" name="Line 78">
            <a:extLst>
              <a:ext uri="{FF2B5EF4-FFF2-40B4-BE49-F238E27FC236}">
                <a16:creationId xmlns:a16="http://schemas.microsoft.com/office/drawing/2014/main" id="{3F2EFA7B-241E-481A-8AB4-7301F4034A52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08" name="Conector recto de flecha 207">
            <a:extLst>
              <a:ext uri="{FF2B5EF4-FFF2-40B4-BE49-F238E27FC236}">
                <a16:creationId xmlns:a16="http://schemas.microsoft.com/office/drawing/2014/main" id="{A7EC4827-8B10-4F9B-98C2-CF7EB0837CAD}"/>
              </a:ext>
            </a:extLst>
          </p:cNvPr>
          <p:cNvCxnSpPr>
            <a:cxnSpLocks/>
            <a:endCxn id="62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" name="Text Box 50">
            <a:extLst>
              <a:ext uri="{FF2B5EF4-FFF2-40B4-BE49-F238E27FC236}">
                <a16:creationId xmlns:a16="http://schemas.microsoft.com/office/drawing/2014/main" id="{6904B1B4-06A6-4FA5-9070-B0DF74C41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210" name="Marcador de contenido 5">
            <a:extLst>
              <a:ext uri="{FF2B5EF4-FFF2-40B4-BE49-F238E27FC236}">
                <a16:creationId xmlns:a16="http://schemas.microsoft.com/office/drawing/2014/main" id="{63F35335-1DC8-4011-94B2-94D50C85BB81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016553812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1024452938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1334264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2681221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8782357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5453095"/>
                  </a:ext>
                </a:extLst>
              </a:tr>
            </a:tbl>
          </a:graphicData>
        </a:graphic>
      </p:graphicFrame>
      <p:graphicFrame>
        <p:nvGraphicFramePr>
          <p:cNvPr id="211" name="Marcador de contenido 5">
            <a:extLst>
              <a:ext uri="{FF2B5EF4-FFF2-40B4-BE49-F238E27FC236}">
                <a16:creationId xmlns:a16="http://schemas.microsoft.com/office/drawing/2014/main" id="{0031BCB7-80A5-437B-A942-5B92798EDBA0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Tabla 22">
            <a:extLst>
              <a:ext uri="{FF2B5EF4-FFF2-40B4-BE49-F238E27FC236}">
                <a16:creationId xmlns:a16="http://schemas.microsoft.com/office/drawing/2014/main" id="{36AAF51C-9F03-421D-8658-BF5479E035E0}"/>
              </a:ext>
            </a:extLst>
          </p:cNvPr>
          <p:cNvGraphicFramePr>
            <a:graphicFrameLocks noGrp="1"/>
          </p:cNvGraphicFramePr>
          <p:nvPr/>
        </p:nvGraphicFramePr>
        <p:xfrm>
          <a:off x="936625" y="1525588"/>
          <a:ext cx="6835775" cy="458787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20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20,10:1,11,19:12</a:t>
                      </a: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4" name="Marcador de contenido 5">
            <a:extLst>
              <a:ext uri="{FF2B5EF4-FFF2-40B4-BE49-F238E27FC236}">
                <a16:creationId xmlns:a16="http://schemas.microsoft.com/office/drawing/2014/main" id="{517C6CE6-4D27-4DF8-9394-BC0FD74D9965}"/>
              </a:ext>
            </a:extLst>
          </p:cNvPr>
          <p:cNvGraphicFramePr>
            <a:graphicFrameLocks/>
          </p:cNvGraphicFramePr>
          <p:nvPr/>
        </p:nvGraphicFramePr>
        <p:xfrm>
          <a:off x="927100" y="1165225"/>
          <a:ext cx="6835775" cy="33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21b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 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PC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20:1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&lt;&lt; 1), 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 PC + 4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2" name="Rectángulo 21">
            <a:extLst>
              <a:ext uri="{FF2B5EF4-FFF2-40B4-BE49-F238E27FC236}">
                <a16:creationId xmlns:a16="http://schemas.microsoft.com/office/drawing/2014/main" id="{AD66B928-F235-49DE-8893-6DE71C27D9B5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F163DF19-3DBC-45F6-B3D7-9C97F3D482F1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5C2AB439-C079-4031-A944-C912DFCBB215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FAF6AA06-F575-4F79-ABE9-9632BD137D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32B26E0D-40C5-484C-BA03-1426F48218C7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FFC11236-84D0-41B5-8714-5445E4D6CE91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64CFA006-4FCA-44BC-AE2E-8420974F1E82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6A22E484-469E-4E02-8295-954D0A923641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7FEB3419-68C1-4D63-8FAB-E28D18FEB0B7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EA6D1DD6-0F0F-4C8E-98FC-387372B2B7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91549" name="Grupo 228">
            <a:extLst>
              <a:ext uri="{FF2B5EF4-FFF2-40B4-BE49-F238E27FC236}">
                <a16:creationId xmlns:a16="http://schemas.microsoft.com/office/drawing/2014/main" id="{30D1D960-1BD6-4E15-A605-127056450475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D09FFC87-1B57-4997-9E25-2F8D6E40C0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8E3D1968-96F4-48AD-B6DB-C76FDECB6A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72C7E05B-6067-4CEF-9DA1-D8C60E1B73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44602B92-43DA-4C58-AE43-FA3B3248D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1B16A345-AA4B-4474-BF2E-F3457EACCC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60F37457-C3A7-46C8-9B72-DEF4B4ABC4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20CFFA0F-9CAE-44E6-95B9-820869B7D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3A84EDD9-7382-418C-8486-97168F0DB1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09B77F2C-CEF9-4862-B91A-416BABE338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2D22DB98-93A6-4404-B497-D946159812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03FF39FB-C3CE-4700-9F09-4DACF57E73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4212802A-171C-4426-A196-1393D4CC18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00FBA7C1-A58C-4A2D-802D-8F708C6DCB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EF55E212-636D-49DA-A5D0-608CCC45D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EC15075B-2522-4727-AB41-C9B23BDC3A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6B5762FD-38AB-43A0-866F-383E00D6F2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E5E62719-F31A-4D8A-983E-57CF2081C9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3648947A-A831-4056-85B4-2F8142F45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ACD5CBD9-6D41-42C7-B65D-4582DB65CF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A1CB338C-59AA-40C3-BD1C-78B8C6D34F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FED81B3B-28B5-4738-980E-CB77F4A71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31094B63-10B2-4A4D-A6F4-C1A0AC7C8B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FD2FFBB0-EFE2-4147-9E1F-0C51EDC507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38613A7D-157B-4CDA-9293-7926FC171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AABB2059-B435-4588-A46E-F4791A4DE9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403DAC44-F800-41CC-8E58-ABEC6A4D23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888E777E-7F02-4069-9F8A-0D217798DB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3011040D-C129-4BA9-8296-266D72C032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4D89D927-8707-460F-9914-2BD4BC538845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91550" name="Grupo 261">
            <a:extLst>
              <a:ext uri="{FF2B5EF4-FFF2-40B4-BE49-F238E27FC236}">
                <a16:creationId xmlns:a16="http://schemas.microsoft.com/office/drawing/2014/main" id="{20747C29-4DDF-4103-B1F4-D1879AC812F3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2A384ED8-0A16-4FB1-9F64-6DD68D31D9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23ACDD37-CB08-4D88-A604-66D9AE1CBD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81153F8C-C3B4-43B7-9C4E-51B0568BF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1D7DDFFB-2E5C-4024-8EE7-B7E0F8BA42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147C1FC9-107B-455F-A268-60919C121E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26323EFA-E1A6-4593-B21A-5EA80D6886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70206784-BD12-4375-BC5C-409375C15B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9189C6B6-7518-4759-85BE-80A93AD8B9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87B73B64-BF4A-4361-A1BE-FC3B32BA52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296861CC-06FC-480C-B292-1E74D2425C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1675EF8F-9F41-41A5-94A3-F02AEDEFD1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DDD50150-26C3-4F04-B91C-9C9507D5C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CCA35457-36ED-4A86-8C43-42A8C7F202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9E2DB195-12CB-47BF-9837-769D058AD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0919D0C3-55E1-4CAF-918B-1501413403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B179F37C-02BB-41F9-B8D7-80655E5B8B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98CCB918-F737-403E-A791-7391911E62B0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6C614A4A-8BBF-4E49-8F65-9E1A9B542B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87755AD0-460A-4049-B474-6062510DF8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4228A36A-E610-40DD-A7BB-3927AA88DC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903BE28D-FBE0-42D0-A9A8-423244BC055C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F390E21A-13D3-4A3D-80E0-6617A268936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91455C9B-D7A1-457B-AEAE-D219BAD26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7FFB7320-75C6-4061-BBB8-4707E85F23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CCACA7B9-4963-4AFE-ACD9-659FA1A492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7B00D36C-C7C9-440E-99AC-1F07E2C917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43424D62-3323-4353-B975-E98DFE1A6D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1CA504CF-B1A8-4632-A3CD-248F62648B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77593A30-9AC4-4929-A495-3D42AF64B9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E75E3D81-FAD7-4213-AB97-085B2F9E9A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A63048F1-87E2-4878-A5E0-E51FFF922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F4301A45-A2A7-4A41-83E9-68F5C139F5D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14B88D80-F80A-4E03-85EA-20FEBF779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64BE1CCA-48D8-4ABB-AFBC-EFB9E0C43F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274800EE-B0E1-4732-AE37-C1CFFF73744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02759DA1-B138-4A8A-863D-4069A8821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64CC92F2-B20B-4286-BED0-B25BF5882D5E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747142A2-F499-41AC-AA53-692856733D5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91572" name="Grupo 303">
            <a:extLst>
              <a:ext uri="{FF2B5EF4-FFF2-40B4-BE49-F238E27FC236}">
                <a16:creationId xmlns:a16="http://schemas.microsoft.com/office/drawing/2014/main" id="{0BC9269D-0FDE-4E4C-9105-9BAE4FCBD5C7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C232933C-06F8-428D-B8F4-AB6330E473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94BF0AA9-DEA3-4FA2-97A8-7E96FDF1A9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19627448-06B1-452B-B5C4-CF6CEE1F61DB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74B1EB64-0950-4212-993C-22F6BF9E9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A40EAAC2-34C1-495F-8CB3-815953CEFB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09F4A603-3502-41C0-BBF0-0D72701AA7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0BFD15F6-DBC8-4478-A799-A4986A182A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2BFD0FBD-042D-4022-AEFE-65B9C6B5368C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DEB43FD2-3B66-497E-BD32-FC0ADE49CE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C7BD9018-A68C-4B84-A1D0-6081CD7D4811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5D82EE89-E034-40EC-9EA4-0407B34EDAF6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B72FA656-87F2-41AC-B7B0-B96E3A056038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1247CD3A-B809-448F-8D24-CE004D401C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3A513FE5-B157-459B-AAC2-6288E73A14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578CDE64-F84C-4F12-8B11-EBD44A3E21E5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CF605354-C005-47E3-9353-38A9A704D8A0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52DB8BC2-BC50-442C-A573-A78DFF47D3BF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1583" name="Grupo 27">
            <a:extLst>
              <a:ext uri="{FF2B5EF4-FFF2-40B4-BE49-F238E27FC236}">
                <a16:creationId xmlns:a16="http://schemas.microsoft.com/office/drawing/2014/main" id="{7F9A12D7-A5A8-474B-80A4-F71A47CF9B63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9CCC1AF5-D0AC-412D-900E-875C619D78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C4778D73-BAD8-4069-8537-69767F887F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29FC4FDF-E4F5-4FF7-AA25-9BF0CAC03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85033C7E-61B1-46C3-BA42-38C815D41E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252C1596-25C0-4725-ACFF-BA1C234964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AED50476-E4B3-46FD-9EFF-FAC752F55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FBEB5F01-3743-4F97-AA39-B2C30DB051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D86CA894-FFE6-4F15-9EB6-AAC880B2D8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B6F475F5-9188-4FD8-BD9A-13290131D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223D661F-594A-4FF8-BD76-E7CA32B25A9E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119C3E07-A84F-4E1C-A529-9EE968034C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136CCF58-965D-472A-9990-36D70AE819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328860B7-402E-41E1-8486-14A9262D65FF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6E084E06-7353-4BE1-A252-F73A3D7900F0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4C86AE8A-6C8B-4491-B897-FB0337C9F853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7FE29714-1B65-4D8C-8A60-36DEE3C21FD0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4A40A3C8-914A-4EEF-97E7-7F588B6FF09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2C1306E2-3629-48F0-9144-E85E5F65F4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2645790F-149F-41A2-8317-F1D6C07620D9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1591" name="Grupo 4">
            <a:extLst>
              <a:ext uri="{FF2B5EF4-FFF2-40B4-BE49-F238E27FC236}">
                <a16:creationId xmlns:a16="http://schemas.microsoft.com/office/drawing/2014/main" id="{34FA0003-7457-4988-BE47-ADEDC677F9C3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1211274E-C988-4881-A681-8911F6327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E594F651-6A58-47E0-92A1-89CB677A6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83F8CB22-B426-4B6E-8692-BB076AA5E3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907482D3-125C-47DC-9D21-B7FC8B5F4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E4B95DA9-32B1-45C8-A79B-A1C31BCD6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6D00070E-6A18-428F-AB8D-98133B04BA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9DF94B07-6D0F-435E-A71D-DAEFB0B6D3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CA5942A1-0C0A-45A0-B8AE-5AA029E824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FFA8228A-6F1F-4FED-B1E6-9EDFAD2EAB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EE628F42-0765-4C88-9C09-1130E1BFF9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8B04B79C-FECF-46AF-889C-EE1797784A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EF2A9D22-3A25-40FB-A0AC-F5F14AF00D3C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F43B2571-49B6-42AB-889B-0F4487A3B5F2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56FFF594-563F-4555-B3F2-83B281A196D1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1595" name="Grupo 138">
            <a:extLst>
              <a:ext uri="{FF2B5EF4-FFF2-40B4-BE49-F238E27FC236}">
                <a16:creationId xmlns:a16="http://schemas.microsoft.com/office/drawing/2014/main" id="{8B74E0B8-1EA7-4CBC-B878-E0E193FBA940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F173B648-6259-40B2-9FD8-56E7A02152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F926F27D-0192-439E-979A-848D4A271F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7A6E852C-B658-4932-81F9-95F89AEB7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AF721239-11B5-4A13-AA01-0682958CA6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6F925358-1386-45D4-96CE-8A0F31C8BB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4A615A4E-C2C4-4B55-B928-9C80E47C35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C80E9313-B5E0-41EE-89EC-28B12EF491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2DFC8D81-125F-4D67-A04E-2FFC05026AA7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19907BE8-81BB-47BB-B49A-EF11CEBF1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91596" name="Grupo 148">
            <a:extLst>
              <a:ext uri="{FF2B5EF4-FFF2-40B4-BE49-F238E27FC236}">
                <a16:creationId xmlns:a16="http://schemas.microsoft.com/office/drawing/2014/main" id="{AB2EA2DA-71A1-4FCC-86EF-D4CC4522AF95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BF842827-C6C8-4CF7-8D58-04B908A0F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27FD86C0-6EAD-4ADA-B774-EE428C64E8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1AE7F3C8-4707-439E-8149-1CFC14455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A3298DB5-D7FF-49B9-95C2-91F7FF538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CD6EF674-FC45-439D-A227-A6A894EC7C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794FDE0A-681B-40EB-BE6C-8104C8D68E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37ADE1FE-8931-48EC-AAE5-96865DF2A7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ADFB53F4-3C4D-459B-BF9B-059AA11723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0DFFD925-77A4-4815-96DB-410B6AB65C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8596CDFB-6B42-46BB-8B49-1D89305B3F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C13866BE-4EF4-47C0-94CF-244BFE2DB4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7C4C47BD-F903-4186-81D1-49D279DC8F41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1598" name="Text Box 46">
            <a:extLst>
              <a:ext uri="{FF2B5EF4-FFF2-40B4-BE49-F238E27FC236}">
                <a16:creationId xmlns:a16="http://schemas.microsoft.com/office/drawing/2014/main" id="{AFED748E-10FF-4FB6-A63F-11CFF51E3D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9EE67B78-9115-47EE-8531-33F9F3FED618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1600" name="Grupo 188">
            <a:extLst>
              <a:ext uri="{FF2B5EF4-FFF2-40B4-BE49-F238E27FC236}">
                <a16:creationId xmlns:a16="http://schemas.microsoft.com/office/drawing/2014/main" id="{0E0D1AD6-0425-486E-ADAD-D40D896EAED6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5E6C5C9D-8924-4D78-86C3-0AC899557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AE29B956-7655-477A-B25A-E1465E6EE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7762A62A-16A2-47FC-8CAB-E9773B3371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2F3213F7-A396-48E7-9E73-88ED395C4A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8F30294E-435A-47D4-AC74-D21C32452E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56F21C3D-B63E-4785-96C3-DF44A6BCEB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815F2FD6-F899-46B4-B8A3-49EFB116BF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CC07D08F-2C00-473C-AE3A-C54AE7AD04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4C28480A-F1BE-4157-AD95-1B32623AA7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D4861AB9-96CB-4194-BF13-5931865511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E85AFD8D-4119-44B7-87C0-8ACE60E72590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1602" name="Grupo 47">
            <a:extLst>
              <a:ext uri="{FF2B5EF4-FFF2-40B4-BE49-F238E27FC236}">
                <a16:creationId xmlns:a16="http://schemas.microsoft.com/office/drawing/2014/main" id="{2B9A82ED-C6BF-48A1-882A-AECA7FE89BA4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0FABE0A4-ED30-4575-9C9A-456ECE0107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518C564C-44FB-4C28-866D-134F05155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7A1FA013-4287-489A-9FF6-4F8C4E3B78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BFC9C804-97D9-4850-9CE6-6C65324BC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4FB9A9DE-E386-4FC3-839E-B1FB84CB1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8E8787E0-F094-4F42-A54B-4700626222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D6051668-0A44-490B-9F66-33D1576F9E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31C3E3DB-085A-4CC6-B515-920B093F43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906E7BE6-E315-45A4-8992-74C82059B42F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CFA21F41-9B37-4A4A-A8B3-9DD52EA262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26F33207-9C11-4244-BFF0-E2424F3067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69C35974-CBBA-40FD-A789-9CA6268903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E2E9F46D-2F15-4268-A8C0-9CF248A80561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AA873BB3-10AB-4DB1-A5F2-8808F2D493DA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A5946A5A-4B55-40A2-8B40-CCFB5357C06F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1606" name="Grupo 9">
            <a:extLst>
              <a:ext uri="{FF2B5EF4-FFF2-40B4-BE49-F238E27FC236}">
                <a16:creationId xmlns:a16="http://schemas.microsoft.com/office/drawing/2014/main" id="{38E0E4FF-F726-44A6-93A8-5B1A95868874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2AC74EE6-88BA-4978-BDD4-949A7BB46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AB2EAAE3-D817-491E-93E0-699F200BE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6CA38AA8-F93B-43C2-9FFD-F1F3F03364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6A3F3060-338C-455C-A5A3-744EAADAB0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DFAD16E9-7919-40C5-A5BC-536925A3E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F950C55E-F0EF-4000-909A-9F63EF0D7D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4E2630D6-B967-44E3-B7EC-10FEE1EE6B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8ADD0AB7-CEA9-4C09-89F7-A7D9BB4A88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A1885444-437A-444E-AC6E-D2FB2DF072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E6DE51F1-25D7-4A4F-B66D-6BE28B4B58C3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365E5FAA-21CD-471A-8390-DCFBF29A29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CF25EF2F-98B8-46CE-881C-8FE40E8EC0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5CC0D56B-0DE2-4E82-975D-88C6727384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DCC6CABA-A0D5-4DAF-AE5A-0FD44BBE90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8D01DC40-63F2-4F49-968C-D6C3E16444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9235A6AB-D177-445C-ACD0-9D15A8044F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45835E27-6049-4BBE-8016-DEF1620096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873F6136-8A99-4449-85E0-1E2105E3F14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68BCAA41-AE68-44C0-A0DB-6A40A810C2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86232853-3AFE-4BF2-8797-4BC6882797E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3FCFAD3E-D15D-422D-898B-5F5985B827CF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41D25670-653E-4AA4-A699-A7420BBE3923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A049092C-A89C-495A-AF7F-1E939151A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18A02A7D-9A44-4A79-9AEE-146C5F414041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1614" name="Text Box 72">
            <a:extLst>
              <a:ext uri="{FF2B5EF4-FFF2-40B4-BE49-F238E27FC236}">
                <a16:creationId xmlns:a16="http://schemas.microsoft.com/office/drawing/2014/main" id="{6BBD6218-CDE8-4E7E-8238-1E7C4BB53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91615" name="Line 71">
            <a:extLst>
              <a:ext uri="{FF2B5EF4-FFF2-40B4-BE49-F238E27FC236}">
                <a16:creationId xmlns:a16="http://schemas.microsoft.com/office/drawing/2014/main" id="{ED90C5AF-A4FC-4204-B066-D4FB8180214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92D05827-22A2-41A3-9AFA-E899D729B7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9A27D873-52B2-49B8-A3AC-966A98828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BF7ED695-12D8-41BE-9246-7BB5E55AD7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91619" name="Text Box 50">
            <a:extLst>
              <a:ext uri="{FF2B5EF4-FFF2-40B4-BE49-F238E27FC236}">
                <a16:creationId xmlns:a16="http://schemas.microsoft.com/office/drawing/2014/main" id="{495EA122-9D7E-4326-BBAC-C5A1FA46DD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91620" name="Text Box 50">
            <a:extLst>
              <a:ext uri="{FF2B5EF4-FFF2-40B4-BE49-F238E27FC236}">
                <a16:creationId xmlns:a16="http://schemas.microsoft.com/office/drawing/2014/main" id="{DE5BEE17-9D6C-4E41-96F2-05679CDE4A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91621" name="Text Box 50">
            <a:extLst>
              <a:ext uri="{FF2B5EF4-FFF2-40B4-BE49-F238E27FC236}">
                <a16:creationId xmlns:a16="http://schemas.microsoft.com/office/drawing/2014/main" id="{4820D3BA-332E-4627-9229-8088C3A9D3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09319C24-0677-4E4D-94A7-C286B093C912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9056DCE3-049D-4A9D-95BC-CBB9B4B23B45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D0C813CE-3AEB-45B0-B593-F6CCEE2C6639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99BC71C7-6493-40FC-8C7D-0B6F38FD8C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526083A9-E3B5-46CC-BA77-990B28D5D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62450C89-8B6C-43EF-B8B1-1421F5ADE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DE53EBED-A5CF-48E2-9D91-07D70A142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E48F4C8F-1E79-409A-9A73-71F1B5EB1F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586D1712-5465-4F24-8974-2B90BB6A4CF8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A82E41DF-8A7E-44BD-882F-66F21B8F2102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D7AB1D51-7E70-4554-B541-316EE9D5D8CF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0698B7D5-CB0B-4093-8F44-B102124738D2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C66EDECE-36FB-4E43-9AA8-A538FB0C2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91635" name="Text Box 72">
            <a:extLst>
              <a:ext uri="{FF2B5EF4-FFF2-40B4-BE49-F238E27FC236}">
                <a16:creationId xmlns:a16="http://schemas.microsoft.com/office/drawing/2014/main" id="{5CDD6DE0-B639-4BA3-8D5F-FFA1797EFE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91636" name="Line 71">
            <a:extLst>
              <a:ext uri="{FF2B5EF4-FFF2-40B4-BE49-F238E27FC236}">
                <a16:creationId xmlns:a16="http://schemas.microsoft.com/office/drawing/2014/main" id="{77468028-F183-430B-B77F-C7A083E1EAD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91637" name="Text Box 72">
            <a:extLst>
              <a:ext uri="{FF2B5EF4-FFF2-40B4-BE49-F238E27FC236}">
                <a16:creationId xmlns:a16="http://schemas.microsoft.com/office/drawing/2014/main" id="{52C7797F-6FE1-4BE0-BBDC-8B9D1E2E35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91638" name="Line 71">
            <a:extLst>
              <a:ext uri="{FF2B5EF4-FFF2-40B4-BE49-F238E27FC236}">
                <a16:creationId xmlns:a16="http://schemas.microsoft.com/office/drawing/2014/main" id="{B9368D98-FAB3-4477-BC0B-BEB4231DD8F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9D524668-7E8E-404A-9BB5-052FB554603B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0A00B9E3-6A11-4F7B-96B0-858DEE17E7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B16221DE-40CF-48E9-A221-8A554B249007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1642" name="Grupo 374">
            <a:extLst>
              <a:ext uri="{FF2B5EF4-FFF2-40B4-BE49-F238E27FC236}">
                <a16:creationId xmlns:a16="http://schemas.microsoft.com/office/drawing/2014/main" id="{DFB92D2B-850F-4A7D-8899-5E967CC7DA19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DF313138-2F20-48AE-8B91-926107DFD1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30260B95-64FA-4291-86F7-9ADFD0DB2F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9528E9BC-9E21-4621-8F17-2E6E6B6B0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2E1937BB-1CF0-4C0D-94DA-AC04FB3C2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9401EF12-71E2-4371-8DE6-75502E4CF8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85BFAA09-88EC-4893-AA99-1B13C57857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C03D394C-3E93-4542-8F6C-42B5CEAB40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4480DB40-A067-4032-A69C-63D577AC7D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2021B521-0B44-4FD5-BE6A-AC961598CD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F7DF9485-161F-4E7E-AE55-F651321C8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5273FCD5-EDFB-4406-B8A7-FB9152CBC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A551EC45-50E9-4E10-9D0E-B8302FA50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F7074982-5D99-4B41-81EA-C9830FB190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2C3C0B96-D513-4D2F-A2FA-AFA70D0EA1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ED5DF1FF-330E-4D90-808C-B7123C39C3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605C7BCF-1ECD-4B72-A315-84AFBC3E1D2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AD08CC13-2ED4-4CF7-BFDB-8F67F3299EB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18609D23-692D-44CE-BDD8-F6B3EB474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726824C9-B4FD-4C8F-BDE5-CA813C4346D0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F915E33A-3325-4101-8BCD-A5F3A209C83E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491D2B99-4539-4924-823B-5A7F60B2AE13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C2000313-D90B-4B01-AD9A-FCD161877ADD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FA656EAA-B5C4-4F1E-B725-88045E86E87E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zero</a:t>
                      </a:r>
                      <a:endParaRPr lang="es-ES" sz="11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22E8A0C7-B515-4910-A178-A39BCC3AA8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0900" y="1982788"/>
            <a:ext cx="2208213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Tipo-J</a:t>
            </a:r>
          </a:p>
        </p:txBody>
      </p:sp>
      <p:sp>
        <p:nvSpPr>
          <p:cNvPr id="9" name="Text Box 50">
            <a:extLst>
              <a:ext uri="{FF2B5EF4-FFF2-40B4-BE49-F238E27FC236}">
                <a16:creationId xmlns:a16="http://schemas.microsoft.com/office/drawing/2014/main" id="{ED499EE5-0461-42A5-899F-A47C0E7D0B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91723" name="Text Box 50">
            <a:extLst>
              <a:ext uri="{FF2B5EF4-FFF2-40B4-BE49-F238E27FC236}">
                <a16:creationId xmlns:a16="http://schemas.microsoft.com/office/drawing/2014/main" id="{083B8E9B-F77A-4B2E-973C-B58754CD6C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204" name="Marcador de número de diapositiva 203">
            <a:extLst>
              <a:ext uri="{FF2B5EF4-FFF2-40B4-BE49-F238E27FC236}">
                <a16:creationId xmlns:a16="http://schemas.microsoft.com/office/drawing/2014/main" id="{59EE7B97-7D7F-46FA-9CF7-92117430F8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7A6825F-8C13-4E30-8217-89AF022AD0DC}" type="slidenum">
              <a:rPr lang="es-ES" altLang="es-ES">
                <a:solidFill>
                  <a:srgbClr val="171717"/>
                </a:solidFill>
              </a:rPr>
              <a:pPr/>
              <a:t>95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60" name="Text Box 76">
            <a:extLst>
              <a:ext uri="{FF2B5EF4-FFF2-40B4-BE49-F238E27FC236}">
                <a16:creationId xmlns:a16="http://schemas.microsoft.com/office/drawing/2014/main" id="{C305C3A6-F43C-4CA2-BB15-50052F0F50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2" name="Line 78">
            <a:extLst>
              <a:ext uri="{FF2B5EF4-FFF2-40B4-BE49-F238E27FC236}">
                <a16:creationId xmlns:a16="http://schemas.microsoft.com/office/drawing/2014/main" id="{44EB347E-AB6A-464D-8008-270AFBE0FE89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08" name="Conector recto de flecha 207">
            <a:extLst>
              <a:ext uri="{FF2B5EF4-FFF2-40B4-BE49-F238E27FC236}">
                <a16:creationId xmlns:a16="http://schemas.microsoft.com/office/drawing/2014/main" id="{73ED01DF-15D1-422E-B77D-1EE00BE96DBC}"/>
              </a:ext>
            </a:extLst>
          </p:cNvPr>
          <p:cNvCxnSpPr>
            <a:cxnSpLocks/>
            <a:endCxn id="62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" name="Text Box 50">
            <a:extLst>
              <a:ext uri="{FF2B5EF4-FFF2-40B4-BE49-F238E27FC236}">
                <a16:creationId xmlns:a16="http://schemas.microsoft.com/office/drawing/2014/main" id="{47C5C93E-E3E5-4524-AEBD-9B95A72F6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210" name="Marcador de contenido 5">
            <a:extLst>
              <a:ext uri="{FF2B5EF4-FFF2-40B4-BE49-F238E27FC236}">
                <a16:creationId xmlns:a16="http://schemas.microsoft.com/office/drawing/2014/main" id="{5286EA72-26D5-41DD-B0DB-9B676C50BFFF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885765133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534666259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1680107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281243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1000641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997505"/>
                  </a:ext>
                </a:extLst>
              </a:tr>
            </a:tbl>
          </a:graphicData>
        </a:graphic>
      </p:graphicFrame>
      <p:graphicFrame>
        <p:nvGraphicFramePr>
          <p:cNvPr id="211" name="Marcador de contenido 5">
            <a:extLst>
              <a:ext uri="{FF2B5EF4-FFF2-40B4-BE49-F238E27FC236}">
                <a16:creationId xmlns:a16="http://schemas.microsoft.com/office/drawing/2014/main" id="{BF77E942-EE7A-4AE1-A750-C1B5F5C8DE2D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Tabla 22">
            <a:extLst>
              <a:ext uri="{FF2B5EF4-FFF2-40B4-BE49-F238E27FC236}">
                <a16:creationId xmlns:a16="http://schemas.microsoft.com/office/drawing/2014/main" id="{BBECE58A-E450-4042-8725-4092077357AD}"/>
              </a:ext>
            </a:extLst>
          </p:cNvPr>
          <p:cNvGraphicFramePr>
            <a:graphicFrameLocks noGrp="1"/>
          </p:cNvGraphicFramePr>
          <p:nvPr/>
        </p:nvGraphicFramePr>
        <p:xfrm>
          <a:off x="936625" y="1525588"/>
          <a:ext cx="6835775" cy="458787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8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29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0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31"/>
                    </a:ext>
                  </a:extLst>
                </a:gridCol>
              </a:tblGrid>
              <a:tr h="200153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634">
                <a:tc gridSpan="20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400" dirty="0">
                          <a:solidFill>
                            <a:schemeClr val="accent2"/>
                          </a:solidFill>
                        </a:rPr>
                        <a:t>imm</a:t>
                      </a:r>
                      <a:r>
                        <a:rPr lang="es-ES" sz="1400" baseline="-25000" dirty="0">
                          <a:solidFill>
                            <a:schemeClr val="accent2"/>
                          </a:solidFill>
                        </a:rPr>
                        <a:t>20,10:1,11,19:12</a:t>
                      </a: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rgbClr val="7030A0"/>
                          </a:solidFill>
                        </a:rPr>
                        <a:t>rd</a:t>
                      </a:r>
                      <a:endParaRPr lang="es-ES" sz="1400" dirty="0">
                        <a:solidFill>
                          <a:srgbClr val="7030A0"/>
                        </a:solidFill>
                      </a:endParaRP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7">
                  <a:txBody>
                    <a:bodyPr/>
                    <a:lstStyle/>
                    <a:p>
                      <a:pPr algn="ctr"/>
                      <a:r>
                        <a:rPr lang="es-ES" sz="14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14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91448" marR="91448" marT="0" marB="45641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4" name="Marcador de contenido 5">
            <a:extLst>
              <a:ext uri="{FF2B5EF4-FFF2-40B4-BE49-F238E27FC236}">
                <a16:creationId xmlns:a16="http://schemas.microsoft.com/office/drawing/2014/main" id="{44EE4B81-1A73-40F5-BD8C-DE817E0EC93A}"/>
              </a:ext>
            </a:extLst>
          </p:cNvPr>
          <p:cNvGraphicFramePr>
            <a:graphicFrameLocks/>
          </p:cNvGraphicFramePr>
          <p:nvPr/>
        </p:nvGraphicFramePr>
        <p:xfrm>
          <a:off x="927100" y="1165225"/>
          <a:ext cx="6835775" cy="33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96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6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, imm</a:t>
                      </a:r>
                      <a:r>
                        <a:rPr lang="es-ES" sz="1600" b="1" i="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21b</a:t>
                      </a: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 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PC + </a:t>
                      </a:r>
                      <a:r>
                        <a:rPr lang="es-ES" sz="1600" b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sExt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(</a:t>
                      </a:r>
                      <a:r>
                        <a:rPr lang="es-ES" sz="1600" b="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imm</a:t>
                      </a:r>
                      <a:r>
                        <a:rPr lang="es-ES" sz="1600" b="0" baseline="-25000" dirty="0">
                          <a:solidFill>
                            <a:schemeClr val="accent2"/>
                          </a:solidFill>
                          <a:sym typeface="Wingdings" pitchFamily="2" charset="2"/>
                        </a:rPr>
                        <a:t>20:1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 &lt;&lt; 1), BR[</a:t>
                      </a:r>
                      <a:r>
                        <a:rPr lang="es-ES" sz="1600" b="0" dirty="0" err="1">
                          <a:solidFill>
                            <a:srgbClr val="7030A0"/>
                          </a:solidFill>
                          <a:sym typeface="Wingdings" pitchFamily="2" charset="2"/>
                        </a:rPr>
                        <a:t>rd</a:t>
                      </a:r>
                      <a:r>
                        <a:rPr lang="es-ES" sz="1600" b="0" dirty="0">
                          <a:solidFill>
                            <a:schemeClr val="bg1">
                              <a:lumMod val="10000"/>
                            </a:schemeClr>
                          </a:solidFill>
                          <a:sym typeface="Wingdings" pitchFamily="2" charset="2"/>
                        </a:rPr>
                        <a:t>]  PC + 4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48" marR="91448" marT="45677" marB="45677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2" name="Rectángulo 21">
            <a:extLst>
              <a:ext uri="{FF2B5EF4-FFF2-40B4-BE49-F238E27FC236}">
                <a16:creationId xmlns:a16="http://schemas.microsoft.com/office/drawing/2014/main" id="{F86B91A1-ADC6-48BC-B876-8C36B5CB0AE3}"/>
              </a:ext>
            </a:extLst>
          </p:cNvPr>
          <p:cNvSpPr/>
          <p:nvPr/>
        </p:nvSpPr>
        <p:spPr>
          <a:xfrm>
            <a:off x="1006475" y="3078163"/>
            <a:ext cx="10917238" cy="35210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Ins="792000" bIns="540000" anchor="b"/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b="1"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3BFA482E-832F-4B4B-BFEF-4BA1B099FEB3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D19B06EB-E01A-4188-8417-9E2F2DFC7AD7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DF7425E7-566C-4BE3-8238-007308EA9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9E8EC988-BA94-4A66-8026-9D68805424BB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B1405710-BE33-43A8-A281-A14B15C229A9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A6896408-B85F-45F9-8B4F-A95BBFCB733B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BC1067A0-CAA9-4FDD-A10B-05FBB78602A7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C62DBE13-BCD3-4F46-BF44-45109B3039C2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D2D27105-5C84-4B6B-9895-7E54480013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</a:p>
        </p:txBody>
      </p:sp>
      <p:grpSp>
        <p:nvGrpSpPr>
          <p:cNvPr id="193597" name="Grupo 228">
            <a:extLst>
              <a:ext uri="{FF2B5EF4-FFF2-40B4-BE49-F238E27FC236}">
                <a16:creationId xmlns:a16="http://schemas.microsoft.com/office/drawing/2014/main" id="{C2473B36-7A97-47B8-B7DB-22E953992237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D1AFAB94-323C-49A3-8A96-2E76484C04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C809428B-E4B1-4258-BFE7-262CA7BE7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8C084A72-DD3E-45CB-B3F3-B81AAD3A3F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12B77BD9-C1C4-4618-80C6-554E80AE69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5CAF1BC2-3685-4118-A068-29C04A56A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ABDA1F03-1FA7-45E7-88E7-ECDB4E9BF7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4EF927DF-D692-4227-9318-0B518A382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546C28FB-0E49-4B81-9592-AA7156D59A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C6CD0EDD-61E2-4D29-AF44-ED92A21DBE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E1047978-CC15-432F-9372-E7E3125C9B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30F317D1-2661-4675-9C5A-B2ACD4D844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2DF562E2-6459-44D4-BA74-4210412384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FD4750B1-3D5F-420C-B394-84E81F478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49CE4A36-5F1E-4965-826D-84E999D04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A3F1BAFC-0F51-4B69-8667-B14B377AFD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0C4D460E-5032-480E-844B-B2D9F6174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80447C10-3A6E-4B22-8946-923B933055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47CCDE2F-F4D0-48BB-93FE-97ED81E8D8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7B06368C-28B9-4843-AF63-651B544C43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D40EE6B3-E4DB-4599-B042-FE7986D8C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748A12AC-D3A3-4A72-82A7-48D4658654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0C96B5FA-FBE3-4A7B-8168-75CA57612E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B1CD66A4-CC84-44F5-A69D-52A69B5E05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8BBBA103-968F-4B55-9C9A-712E3A12C3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AA90EAE3-9AF9-4A30-AE45-2E83F0A331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6EA8AB7D-9279-4121-A0B5-8B7BA21990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CF127363-DE58-448A-ADE9-1894714F91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2193D191-1E53-4273-9480-464CEE971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76B695DE-890F-459E-8F72-B361878E2342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193598" name="Grupo 261">
            <a:extLst>
              <a:ext uri="{FF2B5EF4-FFF2-40B4-BE49-F238E27FC236}">
                <a16:creationId xmlns:a16="http://schemas.microsoft.com/office/drawing/2014/main" id="{39E8F9A6-8B61-44AA-A3FA-53B51AF884AA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F701EFAA-A360-4F4B-8EF2-D4D9787066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BE400F60-EAEB-425E-9052-72BEA53E4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27538AB1-F36D-4DF0-9A2E-ACFFF5C33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372456A9-9588-475C-9196-CE502B330F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19038E1F-9A43-4759-BBAD-9971BEE24F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F067DB17-1E9D-4524-99CE-36CC477660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4D38959C-5285-4EA0-A5D2-22E9919493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4341E638-F927-4C3B-A4E9-7C8AEE4E20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C016D197-F86B-40D7-917A-390E86C69A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EB7A8DE9-3EF4-41AC-9B03-6836E7BD7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D20046E2-5A2F-4A82-AE35-1D8949018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7AE92797-6E0E-463A-B6DE-7753B87011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0527DA6E-C9EF-4411-96C6-DE9F2DA8A2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67A2A53F-6F16-4CDB-9C91-E6141344E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521201AC-629B-471D-A2D2-567C5ACE86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58848823-902E-43B6-BED3-C5169D0920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92D59BE9-CAD5-464F-BC26-87136E0AB7A7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E32EAE46-75A3-4568-933E-537771C7F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08F76875-9A90-4C56-A415-32E8152827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A76BE8A8-EA23-4F07-AB26-FF7233FC21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D661B9E1-39BE-4FFF-AB01-AC69FA47EE79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DCB8468F-4E14-448D-AC6D-4A6EB20AB3F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0633867B-0B25-412C-8C92-2D7817D918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9F4814F6-A446-4BF6-86C5-294DB70C7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EBB5A8A2-8B74-45CB-A805-C6797859FD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E043C864-31FE-45A2-85E6-611EECAC52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0415A590-DC85-43AC-BE9C-0AA3F347B7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A5161B4E-509C-4F1B-B92F-840B01FFD8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8F0B4416-918E-432E-9155-F188F4874F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63AB5082-FB01-42C9-B6AE-31B8FAD2EC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4B8E6BB8-3A36-48EB-A971-F6484B4C9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F1420644-B11C-430A-AB05-ECF83607F15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DDB73F3C-B2FC-4381-BD22-2EC3B13978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2B1941CB-0EB5-4671-A898-A0C004B0F5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0E9C274D-3737-4222-B504-037E288C024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D1A2ED99-ED62-4D8A-B18E-D68D07FBD5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93B6A84A-E9AA-442B-967B-AFC4D4F3F622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D68CEAF4-E4F2-4D2E-ABD6-CA2903E2C7E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193620" name="Grupo 303">
            <a:extLst>
              <a:ext uri="{FF2B5EF4-FFF2-40B4-BE49-F238E27FC236}">
                <a16:creationId xmlns:a16="http://schemas.microsoft.com/office/drawing/2014/main" id="{41A3D323-D1DB-4812-8F23-8AF464DAAC46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E41CF32E-6A88-406E-B8F7-16AD780CD6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19B20225-8CE5-4DA0-ADA4-935F403DF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78566767-C6FE-453D-8F22-BFD903C9D7E0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08B9982C-0933-4D8F-A199-627318E4CC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97132686-634B-43D2-9756-31534D61BD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E06F718B-6E8C-4E54-9EBE-CF197590CB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0805FDDC-64EB-4B9D-9EE3-BADBDC362D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26C5078B-94E4-488A-A1F7-96DCC412AC0B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9EFC6769-ADAE-4B64-BC9B-F9350391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12EBFF5C-BB7F-422E-BF21-251D0DEC5C47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08A1D437-6582-494D-A4A1-7AD464DE5A7B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FF8AC9E2-081F-42FC-8C3B-21E19C89BB0B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B9DCF320-657D-493A-A1E0-1799EC2DD7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86EE6D31-2801-4B2E-85D3-A65857B2B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02D3015A-0001-4AD8-8879-08D9E3627ACC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95FA2312-AC3A-4D93-9850-5A9543FC2C8B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50DD304E-4322-449C-995A-A86DA2AC0F45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3631" name="Grupo 27">
            <a:extLst>
              <a:ext uri="{FF2B5EF4-FFF2-40B4-BE49-F238E27FC236}">
                <a16:creationId xmlns:a16="http://schemas.microsoft.com/office/drawing/2014/main" id="{66AC403D-AF5B-42DA-B6A0-7ED57F7AA068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5484EB98-CAD2-4225-B5B8-9D41D4971B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AB3CC62D-C94A-4126-8814-60059EC27C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2EA2D3BA-3F5E-45D4-9E04-3E48F9C73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3CFC484F-BBA2-478A-8B6C-66F9503C2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EBB1C823-0C0C-45AF-B20C-B394E4EEC9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58E90106-5674-4597-9DBF-CFA2BB7BF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B98935CC-CEDA-46B4-B7E8-C1350E7B49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CE7352B6-6584-40DF-A515-19327FFBB2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FC21BDA6-EF46-4BA1-8F82-EC5A170B1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E137997F-7D99-4177-A490-A4A99F131384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F11A4CC0-585D-4AB3-85A5-85073CE17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B6A7252C-0B0C-40F4-9D5A-4FF150385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05840237-C36C-4FBE-8017-5147B6865661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9587CC30-2C45-4F20-922F-DEB9C3FED4BC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91D286D1-4938-4EB1-8CAB-81DEECFB7D92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E093AD42-CA30-4765-AE04-9A95E483DB3E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6CEBA513-58A9-4356-B1D2-51A70AE26F3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CB1B0540-F963-4A86-B303-1145F88110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420D68FE-8B9C-481A-ADB5-2D830F676708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3639" name="Grupo 4">
            <a:extLst>
              <a:ext uri="{FF2B5EF4-FFF2-40B4-BE49-F238E27FC236}">
                <a16:creationId xmlns:a16="http://schemas.microsoft.com/office/drawing/2014/main" id="{D9947CCF-154C-4EE6-98FA-666EBCAC049F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22481182-6424-4726-A104-629B144DC4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FCAD6C66-564F-4AE6-8ACA-A814167455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7BE8452A-3B7D-49FF-8A69-01797D1AF2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A9785FC5-BC4C-4AF6-BA32-B34A6ACCA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BF63A59D-69C0-4333-A43B-2760C7FAA7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AC965C83-D24B-4338-882D-5DF99E44C3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B79B33C9-4CD5-4D78-B25E-ECE1D500D0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A851348F-D7C8-4619-8D9D-268C687E2F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45005134-4680-4E5E-87A7-E8A0DD3459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2008E832-0665-4C3E-ACCA-F830390938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BFC346D8-2FA7-4F18-A1CC-3A69551962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89ED69B7-CA87-4688-BC8E-AB305E945DBF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3046F5D4-3456-4F8C-A69B-1481950007D7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E99D90A8-0D75-4E66-853D-C10A2A5698F3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3643" name="Grupo 138">
            <a:extLst>
              <a:ext uri="{FF2B5EF4-FFF2-40B4-BE49-F238E27FC236}">
                <a16:creationId xmlns:a16="http://schemas.microsoft.com/office/drawing/2014/main" id="{13058293-2B88-4D13-9649-FB1D0239455A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88503C40-6DE5-4226-921A-D7D54FDFB1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78FDC7E0-67E2-4ED0-8190-BB07F2460E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238E9025-20B8-4C28-9BFC-BCD3F66E3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A409D36C-A202-4CF1-BEF7-E7F2AABCAE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F93C4826-34A1-45F7-A9CB-6CE4C437F8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C880E612-0D7F-4D8E-8ECD-8B5D7994B7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8C2BB8DE-E587-4209-A395-E73955380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079248B2-743F-4F52-A665-AA18C3BFBDBC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3C16D129-8CCB-49F1-AEAD-39547C3FC6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193644" name="Grupo 148">
            <a:extLst>
              <a:ext uri="{FF2B5EF4-FFF2-40B4-BE49-F238E27FC236}">
                <a16:creationId xmlns:a16="http://schemas.microsoft.com/office/drawing/2014/main" id="{202AD9A9-4E60-469C-91E0-B32C1BEF0A4A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FA5B2B84-47D8-4F06-AC51-9AC805BA5E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540CDA87-54FA-44B0-914F-36BDC667FB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A9244020-D699-4972-BBA4-041676D2EA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B72FA85F-C506-4EBD-888C-7F1F363AA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820A5B67-4595-46C9-9987-327E3BFC6F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EEDB47E8-21C9-49E1-82E2-A0B0626E2F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70A2A374-4712-4DCF-9D3D-EC961BC5F4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809E0CC8-4AE2-45C9-A8C7-35A64F930F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20D8294C-9F65-482F-88D9-20E6CA6CC3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0410BD43-1181-4B07-A96C-0D6C8D1A1B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822A2530-E5B9-4FD3-A2E1-6F6C107C7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3B18A436-DBB4-4EF0-9177-A421C2CF98E7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3646" name="Text Box 46">
            <a:extLst>
              <a:ext uri="{FF2B5EF4-FFF2-40B4-BE49-F238E27FC236}">
                <a16:creationId xmlns:a16="http://schemas.microsoft.com/office/drawing/2014/main" id="{AFAD2F2E-2DF9-4F69-9788-EF6F5037CF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000" b="1">
                <a:solidFill>
                  <a:srgbClr val="C00000"/>
                </a:solidFill>
              </a:rPr>
              <a:t>4</a:t>
            </a:r>
            <a:endParaRPr lang="es-ES" altLang="es-ES" sz="800" b="1">
              <a:solidFill>
                <a:srgbClr val="C00000"/>
              </a:solidFill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6023EC9E-6D44-4B33-98A5-BFB9EA191088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3648" name="Grupo 188">
            <a:extLst>
              <a:ext uri="{FF2B5EF4-FFF2-40B4-BE49-F238E27FC236}">
                <a16:creationId xmlns:a16="http://schemas.microsoft.com/office/drawing/2014/main" id="{012D9D94-8589-4C89-9775-49B4B9F27A21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812C76D8-0B77-4468-BB0A-DB35A5F67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6A35BD57-51E4-4030-A167-42110D1088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EB0D859D-9942-4EA9-BCA0-BF7A30B31B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1E4EFDD1-DFED-463A-B240-9A85EBE91D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AD4D2B0B-3BE1-463D-A51F-380A26F0F3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9CEDDA3B-2EC7-4408-B139-63958127AE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1DABC10E-6FA6-4C1F-968C-CA5CC768CF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372B822E-5ACF-4576-9A9A-4FA179DCA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6AF5D11E-9F3F-434E-9322-AED44B8D8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14A1E1C2-AC8C-4033-BF6B-F4E4DB7D8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1776AAB5-9135-48FC-BA84-C0273C55E0A6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3650" name="Grupo 47">
            <a:extLst>
              <a:ext uri="{FF2B5EF4-FFF2-40B4-BE49-F238E27FC236}">
                <a16:creationId xmlns:a16="http://schemas.microsoft.com/office/drawing/2014/main" id="{7B89FE08-877E-4AE7-90C0-A64021E0486E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2CEB5271-ABA0-4A56-95F8-B739C1477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1C6C62B8-99A7-462F-89DE-C67875EC79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3EFA10F9-AA43-4209-B667-4A8A2ECA1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1103F3EC-2E9D-46DE-836F-F74DA72DF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A2B6B3D2-E06F-4BE0-9415-45D5AED2F2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12C5082C-E18A-49E0-9CF1-99DBF117AF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CAF3B8B5-AEB9-4F05-9057-A91EC58282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3ACE5396-FA5F-4125-AA54-7E44165B9D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BA57BBD1-5FC9-4CFD-8701-1279743FD3CD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622F631D-15CC-48D9-948D-F0197ADA8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423D6F38-3FFB-4C61-84DB-85359AB6E0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6216366E-7E1C-49AC-938F-45A17AA515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3340802D-A880-466F-98C9-87C0E3742B23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B1E70402-35A2-4C0A-BB79-35EE59F840A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6AF2219F-F614-43DF-98C0-2FC2F4902FB4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193654" name="Grupo 9">
            <a:extLst>
              <a:ext uri="{FF2B5EF4-FFF2-40B4-BE49-F238E27FC236}">
                <a16:creationId xmlns:a16="http://schemas.microsoft.com/office/drawing/2014/main" id="{B74062BF-3BEE-42C1-BFB5-3AC77A17C0B7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638BC256-5518-42F3-A7F1-3B73731A51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9C5E859B-B67C-43E5-9B63-581605EA5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7BDE95CB-9540-439E-99EE-28B067A6A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B5DEC25B-4F03-4155-A1EA-E9F97D2125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C9BDED3D-2083-466C-9FBA-BB1915671B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FEE744E2-D477-4CCD-B307-ACD0756568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075EC737-E4FB-4A31-953B-2AD6C4C615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2B46785A-A5C7-43FB-81DC-B425484713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56EEF950-24E1-4A70-8B41-764BD0D81C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99A405BC-01C9-43C9-84D7-466B193C6D36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94E1275E-85FC-4695-8A5A-C3A29FF38D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49AF8085-0858-42EB-8C96-06DC1A4BF4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91B958C1-F918-4C70-82E9-0AA609CB64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24C5EDBF-09E4-4A3F-B20A-870529D60E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C1C958D1-BA93-44B5-BF98-53AC172A6F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187DBCD0-CFC3-4765-817C-5CEE65AEA2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80238462-2983-47A4-9801-FCE1EF953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EF4E786F-A2B0-44D1-8B06-96C95F4C502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EBFFE555-EF87-47CF-9A1B-12AFD75BE1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DFED3D71-349D-43FC-9221-8536F8B3E61C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AEDA489C-E4CD-40A7-855A-4BA3EBC9FD1F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F1C70F7F-FA7C-4A17-B49C-8043613572A5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FC2567F2-2E64-49EE-865E-87F320930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1738" y="3068638"/>
            <a:ext cx="56515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ImmSrc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E6B86441-ADED-442E-AD22-1949EBC44D5C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662" name="Text Box 72">
            <a:extLst>
              <a:ext uri="{FF2B5EF4-FFF2-40B4-BE49-F238E27FC236}">
                <a16:creationId xmlns:a16="http://schemas.microsoft.com/office/drawing/2014/main" id="{BD238883-7288-4185-9AAF-2ED4134529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93663" name="Line 71">
            <a:extLst>
              <a:ext uri="{FF2B5EF4-FFF2-40B4-BE49-F238E27FC236}">
                <a16:creationId xmlns:a16="http://schemas.microsoft.com/office/drawing/2014/main" id="{E89B7CB0-3D30-47BD-9D70-2515BABDC0D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EAA2CD85-8DD7-4A6B-8107-8B80B6B6E7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708400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4155A391-1F67-40B0-B6AB-1E19384D6B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304958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op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E8247962-D817-4FE1-96AF-B907F686AA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3533775"/>
            <a:ext cx="5095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funct7</a:t>
            </a:r>
          </a:p>
        </p:txBody>
      </p:sp>
      <p:sp>
        <p:nvSpPr>
          <p:cNvPr id="193667" name="Text Box 50">
            <a:extLst>
              <a:ext uri="{FF2B5EF4-FFF2-40B4-BE49-F238E27FC236}">
                <a16:creationId xmlns:a16="http://schemas.microsoft.com/office/drawing/2014/main" id="{4EC5BC5E-8E68-4757-86C1-D0FD148D7E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97300"/>
            <a:ext cx="3190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6:0</a:t>
            </a:r>
          </a:p>
        </p:txBody>
      </p:sp>
      <p:sp>
        <p:nvSpPr>
          <p:cNvPr id="193668" name="Text Box 50">
            <a:extLst>
              <a:ext uri="{FF2B5EF4-FFF2-40B4-BE49-F238E27FC236}">
                <a16:creationId xmlns:a16="http://schemas.microsoft.com/office/drawing/2014/main" id="{D145064A-BA0B-496C-810B-029F9E4AB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743325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14:12</a:t>
            </a:r>
          </a:p>
        </p:txBody>
      </p:sp>
      <p:sp>
        <p:nvSpPr>
          <p:cNvPr id="193669" name="Text Box 50">
            <a:extLst>
              <a:ext uri="{FF2B5EF4-FFF2-40B4-BE49-F238E27FC236}">
                <a16:creationId xmlns:a16="http://schemas.microsoft.com/office/drawing/2014/main" id="{D86F2EF4-36EF-4C7A-8C04-D3575F7A85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562350"/>
            <a:ext cx="4318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E23C4EEB-F39F-4698-B7E0-0B62979012DA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orma libre 20">
            <a:extLst>
              <a:ext uri="{FF2B5EF4-FFF2-40B4-BE49-F238E27FC236}">
                <a16:creationId xmlns:a16="http://schemas.microsoft.com/office/drawing/2014/main" id="{976D6458-38DA-418F-B5F7-247B29BE18B6}"/>
              </a:ext>
            </a:extLst>
          </p:cNvPr>
          <p:cNvSpPr/>
          <p:nvPr/>
        </p:nvSpPr>
        <p:spPr>
          <a:xfrm>
            <a:off x="4117975" y="3246438"/>
            <a:ext cx="236538" cy="722312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" name="Forma libre 53">
            <a:extLst>
              <a:ext uri="{FF2B5EF4-FFF2-40B4-BE49-F238E27FC236}">
                <a16:creationId xmlns:a16="http://schemas.microsoft.com/office/drawing/2014/main" id="{15F813CD-8475-4705-93D8-3587C7128A93}"/>
              </a:ext>
            </a:extLst>
          </p:cNvPr>
          <p:cNvSpPr/>
          <p:nvPr/>
        </p:nvSpPr>
        <p:spPr>
          <a:xfrm flipH="1">
            <a:off x="8275638" y="3235325"/>
            <a:ext cx="190500" cy="1057275"/>
          </a:xfrm>
          <a:custGeom>
            <a:avLst/>
            <a:gdLst>
              <a:gd name="connsiteX0" fmla="*/ 0 w 236376"/>
              <a:gd name="connsiteY0" fmla="*/ 0 h 1138335"/>
              <a:gd name="connsiteX1" fmla="*/ 0 w 236376"/>
              <a:gd name="connsiteY1" fmla="*/ 1138335 h 1138335"/>
              <a:gd name="connsiteX2" fmla="*/ 217714 w 236376"/>
              <a:gd name="connsiteY2" fmla="*/ 1138335 h 1138335"/>
              <a:gd name="connsiteX3" fmla="*/ 236376 w 236376"/>
              <a:gd name="connsiteY3" fmla="*/ 1138335 h 1138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376" h="1138335">
                <a:moveTo>
                  <a:pt x="0" y="0"/>
                </a:moveTo>
                <a:lnTo>
                  <a:pt x="0" y="1138335"/>
                </a:lnTo>
                <a:lnTo>
                  <a:pt x="217714" y="1138335"/>
                </a:lnTo>
                <a:lnTo>
                  <a:pt x="236376" y="1138335"/>
                </a:lnTo>
              </a:path>
            </a:pathLst>
          </a:custGeom>
          <a:noFill/>
          <a:ln w="12700">
            <a:solidFill>
              <a:schemeClr val="accent2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3" name="Text Box 50">
            <a:extLst>
              <a:ext uri="{FF2B5EF4-FFF2-40B4-BE49-F238E27FC236}">
                <a16:creationId xmlns:a16="http://schemas.microsoft.com/office/drawing/2014/main" id="{E9411245-3563-4120-A11C-85E54A801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304958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zero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9009D0DC-2FB6-4BBD-971C-431635A95C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563" y="3303588"/>
            <a:ext cx="47466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PCsrc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29AA96EE-1FB6-4FE4-A661-2536B922C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304958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BRwr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0EB775EF-14DD-4738-AE29-55302A699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304958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MemWr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5094E467-01D4-4A22-AAF0-8F23349BAA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304958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ResSrc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69474ED6-684A-489D-96DD-7FD7815BE8E8}"/>
              </a:ext>
            </a:extLst>
          </p:cNvPr>
          <p:cNvCxnSpPr>
            <a:cxnSpLocks/>
            <a:stCxn id="220" idx="2"/>
          </p:cNvCxnSpPr>
          <p:nvPr/>
        </p:nvCxnSpPr>
        <p:spPr>
          <a:xfrm flipH="1">
            <a:off x="5795963" y="3303588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ED7D1DEE-F3DC-42C2-802E-E4A6100C9C37}"/>
              </a:ext>
            </a:extLst>
          </p:cNvPr>
          <p:cNvCxnSpPr>
            <a:cxnSpLocks/>
          </p:cNvCxnSpPr>
          <p:nvPr/>
        </p:nvCxnSpPr>
        <p:spPr>
          <a:xfrm>
            <a:off x="9550400" y="3309938"/>
            <a:ext cx="0" cy="72707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3C802C35-7ED3-43F8-826E-EB721DDE06F1}"/>
              </a:ext>
            </a:extLst>
          </p:cNvPr>
          <p:cNvCxnSpPr>
            <a:cxnSpLocks/>
            <a:stCxn id="227" idx="2"/>
          </p:cNvCxnSpPr>
          <p:nvPr/>
        </p:nvCxnSpPr>
        <p:spPr>
          <a:xfrm flipH="1">
            <a:off x="10893425" y="3303588"/>
            <a:ext cx="1588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06537A00-3162-46E4-8D16-D13F2B7793C4}"/>
              </a:ext>
            </a:extLst>
          </p:cNvPr>
          <p:cNvCxnSpPr>
            <a:cxnSpLocks/>
          </p:cNvCxnSpPr>
          <p:nvPr/>
        </p:nvCxnSpPr>
        <p:spPr>
          <a:xfrm>
            <a:off x="7229475" y="3324225"/>
            <a:ext cx="0" cy="938213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E718DA1D-C4DE-4B15-AAE4-543DD4ADA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304958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ALUsrc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93683" name="Text Box 72">
            <a:extLst>
              <a:ext uri="{FF2B5EF4-FFF2-40B4-BE49-F238E27FC236}">
                <a16:creationId xmlns:a16="http://schemas.microsoft.com/office/drawing/2014/main" id="{60ED9B7D-3076-4E8E-B6FA-888ACA7F25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3225800"/>
            <a:ext cx="24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93684" name="Line 71">
            <a:extLst>
              <a:ext uri="{FF2B5EF4-FFF2-40B4-BE49-F238E27FC236}">
                <a16:creationId xmlns:a16="http://schemas.microsoft.com/office/drawing/2014/main" id="{583DD460-17B3-4458-8F6D-C094D3ED092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0407" y="3304381"/>
            <a:ext cx="55562" cy="111125"/>
          </a:xfrm>
          <a:prstGeom prst="line">
            <a:avLst/>
          </a:prstGeom>
          <a:noFill/>
          <a:ln w="12700">
            <a:solidFill>
              <a:srgbClr val="C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93685" name="Text Box 72">
            <a:extLst>
              <a:ext uri="{FF2B5EF4-FFF2-40B4-BE49-F238E27FC236}">
                <a16:creationId xmlns:a16="http://schemas.microsoft.com/office/drawing/2014/main" id="{0158CA18-70A3-4283-B930-9A251FA560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328930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800">
                <a:solidFill>
                  <a:schemeClr val="accent2"/>
                </a:solidFill>
              </a:rPr>
              <a:t>7</a:t>
            </a:r>
          </a:p>
        </p:txBody>
      </p:sp>
      <p:sp>
        <p:nvSpPr>
          <p:cNvPr id="193686" name="Line 71">
            <a:extLst>
              <a:ext uri="{FF2B5EF4-FFF2-40B4-BE49-F238E27FC236}">
                <a16:creationId xmlns:a16="http://schemas.microsoft.com/office/drawing/2014/main" id="{16025A8A-A031-42D1-B684-CD050CE4CB0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36629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8337061C-6A19-4FF8-9F43-F084618FF908}"/>
              </a:ext>
            </a:extLst>
          </p:cNvPr>
          <p:cNvSpPr/>
          <p:nvPr/>
        </p:nvSpPr>
        <p:spPr>
          <a:xfrm>
            <a:off x="5803900" y="3309938"/>
            <a:ext cx="5902325" cy="3240087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6" name="Text Box 50">
            <a:extLst>
              <a:ext uri="{FF2B5EF4-FFF2-40B4-BE49-F238E27FC236}">
                <a16:creationId xmlns:a16="http://schemas.microsoft.com/office/drawing/2014/main" id="{1ECA340D-69D9-4AFE-AE76-40DA825CF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3060700"/>
            <a:ext cx="5699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rgbClr val="C00000"/>
                </a:solidFill>
                <a:latin typeface="+mn-lt"/>
              </a:rPr>
              <a:t>OpALU</a:t>
            </a:r>
            <a:endParaRPr lang="es-ES" sz="1050" i="1" dirty="0">
              <a:solidFill>
                <a:srgbClr val="C00000"/>
              </a:solidFill>
              <a:latin typeface="+mn-lt"/>
            </a:endParaRPr>
          </a:p>
        </p:txBody>
      </p:sp>
      <p:cxnSp>
        <p:nvCxnSpPr>
          <p:cNvPr id="355" name="Conector recto de flecha 354">
            <a:extLst>
              <a:ext uri="{FF2B5EF4-FFF2-40B4-BE49-F238E27FC236}">
                <a16:creationId xmlns:a16="http://schemas.microsoft.com/office/drawing/2014/main" id="{1D56CAD4-45D4-45E3-9B87-31850E4987C9}"/>
              </a:ext>
            </a:extLst>
          </p:cNvPr>
          <p:cNvCxnSpPr>
            <a:cxnSpLocks/>
          </p:cNvCxnSpPr>
          <p:nvPr/>
        </p:nvCxnSpPr>
        <p:spPr>
          <a:xfrm flipH="1">
            <a:off x="1544638" y="3524250"/>
            <a:ext cx="3175" cy="733425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3690" name="Grupo 374">
            <a:extLst>
              <a:ext uri="{FF2B5EF4-FFF2-40B4-BE49-F238E27FC236}">
                <a16:creationId xmlns:a16="http://schemas.microsoft.com/office/drawing/2014/main" id="{9CCCADE0-AE5B-4A0D-89FF-CFB0AD7CA153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408363"/>
            <a:ext cx="1431925" cy="668337"/>
            <a:chOff x="5791609" y="2175242"/>
            <a:chExt cx="1431925" cy="668658"/>
          </a:xfrm>
        </p:grpSpPr>
        <p:sp>
          <p:nvSpPr>
            <p:cNvPr id="357" name="Text Box 80">
              <a:extLst>
                <a:ext uri="{FF2B5EF4-FFF2-40B4-BE49-F238E27FC236}">
                  <a16:creationId xmlns:a16="http://schemas.microsoft.com/office/drawing/2014/main" id="{A718B3C0-52FC-4F68-B93F-B4347510D7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627896"/>
              <a:ext cx="24130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</a:t>
              </a:r>
            </a:p>
          </p:txBody>
        </p:sp>
        <p:sp>
          <p:nvSpPr>
            <p:cNvPr id="358" name="Text Box 63">
              <a:extLst>
                <a:ext uri="{FF2B5EF4-FFF2-40B4-BE49-F238E27FC236}">
                  <a16:creationId xmlns:a16="http://schemas.microsoft.com/office/drawing/2014/main" id="{3CB4B298-362A-478B-B99D-4C8B387C9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1609" y="2450011"/>
              <a:ext cx="241300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7</a:t>
              </a:r>
            </a:p>
          </p:txBody>
        </p:sp>
        <p:sp>
          <p:nvSpPr>
            <p:cNvPr id="359" name="Rectangle 59">
              <a:extLst>
                <a:ext uri="{FF2B5EF4-FFF2-40B4-BE49-F238E27FC236}">
                  <a16:creationId xmlns:a16="http://schemas.microsoft.com/office/drawing/2014/main" id="{07D68BFD-5254-40A0-94A1-1EC506640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9422" y="2426187"/>
              <a:ext cx="936625" cy="3112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61">
              <a:extLst>
                <a:ext uri="{FF2B5EF4-FFF2-40B4-BE49-F238E27FC236}">
                  <a16:creationId xmlns:a16="http://schemas.microsoft.com/office/drawing/2014/main" id="{417B0A4F-5D96-498F-90E8-78F67E910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5040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62">
              <a:extLst>
                <a:ext uri="{FF2B5EF4-FFF2-40B4-BE49-F238E27FC236}">
                  <a16:creationId xmlns:a16="http://schemas.microsoft.com/office/drawing/2014/main" id="{87ADA5B2-E732-49B8-A55C-4853BA38A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432541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Line 65">
              <a:extLst>
                <a:ext uri="{FF2B5EF4-FFF2-40B4-BE49-F238E27FC236}">
                  <a16:creationId xmlns:a16="http://schemas.microsoft.com/office/drawing/2014/main" id="{D6A4406D-A9DC-4364-A187-825C4D1DE2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6047" y="2499248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66">
              <a:extLst>
                <a:ext uri="{FF2B5EF4-FFF2-40B4-BE49-F238E27FC236}">
                  <a16:creationId xmlns:a16="http://schemas.microsoft.com/office/drawing/2014/main" id="{FA8FE8CB-DB56-4D26-87D5-CDFEFBFE63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7484" y="2427775"/>
              <a:ext cx="73025" cy="14453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67">
              <a:extLst>
                <a:ext uri="{FF2B5EF4-FFF2-40B4-BE49-F238E27FC236}">
                  <a16:creationId xmlns:a16="http://schemas.microsoft.com/office/drawing/2014/main" id="{E84E21C2-6300-4A16-BA35-0B97672BF5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0322" y="2337245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3</a:t>
              </a:r>
            </a:p>
          </p:txBody>
        </p:sp>
        <p:sp>
          <p:nvSpPr>
            <p:cNvPr id="365" name="Text Box 68">
              <a:extLst>
                <a:ext uri="{FF2B5EF4-FFF2-40B4-BE49-F238E27FC236}">
                  <a16:creationId xmlns:a16="http://schemas.microsoft.com/office/drawing/2014/main" id="{50EB33CA-5E56-47B1-8842-A68C3BD570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15447" y="2413481"/>
              <a:ext cx="404812" cy="2144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func7</a:t>
              </a:r>
            </a:p>
          </p:txBody>
        </p:sp>
        <p:sp>
          <p:nvSpPr>
            <p:cNvPr id="366" name="Text Box 69">
              <a:extLst>
                <a:ext uri="{FF2B5EF4-FFF2-40B4-BE49-F238E27FC236}">
                  <a16:creationId xmlns:a16="http://schemas.microsoft.com/office/drawing/2014/main" id="{E804B960-778D-4F82-A1C6-FE629CAE56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2347" y="2381716"/>
              <a:ext cx="44926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ALUctr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Text Box 70">
              <a:extLst>
                <a:ext uri="{FF2B5EF4-FFF2-40B4-BE49-F238E27FC236}">
                  <a16:creationId xmlns:a16="http://schemas.microsoft.com/office/drawing/2014/main" id="{711F152D-76D2-415D-8489-2D1B99287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5797" y="2532601"/>
              <a:ext cx="793750" cy="24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ControlALU</a:t>
              </a:r>
              <a:endPara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71">
              <a:extLst>
                <a:ext uri="{FF2B5EF4-FFF2-40B4-BE49-F238E27FC236}">
                  <a16:creationId xmlns:a16="http://schemas.microsoft.com/office/drawing/2014/main" id="{9CDD71DB-1DD9-48BD-A973-B55901ACA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67859" y="2383304"/>
              <a:ext cx="512763" cy="2144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OpALU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69" name="Text Box 76">
              <a:extLst>
                <a:ext uri="{FF2B5EF4-FFF2-40B4-BE49-F238E27FC236}">
                  <a16:creationId xmlns:a16="http://schemas.microsoft.com/office/drawing/2014/main" id="{31D5EFBC-96DB-47AF-B5CD-6294B33BEB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572" y="2569131"/>
              <a:ext cx="404812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func3</a:t>
              </a:r>
            </a:p>
          </p:txBody>
        </p:sp>
        <p:sp>
          <p:nvSpPr>
            <p:cNvPr id="370" name="Line 78">
              <a:extLst>
                <a:ext uri="{FF2B5EF4-FFF2-40B4-BE49-F238E27FC236}">
                  <a16:creationId xmlns:a16="http://schemas.microsoft.com/office/drawing/2014/main" id="{8AD385D5-FC14-4A78-BF2A-713DA5F750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3522" y="2681897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1" name="Line 79">
              <a:extLst>
                <a:ext uri="{FF2B5EF4-FFF2-40B4-BE49-F238E27FC236}">
                  <a16:creationId xmlns:a16="http://schemas.microsoft.com/office/drawing/2014/main" id="{2E01BC22-8787-4BAF-94BF-87D7C170D6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53522" y="2610426"/>
              <a:ext cx="73025" cy="14453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2" name="Line 65">
              <a:extLst>
                <a:ext uri="{FF2B5EF4-FFF2-40B4-BE49-F238E27FC236}">
                  <a16:creationId xmlns:a16="http://schemas.microsoft.com/office/drawing/2014/main" id="{90AFD799-C7CD-43C8-90A9-AC5BAC92E6B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6377345" y="2319773"/>
              <a:ext cx="216004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3" name="Line 66">
              <a:extLst>
                <a:ext uri="{FF2B5EF4-FFF2-40B4-BE49-F238E27FC236}">
                  <a16:creationId xmlns:a16="http://schemas.microsoft.com/office/drawing/2014/main" id="{08445655-26BF-4212-BCB2-CA449CFD791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6448022" y="2247543"/>
              <a:ext cx="73060" cy="144462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4" name="Text Box 67">
              <a:extLst>
                <a:ext uri="{FF2B5EF4-FFF2-40B4-BE49-F238E27FC236}">
                  <a16:creationId xmlns:a16="http://schemas.microsoft.com/office/drawing/2014/main" id="{A0CC1200-D207-46B9-BC01-D11DDD5831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1522" y="2175242"/>
              <a:ext cx="298450" cy="216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 </a:t>
              </a:r>
              <a:r>
                <a:rPr lang="es-ES" sz="800" dirty="0">
                  <a:solidFill>
                    <a:srgbClr val="C00000"/>
                  </a:solidFill>
                  <a:latin typeface="+mn-lt"/>
                </a:rPr>
                <a:t>2</a:t>
              </a:r>
            </a:p>
          </p:txBody>
        </p:sp>
      </p:grpSp>
      <p:cxnSp>
        <p:nvCxnSpPr>
          <p:cNvPr id="376" name="Conector recto de flecha 375">
            <a:extLst>
              <a:ext uri="{FF2B5EF4-FFF2-40B4-BE49-F238E27FC236}">
                <a16:creationId xmlns:a16="http://schemas.microsoft.com/office/drawing/2014/main" id="{66AE8F05-ADA4-4B94-93F9-A9C4D232DAFB}"/>
              </a:ext>
            </a:extLst>
          </p:cNvPr>
          <p:cNvCxnSpPr>
            <a:cxnSpLocks/>
          </p:cNvCxnSpPr>
          <p:nvPr/>
        </p:nvCxnSpPr>
        <p:spPr>
          <a:xfrm flipV="1">
            <a:off x="4376738" y="3730625"/>
            <a:ext cx="1455737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8" name="Conector recto de flecha 377">
            <a:extLst>
              <a:ext uri="{FF2B5EF4-FFF2-40B4-BE49-F238E27FC236}">
                <a16:creationId xmlns:a16="http://schemas.microsoft.com/office/drawing/2014/main" id="{360BB09F-9AB2-40BA-95B9-9D2F4CC60089}"/>
              </a:ext>
            </a:extLst>
          </p:cNvPr>
          <p:cNvCxnSpPr>
            <a:cxnSpLocks/>
          </p:cNvCxnSpPr>
          <p:nvPr/>
        </p:nvCxnSpPr>
        <p:spPr>
          <a:xfrm flipV="1">
            <a:off x="4378325" y="3908425"/>
            <a:ext cx="1457325" cy="0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9" name="Conector recto de flecha 378">
            <a:extLst>
              <a:ext uri="{FF2B5EF4-FFF2-40B4-BE49-F238E27FC236}">
                <a16:creationId xmlns:a16="http://schemas.microsoft.com/office/drawing/2014/main" id="{6A997253-89EE-4B46-B91E-5C60C0ECB2F2}"/>
              </a:ext>
            </a:extLst>
          </p:cNvPr>
          <p:cNvCxnSpPr>
            <a:cxnSpLocks/>
          </p:cNvCxnSpPr>
          <p:nvPr/>
        </p:nvCxnSpPr>
        <p:spPr>
          <a:xfrm>
            <a:off x="6465888" y="3297238"/>
            <a:ext cx="0" cy="17303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3" name="Forma libre 382">
            <a:extLst>
              <a:ext uri="{FF2B5EF4-FFF2-40B4-BE49-F238E27FC236}">
                <a16:creationId xmlns:a16="http://schemas.microsoft.com/office/drawing/2014/main" id="{5FD285F5-BDC0-428A-B5BF-374073C3C325}"/>
              </a:ext>
            </a:extLst>
          </p:cNvPr>
          <p:cNvSpPr/>
          <p:nvPr/>
        </p:nvSpPr>
        <p:spPr>
          <a:xfrm>
            <a:off x="7197725" y="3732213"/>
            <a:ext cx="808038" cy="230187"/>
          </a:xfrm>
          <a:custGeom>
            <a:avLst/>
            <a:gdLst>
              <a:gd name="connsiteX0" fmla="*/ 0 w 808653"/>
              <a:gd name="connsiteY0" fmla="*/ 0 h 230155"/>
              <a:gd name="connsiteX1" fmla="*/ 808653 w 808653"/>
              <a:gd name="connsiteY1" fmla="*/ 0 h 230155"/>
              <a:gd name="connsiteX2" fmla="*/ 808653 w 808653"/>
              <a:gd name="connsiteY2" fmla="*/ 230155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8653" h="230155">
                <a:moveTo>
                  <a:pt x="0" y="0"/>
                </a:moveTo>
                <a:lnTo>
                  <a:pt x="808653" y="0"/>
                </a:lnTo>
                <a:lnTo>
                  <a:pt x="808653" y="230155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85" name="Marcador de contenido 5">
            <a:extLst>
              <a:ext uri="{FF2B5EF4-FFF2-40B4-BE49-F238E27FC236}">
                <a16:creationId xmlns:a16="http://schemas.microsoft.com/office/drawing/2014/main" id="{B605BF88-0592-491F-92B1-65E03BBA9DBE}"/>
              </a:ext>
            </a:extLst>
          </p:cNvPr>
          <p:cNvGraphicFramePr>
            <a:graphicFrameLocks/>
          </p:cNvGraphicFramePr>
          <p:nvPr/>
        </p:nvGraphicFramePr>
        <p:xfrm>
          <a:off x="7988300" y="1163638"/>
          <a:ext cx="3900488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s-ES" sz="11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zero</a:t>
                      </a: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88" name="Text Box 50">
            <a:extLst>
              <a:ext uri="{FF2B5EF4-FFF2-40B4-BE49-F238E27FC236}">
                <a16:creationId xmlns:a16="http://schemas.microsoft.com/office/drawing/2014/main" id="{733AB1D1-5C7C-400A-A3EE-4C7453CD01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0900" y="1982788"/>
            <a:ext cx="2208213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40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Formato de instrucción Tipo-J</a:t>
            </a:r>
          </a:p>
        </p:txBody>
      </p:sp>
      <p:sp>
        <p:nvSpPr>
          <p:cNvPr id="9" name="Text Box 50">
            <a:extLst>
              <a:ext uri="{FF2B5EF4-FFF2-40B4-BE49-F238E27FC236}">
                <a16:creationId xmlns:a16="http://schemas.microsoft.com/office/drawing/2014/main" id="{BA2F31B1-D393-4258-938E-58B13616AA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93771" name="Text Box 50">
            <a:extLst>
              <a:ext uri="{FF2B5EF4-FFF2-40B4-BE49-F238E27FC236}">
                <a16:creationId xmlns:a16="http://schemas.microsoft.com/office/drawing/2014/main" id="{F0CCB5A8-8471-4B9D-AE3E-FB4CD93FA1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896938"/>
            <a:ext cx="3451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204" name="Marcador de número de diapositiva 203">
            <a:extLst>
              <a:ext uri="{FF2B5EF4-FFF2-40B4-BE49-F238E27FC236}">
                <a16:creationId xmlns:a16="http://schemas.microsoft.com/office/drawing/2014/main" id="{3CBB04C1-CA70-4115-B1CB-B8D7C0F595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CB02A136-3B61-4AEC-B7DD-7EA6ECB1BE77}" type="slidenum">
              <a:rPr lang="es-ES" altLang="es-ES">
                <a:solidFill>
                  <a:srgbClr val="171717"/>
                </a:solidFill>
              </a:rPr>
              <a:pPr/>
              <a:t>96</a:t>
            </a:fld>
            <a:endParaRPr lang="es-ES" altLang="es-ES">
              <a:solidFill>
                <a:srgbClr val="171717"/>
              </a:solidFill>
            </a:endParaRPr>
          </a:p>
        </p:txBody>
      </p:sp>
      <p:sp>
        <p:nvSpPr>
          <p:cNvPr id="60" name="Text Box 76">
            <a:extLst>
              <a:ext uri="{FF2B5EF4-FFF2-40B4-BE49-F238E27FC236}">
                <a16:creationId xmlns:a16="http://schemas.microsoft.com/office/drawing/2014/main" id="{A64CD86E-9179-4A44-AEE3-9F0538323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3775" y="3571875"/>
            <a:ext cx="3317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r>
              <a:rPr lang="es-ES" sz="800" baseline="-250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5</a:t>
            </a:r>
            <a:endParaRPr lang="es-ES" sz="8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2" name="Line 78">
            <a:extLst>
              <a:ext uri="{FF2B5EF4-FFF2-40B4-BE49-F238E27FC236}">
                <a16:creationId xmlns:a16="http://schemas.microsoft.com/office/drawing/2014/main" id="{1F28F23B-2FCD-465C-9CD8-AB369B8CC6CD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6115050" y="3552825"/>
            <a:ext cx="215900" cy="0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08" name="Conector recto de flecha 207">
            <a:extLst>
              <a:ext uri="{FF2B5EF4-FFF2-40B4-BE49-F238E27FC236}">
                <a16:creationId xmlns:a16="http://schemas.microsoft.com/office/drawing/2014/main" id="{ACDE1508-3E3A-49D5-A5D6-7C1830183F3E}"/>
              </a:ext>
            </a:extLst>
          </p:cNvPr>
          <p:cNvCxnSpPr>
            <a:cxnSpLocks/>
            <a:endCxn id="62" idx="0"/>
          </p:cNvCxnSpPr>
          <p:nvPr/>
        </p:nvCxnSpPr>
        <p:spPr>
          <a:xfrm flipV="1">
            <a:off x="4116388" y="3444875"/>
            <a:ext cx="2106612" cy="4763"/>
          </a:xfrm>
          <a:prstGeom prst="straightConnector1">
            <a:avLst/>
          </a:prstGeom>
          <a:ln w="127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" name="Text Box 50">
            <a:extLst>
              <a:ext uri="{FF2B5EF4-FFF2-40B4-BE49-F238E27FC236}">
                <a16:creationId xmlns:a16="http://schemas.microsoft.com/office/drawing/2014/main" id="{E14CF3DC-255F-4EA1-AF84-BBD7CC3A94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3224213"/>
            <a:ext cx="368300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accent2"/>
                </a:solidFill>
                <a:latin typeface="+mn-lt"/>
              </a:rPr>
              <a:t>op</a:t>
            </a:r>
            <a:r>
              <a:rPr lang="es-ES" sz="1050" i="1" baseline="-25000" dirty="0">
                <a:solidFill>
                  <a:schemeClr val="accent2"/>
                </a:solidFill>
                <a:latin typeface="+mn-lt"/>
              </a:rPr>
              <a:t>5</a:t>
            </a:r>
          </a:p>
        </p:txBody>
      </p:sp>
      <p:graphicFrame>
        <p:nvGraphicFramePr>
          <p:cNvPr id="210" name="Marcador de contenido 5">
            <a:extLst>
              <a:ext uri="{FF2B5EF4-FFF2-40B4-BE49-F238E27FC236}">
                <a16:creationId xmlns:a16="http://schemas.microsoft.com/office/drawing/2014/main" id="{A47A4A3B-FD38-432D-B259-F5FC462D2EE0}"/>
              </a:ext>
            </a:extLst>
          </p:cNvPr>
          <p:cNvGraphicFramePr>
            <a:graphicFrameLocks noGrp="1"/>
          </p:cNvGraphicFramePr>
          <p:nvPr/>
        </p:nvGraphicFramePr>
        <p:xfrm>
          <a:off x="10201275" y="5575300"/>
          <a:ext cx="1443038" cy="854075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3074197052"/>
                    </a:ext>
                  </a:extLst>
                </a:gridCol>
                <a:gridCol w="966788">
                  <a:extLst>
                    <a:ext uri="{9D8B030D-6E8A-4147-A177-3AD203B41FA5}">
                      <a16:colId xmlns:a16="http://schemas.microsoft.com/office/drawing/2014/main" val="1844168191"/>
                    </a:ext>
                  </a:extLst>
                </a:gridCol>
              </a:tblGrid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que realiza la ALU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1483022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Suma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592688"/>
                  </a:ext>
                </a:extLst>
              </a:tr>
              <a:tr h="762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Resta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547894"/>
                  </a:ext>
                </a:extLst>
              </a:tr>
              <a:tr h="152400"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120000"/>
                        </a:lnSpc>
                        <a:spcBef>
                          <a:spcPts val="1000"/>
                        </a:spcBef>
                        <a:buSzPct val="125000"/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1pPr>
                      <a:lvl2pPr marL="742950" indent="-28575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2pPr>
                      <a:lvl3pPr marL="11430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3pPr>
                      <a:lvl4pPr marL="16002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4pPr>
                      <a:lvl5pPr marL="2057400" indent="-228600">
                        <a:lnSpc>
                          <a:spcPct val="120000"/>
                        </a:lnSpc>
                        <a:spcBef>
                          <a:spcPts val="500"/>
                        </a:spcBef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5pPr>
                      <a:lvl6pPr marL="25146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6pPr>
                      <a:lvl7pPr marL="29718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7pPr>
                      <a:lvl8pPr marL="34290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8pPr>
                      <a:lvl9pPr marL="3886200" indent="-228600" fontAlgn="base">
                        <a:lnSpc>
                          <a:spcPct val="120000"/>
                        </a:lnSpc>
                        <a:spcBef>
                          <a:spcPts val="500"/>
                        </a:spcBef>
                        <a:spcAft>
                          <a:spcPct val="0"/>
                        </a:spcAft>
                        <a:buSzPct val="125000"/>
                        <a:buFont typeface="Arial" panose="020B0604020202020204" pitchFamily="34" charset="0"/>
                        <a:defRPr sz="1400">
                          <a:solidFill>
                            <a:schemeClr val="tx1"/>
                          </a:solidFill>
                          <a:latin typeface="Tw Cen MT" panose="020B0602020104020603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s-ES" altLang="es-E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171717"/>
                          </a:solidFill>
                          <a:effectLst/>
                          <a:latin typeface="Tw Cen MT" panose="020B0602020104020603" pitchFamily="34" charset="0"/>
                          <a:ea typeface="ＭＳ Ｐゴシック" panose="020B0600070205080204" pitchFamily="34" charset="-128"/>
                        </a:rPr>
                        <a:t>Operación indicada por Instrucción ALU o ALUI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1E7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201506"/>
                  </a:ext>
                </a:extLst>
              </a:tr>
            </a:tbl>
          </a:graphicData>
        </a:graphic>
      </p:graphicFrame>
      <p:graphicFrame>
        <p:nvGraphicFramePr>
          <p:cNvPr id="211" name="Marcador de contenido 5">
            <a:extLst>
              <a:ext uri="{FF2B5EF4-FFF2-40B4-BE49-F238E27FC236}">
                <a16:creationId xmlns:a16="http://schemas.microsoft.com/office/drawing/2014/main" id="{26EEC12E-6A04-47DA-9220-09221B45C581}"/>
              </a:ext>
            </a:extLst>
          </p:cNvPr>
          <p:cNvGraphicFramePr>
            <a:graphicFrameLocks/>
          </p:cNvGraphicFramePr>
          <p:nvPr/>
        </p:nvGraphicFramePr>
        <p:xfrm>
          <a:off x="9390063" y="5573713"/>
          <a:ext cx="738187" cy="731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5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ImmSrc</a:t>
                      </a:r>
                      <a:endParaRPr kumimoji="0" lang="es-ES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10000"/>
                          </a:schemeClr>
                        </a:solidFill>
                        <a:effectLst/>
                        <a:latin typeface="+mn-lt"/>
                        <a:ea typeface="ＭＳ Ｐゴシック" charset="-128"/>
                        <a:cs typeface="ＭＳ Ｐゴシック" charset="-128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 Extensión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Tipo-I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Tipo-S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Tipo-B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9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charset="2"/>
                        <a:buNone/>
                        <a:tabLst/>
                      </a:pPr>
                      <a:r>
                        <a:rPr kumimoji="0" 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+mn-lt"/>
                          <a:ea typeface="ＭＳ Ｐゴシック" charset="-128"/>
                          <a:cs typeface="ＭＳ Ｐゴシック" charset="-128"/>
                        </a:rPr>
                        <a:t>Tipo-J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8FA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EEA489A-C215-4BAF-B17D-B3DB7E8C78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rgbClr val="2683C6"/>
                </a:solidFill>
                <a:latin typeface="Rockwell" panose="02060603020205020403" pitchFamily="18" charset="0"/>
              </a:rPr>
              <a:t>implementación con funciones lógicas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195586" name="Rectangle 3">
            <a:extLst>
              <a:ext uri="{FF2B5EF4-FFF2-40B4-BE49-F238E27FC236}">
                <a16:creationId xmlns:a16="http://schemas.microsoft.com/office/drawing/2014/main" id="{27BEA27F-EA56-4D96-A8A1-415A84D03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492250"/>
            <a:ext cx="10633075" cy="5008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Crear una función lógica de activación para cada señal de control en base a la tabla de activación</a:t>
            </a:r>
          </a:p>
          <a:p>
            <a:pPr defTabSz="914400" eaLnBrk="1" hangingPunct="1"/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3" name="Marcador de contenido 5">
            <a:extLst>
              <a:ext uri="{FF2B5EF4-FFF2-40B4-BE49-F238E27FC236}">
                <a16:creationId xmlns:a16="http://schemas.microsoft.com/office/drawing/2014/main" id="{506ECC8C-8233-48B8-B37E-FA4DEDA8C8C9}"/>
              </a:ext>
            </a:extLst>
          </p:cNvPr>
          <p:cNvGraphicFramePr>
            <a:graphicFrameLocks/>
          </p:cNvGraphicFramePr>
          <p:nvPr/>
        </p:nvGraphicFramePr>
        <p:xfrm>
          <a:off x="1336675" y="3005138"/>
          <a:ext cx="3900488" cy="169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E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zero</a:t>
                      </a: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95661" name="Text Box 50">
            <a:extLst>
              <a:ext uri="{FF2B5EF4-FFF2-40B4-BE49-F238E27FC236}">
                <a16:creationId xmlns:a16="http://schemas.microsoft.com/office/drawing/2014/main" id="{3FE2C08C-3496-4FCF-ADF5-D5EF0C7E48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2738438"/>
            <a:ext cx="34496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5" name="Text Box 50">
            <a:extLst>
              <a:ext uri="{FF2B5EF4-FFF2-40B4-BE49-F238E27FC236}">
                <a16:creationId xmlns:a16="http://schemas.microsoft.com/office/drawing/2014/main" id="{572B824E-7FF6-42BC-8D37-0B2680E2CB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3750" y="2765425"/>
            <a:ext cx="4179888" cy="2246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BRwr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OpALU0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OpALU1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ALUsrc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MemWr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ResSrc0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ResSrc1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ImmSrc0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ImmSrc1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PCsrc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44C56B8D-2521-42A2-8C48-8B9A697B23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EB9B18C-2E94-480A-8CE8-FEB9D4E84904}" type="slidenum">
              <a:rPr lang="es-ES" altLang="es-ES">
                <a:solidFill>
                  <a:srgbClr val="171717"/>
                </a:solidFill>
              </a:rPr>
              <a:pPr/>
              <a:t>97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5EFA5B4-9046-49E0-BD50-0071793326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rgbClr val="2683C6"/>
                </a:solidFill>
                <a:latin typeface="Rockwell" panose="02060603020205020403" pitchFamily="18" charset="0"/>
              </a:rPr>
              <a:t>implementación con funciones lógicas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197634" name="Rectangle 3">
            <a:extLst>
              <a:ext uri="{FF2B5EF4-FFF2-40B4-BE49-F238E27FC236}">
                <a16:creationId xmlns:a16="http://schemas.microsoft.com/office/drawing/2014/main" id="{2DB5E19D-1A0D-4CFC-B640-B5B0310C09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492250"/>
            <a:ext cx="10633075" cy="5008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Crear una función lógica de activación para cada señal de control en base a la tabla de activación</a:t>
            </a:r>
          </a:p>
          <a:p>
            <a:pPr defTabSz="914400" eaLnBrk="1" hangingPunct="1"/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3" name="Marcador de contenido 5">
            <a:extLst>
              <a:ext uri="{FF2B5EF4-FFF2-40B4-BE49-F238E27FC236}">
                <a16:creationId xmlns:a16="http://schemas.microsoft.com/office/drawing/2014/main" id="{6D89B2AD-141A-43DF-B2DC-53242DF597BF}"/>
              </a:ext>
            </a:extLst>
          </p:cNvPr>
          <p:cNvGraphicFramePr>
            <a:graphicFrameLocks/>
          </p:cNvGraphicFramePr>
          <p:nvPr/>
        </p:nvGraphicFramePr>
        <p:xfrm>
          <a:off x="1336675" y="3005138"/>
          <a:ext cx="3900488" cy="169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E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zero</a:t>
                      </a: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97709" name="Text Box 50">
            <a:extLst>
              <a:ext uri="{FF2B5EF4-FFF2-40B4-BE49-F238E27FC236}">
                <a16:creationId xmlns:a16="http://schemas.microsoft.com/office/drawing/2014/main" id="{CE831DD9-A538-47C1-BEB6-6850F83686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2738438"/>
            <a:ext cx="34496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5" name="Text Box 50">
            <a:extLst>
              <a:ext uri="{FF2B5EF4-FFF2-40B4-BE49-F238E27FC236}">
                <a16:creationId xmlns:a16="http://schemas.microsoft.com/office/drawing/2014/main" id="{156668A4-05BB-47E8-A0A0-DBE301E5F3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3750" y="2765425"/>
            <a:ext cx="4179888" cy="2246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BRwr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lw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ALUI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OpALU0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OpALU1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ALUsrc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MemWr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ResSrc0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ResSrc1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ImmSrc0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ImmSrc1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PCsrc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1229AC09-5EB2-4EED-B102-975E4FAE1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D1AEFF5-B065-4B58-A604-CD4918A9C040}" type="slidenum">
              <a:rPr lang="es-ES" altLang="es-ES">
                <a:solidFill>
                  <a:srgbClr val="171717"/>
                </a:solidFill>
              </a:rPr>
              <a:pPr/>
              <a:t>98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F011572-5B9D-463F-AF36-0D021C9FC4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rgbClr val="2683C6"/>
                </a:solidFill>
                <a:latin typeface="Rockwell" panose="02060603020205020403" pitchFamily="18" charset="0"/>
              </a:rPr>
              <a:t>implementación con funciones lógicas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199682" name="Rectangle 3">
            <a:extLst>
              <a:ext uri="{FF2B5EF4-FFF2-40B4-BE49-F238E27FC236}">
                <a16:creationId xmlns:a16="http://schemas.microsoft.com/office/drawing/2014/main" id="{28BA6C8A-A9BC-4FE9-9865-41EAD5749B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492250"/>
            <a:ext cx="10633075" cy="5008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Crear una función lógica de activación para cada señal de control en base a la tabla de activación</a:t>
            </a:r>
          </a:p>
          <a:p>
            <a:pPr defTabSz="914400" eaLnBrk="1" hangingPunct="1"/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3" name="Marcador de contenido 5">
            <a:extLst>
              <a:ext uri="{FF2B5EF4-FFF2-40B4-BE49-F238E27FC236}">
                <a16:creationId xmlns:a16="http://schemas.microsoft.com/office/drawing/2014/main" id="{AF517255-E3AC-4B7C-BA87-875728FAEA9A}"/>
              </a:ext>
            </a:extLst>
          </p:cNvPr>
          <p:cNvGraphicFramePr>
            <a:graphicFrameLocks/>
          </p:cNvGraphicFramePr>
          <p:nvPr/>
        </p:nvGraphicFramePr>
        <p:xfrm>
          <a:off x="1336675" y="3005138"/>
          <a:ext cx="3900488" cy="169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E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zero</a:t>
                      </a: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99757" name="Text Box 50">
            <a:extLst>
              <a:ext uri="{FF2B5EF4-FFF2-40B4-BE49-F238E27FC236}">
                <a16:creationId xmlns:a16="http://schemas.microsoft.com/office/drawing/2014/main" id="{FD629A63-15EE-4277-8C13-6A59B89CCC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2738438"/>
            <a:ext cx="34496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5" name="Text Box 50">
            <a:extLst>
              <a:ext uri="{FF2B5EF4-FFF2-40B4-BE49-F238E27FC236}">
                <a16:creationId xmlns:a16="http://schemas.microsoft.com/office/drawing/2014/main" id="{D40C8EC5-E1D0-465A-94F1-29F21E559A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3750" y="2765425"/>
            <a:ext cx="4179888" cy="2246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BRwr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lw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ALUI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OpALU0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OpALU1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ALUI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ALUsrc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MemWr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sw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ResSrc0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ALUI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ResSrc1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ImmSrc0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sw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ImmSrc1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PCsrc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B840A06C-A4AF-4535-9D9E-7A9B0640C8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5C69756-6A34-4235-9494-5998E5D891BB}" type="slidenum">
              <a:rPr lang="es-ES" altLang="es-ES">
                <a:solidFill>
                  <a:srgbClr val="171717"/>
                </a:solidFill>
              </a:rPr>
              <a:pPr/>
              <a:t>99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EC6E546-7146-44DE-8A6F-CE8D2BC71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rgbClr val="2683C6"/>
                </a:solidFill>
                <a:latin typeface="Rockwell" panose="02060603020205020403" pitchFamily="18" charset="0"/>
              </a:rPr>
              <a:t>implementación con funciones lógicas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201730" name="Rectangle 3">
            <a:extLst>
              <a:ext uri="{FF2B5EF4-FFF2-40B4-BE49-F238E27FC236}">
                <a16:creationId xmlns:a16="http://schemas.microsoft.com/office/drawing/2014/main" id="{D635581E-0839-4921-8355-D1DFB43B4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492250"/>
            <a:ext cx="10633075" cy="5008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Crear una función lógica de activación para cada señal de control en base a la tabla de activación</a:t>
            </a:r>
          </a:p>
          <a:p>
            <a:pPr defTabSz="914400" eaLnBrk="1" hangingPunct="1"/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3" name="Marcador de contenido 5">
            <a:extLst>
              <a:ext uri="{FF2B5EF4-FFF2-40B4-BE49-F238E27FC236}">
                <a16:creationId xmlns:a16="http://schemas.microsoft.com/office/drawing/2014/main" id="{C4B676BF-27C5-4EFD-A454-A0513BF458A7}"/>
              </a:ext>
            </a:extLst>
          </p:cNvPr>
          <p:cNvGraphicFramePr>
            <a:graphicFrameLocks/>
          </p:cNvGraphicFramePr>
          <p:nvPr/>
        </p:nvGraphicFramePr>
        <p:xfrm>
          <a:off x="1336675" y="3005138"/>
          <a:ext cx="3900488" cy="169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83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5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00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665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3083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PCsrc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BRwr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OpALU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ALUsrc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MemWr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ResSrc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ImmSrc</a:t>
                      </a:r>
                      <a:endParaRPr lang="es-ES" sz="11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E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zero</a:t>
                      </a: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4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10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</a:t>
                      </a:r>
                    </a:p>
                  </a:txBody>
                  <a:tcPr marL="36002" marR="36002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01805" name="Text Box 50">
            <a:extLst>
              <a:ext uri="{FF2B5EF4-FFF2-40B4-BE49-F238E27FC236}">
                <a16:creationId xmlns:a16="http://schemas.microsoft.com/office/drawing/2014/main" id="{626E1F33-A588-40E8-BC76-423F9EDD6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2738438"/>
            <a:ext cx="34496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i="1">
                <a:solidFill>
                  <a:schemeClr val="accent2"/>
                </a:solidFill>
              </a:rPr>
              <a:t>Tabla de activación de las señales de control</a:t>
            </a:r>
          </a:p>
        </p:txBody>
      </p:sp>
      <p:sp>
        <p:nvSpPr>
          <p:cNvPr id="5" name="Text Box 50">
            <a:extLst>
              <a:ext uri="{FF2B5EF4-FFF2-40B4-BE49-F238E27FC236}">
                <a16:creationId xmlns:a16="http://schemas.microsoft.com/office/drawing/2014/main" id="{8ECC859C-ABDE-4159-9DD6-0BEA373F97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3750" y="2765425"/>
            <a:ext cx="4179888" cy="2246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BRwr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lw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ALUI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OpALU0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OpALU1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ALUI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ALUsrc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MemWr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sw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ResSrc0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ALUI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ResSrc1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ImmSrc0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sw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ImmSrc1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PCsrc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jal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(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∧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zero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</a:t>
            </a:r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72B1420B-B6AE-49A7-B919-B7C727D909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6A43BEC-3B11-4E28-9260-E1926983CF50}" type="slidenum">
              <a:rPr lang="es-ES" altLang="es-ES">
                <a:solidFill>
                  <a:srgbClr val="171717"/>
                </a:solidFill>
              </a:rPr>
              <a:pPr/>
              <a:t>100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82C71E5-3024-4EC7-B5AD-11B7C2B469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rgbClr val="2683C6"/>
                </a:solidFill>
                <a:latin typeface="Rockwell" panose="02060603020205020403" pitchFamily="18" charset="0"/>
              </a:rPr>
              <a:t>implementación con funciones lógicas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203778" name="Rectangle 3">
            <a:extLst>
              <a:ext uri="{FF2B5EF4-FFF2-40B4-BE49-F238E27FC236}">
                <a16:creationId xmlns:a16="http://schemas.microsoft.com/office/drawing/2014/main" id="{0DB9A69B-2A46-48ED-899A-A4C7AAC99B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492250"/>
            <a:ext cx="10633075" cy="5008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Las funciones de activación </a:t>
            </a:r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dependen de los nombres de las funciones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que no son entradas a la Unidad de Control</a:t>
            </a:r>
          </a:p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Decodificamos las instrucciones</a:t>
            </a:r>
          </a:p>
          <a:p>
            <a:pPr lvl="1" defTabSz="914400" eaLnBrk="1" hangingPunct="1"/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Generamos una señal por cada instrucción que se active cuando la entrada </a:t>
            </a:r>
            <a:r>
              <a:rPr lang="es-ES" altLang="es-ES" sz="2400">
                <a:solidFill>
                  <a:schemeClr val="accent2"/>
                </a:solidFill>
                <a:ea typeface="ＭＳ Ｐゴシック" panose="020B0600070205080204" pitchFamily="34" charset="-128"/>
              </a:rPr>
              <a:t>op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 tome el valor del código de dicha instrucción</a:t>
            </a:r>
          </a:p>
          <a:p>
            <a:pPr defTabSz="914400" eaLnBrk="1" hangingPunct="1"/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</p:txBody>
      </p:sp>
      <p:graphicFrame>
        <p:nvGraphicFramePr>
          <p:cNvPr id="6" name="Marcador de contenido 5">
            <a:extLst>
              <a:ext uri="{FF2B5EF4-FFF2-40B4-BE49-F238E27FC236}">
                <a16:creationId xmlns:a16="http://schemas.microsoft.com/office/drawing/2014/main" id="{1C2BA83A-914D-4D2A-842F-98003467A88F}"/>
              </a:ext>
            </a:extLst>
          </p:cNvPr>
          <p:cNvGraphicFramePr>
            <a:graphicFrameLocks/>
          </p:cNvGraphicFramePr>
          <p:nvPr/>
        </p:nvGraphicFramePr>
        <p:xfrm>
          <a:off x="1141413" y="4276725"/>
          <a:ext cx="6176962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93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33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342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Instr</a:t>
                      </a:r>
                      <a:r>
                        <a:rPr lang="es-ES" sz="11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.</a:t>
                      </a: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100" b="1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op</a:t>
                      </a:r>
                      <a:endParaRPr lang="es-ES" sz="11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100" b="1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Función lógica (decodificación)</a:t>
                      </a: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0000011</a:t>
                      </a: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 </a:t>
                      </a:r>
                      <a:r>
                        <a:rPr lang="es-ES" sz="12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lw</a:t>
                      </a: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= op6 </a:t>
                      </a:r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∧ op5 ∧ op4 ∧ op3 ∧ op2 ∧ op1 ∧ op0</a:t>
                      </a: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0100011</a:t>
                      </a: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 </a:t>
                      </a:r>
                      <a:r>
                        <a:rPr lang="es-ES" sz="12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sw</a:t>
                      </a: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= op6 </a:t>
                      </a:r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∧ op5 ∧ op4 ∧ op3 ∧ op2 ∧ op1 ∧ op0</a:t>
                      </a: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0010011</a:t>
                      </a: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ALUI = op6 </a:t>
                      </a:r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∧ op5 ∧ op4 ∧ op3 ∧ op2 ∧ op1 ∧ op0</a:t>
                      </a: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ALU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0110011</a:t>
                      </a: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ALU = op6 </a:t>
                      </a:r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∧ op5 ∧ op4 ∧ op3 ∧ op2 ∧ op1 ∧ op0</a:t>
                      </a: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algn="ctr"/>
                      <a:r>
                        <a:rPr lang="es-ES" sz="1200" b="1" i="0" dirty="0" err="1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1100011</a:t>
                      </a: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</a:t>
                      </a:r>
                      <a:r>
                        <a:rPr lang="es-ES" sz="12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beq</a:t>
                      </a: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= op6 </a:t>
                      </a:r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∧ op5 ∧ op4 ∧ op3 ∧ op2 ∧ op1 ∧ op0</a:t>
                      </a: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6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1" i="0" dirty="0">
                          <a:solidFill>
                            <a:schemeClr val="accent2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jal</a:t>
                      </a:r>
                      <a:endParaRPr lang="es-ES" sz="12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1101111</a:t>
                      </a: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2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 jal = op6 </a:t>
                      </a:r>
                      <a:r>
                        <a:rPr lang="es-E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∧ op5 ∧ op4 ∧ op3 ∧ op2 ∧ op1 ∧ op0</a:t>
                      </a:r>
                      <a:endParaRPr lang="es-ES" sz="12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36001" marR="36001" marT="0" marB="0" anchor="ctr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CuadroTexto 7">
            <a:extLst>
              <a:ext uri="{FF2B5EF4-FFF2-40B4-BE49-F238E27FC236}">
                <a16:creationId xmlns:a16="http://schemas.microsoft.com/office/drawing/2014/main" id="{A139510F-04E7-48B7-8FEE-7C1171314ED4}"/>
              </a:ext>
            </a:extLst>
          </p:cNvPr>
          <p:cNvSpPr txBox="1"/>
          <p:nvPr/>
        </p:nvSpPr>
        <p:spPr>
          <a:xfrm>
            <a:off x="3171825" y="4335463"/>
            <a:ext cx="3916363" cy="27781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defTabSz="9144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___   ___   ___   ___   ___</a:t>
            </a:r>
          </a:p>
        </p:txBody>
      </p:sp>
      <p:sp>
        <p:nvSpPr>
          <p:cNvPr id="10" name="CuadroTexto 9">
            <a:extLst>
              <a:ext uri="{FF2B5EF4-FFF2-40B4-BE49-F238E27FC236}">
                <a16:creationId xmlns:a16="http://schemas.microsoft.com/office/drawing/2014/main" id="{A5CA9682-7B8C-4B44-A630-5507008B5E86}"/>
              </a:ext>
            </a:extLst>
          </p:cNvPr>
          <p:cNvSpPr txBox="1"/>
          <p:nvPr/>
        </p:nvSpPr>
        <p:spPr>
          <a:xfrm>
            <a:off x="3171825" y="4578350"/>
            <a:ext cx="3916363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defTabSz="9144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___         ___   ___   ___</a:t>
            </a:r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026D2349-12B6-46F2-A3B4-5CE5EC976417}"/>
              </a:ext>
            </a:extLst>
          </p:cNvPr>
          <p:cNvSpPr txBox="1"/>
          <p:nvPr/>
        </p:nvSpPr>
        <p:spPr>
          <a:xfrm>
            <a:off x="3171825" y="4821238"/>
            <a:ext cx="3916363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defTabSz="9144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___   ___         ___   ___</a:t>
            </a:r>
          </a:p>
        </p:txBody>
      </p:sp>
      <p:sp>
        <p:nvSpPr>
          <p:cNvPr id="12" name="CuadroTexto 11">
            <a:extLst>
              <a:ext uri="{FF2B5EF4-FFF2-40B4-BE49-F238E27FC236}">
                <a16:creationId xmlns:a16="http://schemas.microsoft.com/office/drawing/2014/main" id="{F712FEE9-803E-4A0E-B5C2-36F5A757D162}"/>
              </a:ext>
            </a:extLst>
          </p:cNvPr>
          <p:cNvSpPr txBox="1"/>
          <p:nvPr/>
        </p:nvSpPr>
        <p:spPr>
          <a:xfrm>
            <a:off x="3171825" y="5064125"/>
            <a:ext cx="3916363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defTabSz="9144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___               ___   ___</a:t>
            </a:r>
          </a:p>
        </p:txBody>
      </p:sp>
      <p:sp>
        <p:nvSpPr>
          <p:cNvPr id="13" name="CuadroTexto 12">
            <a:extLst>
              <a:ext uri="{FF2B5EF4-FFF2-40B4-BE49-F238E27FC236}">
                <a16:creationId xmlns:a16="http://schemas.microsoft.com/office/drawing/2014/main" id="{B016B5CE-F7CD-47CC-A383-5133704B23DA}"/>
              </a:ext>
            </a:extLst>
          </p:cNvPr>
          <p:cNvSpPr txBox="1"/>
          <p:nvPr/>
        </p:nvSpPr>
        <p:spPr>
          <a:xfrm>
            <a:off x="3171825" y="5305425"/>
            <a:ext cx="3916363" cy="27781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defTabSz="9144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          ___   ___   ___</a:t>
            </a:r>
          </a:p>
        </p:txBody>
      </p:sp>
      <p:sp>
        <p:nvSpPr>
          <p:cNvPr id="14" name="CuadroTexto 13">
            <a:extLst>
              <a:ext uri="{FF2B5EF4-FFF2-40B4-BE49-F238E27FC236}">
                <a16:creationId xmlns:a16="http://schemas.microsoft.com/office/drawing/2014/main" id="{643CF85B-1DC2-4C14-8FDC-D3C78FC59AFB}"/>
              </a:ext>
            </a:extLst>
          </p:cNvPr>
          <p:cNvSpPr txBox="1"/>
          <p:nvPr/>
        </p:nvSpPr>
        <p:spPr>
          <a:xfrm>
            <a:off x="3171825" y="5548313"/>
            <a:ext cx="3916363" cy="27781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defTabSz="9144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          ___            </a:t>
            </a:r>
          </a:p>
        </p:txBody>
      </p:sp>
      <p:pic>
        <p:nvPicPr>
          <p:cNvPr id="203819" name="Imagen 15" descr="Imagen de la pantalla de un video juego&#10;&#10;Descripción generada automáticamente con confianza baja">
            <a:extLst>
              <a:ext uri="{FF2B5EF4-FFF2-40B4-BE49-F238E27FC236}">
                <a16:creationId xmlns:a16="http://schemas.microsoft.com/office/drawing/2014/main" id="{E3200E04-9E47-4CB5-84C0-261010FC55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80275" y="4143375"/>
            <a:ext cx="4587875" cy="184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7F1E7E9B-7237-4945-9FC6-A1D19D779F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C541DEA-D6BA-444D-B274-BD9D572D8DA2}" type="slidenum">
              <a:rPr lang="es-ES" altLang="es-ES">
                <a:solidFill>
                  <a:srgbClr val="171717"/>
                </a:solidFill>
              </a:rPr>
              <a:pPr/>
              <a:t>101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>
            <a:extLst>
              <a:ext uri="{FF2B5EF4-FFF2-40B4-BE49-F238E27FC236}">
                <a16:creationId xmlns:a16="http://schemas.microsoft.com/office/drawing/2014/main" id="{24477276-B5CC-48F2-8C99-3DF69ED6AF02}"/>
              </a:ext>
            </a:extLst>
          </p:cNvPr>
          <p:cNvSpPr/>
          <p:nvPr/>
        </p:nvSpPr>
        <p:spPr>
          <a:xfrm>
            <a:off x="5059363" y="2711450"/>
            <a:ext cx="5484812" cy="3789363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b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6BA7B204-EB51-4350-BE77-72CE5F0EB6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unidad de control monociclo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rgbClr val="2683C6"/>
                </a:solidFill>
                <a:latin typeface="Rockwell" panose="02060603020205020403" pitchFamily="18" charset="0"/>
              </a:rPr>
              <a:t>implementación con funciones lógicas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205827" name="Rectangle 3">
            <a:extLst>
              <a:ext uri="{FF2B5EF4-FFF2-40B4-BE49-F238E27FC236}">
                <a16:creationId xmlns:a16="http://schemas.microsoft.com/office/drawing/2014/main" id="{005143B2-B731-4336-B870-CB164BC0F7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492250"/>
            <a:ext cx="10633075" cy="5008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Implementación de las funciones lógicas de la Unidad de Control</a:t>
            </a:r>
          </a:p>
          <a:p>
            <a:pPr defTabSz="914400" eaLnBrk="1" hangingPunct="1"/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" name="Text Box 50">
            <a:extLst>
              <a:ext uri="{FF2B5EF4-FFF2-40B4-BE49-F238E27FC236}">
                <a16:creationId xmlns:a16="http://schemas.microsoft.com/office/drawing/2014/main" id="{BB0CFE26-9562-43B6-A3E4-F31D68EAB1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2711450"/>
            <a:ext cx="4179888" cy="2247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BRwr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lw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ALUI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OpALU0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OpALU1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ALUI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ALUsrc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MemWr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sw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ResSrc0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ALUI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ALU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ResSrc1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ImmSrc0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sw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ImmSrc1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jal</a:t>
            </a:r>
            <a:endParaRPr lang="es-ES" sz="1400" dirty="0">
              <a:solidFill>
                <a:schemeClr val="bg1">
                  <a:lumMod val="10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marL="285750" indent="-285750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s-ES" sz="1400" dirty="0" err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PCsrc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</a:t>
            </a:r>
            <a:r>
              <a:rPr lang="es-ES" sz="1400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jal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∨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(</a:t>
            </a:r>
            <a:r>
              <a:rPr lang="es-ES" sz="1400" dirty="0" err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∧</a:t>
            </a:r>
            <a:r>
              <a:rPr lang="es-ES" sz="1400" dirty="0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Z</a:t>
            </a:r>
            <a:r>
              <a:rPr lang="es-ES" sz="1400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</a:t>
            </a:r>
          </a:p>
        </p:txBody>
      </p:sp>
      <p:sp>
        <p:nvSpPr>
          <p:cNvPr id="10" name="CuadroTexto 9">
            <a:extLst>
              <a:ext uri="{FF2B5EF4-FFF2-40B4-BE49-F238E27FC236}">
                <a16:creationId xmlns:a16="http://schemas.microsoft.com/office/drawing/2014/main" id="{8CD4C9B5-F88A-4936-93A1-033558431890}"/>
              </a:ext>
            </a:extLst>
          </p:cNvPr>
          <p:cNvSpPr txBox="1"/>
          <p:nvPr/>
        </p:nvSpPr>
        <p:spPr>
          <a:xfrm rot="5400000">
            <a:off x="10634663" y="4719638"/>
            <a:ext cx="646112" cy="64611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36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…</a:t>
            </a:r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05A258BD-3CD7-4617-BBB8-5AE523471FB9}"/>
              </a:ext>
            </a:extLst>
          </p:cNvPr>
          <p:cNvSpPr txBox="1"/>
          <p:nvPr/>
        </p:nvSpPr>
        <p:spPr>
          <a:xfrm rot="5400000">
            <a:off x="9671844" y="4718844"/>
            <a:ext cx="646112" cy="6477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36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…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C1D499ED-FF78-43D6-9F7E-844ECDF96F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468D0E32-6350-450D-B9F2-62994E20D55D}" type="slidenum">
              <a:rPr lang="es-ES" altLang="es-ES">
                <a:solidFill>
                  <a:srgbClr val="171717"/>
                </a:solidFill>
              </a:rPr>
              <a:pPr/>
              <a:t>102</a:t>
            </a:fld>
            <a:endParaRPr lang="es-ES" altLang="es-ES">
              <a:solidFill>
                <a:srgbClr val="171717"/>
              </a:solidFill>
            </a:endParaRPr>
          </a:p>
        </p:txBody>
      </p:sp>
      <p:grpSp>
        <p:nvGrpSpPr>
          <p:cNvPr id="205832" name="Grupo 2">
            <a:extLst>
              <a:ext uri="{FF2B5EF4-FFF2-40B4-BE49-F238E27FC236}">
                <a16:creationId xmlns:a16="http://schemas.microsoft.com/office/drawing/2014/main" id="{54DB03D6-D267-4CDD-8657-79B4F416CF92}"/>
              </a:ext>
            </a:extLst>
          </p:cNvPr>
          <p:cNvGrpSpPr>
            <a:grpSpLocks/>
          </p:cNvGrpSpPr>
          <p:nvPr/>
        </p:nvGrpSpPr>
        <p:grpSpPr bwMode="auto">
          <a:xfrm>
            <a:off x="4951413" y="2244725"/>
            <a:ext cx="6407150" cy="4173538"/>
            <a:chOff x="4951445" y="2244116"/>
            <a:chExt cx="6406499" cy="4173482"/>
          </a:xfrm>
        </p:grpSpPr>
        <p:pic>
          <p:nvPicPr>
            <p:cNvPr id="205833" name="Imagen 3" descr="Imagen de la pantalla de un video juego&#10;&#10;Descripción generada automáticamente con confianza baja">
              <a:extLst>
                <a:ext uri="{FF2B5EF4-FFF2-40B4-BE49-F238E27FC236}">
                  <a16:creationId xmlns:a16="http://schemas.microsoft.com/office/drawing/2014/main" id="{B67CBE80-15E7-4707-B7F6-10B9BF9642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51445" y="2244116"/>
              <a:ext cx="6406499" cy="41734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" name="Rectángulo 6">
              <a:extLst>
                <a:ext uri="{FF2B5EF4-FFF2-40B4-BE49-F238E27FC236}">
                  <a16:creationId xmlns:a16="http://schemas.microsoft.com/office/drawing/2014/main" id="{3A6232A0-CF6E-4185-922B-69C62895A044}"/>
                </a:ext>
              </a:extLst>
            </p:cNvPr>
            <p:cNvSpPr/>
            <p:nvPr/>
          </p:nvSpPr>
          <p:spPr>
            <a:xfrm>
              <a:off x="7794368" y="4203065"/>
              <a:ext cx="666682" cy="634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>
              <a:solidFill>
                <a:schemeClr val="bg1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2" name="Rectángulo 11">
              <a:extLst>
                <a:ext uri="{FF2B5EF4-FFF2-40B4-BE49-F238E27FC236}">
                  <a16:creationId xmlns:a16="http://schemas.microsoft.com/office/drawing/2014/main" id="{B4E9971F-0FA4-4C7E-AA8B-591EDC84191F}"/>
                </a:ext>
              </a:extLst>
            </p:cNvPr>
            <p:cNvSpPr/>
            <p:nvPr/>
          </p:nvSpPr>
          <p:spPr>
            <a:xfrm>
              <a:off x="8518195" y="4358638"/>
              <a:ext cx="1365111" cy="46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>
              <a:solidFill>
                <a:schemeClr val="bg1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" name="Rectángulo 13">
              <a:extLst>
                <a:ext uri="{FF2B5EF4-FFF2-40B4-BE49-F238E27FC236}">
                  <a16:creationId xmlns:a16="http://schemas.microsoft.com/office/drawing/2014/main" id="{C80E5785-BD11-427F-B9BB-945DD099D083}"/>
                </a:ext>
              </a:extLst>
            </p:cNvPr>
            <p:cNvSpPr/>
            <p:nvPr/>
          </p:nvSpPr>
          <p:spPr>
            <a:xfrm>
              <a:off x="8461050" y="4218940"/>
              <a:ext cx="1365111" cy="46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>
              <a:solidFill>
                <a:schemeClr val="bg1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5" name="Rectángulo 14">
              <a:extLst>
                <a:ext uri="{FF2B5EF4-FFF2-40B4-BE49-F238E27FC236}">
                  <a16:creationId xmlns:a16="http://schemas.microsoft.com/office/drawing/2014/main" id="{8F584B97-05F5-472A-B71A-C00B0D8AAF48}"/>
                </a:ext>
              </a:extLst>
            </p:cNvPr>
            <p:cNvSpPr/>
            <p:nvPr/>
          </p:nvSpPr>
          <p:spPr>
            <a:xfrm>
              <a:off x="9730921" y="4164965"/>
              <a:ext cx="320642" cy="288921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>
              <a:solidFill>
                <a:schemeClr val="bg1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pic>
          <p:nvPicPr>
            <p:cNvPr id="205838" name="Imagen 15" descr="Imagen de la pantalla de un video juego&#10;&#10;Descripción generada automáticamente con confianza baja">
              <a:extLst>
                <a:ext uri="{FF2B5EF4-FFF2-40B4-BE49-F238E27FC236}">
                  <a16:creationId xmlns:a16="http://schemas.microsoft.com/office/drawing/2014/main" id="{5D247176-715B-4452-A18D-CCDE023D0E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787" t="48718" r="24496" b="46107"/>
            <a:stretch>
              <a:fillRect/>
            </a:stretch>
          </p:blipFill>
          <p:spPr bwMode="auto">
            <a:xfrm>
              <a:off x="8461376" y="4203700"/>
              <a:ext cx="1327149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839" name="Imagen 16" descr="Imagen de la pantalla de un video juego&#10;&#10;Descripción generada automáticamente con confianza baja">
              <a:extLst>
                <a:ext uri="{FF2B5EF4-FFF2-40B4-BE49-F238E27FC236}">
                  <a16:creationId xmlns:a16="http://schemas.microsoft.com/office/drawing/2014/main" id="{CCA4FA32-252A-424B-B41E-B2C89AD09A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6484" t="48718" r="24496" b="46107"/>
            <a:stretch>
              <a:fillRect/>
            </a:stretch>
          </p:blipFill>
          <p:spPr bwMode="auto">
            <a:xfrm>
              <a:off x="9678988" y="4203700"/>
              <a:ext cx="5778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840" name="Imagen 17" descr="Imagen de la pantalla de un video juego&#10;&#10;Descripción generada automáticamente con confianza baja">
              <a:extLst>
                <a:ext uri="{FF2B5EF4-FFF2-40B4-BE49-F238E27FC236}">
                  <a16:creationId xmlns:a16="http://schemas.microsoft.com/office/drawing/2014/main" id="{A76D7F46-1386-47F7-9BBA-7A34E063DF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6484" t="48718" r="24496" b="46107"/>
            <a:stretch>
              <a:fillRect/>
            </a:stretch>
          </p:blipFill>
          <p:spPr bwMode="auto">
            <a:xfrm rot="-5400000">
              <a:off x="7678738" y="4251324"/>
              <a:ext cx="5778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>
            <a:extLst>
              <a:ext uri="{FF2B5EF4-FFF2-40B4-BE49-F238E27FC236}">
                <a16:creationId xmlns:a16="http://schemas.microsoft.com/office/drawing/2014/main" id="{76F3A236-1CEA-40D4-BF1E-1DC58B2164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1419225"/>
            <a:ext cx="9906000" cy="2852738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b="1" dirty="0">
                <a:solidFill>
                  <a:schemeClr val="accent2">
                    <a:lumMod val="75000"/>
                  </a:schemeClr>
                </a:solidFill>
              </a:rPr>
              <a:t>tiempo de ciclo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41A7819A-11A2-4BB5-B624-64212D0B1C0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41413" y="4424363"/>
            <a:ext cx="9906000" cy="1374775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2000" dirty="0">
                <a:latin typeface="Rockwell" panose="02060603020205020403" pitchFamily="18" charset="0"/>
              </a:rPr>
              <a:t>Tema 3: Implementación del procesador monociclo</a:t>
            </a:r>
            <a:endParaRPr lang="es-ES" dirty="0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F6D92AD0-9A8C-4147-A2AC-4BA9ECC3BE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EC9E9F69-DEB3-4CFD-BCF8-98E3B059346C}" type="slidenum">
              <a:rPr lang="es-ES" altLang="es-ES">
                <a:solidFill>
                  <a:srgbClr val="F1F1F1"/>
                </a:solidFill>
              </a:rPr>
              <a:pPr/>
              <a:t>103</a:t>
            </a:fld>
            <a:endParaRPr lang="es-ES" altLang="es-ES">
              <a:solidFill>
                <a:srgbClr val="F1F1F1"/>
              </a:solidFill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8E4122A-15DD-43F7-AE48-99843560B1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08898" name="Rectangle 3">
            <a:extLst>
              <a:ext uri="{FF2B5EF4-FFF2-40B4-BE49-F238E27FC236}">
                <a16:creationId xmlns:a16="http://schemas.microsoft.com/office/drawing/2014/main" id="{28D9D43E-CC9D-403C-9F74-75A99D2E08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492250"/>
            <a:ext cx="10633075" cy="5008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>
              <a:lnSpc>
                <a:spcPct val="80000"/>
              </a:lnSpc>
            </a:pP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Ejecución de instrucciones sincronizada por </a:t>
            </a:r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señal de reloj</a:t>
            </a:r>
          </a:p>
          <a:p>
            <a:pPr defTabSz="914400" eaLnBrk="1" hangingPunct="1">
              <a:lnSpc>
                <a:spcPct val="80000"/>
              </a:lnSpc>
            </a:pP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Cada </a:t>
            </a:r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instrucción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 tarda </a:t>
            </a:r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un ciclo de reloj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en ejecutarse</a:t>
            </a:r>
          </a:p>
          <a:p>
            <a:pPr defTabSz="914400" eaLnBrk="1" hangingPunct="1">
              <a:lnSpc>
                <a:spcPct val="80000"/>
              </a:lnSpc>
            </a:pPr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  <a:p>
            <a:pPr defTabSz="914400" eaLnBrk="1" hangingPunct="1">
              <a:lnSpc>
                <a:spcPct val="80000"/>
              </a:lnSpc>
            </a:pPr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  <a:p>
            <a:pPr defTabSz="914400" eaLnBrk="1" hangingPunct="1">
              <a:lnSpc>
                <a:spcPct val="80000"/>
              </a:lnSpc>
            </a:pPr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  <a:p>
            <a:pPr defTabSz="914400" eaLnBrk="1" hangingPunct="1">
              <a:lnSpc>
                <a:spcPct val="80000"/>
              </a:lnSpc>
            </a:pP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El flanco de reloj carga los </a:t>
            </a:r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elementos de memoria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:</a:t>
            </a:r>
          </a:p>
          <a:p>
            <a:pPr lvl="1" defTabSz="914400" eaLnBrk="1" hangingPunct="1">
              <a:lnSpc>
                <a:spcPct val="80000"/>
              </a:lnSpc>
            </a:pP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PC</a:t>
            </a:r>
          </a:p>
          <a:p>
            <a:pPr lvl="1" defTabSz="914400" eaLnBrk="1" hangingPunct="1">
              <a:lnSpc>
                <a:spcPct val="80000"/>
              </a:lnSpc>
            </a:pP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Registros del banco</a:t>
            </a:r>
          </a:p>
          <a:p>
            <a:pPr lvl="1" defTabSz="914400" eaLnBrk="1" hangingPunct="1">
              <a:lnSpc>
                <a:spcPct val="80000"/>
              </a:lnSpc>
            </a:pP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Memoria RAM</a:t>
            </a:r>
          </a:p>
          <a:p>
            <a:pPr defTabSz="914400" eaLnBrk="1" hangingPunct="1">
              <a:lnSpc>
                <a:spcPct val="80000"/>
              </a:lnSpc>
            </a:pP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¿Cuál es la </a:t>
            </a:r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máxima frecuencia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a la que puede funcionar el procesador?</a:t>
            </a:r>
          </a:p>
          <a:p>
            <a:pPr lvl="1" defTabSz="914400" eaLnBrk="1" hangingPunct="1">
              <a:lnSpc>
                <a:spcPct val="80000"/>
              </a:lnSpc>
            </a:pP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Mínimo </a:t>
            </a:r>
            <a:r>
              <a:rPr lang="es-ES" altLang="es-ES" sz="2400" b="1">
                <a:solidFill>
                  <a:schemeClr val="accent2"/>
                </a:solidFill>
                <a:ea typeface="ＭＳ Ｐゴシック" panose="020B0600070205080204" pitchFamily="34" charset="-128"/>
              </a:rPr>
              <a:t>T</a:t>
            </a:r>
            <a:r>
              <a:rPr lang="es-ES" altLang="es-ES" sz="2400">
                <a:solidFill>
                  <a:srgbClr val="171717"/>
                </a:solidFill>
                <a:ea typeface="ＭＳ Ｐゴシック" panose="020B0600070205080204" pitchFamily="34" charset="-128"/>
              </a:rPr>
              <a:t> (período)</a:t>
            </a:r>
          </a:p>
        </p:txBody>
      </p:sp>
      <p:sp>
        <p:nvSpPr>
          <p:cNvPr id="3" name="Rectangle 30">
            <a:extLst>
              <a:ext uri="{FF2B5EF4-FFF2-40B4-BE49-F238E27FC236}">
                <a16:creationId xmlns:a16="http://schemas.microsoft.com/office/drawing/2014/main" id="{872A177F-CB24-4FC1-8773-476D53317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3650" y="3128963"/>
            <a:ext cx="865188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instrucción 1</a:t>
            </a:r>
          </a:p>
        </p:txBody>
      </p:sp>
      <p:sp>
        <p:nvSpPr>
          <p:cNvPr id="4" name="Rectangle 31">
            <a:extLst>
              <a:ext uri="{FF2B5EF4-FFF2-40B4-BE49-F238E27FC236}">
                <a16:creationId xmlns:a16="http://schemas.microsoft.com/office/drawing/2014/main" id="{015B5C63-9104-4885-889F-EC4EFCCB8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2438" y="3128963"/>
            <a:ext cx="863600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instrucción 3</a:t>
            </a:r>
          </a:p>
        </p:txBody>
      </p:sp>
      <p:sp>
        <p:nvSpPr>
          <p:cNvPr id="5" name="Rectangle 33">
            <a:extLst>
              <a:ext uri="{FF2B5EF4-FFF2-40B4-BE49-F238E27FC236}">
                <a16:creationId xmlns:a16="http://schemas.microsoft.com/office/drawing/2014/main" id="{8863E825-1F6A-4491-93F8-E5FDB20717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4825" y="3128963"/>
            <a:ext cx="863600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instrucción 6</a:t>
            </a:r>
          </a:p>
        </p:txBody>
      </p:sp>
      <p:sp>
        <p:nvSpPr>
          <p:cNvPr id="6" name="Freeform 87">
            <a:extLst>
              <a:ext uri="{FF2B5EF4-FFF2-40B4-BE49-F238E27FC236}">
                <a16:creationId xmlns:a16="http://schemas.microsoft.com/office/drawing/2014/main" id="{8344DAD7-6749-4E4F-81BB-BB26493CBBE1}"/>
              </a:ext>
            </a:extLst>
          </p:cNvPr>
          <p:cNvSpPr>
            <a:spLocks/>
          </p:cNvSpPr>
          <p:nvPr/>
        </p:nvSpPr>
        <p:spPr bwMode="auto">
          <a:xfrm flipV="1">
            <a:off x="6396038" y="263525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08903" name="Grupo 6">
            <a:extLst>
              <a:ext uri="{FF2B5EF4-FFF2-40B4-BE49-F238E27FC236}">
                <a16:creationId xmlns:a16="http://schemas.microsoft.com/office/drawing/2014/main" id="{5994E18B-71E5-4486-A349-6DDFB9C2B575}"/>
              </a:ext>
            </a:extLst>
          </p:cNvPr>
          <p:cNvGrpSpPr>
            <a:grpSpLocks/>
          </p:cNvGrpSpPr>
          <p:nvPr/>
        </p:nvGrpSpPr>
        <p:grpSpPr bwMode="auto">
          <a:xfrm>
            <a:off x="3803650" y="2992438"/>
            <a:ext cx="5186363" cy="708025"/>
            <a:chOff x="3605128" y="3426569"/>
            <a:chExt cx="5185966" cy="938212"/>
          </a:xfrm>
        </p:grpSpPr>
        <p:sp>
          <p:nvSpPr>
            <p:cNvPr id="8" name="Line 72">
              <a:extLst>
                <a:ext uri="{FF2B5EF4-FFF2-40B4-BE49-F238E27FC236}">
                  <a16:creationId xmlns:a16="http://schemas.microsoft.com/office/drawing/2014/main" id="{A60FF444-87FA-4B7E-BFC4-13D7E24737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128" y="3426569"/>
              <a:ext cx="0" cy="936108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" name="Line 73">
              <a:extLst>
                <a:ext uri="{FF2B5EF4-FFF2-40B4-BE49-F238E27FC236}">
                  <a16:creationId xmlns:a16="http://schemas.microsoft.com/office/drawing/2014/main" id="{E70E4EBD-F851-4E42-86ED-1B6BB38B32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67075" y="3430776"/>
              <a:ext cx="1587" cy="929798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" name="Line 80">
              <a:extLst>
                <a:ext uri="{FF2B5EF4-FFF2-40B4-BE49-F238E27FC236}">
                  <a16:creationId xmlns:a16="http://schemas.microsoft.com/office/drawing/2014/main" id="{E44C65FA-0770-490A-B8A4-6607D856DD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32196" y="3432879"/>
              <a:ext cx="1588" cy="929798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" name="Line 82">
              <a:extLst>
                <a:ext uri="{FF2B5EF4-FFF2-40B4-BE49-F238E27FC236}">
                  <a16:creationId xmlns:a16="http://schemas.microsoft.com/office/drawing/2014/main" id="{6F57F606-8F4D-4100-9256-864F4F0D32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95730" y="3430776"/>
              <a:ext cx="1588" cy="929798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" name="Line 84">
              <a:extLst>
                <a:ext uri="{FF2B5EF4-FFF2-40B4-BE49-F238E27FC236}">
                  <a16:creationId xmlns:a16="http://schemas.microsoft.com/office/drawing/2014/main" id="{AA406477-7F81-4771-B479-0A2E8AA53E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59264" y="3432879"/>
              <a:ext cx="1588" cy="929798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" name="Line 86">
              <a:extLst>
                <a:ext uri="{FF2B5EF4-FFF2-40B4-BE49-F238E27FC236}">
                  <a16:creationId xmlns:a16="http://schemas.microsoft.com/office/drawing/2014/main" id="{DE7A0015-113A-4C26-8C49-51A07F7D65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24385" y="3432879"/>
              <a:ext cx="1587" cy="929798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" name="Line 88">
              <a:extLst>
                <a:ext uri="{FF2B5EF4-FFF2-40B4-BE49-F238E27FC236}">
                  <a16:creationId xmlns:a16="http://schemas.microsoft.com/office/drawing/2014/main" id="{7F5AE946-03BC-4FA9-9172-C191885CB4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89506" y="3434983"/>
              <a:ext cx="1588" cy="929798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" name="Rectangle 117">
            <a:extLst>
              <a:ext uri="{FF2B5EF4-FFF2-40B4-BE49-F238E27FC236}">
                <a16:creationId xmlns:a16="http://schemas.microsoft.com/office/drawing/2014/main" id="{928DAC29-EA36-43C7-AFAA-5BD4E4054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8838" y="3128963"/>
            <a:ext cx="863600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instrucción 2</a:t>
            </a:r>
          </a:p>
        </p:txBody>
      </p:sp>
      <p:sp>
        <p:nvSpPr>
          <p:cNvPr id="17" name="Rectangle 118">
            <a:extLst>
              <a:ext uri="{FF2B5EF4-FFF2-40B4-BE49-F238E27FC236}">
                <a16:creationId xmlns:a16="http://schemas.microsoft.com/office/drawing/2014/main" id="{A48433BF-2F7A-440F-8FCC-E40EB23BA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6038" y="3128963"/>
            <a:ext cx="863600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instrucción 4</a:t>
            </a:r>
          </a:p>
        </p:txBody>
      </p:sp>
      <p:sp>
        <p:nvSpPr>
          <p:cNvPr id="18" name="Rectangle 119">
            <a:extLst>
              <a:ext uri="{FF2B5EF4-FFF2-40B4-BE49-F238E27FC236}">
                <a16:creationId xmlns:a16="http://schemas.microsoft.com/office/drawing/2014/main" id="{B36E1EDD-98C1-4491-A84D-B3FAFF002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1225" y="3128963"/>
            <a:ext cx="863600" cy="287337"/>
          </a:xfrm>
          <a:prstGeom prst="rect">
            <a:avLst/>
          </a:prstGeom>
          <a:solidFill>
            <a:schemeClr val="bg1">
              <a:lumMod val="90000"/>
            </a:schemeClr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ciclo </a:t>
            </a:r>
          </a:p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100" dirty="0">
                <a:solidFill>
                  <a:srgbClr val="E6E6E6">
                    <a:lumMod val="10000"/>
                  </a:srgbClr>
                </a:solidFill>
                <a:latin typeface="Tw Cen MT" panose="020B0602020104020603"/>
              </a:rPr>
              <a:t>instrucción 5</a:t>
            </a:r>
          </a:p>
        </p:txBody>
      </p:sp>
      <p:sp>
        <p:nvSpPr>
          <p:cNvPr id="19" name="Text Box 26">
            <a:extLst>
              <a:ext uri="{FF2B5EF4-FFF2-40B4-BE49-F238E27FC236}">
                <a16:creationId xmlns:a16="http://schemas.microsoft.com/office/drawing/2014/main" id="{7ADEB525-548C-426E-B8EC-EF290329BF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7675" y="2674938"/>
            <a:ext cx="523875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CLK</a:t>
            </a:r>
          </a:p>
        </p:txBody>
      </p:sp>
      <p:sp>
        <p:nvSpPr>
          <p:cNvPr id="20" name="Freeform 87">
            <a:extLst>
              <a:ext uri="{FF2B5EF4-FFF2-40B4-BE49-F238E27FC236}">
                <a16:creationId xmlns:a16="http://schemas.microsoft.com/office/drawing/2014/main" id="{2327A309-9F1D-413D-95E6-66CF7AE49891}"/>
              </a:ext>
            </a:extLst>
          </p:cNvPr>
          <p:cNvSpPr>
            <a:spLocks/>
          </p:cNvSpPr>
          <p:nvPr/>
        </p:nvSpPr>
        <p:spPr bwMode="auto">
          <a:xfrm flipV="1">
            <a:off x="3803650" y="263525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" name="Freeform 87">
            <a:extLst>
              <a:ext uri="{FF2B5EF4-FFF2-40B4-BE49-F238E27FC236}">
                <a16:creationId xmlns:a16="http://schemas.microsoft.com/office/drawing/2014/main" id="{915C39D0-32B5-477A-8853-ADDB8D5C6CE0}"/>
              </a:ext>
            </a:extLst>
          </p:cNvPr>
          <p:cNvSpPr>
            <a:spLocks/>
          </p:cNvSpPr>
          <p:nvPr/>
        </p:nvSpPr>
        <p:spPr bwMode="auto">
          <a:xfrm flipV="1">
            <a:off x="4668838" y="2635250"/>
            <a:ext cx="862012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Freeform 87">
            <a:extLst>
              <a:ext uri="{FF2B5EF4-FFF2-40B4-BE49-F238E27FC236}">
                <a16:creationId xmlns:a16="http://schemas.microsoft.com/office/drawing/2014/main" id="{C790F654-495E-48A7-B85F-38D652F04D3F}"/>
              </a:ext>
            </a:extLst>
          </p:cNvPr>
          <p:cNvSpPr>
            <a:spLocks/>
          </p:cNvSpPr>
          <p:nvPr/>
        </p:nvSpPr>
        <p:spPr bwMode="auto">
          <a:xfrm flipV="1">
            <a:off x="5532438" y="2633663"/>
            <a:ext cx="863600" cy="360362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3" name="Freeform 87">
            <a:extLst>
              <a:ext uri="{FF2B5EF4-FFF2-40B4-BE49-F238E27FC236}">
                <a16:creationId xmlns:a16="http://schemas.microsoft.com/office/drawing/2014/main" id="{AD994DF6-EFDD-4F98-9643-67566B2FCE1C}"/>
              </a:ext>
            </a:extLst>
          </p:cNvPr>
          <p:cNvSpPr>
            <a:spLocks/>
          </p:cNvSpPr>
          <p:nvPr/>
        </p:nvSpPr>
        <p:spPr bwMode="auto">
          <a:xfrm flipV="1">
            <a:off x="7259638" y="263525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4" name="Freeform 87">
            <a:extLst>
              <a:ext uri="{FF2B5EF4-FFF2-40B4-BE49-F238E27FC236}">
                <a16:creationId xmlns:a16="http://schemas.microsoft.com/office/drawing/2014/main" id="{F99A0898-D60B-4081-BFD6-3D339A790AA6}"/>
              </a:ext>
            </a:extLst>
          </p:cNvPr>
          <p:cNvSpPr>
            <a:spLocks/>
          </p:cNvSpPr>
          <p:nvPr/>
        </p:nvSpPr>
        <p:spPr bwMode="auto">
          <a:xfrm flipV="1">
            <a:off x="8124825" y="263525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5" name="Conector recto 24">
            <a:extLst>
              <a:ext uri="{FF2B5EF4-FFF2-40B4-BE49-F238E27FC236}">
                <a16:creationId xmlns:a16="http://schemas.microsoft.com/office/drawing/2014/main" id="{3EFC29CC-F607-4234-93E4-12A0A7EF1F34}"/>
              </a:ext>
            </a:extLst>
          </p:cNvPr>
          <p:cNvCxnSpPr>
            <a:cxnSpLocks/>
          </p:cNvCxnSpPr>
          <p:nvPr/>
        </p:nvCxnSpPr>
        <p:spPr>
          <a:xfrm>
            <a:off x="3540125" y="2997200"/>
            <a:ext cx="5802313" cy="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Conector recto 25">
            <a:extLst>
              <a:ext uri="{FF2B5EF4-FFF2-40B4-BE49-F238E27FC236}">
                <a16:creationId xmlns:a16="http://schemas.microsoft.com/office/drawing/2014/main" id="{D6933528-067E-4D3D-9B0D-ADC144ADBDC1}"/>
              </a:ext>
            </a:extLst>
          </p:cNvPr>
          <p:cNvCxnSpPr>
            <a:cxnSpLocks/>
          </p:cNvCxnSpPr>
          <p:nvPr/>
        </p:nvCxnSpPr>
        <p:spPr>
          <a:xfrm>
            <a:off x="3530600" y="2633663"/>
            <a:ext cx="5803900" cy="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Box 26">
            <a:extLst>
              <a:ext uri="{FF2B5EF4-FFF2-40B4-BE49-F238E27FC236}">
                <a16:creationId xmlns:a16="http://schemas.microsoft.com/office/drawing/2014/main" id="{B30FF555-8CF5-4544-934C-3595DFEA30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7888" y="2901950"/>
            <a:ext cx="165100" cy="193675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  <a:endParaRPr lang="es-ES" sz="16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" name="Text Box 26">
            <a:extLst>
              <a:ext uri="{FF2B5EF4-FFF2-40B4-BE49-F238E27FC236}">
                <a16:creationId xmlns:a16="http://schemas.microsoft.com/office/drawing/2014/main" id="{61EEF844-A646-434A-8CBA-8BF1DE400B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8363" y="2536825"/>
            <a:ext cx="165100" cy="19208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  <a:endParaRPr lang="es-ES" sz="16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" name="Conector recto de flecha 28">
            <a:extLst>
              <a:ext uri="{FF2B5EF4-FFF2-40B4-BE49-F238E27FC236}">
                <a16:creationId xmlns:a16="http://schemas.microsoft.com/office/drawing/2014/main" id="{AABDE328-EFED-415F-8A02-C0FFABF8FC89}"/>
              </a:ext>
            </a:extLst>
          </p:cNvPr>
          <p:cNvCxnSpPr>
            <a:cxnSpLocks/>
            <a:stCxn id="8" idx="0"/>
          </p:cNvCxnSpPr>
          <p:nvPr/>
        </p:nvCxnSpPr>
        <p:spPr>
          <a:xfrm flipH="1" flipV="1">
            <a:off x="3803650" y="2633663"/>
            <a:ext cx="0" cy="358775"/>
          </a:xfrm>
          <a:prstGeom prst="straightConnector1">
            <a:avLst/>
          </a:prstGeom>
          <a:ln w="28575">
            <a:solidFill>
              <a:schemeClr val="bg1">
                <a:lumMod val="1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918" name="Text Box 26">
            <a:extLst>
              <a:ext uri="{FF2B5EF4-FFF2-40B4-BE49-F238E27FC236}">
                <a16:creationId xmlns:a16="http://schemas.microsoft.com/office/drawing/2014/main" id="{BF466242-180F-43DC-9BD4-7DFA2E381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89400" y="3552825"/>
            <a:ext cx="28257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 b="1">
                <a:solidFill>
                  <a:schemeClr val="accent2"/>
                </a:solidFill>
              </a:rPr>
              <a:t>T</a:t>
            </a:r>
          </a:p>
        </p:txBody>
      </p:sp>
      <p:cxnSp>
        <p:nvCxnSpPr>
          <p:cNvPr id="32" name="Conector recto de flecha 31">
            <a:extLst>
              <a:ext uri="{FF2B5EF4-FFF2-40B4-BE49-F238E27FC236}">
                <a16:creationId xmlns:a16="http://schemas.microsoft.com/office/drawing/2014/main" id="{584E60B8-6836-4FF7-8A0D-B129679D3AB8}"/>
              </a:ext>
            </a:extLst>
          </p:cNvPr>
          <p:cNvCxnSpPr>
            <a:stCxn id="208918" idx="1"/>
          </p:cNvCxnSpPr>
          <p:nvPr/>
        </p:nvCxnSpPr>
        <p:spPr>
          <a:xfrm flipH="1" flipV="1">
            <a:off x="3803650" y="3698875"/>
            <a:ext cx="285750" cy="0"/>
          </a:xfrm>
          <a:prstGeom prst="straightConnector1">
            <a:avLst/>
          </a:prstGeom>
          <a:ln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Conector recto de flecha 32">
            <a:extLst>
              <a:ext uri="{FF2B5EF4-FFF2-40B4-BE49-F238E27FC236}">
                <a16:creationId xmlns:a16="http://schemas.microsoft.com/office/drawing/2014/main" id="{9772AD6B-C430-40E0-B671-3CAF47F23C85}"/>
              </a:ext>
            </a:extLst>
          </p:cNvPr>
          <p:cNvCxnSpPr>
            <a:cxnSpLocks/>
            <a:stCxn id="208918" idx="3"/>
          </p:cNvCxnSpPr>
          <p:nvPr/>
        </p:nvCxnSpPr>
        <p:spPr>
          <a:xfrm>
            <a:off x="4371975" y="3698875"/>
            <a:ext cx="285750" cy="0"/>
          </a:xfrm>
          <a:prstGeom prst="straightConnector1">
            <a:avLst/>
          </a:prstGeom>
          <a:ln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Marcador de número de diapositiva 34">
            <a:extLst>
              <a:ext uri="{FF2B5EF4-FFF2-40B4-BE49-F238E27FC236}">
                <a16:creationId xmlns:a16="http://schemas.microsoft.com/office/drawing/2014/main" id="{2B81AAA2-0808-4122-B1BB-9ABD6DCE6E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51F6B96-B3B0-4A65-9EAF-351BD394DDB4}" type="slidenum">
              <a:rPr lang="es-ES" altLang="es-ES">
                <a:solidFill>
                  <a:srgbClr val="171717"/>
                </a:solidFill>
              </a:rPr>
              <a:pPr/>
              <a:t>104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C77AB53E-4635-4A94-A6C9-BBD2102C47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2825C25-9793-4209-AD66-4766CB9D5BF3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492250"/>
            <a:ext cx="10633075" cy="5226050"/>
          </a:xfrm>
          <a:prstGeom prst="rect">
            <a:avLst/>
          </a:prstGeom>
        </p:spPr>
        <p:txBody>
          <a:bodyPr>
            <a:normAutofit fontScale="92500"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b="1" dirty="0">
                <a:solidFill>
                  <a:schemeClr val="accent2"/>
                </a:solidFill>
              </a:rPr>
              <a:t>T</a:t>
            </a:r>
            <a:r>
              <a:rPr lang="es-ES" sz="2800" dirty="0"/>
              <a:t> tiene que ser suficiente para que de tiempo a realizar todas las transferencias de cada instrucción</a:t>
            </a:r>
          </a:p>
          <a:p>
            <a:pPr fontAlgn="auto">
              <a:spcAft>
                <a:spcPts val="0"/>
              </a:spcAft>
              <a:defRPr/>
            </a:pPr>
            <a:r>
              <a:rPr lang="es-ES" sz="2800" dirty="0"/>
              <a:t>Cada elemento </a:t>
            </a:r>
            <a:r>
              <a:rPr lang="es-ES" sz="2800" dirty="0">
                <a:solidFill>
                  <a:schemeClr val="accent2"/>
                </a:solidFill>
              </a:rPr>
              <a:t>hardware</a:t>
            </a:r>
            <a:r>
              <a:rPr lang="es-ES" sz="2800" dirty="0"/>
              <a:t> introduce un </a:t>
            </a:r>
            <a:r>
              <a:rPr lang="es-ES" sz="2800" dirty="0">
                <a:solidFill>
                  <a:schemeClr val="accent2"/>
                </a:solidFill>
              </a:rPr>
              <a:t>retardo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/>
              <a:t>Necesita un tiempo desde que cambian sus entradas hasta que su salida es estable</a:t>
            </a:r>
          </a:p>
          <a:p>
            <a:pPr fontAlgn="auto">
              <a:spcAft>
                <a:spcPts val="0"/>
              </a:spcAft>
              <a:defRPr/>
            </a:pPr>
            <a:r>
              <a:rPr lang="es-ES" sz="2800" dirty="0"/>
              <a:t>El tiempo de ciclo (</a:t>
            </a:r>
            <a:r>
              <a:rPr lang="es-ES" sz="2800" b="1" dirty="0">
                <a:solidFill>
                  <a:schemeClr val="accent2"/>
                </a:solidFill>
              </a:rPr>
              <a:t>T</a:t>
            </a:r>
            <a:r>
              <a:rPr lang="es-ES" sz="2800" dirty="0"/>
              <a:t>) será el </a:t>
            </a:r>
            <a:r>
              <a:rPr lang="es-ES" sz="2800" dirty="0">
                <a:solidFill>
                  <a:schemeClr val="accent2"/>
                </a:solidFill>
              </a:rPr>
              <a:t>máximo de los caminos críticos </a:t>
            </a:r>
            <a:r>
              <a:rPr lang="es-ES" sz="2800" dirty="0"/>
              <a:t>de las transferencias entre registros que se realizan en el procesador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>
                <a:solidFill>
                  <a:schemeClr val="accent2"/>
                </a:solidFill>
              </a:rPr>
              <a:t>Camino crítico </a:t>
            </a:r>
            <a:r>
              <a:rPr lang="es-ES" sz="2400" dirty="0"/>
              <a:t>de una transferencia es el camino de datos de mayor retardo de todos los implicados en dicha transferencia</a:t>
            </a:r>
          </a:p>
          <a:p>
            <a:pPr lvl="1" fontAlgn="auto">
              <a:spcAft>
                <a:spcPts val="0"/>
              </a:spcAft>
              <a:defRPr/>
            </a:pPr>
            <a:r>
              <a:rPr lang="es-ES" sz="2400" dirty="0"/>
              <a:t>En un procesador monociclo, en cada ciclo se ejecuta una instrucción que implica </a:t>
            </a:r>
            <a:r>
              <a:rPr lang="es-ES" sz="2400" dirty="0">
                <a:solidFill>
                  <a:schemeClr val="accent2"/>
                </a:solidFill>
              </a:rPr>
              <a:t>1 o 2 transferencias</a:t>
            </a:r>
            <a:r>
              <a:rPr lang="es-ES" sz="2400" dirty="0"/>
              <a:t>: la de actualización del PC y la operativa de la propia instrucción</a:t>
            </a:r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A8DC0285-28DA-439C-9812-5DBB4071CE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B82167EC-C7FF-496F-8973-736F76CA40A7}" type="slidenum">
              <a:rPr lang="es-ES" altLang="es-ES">
                <a:solidFill>
                  <a:srgbClr val="171717"/>
                </a:solidFill>
              </a:rPr>
              <a:pPr/>
              <a:t>105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ángulo 15">
            <a:extLst>
              <a:ext uri="{FF2B5EF4-FFF2-40B4-BE49-F238E27FC236}">
                <a16:creationId xmlns:a16="http://schemas.microsoft.com/office/drawing/2014/main" id="{6675808C-5556-415B-B8AE-29067F0CB5E8}"/>
              </a:ext>
            </a:extLst>
          </p:cNvPr>
          <p:cNvSpPr/>
          <p:nvPr/>
        </p:nvSpPr>
        <p:spPr>
          <a:xfrm>
            <a:off x="3967163" y="2114550"/>
            <a:ext cx="7356475" cy="830263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ACA47CF9-573A-43A4-9A41-D822E02C8697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9F59C082-CCFB-4978-BF62-E91AD7758BB4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268F39D6-A54D-468A-943B-8C6AF29BD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034EFFD5-B227-49E1-8D32-DA7F0FD09C70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ECC3BB22-D1E2-4370-AC50-34741B538E12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28F1CD29-C168-4062-86EA-1799C7481976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BDA666B5-47BE-4F5A-BD3A-E927C4EF6040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D32EE697-7A59-4C94-9BE8-3834A328575D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3317E236-6702-42E2-9BA8-10CF8C598A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13003" name="Rectangle 3">
            <a:extLst>
              <a:ext uri="{FF2B5EF4-FFF2-40B4-BE49-F238E27FC236}">
                <a16:creationId xmlns:a16="http://schemas.microsoft.com/office/drawing/2014/main" id="{504F0AA1-38BF-498A-8459-05BE531D3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Retardo de los distintos elementos hardware del sistema (ps)</a:t>
            </a:r>
          </a:p>
        </p:txBody>
      </p:sp>
      <p:grpSp>
        <p:nvGrpSpPr>
          <p:cNvPr id="213004" name="Grupo 228">
            <a:extLst>
              <a:ext uri="{FF2B5EF4-FFF2-40B4-BE49-F238E27FC236}">
                <a16:creationId xmlns:a16="http://schemas.microsoft.com/office/drawing/2014/main" id="{9D8B2170-78B9-4B91-997C-61E9EA0A2C74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C4CA277A-4907-4E3E-9E91-899E0652CF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6855803C-116D-4EBE-81E9-3EA9151A9C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213963C3-7507-4BA0-AA77-8BC0ADED5A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0332E033-222E-421D-AD9E-1392F16BA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5C2B31EC-1CC3-464D-BAD7-F282827BAB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0FF5E359-C317-4E61-A0E7-8BECF46123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33140834-5BA9-4793-9694-9C91B1DA1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C9991CE6-B6BA-4E36-9B29-33AB06FDE4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F6486FA9-CBE0-46ED-A3A5-650EA8D03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0A08AD64-8CEE-4268-ACBF-B6D1A80CB2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34747908-D69D-4CAF-B16F-A58E6D3565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D5F4DEA3-B93B-492D-B7AF-EFDD2902B2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FC14EFA7-D6A2-4760-8FD1-570D856E40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2359FAC1-DCDC-48B2-8F74-5295B9926F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70285D1C-10D5-4B3C-9CB2-9A32092AC9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75A5DED5-3C31-4DFF-BF6C-800425AED0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2021DB44-DE01-464C-AB07-4AF9C8512D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23835887-AC11-445B-94BE-06A3EE7FE3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E9812C77-ACDE-4DCE-A2A0-3F32799817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1C773795-8A61-4B67-9B7A-F84184615A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CD930D74-97C2-4F20-9012-F4B2D9C4A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0899746C-2330-4D2A-ACF0-992A296BB3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BCB58D36-3184-4ADB-89D5-0A4816D070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C690FDCD-3B1E-4AAE-A181-C06F5F56D3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D2823DF4-8833-4A9E-AF2F-D51DAD9F0A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1D30D4CA-569C-47BF-B1F6-EE28D5FA95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91B80B02-784E-4D23-B284-DCB57C1140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C42FCF48-C429-4785-BA34-ACA0B37210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1A78D24D-47A5-4749-B13D-377B7A951078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13005" name="Grupo 261">
            <a:extLst>
              <a:ext uri="{FF2B5EF4-FFF2-40B4-BE49-F238E27FC236}">
                <a16:creationId xmlns:a16="http://schemas.microsoft.com/office/drawing/2014/main" id="{BA7506B6-A809-4DFC-85C2-79C2F1F15B04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742D0FB5-DB0F-4987-B6E2-DBEA9C0481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6B83F421-CA1C-48FB-A7A7-68A77F57E0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786FA9B5-CDAD-41FF-9981-0D35D58BE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1AD6834C-B689-4B3D-A950-AC7F3FBF64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3A62CC52-F464-408B-936E-F8C3DCB3D9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7E106964-3B9B-4E54-AD7E-6D61416CC4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7C084C5C-2763-4808-A1E4-641CFB0E38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26F2CE81-D7ED-4185-8A0E-F8F902011D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DA983AEE-154D-4CDB-BE10-D8F4B1D3A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999635D3-5A23-4F33-A088-5C6505BE2A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45F3B20A-7808-4BE8-8E2E-573A00583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7D315D8D-28FD-427B-A56D-9645CD9B9C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A351785E-6F09-4130-A46A-7A610E6ECE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A8B85988-CE9E-4AC4-91B7-FAFECFBC51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2BC7F811-511E-4C07-97BB-87472185A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6CB36317-2A1E-4C51-BD51-5E0B9C1EBF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C1FBD17D-DCC3-4685-ABC5-D49A219A16F8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283FECEE-649F-4633-BBD1-F7242B0DB9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024685BA-B970-428B-AEE3-608B0F6D4B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85D8AF4A-3532-45C7-9653-0D666D5A7C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541AF7F9-AF93-401F-8F81-105015AB9F13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6C155B45-E985-4D33-91D5-312EC74A206B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4714E93D-0102-45EB-93C5-A2E6E0747B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41FC4698-4E6F-48B4-9284-9719305F5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E8E2CB9E-E03A-44AC-9B8B-7FE742E947A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682F863E-B541-44B6-B40F-3F30F0F68D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37038C16-D747-4D57-B499-51F86967F0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B79EC25B-9FCC-45C4-8149-E90FD5D4B6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8A387C71-9FF6-41CE-9814-C47237A055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7215365C-7102-49C9-A6AE-801241E85F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EF150B61-4631-4E87-ADC9-B79E340E4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D0D6A5AF-7A0A-44F7-8C35-DEE1B8A2561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B0555413-E1E5-47CF-8DA5-8E82FB8548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68E16A6C-CC30-4246-A098-313CA1BB14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9DEAD3BB-5266-481E-B603-5C7E5C79348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8D115375-38DC-42DB-925E-1A6EAB78BB4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8B89D322-B6E8-46FD-ADFA-5B54088C14C2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133C4110-667E-4DBE-BF50-CE72C4E58B1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13027" name="Grupo 303">
            <a:extLst>
              <a:ext uri="{FF2B5EF4-FFF2-40B4-BE49-F238E27FC236}">
                <a16:creationId xmlns:a16="http://schemas.microsoft.com/office/drawing/2014/main" id="{7BB7A870-6420-427C-BCB6-EC94B959EE57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9975F5C5-6D57-41C7-BC98-B4FADF404C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CA245124-C530-48BF-992C-E554AE87C0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9B8C741A-EEE9-47F3-B1A1-633FF19FA5A9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E2577DC7-7DA1-4CE9-9EAF-7C14E232F5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AE89C72D-EDFF-408B-862B-7CF68046E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75D01A9E-B648-4D4F-8374-CDE86030F3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49D86362-A73D-4293-85CB-A56B8AB2CB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4B7B6D7E-C3F6-4975-8C56-271201FFE3BB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75DB9E03-1760-4AF3-BD79-AD5F9B85B2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6E2632AE-BFD4-4B1C-BD5B-69F0154A08AE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159152D9-4847-41FA-B645-11E45660B55C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6A2A5764-668A-4C58-B8AC-7CBE09ABCD6E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124C5583-BC3B-4A82-8974-F9762004A5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A7FFB143-5155-4BE4-89DC-979A248A80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157E2AAA-10DE-4F1D-B810-F1B84509E33F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0B463ED1-67D4-47B3-9E78-DB954D5A9050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BD7F709A-B3D3-4E17-A02E-9FCD974E08E2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3038" name="Grupo 27">
            <a:extLst>
              <a:ext uri="{FF2B5EF4-FFF2-40B4-BE49-F238E27FC236}">
                <a16:creationId xmlns:a16="http://schemas.microsoft.com/office/drawing/2014/main" id="{A66B901C-481A-4EB9-A6C8-E99DF5CCB462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1615F2D4-C8ED-4507-AA6F-1CB836169A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231F44E4-7290-4979-B3AB-CAB370203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753005D0-5DB8-4340-AC2D-669ED6F6D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0FD1ECFA-D70E-433F-807B-15894D195B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1C810B4F-18F8-4ACD-A22D-9E1AE188A3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4E2899F9-7D13-43B4-A093-6CAF87E60B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6E368748-78A9-4F79-9AA5-94665F4581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1333BB66-8AAE-4D3C-AAD0-A109909351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C12C66E6-F65F-4BBC-89A2-39032B92A1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4FAA9AF6-A545-4159-BCDC-304E6B62754F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D6CBC762-58A0-4417-831F-5ACE8F323D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B76D0551-B488-4D51-8ADB-0B6766A7B7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29CD7A57-A171-43AA-878C-025DCA21640A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AF337B86-3005-483B-950E-6DC9D3F67620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8BD10B21-1F8C-4A17-A83C-030CBA1CC1AA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8B8D5E56-8406-45D3-AD66-6B0368BC630B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54B92495-46C8-4A21-8D1C-19F650B41EE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50EC8E1A-F5AF-4135-9849-76A4E707A5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65ADB0D4-7302-4036-BCD9-5438C0D63883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3046" name="Grupo 4">
            <a:extLst>
              <a:ext uri="{FF2B5EF4-FFF2-40B4-BE49-F238E27FC236}">
                <a16:creationId xmlns:a16="http://schemas.microsoft.com/office/drawing/2014/main" id="{4E03F75B-8B5A-4809-8856-93FFD9829EA8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22EB0F55-BB56-4EA4-A77F-6E4B7F48F9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94B34F73-94CE-43CA-8CCE-475E3607A3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65D58A5B-E382-4833-9BF3-87475CFB48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17CE21A6-C5C9-45FE-9C9F-D8435BE59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B6B611E9-C81C-4942-A7AA-BFD2C2D354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2BA12974-26E1-48EA-B235-7BD7F30ADE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1DA7391C-BA2E-4367-BF85-CE36BDC395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7CCC2DB8-EFF4-48D3-9E00-916195B9D2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2B8F07AA-00CC-495C-9F57-044643A899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30068BB7-5262-4AFB-87DC-DDAE0D6021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2123A7D0-1A25-429B-A302-9A154DCE64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BC7C81A5-56D5-43DA-B299-495B0CB2B1C5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2B6220BE-8E7D-4D1D-9503-21340CE386B3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F3821F6C-980F-41EA-9E0F-3AE7FA938B49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3050" name="Grupo 138">
            <a:extLst>
              <a:ext uri="{FF2B5EF4-FFF2-40B4-BE49-F238E27FC236}">
                <a16:creationId xmlns:a16="http://schemas.microsoft.com/office/drawing/2014/main" id="{E75ADB7D-1C78-4465-8A1B-CD4E26F68DA0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99388B26-2B49-409C-A935-BB8111C637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A2376FBE-F964-4757-A2B8-0056AF149D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D3CA24CB-A018-45BB-90E7-41BCC4BF8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CCC82150-2492-422A-9A68-88E70FF58C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F88284A5-BCFF-44E1-9434-E7DC6372AB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C70008DC-9CA9-404D-A3AE-3524310478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F90B01E5-0BA3-4D24-8F09-88F44BDB05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105AA8F0-BF44-434E-9F55-BC470394BEE5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A2018F25-E941-4C5C-AAFC-2762757F93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13051" name="Grupo 148">
            <a:extLst>
              <a:ext uri="{FF2B5EF4-FFF2-40B4-BE49-F238E27FC236}">
                <a16:creationId xmlns:a16="http://schemas.microsoft.com/office/drawing/2014/main" id="{75FA60DD-2446-471B-9C06-EB9B9F863D53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21840069-886B-47BF-B4DB-A77878EB56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0D4FA2EB-0A9B-4B0A-AB68-544F545839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0395BE78-42A7-44EC-B948-3A0E8A366C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4A881466-0F50-452C-9F12-522637976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F164AA67-F6CB-49B4-A88D-847E8730C6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CF31063C-D0CC-4794-A935-45F611451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5C68B8C6-A920-490C-9179-03F6DEBBE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2571314A-0564-4584-BD37-B48546457A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7ED43740-D48B-4621-B805-124D84E404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61C40DCA-A5EB-49C4-B14D-A79C00893F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3D8B8EF9-C0EB-4DA6-9658-EF3732BE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3DF629A7-D60A-4391-97BB-FE5723BE9DD6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A520B735-6C66-481D-8C16-685A35C8A2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B1AC62F9-FC03-4198-8ABD-3ED4B9BE2F6D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3055" name="Grupo 188">
            <a:extLst>
              <a:ext uri="{FF2B5EF4-FFF2-40B4-BE49-F238E27FC236}">
                <a16:creationId xmlns:a16="http://schemas.microsoft.com/office/drawing/2014/main" id="{A67C10C2-9B22-4711-AD03-2A54E3664C99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DE39F4CA-6129-4C57-9187-BC0549FB2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7C9E1858-D686-4A25-B171-BDFF70941A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1528AF43-38CB-4BB8-B70B-B6CD9F3304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9A61FF63-428A-428E-9D9F-797814FB85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C0C92801-665B-44C6-A963-3871522E16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1519CBCA-FDA9-43D0-AE50-DFC57CFC39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A0AF3A48-FFC4-4F75-8478-D876127EA3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CED8ED48-BD19-43C0-82E7-F34BACCDBF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2279836C-3A49-49A9-96AB-1BDE95E337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54C3E18F-DCA6-4C7E-9B85-FF8BFBC6F3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A2674D52-17A6-4139-BA05-CAB39E3365EB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3057" name="Grupo 47">
            <a:extLst>
              <a:ext uri="{FF2B5EF4-FFF2-40B4-BE49-F238E27FC236}">
                <a16:creationId xmlns:a16="http://schemas.microsoft.com/office/drawing/2014/main" id="{F91671C2-348D-4DB2-82B6-735C9FCF68E2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F09154A6-4CD2-414D-ACD1-57C11807EC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1E2A0BD4-5BF6-4711-841E-E016579A7C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B77D3CCE-3E61-42E2-B4F1-C24345D84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92847FB8-7002-4681-ADB5-C8A69DE11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A8179AF7-64FF-43EA-9EEC-5E02ADA86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2E7A811E-9F2E-468A-B72F-9A54CA1304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51E56A13-DC88-4C15-AD63-FA22E1C45D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4D2B54AA-44DE-486C-9035-4BFE83F534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58B67E49-972D-4C44-A6BB-887756264E57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8FDAA897-5ED4-44AC-A155-46688478D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94D61838-70A9-4548-B556-E2655393CE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E2D04767-73FA-4FCC-A002-1117159498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6CB5C47F-206C-42F9-BDEB-FFC26CE83E3C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18F3528A-F603-406E-BE20-B5DBF142EE4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D4527FDC-7FE3-4456-973A-6E70665DA633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3061" name="Grupo 9">
            <a:extLst>
              <a:ext uri="{FF2B5EF4-FFF2-40B4-BE49-F238E27FC236}">
                <a16:creationId xmlns:a16="http://schemas.microsoft.com/office/drawing/2014/main" id="{EF3EF96D-4EDC-4F36-9FEB-9A89CCCE15C6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CE9D2E8B-1BB2-4B87-A15D-331FB7AB38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00B74B21-7552-430A-8D0E-C00C53BE7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9799F601-4A5B-4C85-A153-EECE36AFD3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DC6BBE1A-D92D-48A5-92E3-C007E67029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85DC3B3E-81D9-48DC-AC76-2290C35595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E076E9B6-9834-4382-9D1C-4CE797380B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F0094BEF-9BA1-4E39-A6D8-FAAFEC6463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07906336-05EC-4998-A9AE-764DD2D641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B88A96B0-8A97-4F39-A700-4E43B80FC6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B6D285C1-2ECF-47CF-9955-FF84FBAFD845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DC517800-33C0-44C9-A674-277533234D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D291EA37-3A8F-4ECE-8A30-A154A8F95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F10CEB5D-C45A-4C6F-A8C3-3578802351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5715356D-6850-4F6F-B748-C4B74F08B5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DE38CA31-ECD8-483E-9C8F-E64EA36517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E7D8B590-D3DD-49A8-8D48-4418CD4AE0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307CF982-9300-495E-A17D-6B555F647B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01BA8DEF-86AA-48AB-B169-E72E47CBFEB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626A10E7-AD30-4233-BF9D-A713CA4E61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1B181410-3E69-4C5B-A302-FD604C262031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0F818D5F-92A7-4912-8F12-3BD9BE920000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751C9C26-7BBD-4F6A-BA91-7AE58F908215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A232D8A4-F15D-4F48-8F77-1611AD20DE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41715411-A910-4C9D-8F2D-FB70B54AA2C0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4" name="Text Box 72">
            <a:extLst>
              <a:ext uri="{FF2B5EF4-FFF2-40B4-BE49-F238E27FC236}">
                <a16:creationId xmlns:a16="http://schemas.microsoft.com/office/drawing/2014/main" id="{63ACF390-70FD-42E8-B1D2-A17113B4D4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25" name="Line 71">
            <a:extLst>
              <a:ext uri="{FF2B5EF4-FFF2-40B4-BE49-F238E27FC236}">
                <a16:creationId xmlns:a16="http://schemas.microsoft.com/office/drawing/2014/main" id="{6ACB4553-D7B2-4179-A2BF-904C8F90CD9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A7E9EBAA-D67A-4499-B224-E3365B3FBE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7783F307-68AD-4FFE-93A0-585D879CB8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62A89C58-61AE-40F6-9304-7451DED7B6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72560182-588A-4888-957F-53120F4B04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" name="Text Box 50">
            <a:extLst>
              <a:ext uri="{FF2B5EF4-FFF2-40B4-BE49-F238E27FC236}">
                <a16:creationId xmlns:a16="http://schemas.microsoft.com/office/drawing/2014/main" id="{5997FE5A-F6A3-4EA6-B26C-DDE7138948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6" name="Text Box 50">
            <a:extLst>
              <a:ext uri="{FF2B5EF4-FFF2-40B4-BE49-F238E27FC236}">
                <a16:creationId xmlns:a16="http://schemas.microsoft.com/office/drawing/2014/main" id="{E58056D9-A8FB-4F88-8AAA-EFBD1B97DE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BC37A297-391D-4794-A465-FC15E7A56D2E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3078" name="Grupo 324">
            <a:extLst>
              <a:ext uri="{FF2B5EF4-FFF2-40B4-BE49-F238E27FC236}">
                <a16:creationId xmlns:a16="http://schemas.microsoft.com/office/drawing/2014/main" id="{ACFBE283-F88F-4499-8CC6-7BAE11C9740A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21" name="Forma libre 20">
              <a:extLst>
                <a:ext uri="{FF2B5EF4-FFF2-40B4-BE49-F238E27FC236}">
                  <a16:creationId xmlns:a16="http://schemas.microsoft.com/office/drawing/2014/main" id="{3E2A4F46-2957-408C-8D1F-F17425033FC2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3" name="Forma libre 22">
              <a:extLst>
                <a:ext uri="{FF2B5EF4-FFF2-40B4-BE49-F238E27FC236}">
                  <a16:creationId xmlns:a16="http://schemas.microsoft.com/office/drawing/2014/main" id="{86A4F525-8014-4B00-A5BE-C428C687E8A1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" name="Forma libre 25">
              <a:extLst>
                <a:ext uri="{FF2B5EF4-FFF2-40B4-BE49-F238E27FC236}">
                  <a16:creationId xmlns:a16="http://schemas.microsoft.com/office/drawing/2014/main" id="{6C32C68F-D7FA-4B37-9D01-BA3AFB5D3F0A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4" name="Forma libre 53">
              <a:extLst>
                <a:ext uri="{FF2B5EF4-FFF2-40B4-BE49-F238E27FC236}">
                  <a16:creationId xmlns:a16="http://schemas.microsoft.com/office/drawing/2014/main" id="{1486617A-2A80-469E-B759-0E6C005CC533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13" name="Text Box 50">
            <a:extLst>
              <a:ext uri="{FF2B5EF4-FFF2-40B4-BE49-F238E27FC236}">
                <a16:creationId xmlns:a16="http://schemas.microsoft.com/office/drawing/2014/main" id="{B3EECC66-5E81-41B2-9A03-E252105DAF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4" name="Text Box 72">
            <a:extLst>
              <a:ext uri="{FF2B5EF4-FFF2-40B4-BE49-F238E27FC236}">
                <a16:creationId xmlns:a16="http://schemas.microsoft.com/office/drawing/2014/main" id="{6FB2FEF4-316B-4890-8576-14637D5891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A09A42B0-5891-4AC3-A80C-F724F1EA03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4727C246-C3D9-447B-A891-204682FDBA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1" name="Text Box 50">
            <a:extLst>
              <a:ext uri="{FF2B5EF4-FFF2-40B4-BE49-F238E27FC236}">
                <a16:creationId xmlns:a16="http://schemas.microsoft.com/office/drawing/2014/main" id="{BAAD7DE5-2673-4A57-B8D8-0213300BAE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BC843B4D-9620-4C27-AD82-F259EDE506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28E41261-A825-42F6-B94A-C91090C6F9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F23CB492-0138-4F24-B659-2DBD72AA0E68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Conector recto de flecha 234">
            <a:extLst>
              <a:ext uri="{FF2B5EF4-FFF2-40B4-BE49-F238E27FC236}">
                <a16:creationId xmlns:a16="http://schemas.microsoft.com/office/drawing/2014/main" id="{EE71F652-666C-4875-9839-466F5269F7D8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D5CA26A0-9997-483E-A1CE-C33729015F81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799D55FE-268C-4216-9214-EF0856471009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64D2EA74-96AC-403B-A797-F9F2FB7DF31C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91CB08B7-C9B3-47D6-8343-526C3C84FA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2" name="Line 71">
            <a:extLst>
              <a:ext uri="{FF2B5EF4-FFF2-40B4-BE49-F238E27FC236}">
                <a16:creationId xmlns:a16="http://schemas.microsoft.com/office/drawing/2014/main" id="{AC53D473-21CB-48CF-A624-5544084DC1E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Text Box 72">
            <a:extLst>
              <a:ext uri="{FF2B5EF4-FFF2-40B4-BE49-F238E27FC236}">
                <a16:creationId xmlns:a16="http://schemas.microsoft.com/office/drawing/2014/main" id="{8D035250-2DB5-4937-B5B9-6234FA1BC1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4" name="Line 71">
            <a:extLst>
              <a:ext uri="{FF2B5EF4-FFF2-40B4-BE49-F238E27FC236}">
                <a16:creationId xmlns:a16="http://schemas.microsoft.com/office/drawing/2014/main" id="{A160A46A-9FE8-4C51-9A6D-12434C99BF6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152658C3-AB02-4A35-8263-A2BD5160D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F607B927-FE35-45D2-BC3A-B8048F6B521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EB2E0383-6C6C-4B62-B2B1-D400236998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10BD354F-64BA-4F04-88FC-FB713F56661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2" name="Text Box 72">
            <a:extLst>
              <a:ext uri="{FF2B5EF4-FFF2-40B4-BE49-F238E27FC236}">
                <a16:creationId xmlns:a16="http://schemas.microsoft.com/office/drawing/2014/main" id="{C4FFD2C2-452B-4924-B5FB-A21E0C2CCA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3" name="Line 71">
            <a:extLst>
              <a:ext uri="{FF2B5EF4-FFF2-40B4-BE49-F238E27FC236}">
                <a16:creationId xmlns:a16="http://schemas.microsoft.com/office/drawing/2014/main" id="{F5A42530-51D0-4FC4-AE2A-95D187D5276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Forma libre 21">
            <a:extLst>
              <a:ext uri="{FF2B5EF4-FFF2-40B4-BE49-F238E27FC236}">
                <a16:creationId xmlns:a16="http://schemas.microsoft.com/office/drawing/2014/main" id="{9FAF791D-BC87-4F92-8E98-25A87D285F02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5FAE544D-0EF2-4712-9344-C79DC9C8D9E9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4" name="Rectángulo redondeado 203">
            <a:extLst>
              <a:ext uri="{FF2B5EF4-FFF2-40B4-BE49-F238E27FC236}">
                <a16:creationId xmlns:a16="http://schemas.microsoft.com/office/drawing/2014/main" id="{E5E75788-5BDC-4EC4-BE2A-29E4D831EE60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209" name="Rectángulo redondeado 208">
            <a:extLst>
              <a:ext uri="{FF2B5EF4-FFF2-40B4-BE49-F238E27FC236}">
                <a16:creationId xmlns:a16="http://schemas.microsoft.com/office/drawing/2014/main" id="{BEC58D67-32CF-4B23-A51A-75277BFB485C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150</a:t>
            </a:r>
          </a:p>
        </p:txBody>
      </p:sp>
      <p:sp>
        <p:nvSpPr>
          <p:cNvPr id="210" name="Rectángulo redondeado 209">
            <a:extLst>
              <a:ext uri="{FF2B5EF4-FFF2-40B4-BE49-F238E27FC236}">
                <a16:creationId xmlns:a16="http://schemas.microsoft.com/office/drawing/2014/main" id="{4A513D7E-1FC4-4C6B-8CC2-960F0434D1AB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218" name="Rectángulo redondeado 217">
            <a:extLst>
              <a:ext uri="{FF2B5EF4-FFF2-40B4-BE49-F238E27FC236}">
                <a16:creationId xmlns:a16="http://schemas.microsoft.com/office/drawing/2014/main" id="{E2977E38-1D6B-471C-828D-34CC2715FEF4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222" name="Rectángulo redondeado 221">
            <a:extLst>
              <a:ext uri="{FF2B5EF4-FFF2-40B4-BE49-F238E27FC236}">
                <a16:creationId xmlns:a16="http://schemas.microsoft.com/office/drawing/2014/main" id="{E04782DD-0DC4-4889-A69D-BADDDC5ECF14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223" name="Rectángulo redondeado 222">
            <a:extLst>
              <a:ext uri="{FF2B5EF4-FFF2-40B4-BE49-F238E27FC236}">
                <a16:creationId xmlns:a16="http://schemas.microsoft.com/office/drawing/2014/main" id="{1095A51A-66BC-4F65-BAE4-D71487FC9877}"/>
              </a:ext>
            </a:extLst>
          </p:cNvPr>
          <p:cNvSpPr/>
          <p:nvPr/>
        </p:nvSpPr>
        <p:spPr>
          <a:xfrm>
            <a:off x="7481888" y="21717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400</a:t>
            </a:r>
          </a:p>
        </p:txBody>
      </p:sp>
      <p:sp>
        <p:nvSpPr>
          <p:cNvPr id="228" name="Rectángulo redondeado 227">
            <a:extLst>
              <a:ext uri="{FF2B5EF4-FFF2-40B4-BE49-F238E27FC236}">
                <a16:creationId xmlns:a16="http://schemas.microsoft.com/office/drawing/2014/main" id="{9261A013-7717-4769-A58C-BEC9E20011EC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233" name="Rectángulo redondeado 232">
            <a:extLst>
              <a:ext uri="{FF2B5EF4-FFF2-40B4-BE49-F238E27FC236}">
                <a16:creationId xmlns:a16="http://schemas.microsoft.com/office/drawing/2014/main" id="{C73CCDB7-82A7-4ADB-B8B0-F3F0DE63332E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326" name="Rectángulo redondeado 325">
            <a:extLst>
              <a:ext uri="{FF2B5EF4-FFF2-40B4-BE49-F238E27FC236}">
                <a16:creationId xmlns:a16="http://schemas.microsoft.com/office/drawing/2014/main" id="{F7C67675-A08A-441A-B2A5-3A150519491F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327" name="Rectángulo redondeado 326">
            <a:extLst>
              <a:ext uri="{FF2B5EF4-FFF2-40B4-BE49-F238E27FC236}">
                <a16:creationId xmlns:a16="http://schemas.microsoft.com/office/drawing/2014/main" id="{0CE2E785-CA19-479F-8C6F-D1014C3B18B1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334" name="Rectángulo redondeado 333">
            <a:extLst>
              <a:ext uri="{FF2B5EF4-FFF2-40B4-BE49-F238E27FC236}">
                <a16:creationId xmlns:a16="http://schemas.microsoft.com/office/drawing/2014/main" id="{78485EB7-6822-4006-B33C-7EBEDA77A457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335" name="Rectángulo redondeado 334">
            <a:extLst>
              <a:ext uri="{FF2B5EF4-FFF2-40B4-BE49-F238E27FC236}">
                <a16:creationId xmlns:a16="http://schemas.microsoft.com/office/drawing/2014/main" id="{125109F5-230C-46A2-A1E6-21AC26512744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336" name="Rectángulo redondeado 335">
            <a:extLst>
              <a:ext uri="{FF2B5EF4-FFF2-40B4-BE49-F238E27FC236}">
                <a16:creationId xmlns:a16="http://schemas.microsoft.com/office/drawing/2014/main" id="{D9F6ECA0-DC1E-4911-AB02-47821291FACF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337" name="Text Box 50">
            <a:extLst>
              <a:ext uri="{FF2B5EF4-FFF2-40B4-BE49-F238E27FC236}">
                <a16:creationId xmlns:a16="http://schemas.microsoft.com/office/drawing/2014/main" id="{F1CC0346-254F-4E5E-A9E7-13EEE73246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38" name="Text Box 50">
            <a:extLst>
              <a:ext uri="{FF2B5EF4-FFF2-40B4-BE49-F238E27FC236}">
                <a16:creationId xmlns:a16="http://schemas.microsoft.com/office/drawing/2014/main" id="{42EB9683-8D4A-4040-AFED-3E64115D40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11" name="Text Box 50">
            <a:extLst>
              <a:ext uri="{FF2B5EF4-FFF2-40B4-BE49-F238E27FC236}">
                <a16:creationId xmlns:a16="http://schemas.microsoft.com/office/drawing/2014/main" id="{4E039C09-9C1B-4058-8A3E-2B53934A7B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2" name="Marcador de número de diapositiva 61">
            <a:extLst>
              <a:ext uri="{FF2B5EF4-FFF2-40B4-BE49-F238E27FC236}">
                <a16:creationId xmlns:a16="http://schemas.microsoft.com/office/drawing/2014/main" id="{516A89AD-19F7-4845-8A76-11D9D2AEA5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F5D2E0A-720C-4E1C-830E-D81AA34C7C86}" type="slidenum">
              <a:rPr lang="es-ES" altLang="es-ES">
                <a:solidFill>
                  <a:srgbClr val="171717"/>
                </a:solidFill>
              </a:rPr>
              <a:pPr/>
              <a:t>106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ángulo 10">
            <a:extLst>
              <a:ext uri="{FF2B5EF4-FFF2-40B4-BE49-F238E27FC236}">
                <a16:creationId xmlns:a16="http://schemas.microsoft.com/office/drawing/2014/main" id="{A50FE5DF-936B-4467-91FB-9B2E1247AC9A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24" name="Rectángulo redondeado 23">
            <a:extLst>
              <a:ext uri="{FF2B5EF4-FFF2-40B4-BE49-F238E27FC236}">
                <a16:creationId xmlns:a16="http://schemas.microsoft.com/office/drawing/2014/main" id="{9C4F3CF4-EB15-4EFA-89BF-33C87933DB5F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400</a:t>
            </a: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BEB47C78-61E4-4D91-A642-077FCB62221E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3CEC9F9A-AB59-4D9B-BF70-B2DB9F89908D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1D00640D-A345-489F-8A1D-DF587CF408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82714B4A-7F37-4F39-9D04-CBFEE66B10E3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DC8EF148-23FD-4BA3-BEC1-C8681249B553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88D1184B-2707-4A79-8910-4D452303CC7B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FA8492FC-3464-43BD-B905-EB2777A12B61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19940D12-DD96-4207-B0C1-0F8D41C06CCD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B79C473A-3107-45DE-B328-28F2AD150F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15052" name="Rectangle 3">
            <a:extLst>
              <a:ext uri="{FF2B5EF4-FFF2-40B4-BE49-F238E27FC236}">
                <a16:creationId xmlns:a16="http://schemas.microsoft.com/office/drawing/2014/main" id="{CE40DC3F-583E-4F4F-B6B2-0480BB49AA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681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Camino crítico incremento PC: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PC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 PC + 4</a:t>
            </a:r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215053" name="Grupo 228">
            <a:extLst>
              <a:ext uri="{FF2B5EF4-FFF2-40B4-BE49-F238E27FC236}">
                <a16:creationId xmlns:a16="http://schemas.microsoft.com/office/drawing/2014/main" id="{DDFB519D-AD51-4BE7-ABF2-596E398336AE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58" name="Text Box 37">
              <a:extLst>
                <a:ext uri="{FF2B5EF4-FFF2-40B4-BE49-F238E27FC236}">
                  <a16:creationId xmlns:a16="http://schemas.microsoft.com/office/drawing/2014/main" id="{6F7E2DE5-8FD5-4FED-956B-EA26C0ED4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4" name="Text Box 32">
              <a:extLst>
                <a:ext uri="{FF2B5EF4-FFF2-40B4-BE49-F238E27FC236}">
                  <a16:creationId xmlns:a16="http://schemas.microsoft.com/office/drawing/2014/main" id="{DF7C60B6-7C4B-4BC3-8736-F09CD3B62D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47" name="Text Box 22">
              <a:extLst>
                <a:ext uri="{FF2B5EF4-FFF2-40B4-BE49-F238E27FC236}">
                  <a16:creationId xmlns:a16="http://schemas.microsoft.com/office/drawing/2014/main" id="{D99DAE21-2257-45B8-8863-16D0E4D5ED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8" name="Text Box 10">
              <a:extLst>
                <a:ext uri="{FF2B5EF4-FFF2-40B4-BE49-F238E27FC236}">
                  <a16:creationId xmlns:a16="http://schemas.microsoft.com/office/drawing/2014/main" id="{D5346901-82CE-42F5-BBC7-4EA3423703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0" name="Text Box 14">
              <a:extLst>
                <a:ext uri="{FF2B5EF4-FFF2-40B4-BE49-F238E27FC236}">
                  <a16:creationId xmlns:a16="http://schemas.microsoft.com/office/drawing/2014/main" id="{B09391B1-CAEA-4A82-BCAE-5A6DC19FD1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1" name="Text Box 27">
              <a:extLst>
                <a:ext uri="{FF2B5EF4-FFF2-40B4-BE49-F238E27FC236}">
                  <a16:creationId xmlns:a16="http://schemas.microsoft.com/office/drawing/2014/main" id="{404D9A61-7A5E-4B85-8563-652C7B2273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026BEA65-16E8-44AB-AF6C-F749F88C4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Line 8">
              <a:extLst>
                <a:ext uri="{FF2B5EF4-FFF2-40B4-BE49-F238E27FC236}">
                  <a16:creationId xmlns:a16="http://schemas.microsoft.com/office/drawing/2014/main" id="{9A348A2C-11FA-440C-8E36-FBF0E243B4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7" name="Line 9">
              <a:extLst>
                <a:ext uri="{FF2B5EF4-FFF2-40B4-BE49-F238E27FC236}">
                  <a16:creationId xmlns:a16="http://schemas.microsoft.com/office/drawing/2014/main" id="{784F644D-4133-46B1-9E56-19C1180902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Line 12">
              <a:extLst>
                <a:ext uri="{FF2B5EF4-FFF2-40B4-BE49-F238E27FC236}">
                  <a16:creationId xmlns:a16="http://schemas.microsoft.com/office/drawing/2014/main" id="{41ADCD08-3895-4B5D-ABC4-E43CF1597B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0" name="Line 13">
              <a:extLst>
                <a:ext uri="{FF2B5EF4-FFF2-40B4-BE49-F238E27FC236}">
                  <a16:creationId xmlns:a16="http://schemas.microsoft.com/office/drawing/2014/main" id="{870801AB-1FED-4C98-9E84-49D2CF74B0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1" name="Text Box 15">
              <a:extLst>
                <a:ext uri="{FF2B5EF4-FFF2-40B4-BE49-F238E27FC236}">
                  <a16:creationId xmlns:a16="http://schemas.microsoft.com/office/drawing/2014/main" id="{5ECCCEF4-D3CF-41CE-93A6-FFAA089819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42" name="Text Box 16">
              <a:extLst>
                <a:ext uri="{FF2B5EF4-FFF2-40B4-BE49-F238E27FC236}">
                  <a16:creationId xmlns:a16="http://schemas.microsoft.com/office/drawing/2014/main" id="{E1981688-A145-4D18-8D55-6807F01CB2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243" name="Text Box 17">
              <a:extLst>
                <a:ext uri="{FF2B5EF4-FFF2-40B4-BE49-F238E27FC236}">
                  <a16:creationId xmlns:a16="http://schemas.microsoft.com/office/drawing/2014/main" id="{8A3E4C8E-3593-4B44-95AE-E5210D8E3C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4" name="Line 18">
              <a:extLst>
                <a:ext uri="{FF2B5EF4-FFF2-40B4-BE49-F238E27FC236}">
                  <a16:creationId xmlns:a16="http://schemas.microsoft.com/office/drawing/2014/main" id="{557A7B2B-C593-4954-AB11-E420B41869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20">
              <a:extLst>
                <a:ext uri="{FF2B5EF4-FFF2-40B4-BE49-F238E27FC236}">
                  <a16:creationId xmlns:a16="http://schemas.microsoft.com/office/drawing/2014/main" id="{3DE7F652-2294-4A22-85F0-3C1E7F0EB7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21">
              <a:extLst>
                <a:ext uri="{FF2B5EF4-FFF2-40B4-BE49-F238E27FC236}">
                  <a16:creationId xmlns:a16="http://schemas.microsoft.com/office/drawing/2014/main" id="{292782DB-F021-4FA4-B953-647D71B08B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Text Box 23">
              <a:extLst>
                <a:ext uri="{FF2B5EF4-FFF2-40B4-BE49-F238E27FC236}">
                  <a16:creationId xmlns:a16="http://schemas.microsoft.com/office/drawing/2014/main" id="{20197F37-964B-421D-A124-6391BF7A19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249" name="Line 25">
              <a:extLst>
                <a:ext uri="{FF2B5EF4-FFF2-40B4-BE49-F238E27FC236}">
                  <a16:creationId xmlns:a16="http://schemas.microsoft.com/office/drawing/2014/main" id="{A93F54A2-3760-4FA5-990A-DC9D4DBD83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26">
              <a:extLst>
                <a:ext uri="{FF2B5EF4-FFF2-40B4-BE49-F238E27FC236}">
                  <a16:creationId xmlns:a16="http://schemas.microsoft.com/office/drawing/2014/main" id="{54EE92A4-A4C2-4EA1-9B51-6120080967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28">
              <a:extLst>
                <a:ext uri="{FF2B5EF4-FFF2-40B4-BE49-F238E27FC236}">
                  <a16:creationId xmlns:a16="http://schemas.microsoft.com/office/drawing/2014/main" id="{038439FA-A644-4567-B096-A1A0740DE9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252" name="Line 30">
              <a:extLst>
                <a:ext uri="{FF2B5EF4-FFF2-40B4-BE49-F238E27FC236}">
                  <a16:creationId xmlns:a16="http://schemas.microsoft.com/office/drawing/2014/main" id="{04C5D571-FCC6-46DF-9BF3-BE577DE07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Line 31">
              <a:extLst>
                <a:ext uri="{FF2B5EF4-FFF2-40B4-BE49-F238E27FC236}">
                  <a16:creationId xmlns:a16="http://schemas.microsoft.com/office/drawing/2014/main" id="{81C296C2-DF28-4D53-A7B6-067F9FC4F9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5" name="Text Box 33">
              <a:extLst>
                <a:ext uri="{FF2B5EF4-FFF2-40B4-BE49-F238E27FC236}">
                  <a16:creationId xmlns:a16="http://schemas.microsoft.com/office/drawing/2014/main" id="{FB09841E-8111-49F3-84E0-53A8575965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256" name="Line 35">
              <a:extLst>
                <a:ext uri="{FF2B5EF4-FFF2-40B4-BE49-F238E27FC236}">
                  <a16:creationId xmlns:a16="http://schemas.microsoft.com/office/drawing/2014/main" id="{38A909CF-AF99-4F8B-A85C-52169B57F8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7" name="Line 36">
              <a:extLst>
                <a:ext uri="{FF2B5EF4-FFF2-40B4-BE49-F238E27FC236}">
                  <a16:creationId xmlns:a16="http://schemas.microsoft.com/office/drawing/2014/main" id="{0F7F18C5-1B24-410A-9E09-62E18DEDAD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9" name="Text Box 38">
              <a:extLst>
                <a:ext uri="{FF2B5EF4-FFF2-40B4-BE49-F238E27FC236}">
                  <a16:creationId xmlns:a16="http://schemas.microsoft.com/office/drawing/2014/main" id="{28DC9B7A-C0A5-4C88-8DAA-EAFFC018B4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260" name="Text Box 39">
              <a:extLst>
                <a:ext uri="{FF2B5EF4-FFF2-40B4-BE49-F238E27FC236}">
                  <a16:creationId xmlns:a16="http://schemas.microsoft.com/office/drawing/2014/main" id="{F86DB179-BCD1-4A50-B4D7-C65A673B4B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261" name="Forma libre 260">
              <a:extLst>
                <a:ext uri="{FF2B5EF4-FFF2-40B4-BE49-F238E27FC236}">
                  <a16:creationId xmlns:a16="http://schemas.microsoft.com/office/drawing/2014/main" id="{49D8044F-54EB-4672-AED8-200A9161A1AF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15054" name="Grupo 261">
            <a:extLst>
              <a:ext uri="{FF2B5EF4-FFF2-40B4-BE49-F238E27FC236}">
                <a16:creationId xmlns:a16="http://schemas.microsoft.com/office/drawing/2014/main" id="{15FAB83D-274D-4046-B210-A54D949DFEFE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3E6A95E8-7400-46C9-8FB9-664838F3B6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BFA66ABB-5628-48E5-8C76-D76FD7CC21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E089B3E8-AEAA-495A-82BB-0D7042FDD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0A91F0BF-78A5-4E78-8EA4-ED877F2528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E6E7D364-C5ED-4DCE-8546-C3C93065B1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FE38C26C-D1A0-4BFE-9DE0-A1413BCDDD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0ADDC3C6-8BA2-4E43-ACD1-64C42A002D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F9E9D951-9F43-4C1F-BCEE-885B6BA1CA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52C0F77C-4CA0-487B-9339-34AF3D989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AB34B9FC-CDD8-4871-936B-36DDEAA3DA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D3698AFA-6C17-409E-A9F0-1F52AD9C9A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9CE0004E-72F7-4987-95E4-B121CED530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05FA5133-A684-4294-89B7-9FB41DE05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05E863CC-5064-4C82-ADEA-1401D3AEA5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9B997E1D-6948-4666-AFA7-C18334363F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D6BCD3DA-4A59-4328-A159-60A4029736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ECCBB9BC-08B5-4A57-A9A9-0EDE6801CCE2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BCB40DE7-EAB8-460E-B643-048592EF8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99CE8D96-7D3A-412B-B598-274BBBB92B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5B36F222-8F18-4338-8C88-EAF3A12EBC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A379E9B5-C4AD-4E4B-AA3A-901F64FA4BE8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96906370-7574-4695-B981-EA9498AF565E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A5BE15FA-82A0-4C60-AA71-BA75527EB2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378AD851-7EE5-4E3F-A956-120FB485E7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377B12CE-D630-4CE0-A79F-648CB48003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1C49DCCB-76F0-4E1F-B994-E389760C97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B6B97750-5C30-4ED4-85F8-8B894261C8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316294EC-E311-4476-A162-52341DFEBF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2E2D93E5-D1C7-40E8-8BA5-2D69C2E31C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6AC8FBD4-F3AB-4298-8EA6-8896BBA4F7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B4B9D01A-42A7-4C82-85D3-2F11E18387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12CDE4FC-E498-4491-A851-F7784ED3EE3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9E4D3068-2AF8-42E8-B735-2BB5D2A7DF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435DFA54-A2E8-44A8-A809-F728A6B8B6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C714EB13-909A-40B5-8C44-50300FBD567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66A50393-0D35-4690-A32B-23ACBDA02AD0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14183F5C-6100-4CE7-BCE5-84B325F2FF31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595602F3-6979-48E0-94D6-8944E013974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15076" name="Grupo 303">
            <a:extLst>
              <a:ext uri="{FF2B5EF4-FFF2-40B4-BE49-F238E27FC236}">
                <a16:creationId xmlns:a16="http://schemas.microsoft.com/office/drawing/2014/main" id="{11AE3EF4-35F8-433A-AC32-2544ACDC5498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B41D3DA2-DBFA-471B-8FD5-6DB0B1506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4E48A2AA-914F-4EB4-AEE1-005A047B2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0CDDF062-E850-4D36-ABBB-47BC5E201518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982B83AD-7575-426E-803C-52E91E2221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E41787DF-3023-4111-9786-107708623E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58883085-2725-477D-9B6D-D5475262D9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51B0AA36-3BBE-4D8C-9247-C209DA94D1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AE4E7C37-F776-43CF-A375-5406DF53D436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102612D6-C933-41E2-833C-391FEA195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36A465FC-6F55-438F-A3B8-882B3BA134AF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05B0F39E-FDE5-48B1-B679-67B724FE376E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37541CD4-B149-4EC6-9A1C-A3CE81EE37CB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6037072E-9BCA-4955-94CA-FFF9D432E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1CED345F-6D70-4CCB-86BA-B1216F7D67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0A57A6D2-FD72-433F-9B6D-85CD995B7891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EC295E12-1992-4663-8E4F-F443FB9EEF30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E5DADD04-5078-4DE9-82E5-F9AFEF7086DC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5087" name="Grupo 27">
            <a:extLst>
              <a:ext uri="{FF2B5EF4-FFF2-40B4-BE49-F238E27FC236}">
                <a16:creationId xmlns:a16="http://schemas.microsoft.com/office/drawing/2014/main" id="{DE944E8D-1795-443E-9DD3-FD92935BC22C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67D08EB3-7940-49B9-BF49-9024AF0A6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2EC96BCB-4CB9-47F2-9029-D41EAA0B5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C46F73A8-09EF-4617-B3AB-FE9658780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1F01DD4A-4148-4CBC-A781-A08093EE1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07C14305-F17B-435C-9F86-07FD08EB5F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829EE114-BD19-41A0-BDD3-9866E40EA3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12B710B6-099C-4B8E-B349-AABE7061DD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ECAD2A59-2183-43CF-8194-C929738E89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9FD53D08-72AD-4559-999E-630A6094C2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5F49558A-6623-48E0-9B62-6EAAC44027ED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553EFF64-8DEC-445A-8A03-8451126EB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D7D12B9F-EF44-40B1-A6AA-D447C620F3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4F8F7B72-8E94-4148-AC8C-94BE46639BD0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AEE22061-69CD-4965-84CB-C375C62ED898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33674FE3-D10E-4CE6-9DB7-BFE60AC2ACB3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3CF2535D-6BAD-4BCA-A027-1AEF3526F1BF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82C845BD-B9D2-4338-8AD3-9F041C27D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E19AC7A0-877C-4164-8035-C0A6F47C38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0D728424-5CC8-42A4-97F5-EFFC5E0F0B36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5095" name="Grupo 4">
            <a:extLst>
              <a:ext uri="{FF2B5EF4-FFF2-40B4-BE49-F238E27FC236}">
                <a16:creationId xmlns:a16="http://schemas.microsoft.com/office/drawing/2014/main" id="{1EF4E6E3-DBC0-4DA3-8C5F-57303557ED13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BEF8DF79-74CF-406B-994C-9DF3EE846E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EDA02C41-CDF8-484A-B27A-917349186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FF39CCF4-7F24-47F1-A613-346D2DA187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D14822E3-E17E-48D6-B101-A6227DDB6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54E7EA1F-3912-460F-B198-D70434E1C3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6CA29A5B-6D3D-4F1F-8B13-2C74342918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0521E1C8-A017-456F-9E96-E49AE649C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E5388815-B2F2-47C2-AE07-816D3EA097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5155C937-FA35-4D31-9C3E-9E9A09F496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47D4A808-5D54-4B99-8521-65CAA8FFD6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878192AF-B89F-48F7-AC3C-27D3A54D86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35A25936-7510-4811-91FE-40F48CCB971C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D952EC1B-6FE1-41A2-A525-080261137BF5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F751B026-7B25-45AF-9FD5-171A8F5A4A67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5099" name="Grupo 138">
            <a:extLst>
              <a:ext uri="{FF2B5EF4-FFF2-40B4-BE49-F238E27FC236}">
                <a16:creationId xmlns:a16="http://schemas.microsoft.com/office/drawing/2014/main" id="{93919575-4C65-4458-983C-47CD436904A2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1D743B9B-DBFB-4A82-BEC3-4D81CD4B24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2C67AC76-97F6-449D-B9C2-CAC4C6225B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800E47F9-8EAE-4E75-A869-3F0DD74E5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A15DF2D0-9D68-4F3E-B422-59D27C13B9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369B7660-047F-456A-8265-C23E561A24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D702FF0D-AF57-45F2-986A-27AA605336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F29C8D7A-C8F5-4BB0-82DC-39510936F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661E0955-C264-470E-9610-D4A43E205A9D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25933427-B5F0-4A92-8DA6-AAD973699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15100" name="Grupo 148">
            <a:extLst>
              <a:ext uri="{FF2B5EF4-FFF2-40B4-BE49-F238E27FC236}">
                <a16:creationId xmlns:a16="http://schemas.microsoft.com/office/drawing/2014/main" id="{177BA6F6-C266-45DE-A695-C1DA03B29F0F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D87F272F-E451-4F8C-B6CC-F5744CE721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074069B5-9D87-4D82-A149-FFEA01F1DF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62AEC447-5462-40BB-87FB-6A05BB3542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7C972AC6-C2DB-4E7F-8F93-25AB9458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DDBB75B7-E908-4CBB-92C6-E5BB35A9EE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512CC967-655F-4542-AB08-0C33D4E22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7EBE8DA8-6FB2-4E97-AED8-EEDC1D3576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3B72038B-C77D-4134-944A-5D56A16514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80288C85-C769-48FB-B6E9-7EB7C79573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D8AE20DF-B4AA-4441-B810-161EA3D3BF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513040DD-7BF9-49E6-A9F3-F0E04DE30F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AFDCEA07-8583-4998-9A84-3089D4CF6D0B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6157CB77-9E59-42EB-A031-D0DD118F5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D36D37FD-D621-4290-B118-5F3EC548ABC9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5104" name="Grupo 188">
            <a:extLst>
              <a:ext uri="{FF2B5EF4-FFF2-40B4-BE49-F238E27FC236}">
                <a16:creationId xmlns:a16="http://schemas.microsoft.com/office/drawing/2014/main" id="{3232D001-562B-4A7E-8B74-6B3F27D35C1F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CD2CFAF2-70E3-40BB-9282-28C8CF0BD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EC9B46CB-6B88-4631-BBCB-6E33D03B4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149F2B75-5017-4E1F-866B-E9D694B7AE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CDC19A1E-EA9A-414A-AA65-19D62D7795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9D0852B2-0FF6-4A55-ACE0-7CC5F1987C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4517F334-6BE5-4F2A-AAF2-9AD76120EB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E4CB60BF-CCAD-4DBD-A09A-7E7283EE4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C2891220-F8CE-42A1-887D-7C4999E8FD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3EC40234-B36E-4D90-AF64-1DC21D02F1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37C75FDA-F83C-49AE-9E16-DC83538D16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8EF68C47-C818-4A78-BF43-58075E3885C2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5106" name="Grupo 47">
            <a:extLst>
              <a:ext uri="{FF2B5EF4-FFF2-40B4-BE49-F238E27FC236}">
                <a16:creationId xmlns:a16="http://schemas.microsoft.com/office/drawing/2014/main" id="{B551C70D-8368-49DD-ACA1-5731A5F554D6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BF31591C-8447-4966-BB32-08498EEADC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94566569-E229-4BFD-ACA4-46C67637D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60A5E818-8A34-4CCE-9687-B6210FC4AB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CD17960E-2743-4D76-B27B-9DA5A45B9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9B56DA43-6EB4-467B-8ADF-5FE7034535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4C82D44D-5471-4770-AE95-300C5B8830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680DD0FA-F123-48A9-853B-3B7E7DC43E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A8CB4002-148C-4BB2-B1DE-ED7027E0DA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6D32A94C-7927-436E-8F34-BEA8625385B9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CDD344AC-5681-44EF-BBFF-0F0F289C78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202CF9BB-47A0-4EA0-BBE8-5FC81574BF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2F470D1E-94A8-42F2-A2FD-2CFD6A710E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422CF23B-7864-4DEF-B832-D23A4CEAC30C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843DB62B-F009-4C1C-9B8C-16F0570F750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15F89257-CA7A-4565-818F-E4D31A41FC7C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5110" name="Grupo 9">
            <a:extLst>
              <a:ext uri="{FF2B5EF4-FFF2-40B4-BE49-F238E27FC236}">
                <a16:creationId xmlns:a16="http://schemas.microsoft.com/office/drawing/2014/main" id="{82F4F60B-8368-4B95-83BD-CAFE990D3711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D496EC29-CD15-4027-994E-71DCB69443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5A2144B0-695A-422F-9FCC-1F7C2F5D0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CF4901BF-F9C5-494E-82F2-E99E6D7930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766470BC-46AB-4124-8725-933438ECF6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2845EA54-B9FA-48CE-99F9-AE19FDFA96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DF367FC3-A4CF-4C03-967B-71055206C4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D6543E15-8D52-42A1-9624-BECBA4DC4F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67CEDAF7-5C94-4912-8DE0-16FBA01CF3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CB3A5C9A-6372-4413-A0C6-177983DF06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F23A6BAA-103D-497C-AF64-CC4FF58FB8AF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0B8623B3-48DF-41B3-BDD8-4408EADDF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8B7EE164-34EE-4326-A920-87F6C96DDB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8230CF4A-6F7C-4F87-B192-7745C2A412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1D8B8CB7-73A5-4286-A7DF-BCC09EA5DB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0658B8E9-6F54-40CB-9724-C275069A66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28054F48-F83A-447E-8AEF-530C09B1E6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0C6C1632-C45A-4DC6-A0A7-49675E0DE1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2E7A759F-CA4C-4093-943A-906108EAE0C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277A07B4-9EFB-41CC-A454-872DD2CD1E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C8086C92-7BB5-4904-8929-5C3D6077D63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A3CE633A-6CDF-469C-B235-C8272E6A97D0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EE1B9BE6-995D-4C60-934B-F42E627BDAF8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517B5BA1-0F35-42E6-ABDD-4F2FE97540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96252D88-F89A-4486-AEBE-85C2C85A639E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4" name="Text Box 72">
            <a:extLst>
              <a:ext uri="{FF2B5EF4-FFF2-40B4-BE49-F238E27FC236}">
                <a16:creationId xmlns:a16="http://schemas.microsoft.com/office/drawing/2014/main" id="{57448D4A-EA45-4581-AB61-371E3235C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25" name="Line 71">
            <a:extLst>
              <a:ext uri="{FF2B5EF4-FFF2-40B4-BE49-F238E27FC236}">
                <a16:creationId xmlns:a16="http://schemas.microsoft.com/office/drawing/2014/main" id="{3D11C7B3-6E38-4CBD-9B1F-E849795FE5A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C51A7649-CA10-407B-807B-667865C7C6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E2237FBE-2265-4DA5-82D8-AABFB2941F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06178729-ECD6-4903-B051-B20EAC41F1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2C63B982-8385-4D26-8380-F28A1AB81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" name="Text Box 50">
            <a:extLst>
              <a:ext uri="{FF2B5EF4-FFF2-40B4-BE49-F238E27FC236}">
                <a16:creationId xmlns:a16="http://schemas.microsoft.com/office/drawing/2014/main" id="{D2D6FDB9-6377-46FE-A7DA-632E57D44A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6" name="Text Box 50">
            <a:extLst>
              <a:ext uri="{FF2B5EF4-FFF2-40B4-BE49-F238E27FC236}">
                <a16:creationId xmlns:a16="http://schemas.microsoft.com/office/drawing/2014/main" id="{49DF18FE-EC7C-480F-B236-A967A55D39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4A234C47-9C3E-44BC-A694-A79C7E11D150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5127" name="Grupo 324">
            <a:extLst>
              <a:ext uri="{FF2B5EF4-FFF2-40B4-BE49-F238E27FC236}">
                <a16:creationId xmlns:a16="http://schemas.microsoft.com/office/drawing/2014/main" id="{B8BC6EFA-8C5D-466E-9CFC-930B9AE24D24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21" name="Forma libre 20">
              <a:extLst>
                <a:ext uri="{FF2B5EF4-FFF2-40B4-BE49-F238E27FC236}">
                  <a16:creationId xmlns:a16="http://schemas.microsoft.com/office/drawing/2014/main" id="{989B81BA-331A-4E16-9406-36D36CC5C72E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3" name="Forma libre 22">
              <a:extLst>
                <a:ext uri="{FF2B5EF4-FFF2-40B4-BE49-F238E27FC236}">
                  <a16:creationId xmlns:a16="http://schemas.microsoft.com/office/drawing/2014/main" id="{66A9051E-D5AB-4270-A075-A759B3CF6E7D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" name="Forma libre 25">
              <a:extLst>
                <a:ext uri="{FF2B5EF4-FFF2-40B4-BE49-F238E27FC236}">
                  <a16:creationId xmlns:a16="http://schemas.microsoft.com/office/drawing/2014/main" id="{FD44F11F-DB2C-42EE-8B39-D6A84213DBCF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4" name="Forma libre 53">
              <a:extLst>
                <a:ext uri="{FF2B5EF4-FFF2-40B4-BE49-F238E27FC236}">
                  <a16:creationId xmlns:a16="http://schemas.microsoft.com/office/drawing/2014/main" id="{D2BCF2CA-5C78-481D-B3CE-E83E9F5F74BF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13" name="Text Box 50">
            <a:extLst>
              <a:ext uri="{FF2B5EF4-FFF2-40B4-BE49-F238E27FC236}">
                <a16:creationId xmlns:a16="http://schemas.microsoft.com/office/drawing/2014/main" id="{C5905CB6-DC0F-434C-9708-7857A84DFC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4" name="Text Box 72">
            <a:extLst>
              <a:ext uri="{FF2B5EF4-FFF2-40B4-BE49-F238E27FC236}">
                <a16:creationId xmlns:a16="http://schemas.microsoft.com/office/drawing/2014/main" id="{4F4B92D7-63AE-4535-80FB-EA50BFA5E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3DF2F449-D8DE-4E73-B7C9-AB9D5ABEB8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BC72B1DD-2771-470D-B51B-7E166B57F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1" name="Text Box 50">
            <a:extLst>
              <a:ext uri="{FF2B5EF4-FFF2-40B4-BE49-F238E27FC236}">
                <a16:creationId xmlns:a16="http://schemas.microsoft.com/office/drawing/2014/main" id="{834820C0-E8A4-485A-A5BB-ABE5145B1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4E06228C-F4FF-4F21-B84B-ED2DC4FAB0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D3757E2A-04F2-4A4C-B2AC-7B2C49E003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D09C8E7F-96DE-4BEA-9D8B-65E63FA862C4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Conector recto de flecha 234">
            <a:extLst>
              <a:ext uri="{FF2B5EF4-FFF2-40B4-BE49-F238E27FC236}">
                <a16:creationId xmlns:a16="http://schemas.microsoft.com/office/drawing/2014/main" id="{D7D159E6-A2BF-4C2B-91C2-D9B7113A0409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8009E845-9993-42DA-B0F8-E65B56F11DD5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B6DDAF6C-3CA1-4C5D-9BAA-9423DA8A56C5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035A22E6-ACEB-42F8-9221-E92D98DD8A03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DB78C0B2-2343-4284-88CC-1892F2CC2D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2" name="Line 71">
            <a:extLst>
              <a:ext uri="{FF2B5EF4-FFF2-40B4-BE49-F238E27FC236}">
                <a16:creationId xmlns:a16="http://schemas.microsoft.com/office/drawing/2014/main" id="{231AD055-1ACE-4217-B173-4F579BF4180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3" name="Text Box 72">
            <a:extLst>
              <a:ext uri="{FF2B5EF4-FFF2-40B4-BE49-F238E27FC236}">
                <a16:creationId xmlns:a16="http://schemas.microsoft.com/office/drawing/2014/main" id="{C7C8E91E-88AF-4741-9347-9B6F4DDB7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4" name="Line 71">
            <a:extLst>
              <a:ext uri="{FF2B5EF4-FFF2-40B4-BE49-F238E27FC236}">
                <a16:creationId xmlns:a16="http://schemas.microsoft.com/office/drawing/2014/main" id="{2935D93E-70DC-49A5-93D8-00D02AB0E2C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170E3C3C-2B26-4352-A3E9-67DA7D2F42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C498AFEF-C1BE-4B4B-870F-2F978E88B73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893D0057-EAB5-4A10-B700-42B25A6A28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40454696-E16B-454B-87E1-9BFB66E2505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2" name="Text Box 72">
            <a:extLst>
              <a:ext uri="{FF2B5EF4-FFF2-40B4-BE49-F238E27FC236}">
                <a16:creationId xmlns:a16="http://schemas.microsoft.com/office/drawing/2014/main" id="{31123A48-867A-426B-9D4E-EC9C9377DF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3" name="Line 71">
            <a:extLst>
              <a:ext uri="{FF2B5EF4-FFF2-40B4-BE49-F238E27FC236}">
                <a16:creationId xmlns:a16="http://schemas.microsoft.com/office/drawing/2014/main" id="{350BD188-E5EA-425C-924B-801F3177734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" name="Forma libre 21">
            <a:extLst>
              <a:ext uri="{FF2B5EF4-FFF2-40B4-BE49-F238E27FC236}">
                <a16:creationId xmlns:a16="http://schemas.microsoft.com/office/drawing/2014/main" id="{91F53218-D33E-4B5E-A4A8-B6C1113897E1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E5BF556A-82BE-4511-ABBA-75ABF50839E7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4" name="Rectángulo redondeado 203">
            <a:extLst>
              <a:ext uri="{FF2B5EF4-FFF2-40B4-BE49-F238E27FC236}">
                <a16:creationId xmlns:a16="http://schemas.microsoft.com/office/drawing/2014/main" id="{AC8DFDFE-7AFC-400C-8D36-C940BA80B0E0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209" name="Rectángulo redondeado 208">
            <a:extLst>
              <a:ext uri="{FF2B5EF4-FFF2-40B4-BE49-F238E27FC236}">
                <a16:creationId xmlns:a16="http://schemas.microsoft.com/office/drawing/2014/main" id="{AE076DD4-1D4F-487E-9557-B7EA855E941A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150</a:t>
            </a:r>
          </a:p>
        </p:txBody>
      </p:sp>
      <p:sp>
        <p:nvSpPr>
          <p:cNvPr id="210" name="Rectángulo redondeado 209">
            <a:extLst>
              <a:ext uri="{FF2B5EF4-FFF2-40B4-BE49-F238E27FC236}">
                <a16:creationId xmlns:a16="http://schemas.microsoft.com/office/drawing/2014/main" id="{1E780A20-A2E5-4761-BEB6-75E360962D6D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218" name="Rectángulo redondeado 217">
            <a:extLst>
              <a:ext uri="{FF2B5EF4-FFF2-40B4-BE49-F238E27FC236}">
                <a16:creationId xmlns:a16="http://schemas.microsoft.com/office/drawing/2014/main" id="{5BF9F445-53D8-4D29-9C95-37A13726F3AB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222" name="Rectángulo redondeado 221">
            <a:extLst>
              <a:ext uri="{FF2B5EF4-FFF2-40B4-BE49-F238E27FC236}">
                <a16:creationId xmlns:a16="http://schemas.microsoft.com/office/drawing/2014/main" id="{3C8819CE-A335-4B69-9EDE-D6FDB76F0999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228" name="Rectángulo redondeado 227">
            <a:extLst>
              <a:ext uri="{FF2B5EF4-FFF2-40B4-BE49-F238E27FC236}">
                <a16:creationId xmlns:a16="http://schemas.microsoft.com/office/drawing/2014/main" id="{C3A8B819-E2BF-45BF-89C5-E42A8B4FD35B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233" name="Rectángulo redondeado 232">
            <a:extLst>
              <a:ext uri="{FF2B5EF4-FFF2-40B4-BE49-F238E27FC236}">
                <a16:creationId xmlns:a16="http://schemas.microsoft.com/office/drawing/2014/main" id="{2101EFE9-BF95-4998-B276-1E63C884E985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326" name="Rectángulo redondeado 325">
            <a:extLst>
              <a:ext uri="{FF2B5EF4-FFF2-40B4-BE49-F238E27FC236}">
                <a16:creationId xmlns:a16="http://schemas.microsoft.com/office/drawing/2014/main" id="{2D9D1B76-CA5E-4229-A492-4A942B61BF91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327" name="Rectángulo redondeado 326">
            <a:extLst>
              <a:ext uri="{FF2B5EF4-FFF2-40B4-BE49-F238E27FC236}">
                <a16:creationId xmlns:a16="http://schemas.microsoft.com/office/drawing/2014/main" id="{931F3907-D70C-4BE6-8D78-FE335ACC5EBA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334" name="Rectángulo redondeado 333">
            <a:extLst>
              <a:ext uri="{FF2B5EF4-FFF2-40B4-BE49-F238E27FC236}">
                <a16:creationId xmlns:a16="http://schemas.microsoft.com/office/drawing/2014/main" id="{F80E3448-920C-43A3-B330-999508BC0372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335" name="Rectángulo redondeado 334">
            <a:extLst>
              <a:ext uri="{FF2B5EF4-FFF2-40B4-BE49-F238E27FC236}">
                <a16:creationId xmlns:a16="http://schemas.microsoft.com/office/drawing/2014/main" id="{1D0D3236-2AFE-4B64-8905-74509865AAE4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336" name="Rectángulo redondeado 335">
            <a:extLst>
              <a:ext uri="{FF2B5EF4-FFF2-40B4-BE49-F238E27FC236}">
                <a16:creationId xmlns:a16="http://schemas.microsoft.com/office/drawing/2014/main" id="{7237E52A-584F-440A-A2E9-7F894293E151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337" name="Text Box 50">
            <a:extLst>
              <a:ext uri="{FF2B5EF4-FFF2-40B4-BE49-F238E27FC236}">
                <a16:creationId xmlns:a16="http://schemas.microsoft.com/office/drawing/2014/main" id="{3DDE7016-FB0F-4B2D-A6FD-2CFAEED4C9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38" name="Text Box 50">
            <a:extLst>
              <a:ext uri="{FF2B5EF4-FFF2-40B4-BE49-F238E27FC236}">
                <a16:creationId xmlns:a16="http://schemas.microsoft.com/office/drawing/2014/main" id="{122E419C-00AD-46DB-9A69-53862019C3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16" name="Text Box 50">
            <a:extLst>
              <a:ext uri="{FF2B5EF4-FFF2-40B4-BE49-F238E27FC236}">
                <a16:creationId xmlns:a16="http://schemas.microsoft.com/office/drawing/2014/main" id="{F53EC130-6E62-4D01-B71A-7F7FA36164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08" name="Marcador de número de diapositiva 207">
            <a:extLst>
              <a:ext uri="{FF2B5EF4-FFF2-40B4-BE49-F238E27FC236}">
                <a16:creationId xmlns:a16="http://schemas.microsoft.com/office/drawing/2014/main" id="{CCC2FDAB-A897-4748-8F63-1EFBCC1B02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E1AA5F8-B6E9-4B88-84D3-DA83CE2725D7}" type="slidenum">
              <a:rPr lang="es-ES" altLang="es-ES">
                <a:solidFill>
                  <a:srgbClr val="171717"/>
                </a:solidFill>
              </a:rPr>
              <a:pPr/>
              <a:t>107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CuadroTexto 207">
            <a:extLst>
              <a:ext uri="{FF2B5EF4-FFF2-40B4-BE49-F238E27FC236}">
                <a16:creationId xmlns:a16="http://schemas.microsoft.com/office/drawing/2014/main" id="{A8C99145-E684-41EC-BA4A-A26BDC2F8DF8}"/>
              </a:ext>
            </a:extLst>
          </p:cNvPr>
          <p:cNvSpPr txBox="1"/>
          <p:nvPr/>
        </p:nvSpPr>
        <p:spPr>
          <a:xfrm>
            <a:off x="1433513" y="1838325"/>
            <a:ext cx="3798887" cy="3698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dirty="0">
                <a:solidFill>
                  <a:srgbClr val="C00000"/>
                </a:solidFill>
                <a:latin typeface="+mn-lt"/>
              </a:rPr>
              <a:t>150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8500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400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200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=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9250 </a:t>
            </a:r>
            <a:r>
              <a:rPr lang="es-ES" dirty="0" err="1">
                <a:solidFill>
                  <a:srgbClr val="C00000"/>
                </a:solidFill>
                <a:latin typeface="+mn-lt"/>
              </a:rPr>
              <a:t>ps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</a:t>
            </a:r>
          </a:p>
        </p:txBody>
      </p:sp>
      <p:grpSp>
        <p:nvGrpSpPr>
          <p:cNvPr id="217090" name="Grupo 211">
            <a:extLst>
              <a:ext uri="{FF2B5EF4-FFF2-40B4-BE49-F238E27FC236}">
                <a16:creationId xmlns:a16="http://schemas.microsoft.com/office/drawing/2014/main" id="{6BD4C44D-4212-44CA-A0B8-3CBCE22BB0A9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219" name="Text Box 37">
              <a:extLst>
                <a:ext uri="{FF2B5EF4-FFF2-40B4-BE49-F238E27FC236}">
                  <a16:creationId xmlns:a16="http://schemas.microsoft.com/office/drawing/2014/main" id="{0F0E3639-3EEC-4FE6-B7E1-D7A7048F7F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39" name="Text Box 32">
              <a:extLst>
                <a:ext uri="{FF2B5EF4-FFF2-40B4-BE49-F238E27FC236}">
                  <a16:creationId xmlns:a16="http://schemas.microsoft.com/office/drawing/2014/main" id="{C43B315D-74CA-4F63-9FA8-20155DCE73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0" name="Text Box 22">
              <a:extLst>
                <a:ext uri="{FF2B5EF4-FFF2-40B4-BE49-F238E27FC236}">
                  <a16:creationId xmlns:a16="http://schemas.microsoft.com/office/drawing/2014/main" id="{4EA2BD8D-4452-4AC5-A601-F31DAA114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1" name="Text Box 10">
              <a:extLst>
                <a:ext uri="{FF2B5EF4-FFF2-40B4-BE49-F238E27FC236}">
                  <a16:creationId xmlns:a16="http://schemas.microsoft.com/office/drawing/2014/main" id="{26B46FD1-0EE3-42E4-8B11-8E7F6EBFE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2" name="Text Box 14">
              <a:extLst>
                <a:ext uri="{FF2B5EF4-FFF2-40B4-BE49-F238E27FC236}">
                  <a16:creationId xmlns:a16="http://schemas.microsoft.com/office/drawing/2014/main" id="{44E98E80-51A3-4AD6-B660-4DDD5DA06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27">
              <a:extLst>
                <a:ext uri="{FF2B5EF4-FFF2-40B4-BE49-F238E27FC236}">
                  <a16:creationId xmlns:a16="http://schemas.microsoft.com/office/drawing/2014/main" id="{ACFC5D82-2226-4BF5-AEB7-8F0F3A179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Rectangle 6">
              <a:extLst>
                <a:ext uri="{FF2B5EF4-FFF2-40B4-BE49-F238E27FC236}">
                  <a16:creationId xmlns:a16="http://schemas.microsoft.com/office/drawing/2014/main" id="{F775AF3C-2772-474C-8801-809A4A049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5" name="Line 8">
              <a:extLst>
                <a:ext uri="{FF2B5EF4-FFF2-40B4-BE49-F238E27FC236}">
                  <a16:creationId xmlns:a16="http://schemas.microsoft.com/office/drawing/2014/main" id="{40115622-F111-4F5A-8F8D-DC43EE8361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6" name="Line 9">
              <a:extLst>
                <a:ext uri="{FF2B5EF4-FFF2-40B4-BE49-F238E27FC236}">
                  <a16:creationId xmlns:a16="http://schemas.microsoft.com/office/drawing/2014/main" id="{C448DA83-8E69-402F-99E3-B42D09D863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7" name="Line 12">
              <a:extLst>
                <a:ext uri="{FF2B5EF4-FFF2-40B4-BE49-F238E27FC236}">
                  <a16:creationId xmlns:a16="http://schemas.microsoft.com/office/drawing/2014/main" id="{831FB21E-66D4-499A-9A46-651DADC8F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8" name="Line 13">
              <a:extLst>
                <a:ext uri="{FF2B5EF4-FFF2-40B4-BE49-F238E27FC236}">
                  <a16:creationId xmlns:a16="http://schemas.microsoft.com/office/drawing/2014/main" id="{E5B76DFB-7441-4C65-846F-F8889E071E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Text Box 15">
              <a:extLst>
                <a:ext uri="{FF2B5EF4-FFF2-40B4-BE49-F238E27FC236}">
                  <a16:creationId xmlns:a16="http://schemas.microsoft.com/office/drawing/2014/main" id="{DA57A1D7-786A-4D88-A96F-679F29D0D8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0" name="Text Box 16">
              <a:extLst>
                <a:ext uri="{FF2B5EF4-FFF2-40B4-BE49-F238E27FC236}">
                  <a16:creationId xmlns:a16="http://schemas.microsoft.com/office/drawing/2014/main" id="{2820E3DF-1225-4E3F-A853-5C429061F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1" name="Text Box 17">
              <a:extLst>
                <a:ext uri="{FF2B5EF4-FFF2-40B4-BE49-F238E27FC236}">
                  <a16:creationId xmlns:a16="http://schemas.microsoft.com/office/drawing/2014/main" id="{AAFCAA56-F2F6-48DD-9316-E50C11559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8">
              <a:extLst>
                <a:ext uri="{FF2B5EF4-FFF2-40B4-BE49-F238E27FC236}">
                  <a16:creationId xmlns:a16="http://schemas.microsoft.com/office/drawing/2014/main" id="{7EB95FBB-9B91-417F-B63E-306ECF769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Line 20">
              <a:extLst>
                <a:ext uri="{FF2B5EF4-FFF2-40B4-BE49-F238E27FC236}">
                  <a16:creationId xmlns:a16="http://schemas.microsoft.com/office/drawing/2014/main" id="{04EDD6E3-2B3D-4D72-8795-3E0D5C5252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4" name="Line 21">
              <a:extLst>
                <a:ext uri="{FF2B5EF4-FFF2-40B4-BE49-F238E27FC236}">
                  <a16:creationId xmlns:a16="http://schemas.microsoft.com/office/drawing/2014/main" id="{3EE94D49-88F2-4BCA-B07C-0958E4209A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5" name="Text Box 23">
              <a:extLst>
                <a:ext uri="{FF2B5EF4-FFF2-40B4-BE49-F238E27FC236}">
                  <a16:creationId xmlns:a16="http://schemas.microsoft.com/office/drawing/2014/main" id="{0120F158-8D3F-4744-9EF6-06D9E60D81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6" name="Line 25">
              <a:extLst>
                <a:ext uri="{FF2B5EF4-FFF2-40B4-BE49-F238E27FC236}">
                  <a16:creationId xmlns:a16="http://schemas.microsoft.com/office/drawing/2014/main" id="{396DC402-4507-4D41-ADED-F2E2E681B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6">
              <a:extLst>
                <a:ext uri="{FF2B5EF4-FFF2-40B4-BE49-F238E27FC236}">
                  <a16:creationId xmlns:a16="http://schemas.microsoft.com/office/drawing/2014/main" id="{0833AF9C-C732-4947-9752-AD2AAA3318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Text Box 28">
              <a:extLst>
                <a:ext uri="{FF2B5EF4-FFF2-40B4-BE49-F238E27FC236}">
                  <a16:creationId xmlns:a16="http://schemas.microsoft.com/office/drawing/2014/main" id="{47C30EC9-D79A-4AA7-A670-37DCB8300F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59" name="Line 30">
              <a:extLst>
                <a:ext uri="{FF2B5EF4-FFF2-40B4-BE49-F238E27FC236}">
                  <a16:creationId xmlns:a16="http://schemas.microsoft.com/office/drawing/2014/main" id="{B10765E3-A41D-4CA9-A0CF-5CE570E1A0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0" name="Line 31">
              <a:extLst>
                <a:ext uri="{FF2B5EF4-FFF2-40B4-BE49-F238E27FC236}">
                  <a16:creationId xmlns:a16="http://schemas.microsoft.com/office/drawing/2014/main" id="{7759E14F-795C-4C66-A44A-CC904F7B10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Text Box 33">
              <a:extLst>
                <a:ext uri="{FF2B5EF4-FFF2-40B4-BE49-F238E27FC236}">
                  <a16:creationId xmlns:a16="http://schemas.microsoft.com/office/drawing/2014/main" id="{674F60B2-D1DD-4EC8-BF1A-CB0C6F95D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2" name="Line 35">
              <a:extLst>
                <a:ext uri="{FF2B5EF4-FFF2-40B4-BE49-F238E27FC236}">
                  <a16:creationId xmlns:a16="http://schemas.microsoft.com/office/drawing/2014/main" id="{6A88D462-81C4-4AAF-813D-3D357431A3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3" name="Line 36">
              <a:extLst>
                <a:ext uri="{FF2B5EF4-FFF2-40B4-BE49-F238E27FC236}">
                  <a16:creationId xmlns:a16="http://schemas.microsoft.com/office/drawing/2014/main" id="{EED7E2CD-B94F-42CE-BDC7-576F0BB0B6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Text Box 38">
              <a:extLst>
                <a:ext uri="{FF2B5EF4-FFF2-40B4-BE49-F238E27FC236}">
                  <a16:creationId xmlns:a16="http://schemas.microsoft.com/office/drawing/2014/main" id="{05793675-5D03-4B41-A13D-7A4DE7B12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5" name="Text Box 39">
              <a:extLst>
                <a:ext uri="{FF2B5EF4-FFF2-40B4-BE49-F238E27FC236}">
                  <a16:creationId xmlns:a16="http://schemas.microsoft.com/office/drawing/2014/main" id="{AC54DD33-9A11-4F3D-A81F-9F2B0C9FE6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66" name="Forma libre 365">
              <a:extLst>
                <a:ext uri="{FF2B5EF4-FFF2-40B4-BE49-F238E27FC236}">
                  <a16:creationId xmlns:a16="http://schemas.microsoft.com/office/drawing/2014/main" id="{5659C8C2-8A40-47AC-AAFA-28BA6AE153A3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11" name="Rectángulo redondeado 210">
            <a:extLst>
              <a:ext uri="{FF2B5EF4-FFF2-40B4-BE49-F238E27FC236}">
                <a16:creationId xmlns:a16="http://schemas.microsoft.com/office/drawing/2014/main" id="{D0A32027-C1BE-47FA-9A28-D307E1DD5454}"/>
              </a:ext>
            </a:extLst>
          </p:cNvPr>
          <p:cNvSpPr/>
          <p:nvPr/>
        </p:nvSpPr>
        <p:spPr>
          <a:xfrm>
            <a:off x="4225925" y="1898650"/>
            <a:ext cx="863600" cy="2587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sz="1100" dirty="0">
              <a:solidFill>
                <a:srgbClr val="C00000"/>
              </a:solidFill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1BDEF792-96AF-48D3-8273-304D23AB1208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17BBF330-FAD6-401F-B27D-19875D2C0DB9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BB47ADB9-385B-439C-9AE6-DA054C7244A9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14EF9A20-EE86-497F-8CED-B3D6C7B51A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5D4A6328-695E-481E-BEF7-E5577D9591A1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FE9A78A5-4CF0-419F-A5D6-4936D85DEC16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4B1D12A9-03E3-4699-8B06-5AA3933C3670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772EF9EC-0ED5-4096-8595-0F47F3EECBFE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364A30D8-18A5-4FDE-9B50-B167782C4E86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D198305D-BAE3-4264-8E2D-64CD73E838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17102" name="Rectangle 3">
            <a:extLst>
              <a:ext uri="{FF2B5EF4-FFF2-40B4-BE49-F238E27FC236}">
                <a16:creationId xmlns:a16="http://schemas.microsoft.com/office/drawing/2014/main" id="{79F2A097-0884-4E31-BE7B-00F8B91FF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601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Camino crítico incremento PC: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PC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 PC + 4</a:t>
            </a:r>
            <a:endParaRPr lang="es-ES" altLang="es-ES" sz="2800">
              <a:solidFill>
                <a:srgbClr val="171717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217103" name="Grupo 261">
            <a:extLst>
              <a:ext uri="{FF2B5EF4-FFF2-40B4-BE49-F238E27FC236}">
                <a16:creationId xmlns:a16="http://schemas.microsoft.com/office/drawing/2014/main" id="{1A5F2DE4-2B66-4911-B9AD-B1CB59A7AD4F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CED7A533-7D62-443C-A798-FDF5426B14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D443CB69-07C4-48F0-80A5-ED1DCEC7FE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5CD51058-F573-45F1-B459-8CFC9376D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863F3435-907B-4936-BB12-49E0EDDEF1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064C4910-EF90-41A3-BF52-370514A5B5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826C4C5B-455B-4108-A0A1-59A430CE74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237E2D29-8CF2-4896-A3B1-FD55C5D6C9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DEB08578-2160-4B66-A1EB-68C43E447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7B949490-38D1-4E4C-A7E1-7035143104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8F1749E8-30CA-4A19-B878-06F2A54A60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19C86F26-6219-4AB8-B221-4CB20C4DDE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38AE23E7-C220-4E5B-BB09-ED1F7FC81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4B2F245A-9B60-4CA2-94DD-5F33E5A3E6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F8D87B49-AFEA-4FE9-ACA9-A7ADC065A7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887BDFFC-C9DF-4EE3-813A-735471C218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28FCA773-4194-436D-A196-D70C8A8E06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60DED520-5D65-49D0-854D-A05E6571367B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E838EA58-0CED-481B-87A3-AF0D8C8A56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38130EA3-BD66-45C5-9074-3E5D4B93AF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61F945BF-9083-4C89-80DA-44E6B3845B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FF6818FC-950B-441D-9192-D4B9B05DBFF4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EA08F3B1-63AD-4AE2-AEDB-339A487DE46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7DE33B72-16BE-41F6-A3CE-74AD71C673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BCBAE00E-6F1E-4115-9902-3B53856604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C7A179C1-5AA3-4CF9-A3C3-5A37CC4FD29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50AF8C8D-AA70-4413-A93C-F797BC04CB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9CD1CD19-8AFA-4CC9-9BE2-07DCC9E84C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52780668-3023-41FF-8D3F-294C4FA0CE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BF16E3DA-3668-4AB3-8A22-8D3B8B8380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C80BF15D-0D3D-4A78-9D86-CECD4FC6C9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4201B5C0-0133-4F93-8EB1-9F009FB0AC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0196929E-DF5F-4A90-AE67-D9F2EF3EEA3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CF8550CD-800B-4CD2-B362-7085540635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18F5624D-A34B-490F-8F3D-564C35C48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B324B3F9-317E-431E-9EFE-DEE2BCBF1CE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FA94370B-9535-4631-ACD1-456E8AA95DC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8FB85E3A-B123-4E95-BFBF-74EDD70EEC3D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392BB394-DFDC-401A-84F4-55127983297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17125" name="Grupo 303">
            <a:extLst>
              <a:ext uri="{FF2B5EF4-FFF2-40B4-BE49-F238E27FC236}">
                <a16:creationId xmlns:a16="http://schemas.microsoft.com/office/drawing/2014/main" id="{86CD9C63-9384-40E2-A2F6-A3AEB655A01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C42AD134-5E0C-4739-B395-67A4C3A27A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BF645E74-C3ED-4FFD-AC53-8DBA1FFFC7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20E8ED41-FB7B-4D69-8115-C9E077F1ED99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B57583B9-F4AE-4A50-AD8A-1C68BFBB92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C5B18CA4-6A93-433E-98E5-AC2B1EF9F3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F830E1F2-6960-4760-B66E-5088A5763D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5A2DA208-9653-40A2-9735-D2CC65911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52A0326D-36AA-4D64-A67B-76CA2A099912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6E731D8F-2682-424E-A281-BE85F7A4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9394F263-D3F2-4253-8735-D3BF7482F718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843F5048-EF13-4297-AAA2-785DBC978147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57481C03-D999-406F-AB13-A96240FC7080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4101C58B-A909-4377-A55E-F0486BFDB6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43C55AF2-5BEE-4A2B-A004-FE6227D031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360B43EB-A78E-41AA-9A97-CACE71EF2769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AC92565E-D37F-4F56-8949-BC006FF00E41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3BAAE8EB-2416-4A93-8C97-2A604EFE5CC8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7136" name="Grupo 27">
            <a:extLst>
              <a:ext uri="{FF2B5EF4-FFF2-40B4-BE49-F238E27FC236}">
                <a16:creationId xmlns:a16="http://schemas.microsoft.com/office/drawing/2014/main" id="{BB664215-94DA-4D33-83AB-06625A8756C4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27A5A3B6-B5D5-46EB-9510-FB2386090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50DB3463-5288-4645-AC15-ABB8C795F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A963832D-12AC-4A2A-B189-250E0CCCF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82B4679D-5A78-43FF-847C-895698A87A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81A91925-F8E7-4201-B373-E5F000D60C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82E98299-7C30-4A42-8E58-DE316BB214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62064D6D-C86D-47DF-93E5-47177E9F9F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FCCACF12-7CFA-4730-820E-65D1FE09DC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BE83E38A-A8F4-463A-B3A0-3AA397B7D3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89E0AD91-02F5-40F6-86FB-9DCEA4218A65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0F8D2D72-D699-4185-AC8A-46F6DD89F9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9F1C0B10-1072-458E-A12C-36ADDA587F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3B534311-5ACE-4C5E-8D15-09AAE62B15CA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34C33894-CB23-4715-A6E8-89F532367FE0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683867E4-50A7-4F8D-A39F-1424844F9C98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3555320F-844B-4F47-8F61-8C46B2E4B3B6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4E9F8C79-179A-44DE-ACA9-EE5663744D62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3049D6D5-0D5D-4831-9128-F20B07821B9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BA3B838E-E027-48C7-9640-079E2D939645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7144" name="Grupo 4">
            <a:extLst>
              <a:ext uri="{FF2B5EF4-FFF2-40B4-BE49-F238E27FC236}">
                <a16:creationId xmlns:a16="http://schemas.microsoft.com/office/drawing/2014/main" id="{973F8A53-2BCC-4E68-8532-B3DE100A6C9C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B206EE9F-5D96-4D7D-BEA1-2F6EA45A67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C0DFFA0B-F152-4B77-BE5D-76DE05D13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BBF35BA2-AAC7-4D9A-98D3-F776F33328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85492DEE-D534-47DC-B627-28B695D93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E37C3D60-CB2F-4822-ACBD-8F9E82552C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E25959BC-5836-4E39-8A24-4291357C40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2CB221E4-A992-4513-919C-7EF39E7F48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E09C2F64-1759-4FA6-BFE4-CE32E56DB9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79E576EE-B401-4D66-8C9B-9AA156B0B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88DFE903-F269-4CB2-A3D5-EF6667A070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04669221-09AD-4319-BC9D-1868DDDC50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213ACE79-54B8-4364-A17F-23A6EF7151F1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C16E3E74-19CE-4A3A-AEB8-794CB66F22BB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2A9EACCE-8FA1-420B-AFF8-3E49DF67FCF8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7148" name="Grupo 138">
            <a:extLst>
              <a:ext uri="{FF2B5EF4-FFF2-40B4-BE49-F238E27FC236}">
                <a16:creationId xmlns:a16="http://schemas.microsoft.com/office/drawing/2014/main" id="{1B388750-2DD2-4C03-8B5A-5B37DA7A3C5A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BFE7B5F1-66B8-4881-A844-245535EA5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36468584-5504-488C-88C2-1986F0B485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CE22C6B6-389B-4674-AD6A-D8DC50F92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0763DEFD-5C10-4319-BFFF-6B8C2EEE3D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55AD19CE-C588-4527-927E-97F7F22D92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02F3676E-C2A2-42E7-9C98-6A8CA795E1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575C5EE9-3E33-4D6B-9A83-80B890DD49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50AFDD81-AD7D-4274-9A0D-AF0FA228607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DC0B13C2-CFAA-477C-A9CE-A82E33CC00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17149" name="Grupo 148">
            <a:extLst>
              <a:ext uri="{FF2B5EF4-FFF2-40B4-BE49-F238E27FC236}">
                <a16:creationId xmlns:a16="http://schemas.microsoft.com/office/drawing/2014/main" id="{DD5FF35F-A7E3-483D-9C30-B8C6E12A3AF1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1E33E566-1DEA-421F-BE55-6ACFE02D25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250A7C7B-D45C-49CA-AC30-2861C4251B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B6504B8C-2D5C-4559-B98E-E16F9FC68B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0CF51C04-3EEA-41A1-9457-689088E10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47F3B06B-17D5-42E8-9C0D-BD1D035CF4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E2F2EB68-6FFB-42B7-8CDC-951DEE9B7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5CF12C87-EF98-438F-81D5-7C23E6F96D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338A2854-01AC-45A2-AEA0-BA2A3A05DE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ABC47172-3C21-4FAA-8BF3-C68CDE49A3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56663C92-545A-460F-A138-A7DA75BD91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9E3E195E-C8B6-4233-A0EE-D4F56DD888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E6917AC9-546F-4227-9788-FA95976DF37D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DBA70D13-6419-470B-B95E-62AE870B16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2C5FAF7F-106B-464B-B889-A78F7F4C6966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7153" name="Grupo 188">
            <a:extLst>
              <a:ext uri="{FF2B5EF4-FFF2-40B4-BE49-F238E27FC236}">
                <a16:creationId xmlns:a16="http://schemas.microsoft.com/office/drawing/2014/main" id="{60D7F497-857D-4661-9417-EC8FC049D427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ECF564D0-FA90-456E-BC6F-6F7C8D456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FFFFB7CA-67ED-4C50-9F58-63BB74BFC9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27B15C1F-094B-4ADA-84C8-8F347D9BA2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BB8AE2EA-6C6F-4396-A9F3-1878DB7BD1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938B3443-970F-4339-93C9-E8F56B3D48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9B9E9A8F-29F6-41D4-B777-E1B3C9CE95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A58D19CA-318B-4072-928E-C7050D3582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56F42E82-EEEB-4BB3-8B04-F8A9B38DFD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345880FE-BF4C-485D-97D7-3A3DDF8599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1DC86323-DB47-42A8-A430-12DA2177D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08D1593E-384C-4265-AD08-CD47AEF83C02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7155" name="Grupo 47">
            <a:extLst>
              <a:ext uri="{FF2B5EF4-FFF2-40B4-BE49-F238E27FC236}">
                <a16:creationId xmlns:a16="http://schemas.microsoft.com/office/drawing/2014/main" id="{5AED2E4B-0C02-47C2-AD44-2F3607662D6C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E2C4F059-DC2F-41F7-AA00-7860B4A3F1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89D753CE-094C-4A4C-A96C-AC008FD023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8305B577-7A97-42E2-8EA4-85CFAEF6C1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8F5A99D6-34BE-4C25-9234-4C6AD01C6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E16C98DB-DBD8-48ED-9465-7D0599624D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0B0226E4-0045-4CEA-81A7-1FA8446462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B2111B80-4551-4569-B850-A569F5292F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CBACC36B-0F3E-451E-B25A-788D8790C4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BE52BC02-4456-4DEB-9BFB-44F55D26B9AA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68B8B561-D8D7-4B97-A52C-D1F864F1D4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37C5F9F3-3757-4A8F-B0F6-E291CF476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7B126AB9-A9A3-4A02-AADE-218D8B50FB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2B7526BF-1233-4DD6-9920-935A8326808E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30B93FE0-AAFF-4AA2-A373-E85ED689E0CB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67705AA5-BFC8-4011-BE44-F0A1D26C389F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7159" name="Grupo 9">
            <a:extLst>
              <a:ext uri="{FF2B5EF4-FFF2-40B4-BE49-F238E27FC236}">
                <a16:creationId xmlns:a16="http://schemas.microsoft.com/office/drawing/2014/main" id="{958128F4-DBA2-4B5B-94B8-764CC39B276C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2200B444-6D19-450E-B0AD-9B53D09A5B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C80116F3-2B9E-42ED-969F-C13B6C1B5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7D0313C1-76F4-48ED-A19D-C9AD2A3F1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BE9188EE-1B76-46B2-8EBA-E7B329DD51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33977360-08CA-4DF0-BD15-6DBCE093A5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8E2AFA6D-E143-43D5-B411-B137F9FC7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F6A19BDE-EDF4-4C43-B194-B21F3077D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AD4148EC-3B67-4C68-BBBB-E9C9269992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44D6881D-E12E-44B9-ADA1-4FEC891498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63877DC4-84A0-47A9-AC6B-5208D0C3F9F6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D834E9BA-DE2E-49A6-A074-CC40411915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75062F1B-4BB9-43DB-B8A3-331B86C01B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E31BF5A4-D962-4D6D-9DFF-0C956E942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0236E071-1B91-4693-ADFE-88C1595BD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36FC7F56-818E-4D0C-8DD9-F3C8CF5326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7F356774-3E23-4F81-A371-5B4C528A9F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A84ED40D-A6D5-4FE4-881B-97EB76E376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144E7092-1AB3-436C-B620-14885BA04B4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5F5B166B-3AAE-4993-8769-F5C64ABBD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77728297-D31F-4291-8370-B305DF9BA520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174C76B2-EFDF-49D7-A5EB-88AAAFDA918F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94F66165-A46C-4F41-BDE5-6496938C8456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21876BCC-EAD6-4265-B197-B17C5C7CE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8D323C57-8D38-46BB-98F8-3899B8C22281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4" name="Text Box 72">
            <a:extLst>
              <a:ext uri="{FF2B5EF4-FFF2-40B4-BE49-F238E27FC236}">
                <a16:creationId xmlns:a16="http://schemas.microsoft.com/office/drawing/2014/main" id="{6E1E5F7A-18BD-42A7-B561-18B49DEE6B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25" name="Line 71">
            <a:extLst>
              <a:ext uri="{FF2B5EF4-FFF2-40B4-BE49-F238E27FC236}">
                <a16:creationId xmlns:a16="http://schemas.microsoft.com/office/drawing/2014/main" id="{C99DEFF6-E255-415A-9E25-155E62448E9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42FD853D-6C79-49F4-9C6A-06FF7FB34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2E62D115-653D-43E8-A66F-01BFB723BE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A7A4250C-3CFE-4CA6-BF1C-803E3FE7B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832B573B-A404-438E-B455-8F079B5833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" name="Text Box 50">
            <a:extLst>
              <a:ext uri="{FF2B5EF4-FFF2-40B4-BE49-F238E27FC236}">
                <a16:creationId xmlns:a16="http://schemas.microsoft.com/office/drawing/2014/main" id="{1F977EB9-02BB-47D7-A8F3-E143DF2A65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6" name="Text Box 50">
            <a:extLst>
              <a:ext uri="{FF2B5EF4-FFF2-40B4-BE49-F238E27FC236}">
                <a16:creationId xmlns:a16="http://schemas.microsoft.com/office/drawing/2014/main" id="{6BA3F809-DEDD-455F-81E3-F46133A6A8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C7592A4D-6914-4517-B231-E1C0B6EC5693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176" name="Grupo 324">
            <a:extLst>
              <a:ext uri="{FF2B5EF4-FFF2-40B4-BE49-F238E27FC236}">
                <a16:creationId xmlns:a16="http://schemas.microsoft.com/office/drawing/2014/main" id="{A9F92285-E616-4B9B-97F8-EBA37A8F4365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21" name="Forma libre 20">
              <a:extLst>
                <a:ext uri="{FF2B5EF4-FFF2-40B4-BE49-F238E27FC236}">
                  <a16:creationId xmlns:a16="http://schemas.microsoft.com/office/drawing/2014/main" id="{E57268CE-B285-47E0-BFBC-A8799183F8D9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3" name="Forma libre 22">
              <a:extLst>
                <a:ext uri="{FF2B5EF4-FFF2-40B4-BE49-F238E27FC236}">
                  <a16:creationId xmlns:a16="http://schemas.microsoft.com/office/drawing/2014/main" id="{273C0EC2-CB25-4DD9-B7A2-D70517AACB9E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" name="Forma libre 25">
              <a:extLst>
                <a:ext uri="{FF2B5EF4-FFF2-40B4-BE49-F238E27FC236}">
                  <a16:creationId xmlns:a16="http://schemas.microsoft.com/office/drawing/2014/main" id="{1D0EBE9E-AF36-49D1-82E3-289A5204D277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4" name="Forma libre 53">
              <a:extLst>
                <a:ext uri="{FF2B5EF4-FFF2-40B4-BE49-F238E27FC236}">
                  <a16:creationId xmlns:a16="http://schemas.microsoft.com/office/drawing/2014/main" id="{044EAA60-1FF6-4D68-BAC0-9528106B0A9D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13" name="Text Box 50">
            <a:extLst>
              <a:ext uri="{FF2B5EF4-FFF2-40B4-BE49-F238E27FC236}">
                <a16:creationId xmlns:a16="http://schemas.microsoft.com/office/drawing/2014/main" id="{6B04F5C3-3211-4A8B-8F02-838CD0F9DD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4" name="Text Box 72">
            <a:extLst>
              <a:ext uri="{FF2B5EF4-FFF2-40B4-BE49-F238E27FC236}">
                <a16:creationId xmlns:a16="http://schemas.microsoft.com/office/drawing/2014/main" id="{477EA55E-C6E7-42D1-87DF-6BB8546E61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228E6191-8C48-4A0B-B279-9F36373F90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7D91C4EC-D07F-4569-8E59-8DDF9AD8B0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1" name="Text Box 50">
            <a:extLst>
              <a:ext uri="{FF2B5EF4-FFF2-40B4-BE49-F238E27FC236}">
                <a16:creationId xmlns:a16="http://schemas.microsoft.com/office/drawing/2014/main" id="{44043BF6-F79F-4FFF-9B85-A903CBEB5A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6EE9DB82-58EC-45E3-8F84-2BEDAD8418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C2E2ECAA-FE98-49F9-A280-700A5323D5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56827110-AA1D-4AE7-8C19-EDDBB6153205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Conector recto de flecha 234">
            <a:extLst>
              <a:ext uri="{FF2B5EF4-FFF2-40B4-BE49-F238E27FC236}">
                <a16:creationId xmlns:a16="http://schemas.microsoft.com/office/drawing/2014/main" id="{E1DB310A-D81C-450D-9B00-1D9876F48EE9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E73C0706-C08B-4C42-96A8-CEADA95422AB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5D2C88D7-E66F-45C0-AD32-C174114BAF11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ECE7DCDB-00AF-492B-B7C6-C2A8BF0F5E61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6490309D-C753-4CFD-A5C5-56557B7BA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2" name="Line 71">
            <a:extLst>
              <a:ext uri="{FF2B5EF4-FFF2-40B4-BE49-F238E27FC236}">
                <a16:creationId xmlns:a16="http://schemas.microsoft.com/office/drawing/2014/main" id="{1DF05267-D352-413D-AEFC-6BEDB8C825B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3" name="Text Box 72">
            <a:extLst>
              <a:ext uri="{FF2B5EF4-FFF2-40B4-BE49-F238E27FC236}">
                <a16:creationId xmlns:a16="http://schemas.microsoft.com/office/drawing/2014/main" id="{5753BB02-2EE2-4EBA-8B7D-2287F9E0C9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4" name="Line 71">
            <a:extLst>
              <a:ext uri="{FF2B5EF4-FFF2-40B4-BE49-F238E27FC236}">
                <a16:creationId xmlns:a16="http://schemas.microsoft.com/office/drawing/2014/main" id="{D2782037-BB82-4966-8C0A-948C8FD12A5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71F3E364-A535-429F-B517-BD715EDE43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70CE709A-2198-454F-8014-4CD88BC776D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D6F35C73-140D-4BA9-9D37-01F739043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59DDBEE5-62DA-46E0-984A-B104EB6BA20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Text Box 72">
            <a:extLst>
              <a:ext uri="{FF2B5EF4-FFF2-40B4-BE49-F238E27FC236}">
                <a16:creationId xmlns:a16="http://schemas.microsoft.com/office/drawing/2014/main" id="{257BAB03-E607-4260-91CE-527153DCC2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3" name="Line 71">
            <a:extLst>
              <a:ext uri="{FF2B5EF4-FFF2-40B4-BE49-F238E27FC236}">
                <a16:creationId xmlns:a16="http://schemas.microsoft.com/office/drawing/2014/main" id="{4649BEF4-96B8-45D4-B54D-ED49F484949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2" name="Forma libre 21">
            <a:extLst>
              <a:ext uri="{FF2B5EF4-FFF2-40B4-BE49-F238E27FC236}">
                <a16:creationId xmlns:a16="http://schemas.microsoft.com/office/drawing/2014/main" id="{8E703DDF-F620-4F47-A452-1D82C030D4A4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99CF4833-BC7C-448A-ADBE-11CCC88BB1E6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4" name="Rectángulo redondeado 203">
            <a:extLst>
              <a:ext uri="{FF2B5EF4-FFF2-40B4-BE49-F238E27FC236}">
                <a16:creationId xmlns:a16="http://schemas.microsoft.com/office/drawing/2014/main" id="{ED75D801-7725-4681-9362-698F4641FCE5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200</a:t>
            </a:r>
          </a:p>
        </p:txBody>
      </p:sp>
      <p:sp>
        <p:nvSpPr>
          <p:cNvPr id="209" name="Rectángulo redondeado 208">
            <a:extLst>
              <a:ext uri="{FF2B5EF4-FFF2-40B4-BE49-F238E27FC236}">
                <a16:creationId xmlns:a16="http://schemas.microsoft.com/office/drawing/2014/main" id="{223FFFF2-1BCB-43B0-82AF-B64F28820AAA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150</a:t>
            </a:r>
          </a:p>
        </p:txBody>
      </p:sp>
      <p:sp>
        <p:nvSpPr>
          <p:cNvPr id="210" name="Rectángulo redondeado 209">
            <a:extLst>
              <a:ext uri="{FF2B5EF4-FFF2-40B4-BE49-F238E27FC236}">
                <a16:creationId xmlns:a16="http://schemas.microsoft.com/office/drawing/2014/main" id="{6AAAA5F6-4858-46E9-8E3E-7F1521B6A71F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5">
              <a:alpha val="2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5"/>
                </a:solidFill>
              </a:rPr>
              <a:t>7000</a:t>
            </a:r>
          </a:p>
        </p:txBody>
      </p:sp>
      <p:sp>
        <p:nvSpPr>
          <p:cNvPr id="218" name="Rectángulo redondeado 217">
            <a:extLst>
              <a:ext uri="{FF2B5EF4-FFF2-40B4-BE49-F238E27FC236}">
                <a16:creationId xmlns:a16="http://schemas.microsoft.com/office/drawing/2014/main" id="{7E5C7A96-8134-496D-B31D-FE6DC9336636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8500</a:t>
            </a:r>
          </a:p>
        </p:txBody>
      </p:sp>
      <p:sp>
        <p:nvSpPr>
          <p:cNvPr id="222" name="Rectángulo redondeado 221">
            <a:extLst>
              <a:ext uri="{FF2B5EF4-FFF2-40B4-BE49-F238E27FC236}">
                <a16:creationId xmlns:a16="http://schemas.microsoft.com/office/drawing/2014/main" id="{39E9DFEF-4A50-45C9-9B31-D42A852730B9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223" name="Rectángulo redondeado 222">
            <a:extLst>
              <a:ext uri="{FF2B5EF4-FFF2-40B4-BE49-F238E27FC236}">
                <a16:creationId xmlns:a16="http://schemas.microsoft.com/office/drawing/2014/main" id="{0639217D-852A-4805-98AC-9C77F16DE370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400</a:t>
            </a:r>
          </a:p>
        </p:txBody>
      </p:sp>
      <p:sp>
        <p:nvSpPr>
          <p:cNvPr id="228" name="Rectángulo redondeado 227">
            <a:extLst>
              <a:ext uri="{FF2B5EF4-FFF2-40B4-BE49-F238E27FC236}">
                <a16:creationId xmlns:a16="http://schemas.microsoft.com/office/drawing/2014/main" id="{A0495E55-97C8-445F-A182-03C537F7026F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233" name="Rectángulo redondeado 232">
            <a:extLst>
              <a:ext uri="{FF2B5EF4-FFF2-40B4-BE49-F238E27FC236}">
                <a16:creationId xmlns:a16="http://schemas.microsoft.com/office/drawing/2014/main" id="{F3AC1947-A63B-4019-B797-DEC5495E1F90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326" name="Rectángulo redondeado 325">
            <a:extLst>
              <a:ext uri="{FF2B5EF4-FFF2-40B4-BE49-F238E27FC236}">
                <a16:creationId xmlns:a16="http://schemas.microsoft.com/office/drawing/2014/main" id="{CB591E94-77FE-4F08-9210-B5D93757E715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327" name="Rectángulo redondeado 326">
            <a:extLst>
              <a:ext uri="{FF2B5EF4-FFF2-40B4-BE49-F238E27FC236}">
                <a16:creationId xmlns:a16="http://schemas.microsoft.com/office/drawing/2014/main" id="{A3417DE9-187F-4B13-96F9-4C61F6D13A74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334" name="Rectángulo redondeado 333">
            <a:extLst>
              <a:ext uri="{FF2B5EF4-FFF2-40B4-BE49-F238E27FC236}">
                <a16:creationId xmlns:a16="http://schemas.microsoft.com/office/drawing/2014/main" id="{299D9E63-BEAC-4E5B-A7FE-57ADC5D422B6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335" name="Rectángulo redondeado 334">
            <a:extLst>
              <a:ext uri="{FF2B5EF4-FFF2-40B4-BE49-F238E27FC236}">
                <a16:creationId xmlns:a16="http://schemas.microsoft.com/office/drawing/2014/main" id="{E9C6B05A-DB57-4503-B3F9-CECE01F93516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336" name="Rectángulo redondeado 335">
            <a:extLst>
              <a:ext uri="{FF2B5EF4-FFF2-40B4-BE49-F238E27FC236}">
                <a16:creationId xmlns:a16="http://schemas.microsoft.com/office/drawing/2014/main" id="{C8EDF40A-B954-4736-9D91-49F400726452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337" name="Text Box 50">
            <a:extLst>
              <a:ext uri="{FF2B5EF4-FFF2-40B4-BE49-F238E27FC236}">
                <a16:creationId xmlns:a16="http://schemas.microsoft.com/office/drawing/2014/main" id="{8FCBBB2E-26FA-483F-BE95-01CE89D2E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38" name="Text Box 50">
            <a:extLst>
              <a:ext uri="{FF2B5EF4-FFF2-40B4-BE49-F238E27FC236}">
                <a16:creationId xmlns:a16="http://schemas.microsoft.com/office/drawing/2014/main" id="{B013F35B-A557-4607-B06B-4BD3D715F2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24" name="Forma libre 23">
            <a:extLst>
              <a:ext uri="{FF2B5EF4-FFF2-40B4-BE49-F238E27FC236}">
                <a16:creationId xmlns:a16="http://schemas.microsoft.com/office/drawing/2014/main" id="{503C9F5F-BDAE-461D-B510-1B4155182E1F}"/>
              </a:ext>
            </a:extLst>
          </p:cNvPr>
          <p:cNvSpPr/>
          <p:nvPr/>
        </p:nvSpPr>
        <p:spPr>
          <a:xfrm>
            <a:off x="1089025" y="3141663"/>
            <a:ext cx="2736850" cy="1492250"/>
          </a:xfrm>
          <a:custGeom>
            <a:avLst/>
            <a:gdLst>
              <a:gd name="connsiteX0" fmla="*/ 1716833 w 2736980"/>
              <a:gd name="connsiteY0" fmla="*/ 1455576 h 1492899"/>
              <a:gd name="connsiteX1" fmla="*/ 1716833 w 2736980"/>
              <a:gd name="connsiteY1" fmla="*/ 690465 h 1492899"/>
              <a:gd name="connsiteX2" fmla="*/ 2121160 w 2736980"/>
              <a:gd name="connsiteY2" fmla="*/ 690465 h 1492899"/>
              <a:gd name="connsiteX3" fmla="*/ 2357535 w 2736980"/>
              <a:gd name="connsiteY3" fmla="*/ 454090 h 1492899"/>
              <a:gd name="connsiteX4" fmla="*/ 2736980 w 2736980"/>
              <a:gd name="connsiteY4" fmla="*/ 454090 h 1492899"/>
              <a:gd name="connsiteX5" fmla="*/ 2736980 w 2736980"/>
              <a:gd name="connsiteY5" fmla="*/ 0 h 1492899"/>
              <a:gd name="connsiteX6" fmla="*/ 0 w 2736980"/>
              <a:gd name="connsiteY6" fmla="*/ 0 h 1492899"/>
              <a:gd name="connsiteX7" fmla="*/ 0 w 2736980"/>
              <a:gd name="connsiteY7" fmla="*/ 1362270 h 1492899"/>
              <a:gd name="connsiteX8" fmla="*/ 335902 w 2736980"/>
              <a:gd name="connsiteY8" fmla="*/ 1362270 h 1492899"/>
              <a:gd name="connsiteX9" fmla="*/ 466531 w 2736980"/>
              <a:gd name="connsiteY9" fmla="*/ 1492899 h 1492899"/>
              <a:gd name="connsiteX10" fmla="*/ 1219200 w 2736980"/>
              <a:gd name="connsiteY10" fmla="*/ 1492899 h 149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736980" h="1492899">
                <a:moveTo>
                  <a:pt x="1716833" y="1455576"/>
                </a:moveTo>
                <a:lnTo>
                  <a:pt x="1716833" y="690465"/>
                </a:lnTo>
                <a:lnTo>
                  <a:pt x="2121160" y="690465"/>
                </a:lnTo>
                <a:lnTo>
                  <a:pt x="2357535" y="454090"/>
                </a:lnTo>
                <a:lnTo>
                  <a:pt x="2736980" y="454090"/>
                </a:lnTo>
                <a:lnTo>
                  <a:pt x="2736980" y="0"/>
                </a:lnTo>
                <a:lnTo>
                  <a:pt x="0" y="0"/>
                </a:lnTo>
                <a:lnTo>
                  <a:pt x="0" y="1362270"/>
                </a:lnTo>
                <a:lnTo>
                  <a:pt x="335902" y="1362270"/>
                </a:lnTo>
                <a:lnTo>
                  <a:pt x="466531" y="1492899"/>
                </a:lnTo>
                <a:lnTo>
                  <a:pt x="1219200" y="1492899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5EE9C27F-F482-4D27-A057-CA869E1766A1}"/>
              </a:ext>
            </a:extLst>
          </p:cNvPr>
          <p:cNvSpPr/>
          <p:nvPr/>
        </p:nvSpPr>
        <p:spPr>
          <a:xfrm>
            <a:off x="1543050" y="2544763"/>
            <a:ext cx="2805113" cy="2300287"/>
          </a:xfrm>
          <a:custGeom>
            <a:avLst/>
            <a:gdLst>
              <a:gd name="connsiteX0" fmla="*/ 877078 w 2805404"/>
              <a:gd name="connsiteY0" fmla="*/ 2301551 h 2301551"/>
              <a:gd name="connsiteX1" fmla="*/ 995266 w 2805404"/>
              <a:gd name="connsiteY1" fmla="*/ 2083837 h 2301551"/>
              <a:gd name="connsiteX2" fmla="*/ 2805404 w 2805404"/>
              <a:gd name="connsiteY2" fmla="*/ 2083837 h 2301551"/>
              <a:gd name="connsiteX3" fmla="*/ 2805404 w 2805404"/>
              <a:gd name="connsiteY3" fmla="*/ 1331167 h 2301551"/>
              <a:gd name="connsiteX4" fmla="*/ 2569029 w 2805404"/>
              <a:gd name="connsiteY4" fmla="*/ 1331167 h 2301551"/>
              <a:gd name="connsiteX5" fmla="*/ 2569029 w 2805404"/>
              <a:gd name="connsiteY5" fmla="*/ 0 h 2301551"/>
              <a:gd name="connsiteX6" fmla="*/ 0 w 2805404"/>
              <a:gd name="connsiteY6" fmla="*/ 0 h 2301551"/>
              <a:gd name="connsiteX7" fmla="*/ 0 w 2805404"/>
              <a:gd name="connsiteY7" fmla="*/ 99526 h 2301551"/>
              <a:gd name="connsiteX8" fmla="*/ 0 w 2805404"/>
              <a:gd name="connsiteY8" fmla="*/ 2090057 h 2301551"/>
              <a:gd name="connsiteX9" fmla="*/ 771331 w 2805404"/>
              <a:gd name="connsiteY9" fmla="*/ 2090057 h 2301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05404" h="2301551">
                <a:moveTo>
                  <a:pt x="877078" y="2301551"/>
                </a:moveTo>
                <a:lnTo>
                  <a:pt x="995266" y="2083837"/>
                </a:lnTo>
                <a:lnTo>
                  <a:pt x="2805404" y="2083837"/>
                </a:lnTo>
                <a:lnTo>
                  <a:pt x="2805404" y="1331167"/>
                </a:lnTo>
                <a:lnTo>
                  <a:pt x="2569029" y="1331167"/>
                </a:lnTo>
                <a:lnTo>
                  <a:pt x="2569029" y="0"/>
                </a:lnTo>
                <a:lnTo>
                  <a:pt x="0" y="0"/>
                </a:lnTo>
                <a:lnTo>
                  <a:pt x="0" y="99526"/>
                </a:lnTo>
                <a:lnTo>
                  <a:pt x="0" y="2090057"/>
                </a:lnTo>
                <a:lnTo>
                  <a:pt x="771331" y="2090057"/>
                </a:lnTo>
              </a:path>
            </a:pathLst>
          </a:custGeom>
          <a:noFill/>
          <a:ln w="6350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0" name="Rectángulo 59">
            <a:extLst>
              <a:ext uri="{FF2B5EF4-FFF2-40B4-BE49-F238E27FC236}">
                <a16:creationId xmlns:a16="http://schemas.microsoft.com/office/drawing/2014/main" id="{3730CF12-8318-41AA-BE06-05C547E798FB}"/>
              </a:ext>
            </a:extLst>
          </p:cNvPr>
          <p:cNvSpPr/>
          <p:nvPr/>
        </p:nvSpPr>
        <p:spPr>
          <a:xfrm>
            <a:off x="3673475" y="4122738"/>
            <a:ext cx="471488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2" name="Rectángulo 61">
            <a:extLst>
              <a:ext uri="{FF2B5EF4-FFF2-40B4-BE49-F238E27FC236}">
                <a16:creationId xmlns:a16="http://schemas.microsoft.com/office/drawing/2014/main" id="{2B442B48-17DF-46FD-A856-30EED7B6EE4F}"/>
              </a:ext>
            </a:extLst>
          </p:cNvPr>
          <p:cNvSpPr/>
          <p:nvPr/>
        </p:nvSpPr>
        <p:spPr>
          <a:xfrm>
            <a:off x="2319338" y="4413250"/>
            <a:ext cx="214312" cy="407988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9" name="Text Box 50">
            <a:extLst>
              <a:ext uri="{FF2B5EF4-FFF2-40B4-BE49-F238E27FC236}">
                <a16:creationId xmlns:a16="http://schemas.microsoft.com/office/drawing/2014/main" id="{86C53596-4F3A-4CF3-9B20-1FB27DCC74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32" name="Marcador de número de diapositiva 231">
            <a:extLst>
              <a:ext uri="{FF2B5EF4-FFF2-40B4-BE49-F238E27FC236}">
                <a16:creationId xmlns:a16="http://schemas.microsoft.com/office/drawing/2014/main" id="{1D00F8C3-D7E8-42B9-B69E-D5B5212FA1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3A30346-CAF9-449E-AC0C-C650D472AE64}" type="slidenum">
              <a:rPr lang="es-ES" altLang="es-ES">
                <a:solidFill>
                  <a:srgbClr val="171717"/>
                </a:solidFill>
              </a:rPr>
              <a:pPr/>
              <a:t>108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7AF07A5-9BA7-4DEE-A0F1-CDBE70FA5A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19138" name="Rectangle 3">
            <a:extLst>
              <a:ext uri="{FF2B5EF4-FFF2-40B4-BE49-F238E27FC236}">
                <a16:creationId xmlns:a16="http://schemas.microsoft.com/office/drawing/2014/main" id="{018370F7-EF59-4E21-A04B-5B95C4E09B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681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Camino crítico instrucción LW: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BR[rd]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 MEM[BR[rs1] + sExt(imm)]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BEAAA0B9-5F05-4462-8380-A11F163C15D8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EC0A1809-C33B-488A-A4A1-32D2A1864945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B72D668F-7BA1-4EDC-8E38-AA236399AF26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F5CF0E6F-38CF-4804-BDCD-A1E184A4ABC1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CFEDB0C2-70D8-4C6F-8B4E-E5B0F785B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5E284E6D-6029-4701-BC12-32CE667833E1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2000EBAC-D39E-45C4-BB98-7574B5C2EACC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2E0D02F9-FC97-42F1-AE4D-0D667B5C9A18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0F0CE9FE-7EBC-45FD-A012-19FB9429D424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799C7C08-8910-4CCD-8552-929B9D97CBB8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19149" name="Grupo 340">
            <a:extLst>
              <a:ext uri="{FF2B5EF4-FFF2-40B4-BE49-F238E27FC236}">
                <a16:creationId xmlns:a16="http://schemas.microsoft.com/office/drawing/2014/main" id="{7497CAC0-D2F0-4C63-9B7D-3F909B9B94EB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EBE33D48-B529-446B-B670-86C6CD03D6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37944A8C-2C27-485F-AC8E-F049A2E27D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99DAFF3D-4155-4886-B591-668DEC159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2C6A160E-A799-42C4-BFF5-AE0022B63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18A6E3D2-6791-4809-AA44-AE7D13C4C4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BD05B95A-6EEE-4376-A92D-AF0E69A06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CF9AFDF1-8B77-45E9-92A7-4F977A275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13668F78-5EC8-4421-9F46-DAB68F5F99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8A3FD1E5-CEF0-49BC-8193-C75806073C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FE1C8E68-8469-400A-B52C-712D021C9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6A758B8C-06C0-4F02-BB23-B86E7F4164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E4B7F8D1-250F-4622-AB6E-731C634E8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D0AB4CBC-DF73-46D2-AAD0-EA9A8AC18B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21953CCA-0A7A-4B3C-BD52-5311D88626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BA7E14ED-C349-42E3-87E9-A3079A0E91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39F775BF-EB49-48C3-B789-112BBD330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E035B46D-E42E-49B1-9C07-D21AD7082A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DFD0ED6D-3690-43BD-BC81-5C170564CE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873021D5-12DD-4245-BD5C-499878697D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BB1ABDF5-1DFB-4825-A10B-E6EA4D51E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6DE5577E-2C11-4697-BEA8-7062293EEF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B5EE6DBB-8845-4C8D-B1B5-86BAD17FEF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3185D196-7589-4F32-A107-43C9BBBDEA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806DF7C7-98A8-4B74-A8E5-7A07AE18CE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336BBB68-C9FB-478C-8911-ECBB263CBB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34E90129-A035-4746-B563-66ED2927B6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6B4EC6B6-FE1E-4952-84DB-284B9F7967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91BAE6D1-E6E0-43A0-93D0-4EA92BF451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B6784FFE-296E-4AC1-8C21-897D4B6BDE63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19150" name="Grupo 370">
            <a:extLst>
              <a:ext uri="{FF2B5EF4-FFF2-40B4-BE49-F238E27FC236}">
                <a16:creationId xmlns:a16="http://schemas.microsoft.com/office/drawing/2014/main" id="{A87C913E-6423-4B35-9FE6-2142B4E5B549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CEC52A56-A6DA-4DF4-B53B-C66C98226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6B79D481-54BA-4190-B5A5-BB10EB5FD3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C3F72083-6F3C-4CD1-87B0-999D3BEF0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D41C1647-83CB-49CC-9B26-60BDAF151A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6B83E311-E8A6-4681-A9F7-B50E4E21F5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07F494A6-917C-4E63-BEEC-10674B3ADB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357957D7-9DC7-4CDA-AD15-659133854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C5010964-F8EF-481E-B84B-80B4AEB1A7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B91130CF-ADDE-41C1-8D8D-A8A6D98FD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E177EC15-34BE-41A1-BDC4-2825D8D7F8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F9349BF2-AFDA-456A-9CF2-6A1EBE76C1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7D44EE36-9EDB-4B2E-AB7A-17DE750A73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3FA010F6-56D0-419B-B0B5-920376366D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4D20B88E-3957-44D9-BDAC-11EA8AE5A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6CD30F9B-40E9-45F7-BEB7-47EF438BA0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F88A28CE-D971-4D66-ADB7-78CE76BB65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B50626CB-174B-4746-A8A8-56B6ABA62230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BD33E1B5-5731-4BE2-A5AD-E5716F032B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8E13E59F-E059-4483-B34A-DEAEEFCBCA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46D8847C-AA33-420A-9E60-A2150D047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D85D7844-B3C1-49D9-81AC-0916F43B28DA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2C0403C0-C684-44ED-B257-F443BEDD7DD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C5C36BFE-C69E-4FA1-906E-955E526951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42A0F0F9-3AC0-43AE-B8B9-912086FF3B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87716F93-8F4E-411A-BB91-A5C8C633D8A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3D935940-53C6-4297-B4CA-515BE2DE96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28763F6E-D07B-4562-B3D3-7F92FE6A9A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0F873513-C9D0-4DF9-B1DC-74DC6E37D8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795739CB-F3D9-48B6-865B-C6B479770B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D15406D1-8C0C-441D-92B1-A5A589535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A241A5DF-BFA8-4C58-8AB6-D6D47427D5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F4C2D91E-5083-4BC1-B028-3063A67BAAE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CC374133-D7C8-454D-BA6F-E7FCCE9EFC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2F442438-7A9F-4849-8CF9-7307E40A8F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D774CAA6-72CD-4278-9881-8F882A315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5910EE29-D1E3-4669-94C8-1CA2C4DC365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DC410A50-F87B-4522-945D-72A4A95DA80A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9D2D24A4-25C9-4561-91A0-EB3DB2C6B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19172" name="Grupo 409">
            <a:extLst>
              <a:ext uri="{FF2B5EF4-FFF2-40B4-BE49-F238E27FC236}">
                <a16:creationId xmlns:a16="http://schemas.microsoft.com/office/drawing/2014/main" id="{EC68B4B9-02E6-4568-A9A2-6306FB34B5F3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6CC553DD-64FD-4E9E-906A-B6F19679BE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ADEE029C-24E8-405F-BD1C-6D54D8370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12D10C0C-E5FF-42C0-A352-9944D55CE954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9A225EF3-E74A-43E8-9610-82D3513E6B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3C3E83AD-B3A2-4CBB-86FC-412A37EBD8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A585B568-0BC0-4F7A-B078-740BCF8D1C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76620C7F-AFF7-417B-9450-16B6E5EFF7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D41A6425-9C2C-469D-89D9-66D0E0948B8F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E5E69E3B-5F56-420B-BD42-075769E0B5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9911C3F1-3A0E-434B-9C67-86B97D78C89A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262486AF-BD99-495B-974A-807A51349169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E2EFD46E-F584-495C-8F55-7B4556E141B4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E3F96411-711E-437B-B947-A2C2095498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63B3149C-39C2-44EB-954F-662E71325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AC71EE01-D348-46C4-9238-11180277DA29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2632A8F5-378B-4F4C-A0DE-825C98D4BA8E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39D06BDD-B9B4-48E8-B22C-FA9D339A20C7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9183" name="Grupo 428">
            <a:extLst>
              <a:ext uri="{FF2B5EF4-FFF2-40B4-BE49-F238E27FC236}">
                <a16:creationId xmlns:a16="http://schemas.microsoft.com/office/drawing/2014/main" id="{DDCA618C-41B5-4688-9217-9EAAB9E16106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12069645-F050-46DE-8B03-1C4877E4E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C1D66898-7904-4E9A-AE40-69F7EB0E62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040A1780-F868-43E8-83E0-03535BD81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8130B30A-60E8-4EC0-91DF-E06725B52C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7672CE0C-07CF-42D9-BBD6-EB733E7B1A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7E59CF07-FF4F-4CB5-A85D-1BBA3F9EC1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2744296B-54BC-4E24-B226-97B09A36E8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18903265-B07E-4736-9D9E-AC99DDBB32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4FDF1DFC-8CDA-4C5D-B59A-93267B62D4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0A62B02F-7F96-42E5-9708-A747343BF33D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B0C226EE-43D6-40AD-89BE-5E57B896B4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F2B60998-D130-4A28-95D7-16A83BE5EE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B83E0C21-8007-41AA-A5EA-03C2A00F7E22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EC08DD5B-A609-42A3-A402-2B53E91B7DA2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7678905F-D2B6-4BD4-AFD8-F0C8B3526694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010C2F44-EC72-47DD-B9EA-4018BC1A2003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4B9A5BAE-DBD1-4A55-ABCA-4280CA16B88C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AB669035-2F7E-410B-88EB-175D4F9532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F145343A-D9AE-4627-9E7B-A5A456C63140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9191" name="Grupo 448">
            <a:extLst>
              <a:ext uri="{FF2B5EF4-FFF2-40B4-BE49-F238E27FC236}">
                <a16:creationId xmlns:a16="http://schemas.microsoft.com/office/drawing/2014/main" id="{31AF4D93-F4F8-4A8F-A08A-867DE1DC1A4E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BCC9FA08-ADE0-4686-8D51-56608BF1A6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A1877753-F734-41B2-A503-8BB4DC852D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158AB6E4-ADCC-46B5-926B-1E1A0F5B5F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467FCA2F-0027-4F1F-9FF0-F7913DDF9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D7ABCB82-63F2-45FC-9B35-772BC6BEE4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A8838DF6-317D-44B8-B4FF-636B7F0480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41E451C2-C415-41BD-8C70-614E2DC519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4E29CBB3-D782-4988-BB61-AE5C4E893D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BD8E1B55-4A91-4890-AE47-F57B33FB69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C415AF94-330C-4550-B360-F71216CE5B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CF12A917-4A70-4C06-A8A8-A67FC96B9C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DCBA0576-A63A-456E-BAC0-9374E1FD2357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26108FE8-91A2-445D-B1DC-CE76E4DF2AE7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C9DB5198-EC09-4626-A1A3-CC825BDF72D6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9195" name="Grupo 463">
            <a:extLst>
              <a:ext uri="{FF2B5EF4-FFF2-40B4-BE49-F238E27FC236}">
                <a16:creationId xmlns:a16="http://schemas.microsoft.com/office/drawing/2014/main" id="{28FBD9F5-66CD-46FC-902C-44E3E229F61C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55CD0A8A-14F7-4B64-9FF4-6E944CD3C5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A7EBF652-265F-43A0-9E8A-0F8BA3C10F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E60AC801-4FA1-4564-A173-CFB99F044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0CD2ECC3-6AD4-4D5C-93A0-1D86B76D4E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72F86670-449E-4872-A92F-2A8B78329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85D38761-E4EC-4BA4-9F7B-7CBFD0EDEA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6F20D724-5256-4518-9153-94B10F5F2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3A5C0F03-9250-4BE3-B744-EA5B1839ECD1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92829F76-DECD-492F-B123-BEB8F6247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19196" name="Grupo 473">
            <a:extLst>
              <a:ext uri="{FF2B5EF4-FFF2-40B4-BE49-F238E27FC236}">
                <a16:creationId xmlns:a16="http://schemas.microsoft.com/office/drawing/2014/main" id="{C86DC63E-9C33-42CF-89E6-6A8C494086E0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BB0A30D5-6B0F-4FC7-9EFB-B4B36437C9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C8FA7B27-70A0-437B-8948-93714B52A8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491B69A2-64E1-4A1B-8FE7-A7503EC034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18D64DD7-12D0-4CC2-BE67-C32415625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DB258254-7DDF-4A85-A5D4-A37CD07480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6610091E-CA24-49BF-9504-CE7CBE9691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2F59DFA6-DBC2-45F3-92BE-8E548FC525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5FA2101C-C799-4CC8-9321-87E79ABAC3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FDDD7970-5D21-4BF2-891A-E328612863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976815D1-DB67-4921-A75F-AC86934489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DCE10B24-ECAC-4D96-A9DA-48FFD2CC0F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9BF1CB7A-FC25-47C4-AC20-1C3140345B77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0B5EE02D-7A3D-4412-B081-C46D151F3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D845147C-79E5-40EE-B5A7-7C9F33596F46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9200" name="Grupo 488">
            <a:extLst>
              <a:ext uri="{FF2B5EF4-FFF2-40B4-BE49-F238E27FC236}">
                <a16:creationId xmlns:a16="http://schemas.microsoft.com/office/drawing/2014/main" id="{40F1C982-0453-4421-A8E7-84B29DF962A0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E11E40D2-25E5-4213-BEF5-B32F32E7E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6D8F9F80-EA9B-41F5-A131-8BE659AA70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0B3BA59E-7BE4-4284-8C7D-B3C74A1EF1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F92CE3F4-20D5-41B1-8224-2A6B46261B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C5E684D0-95B1-459C-BB8C-4AD3A18150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49827C20-D552-48CD-A7BD-4072BF477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0BD40C0B-2C04-42B4-8473-B8A15F6B9A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93EAD0AB-9F6D-4DDA-9313-7CE6E25B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22C3AFD4-C643-4E94-9733-FC4BF0A9D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1345F31F-3AF5-4D98-8305-C6D9F8C23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444E8E14-95F4-41F9-8111-F0573B72F287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9202" name="Grupo 500">
            <a:extLst>
              <a:ext uri="{FF2B5EF4-FFF2-40B4-BE49-F238E27FC236}">
                <a16:creationId xmlns:a16="http://schemas.microsoft.com/office/drawing/2014/main" id="{14FE5398-52B9-4864-8BCA-59F542A7BE9A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54BEBECA-67CD-4CDD-AA9C-68812A832B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6600724A-DF60-4989-92D9-B483EEBA9C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AFEE37FA-E7DC-4DE6-BE21-6988F14267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00E081C9-A8CD-4B78-BF19-EB310D358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A32A4CE9-C2D9-4E43-9761-38A2E033F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0334C54E-6FE6-4D94-92BD-4D4E9FCFA5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08E8C582-B501-4A0F-8C24-66BE4FC18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7BE56237-8E24-42AA-A954-8FC95F2482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AAD13B08-7EAB-4634-B8B8-A1DA6DD2F839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CE17499B-E658-4A37-B00E-9D0B9A910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ECAC8CF0-825F-4D72-B81B-5C481F6D65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2FEC6BF4-4044-4192-AF5B-0931F6691C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3A5B1D52-C1AF-4237-A4A0-D01C10F2D935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C143F5EA-E39B-489B-B615-7B4B076EC0B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DAB8A484-1761-48C7-B067-25FA21455434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19206" name="Grupo 516">
            <a:extLst>
              <a:ext uri="{FF2B5EF4-FFF2-40B4-BE49-F238E27FC236}">
                <a16:creationId xmlns:a16="http://schemas.microsoft.com/office/drawing/2014/main" id="{DF1CDE16-997A-4FB8-BD53-FED8FB6F2911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0EB9F8BA-C6D3-42E0-AD1C-B2192F0442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F92A0B0C-0DA1-40CF-8E8D-BEB6A108B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44FFB98D-5727-4082-9F69-465A46D1C1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C7339A6F-FF37-4FE7-945F-68B4ABE8D7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660A699C-418A-4E7E-98C9-4BFF74FCA5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89119DAD-3FA9-4D52-BF34-61D5949A6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8538DCB0-BAD8-4062-BEC2-9E9F395B0B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FEB34DE2-B8BB-4077-91AC-643B3B659C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466116B2-DECF-4523-8A0B-0F373DFD7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B6894402-A733-4720-A1EE-A6EC48F4F0F5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5B1717F7-E604-4B50-B39B-2EC8702B9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0AE64584-0C22-4C65-B6BD-346B2C399C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E19BBC5C-6896-4DC5-9070-C9C7B1D719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B732A999-D5AA-4BAD-9509-74E411986B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79B5120F-8642-434B-AE20-EFDA6A097D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4AEFCA7C-CAB1-4BE0-8B5A-0ABE5D187C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6D489025-CFE5-42B5-82B5-2CFB50F15E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0ED9743F-359A-4BA3-9DF4-AE1626744B5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213815B1-EDE3-4355-B64D-6C5227A54A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898712C5-DE3E-498D-8FB8-35CBEE95D471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8F386479-87A9-4646-B914-26F16AFC93A5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EBF150F4-34D7-478C-AF4E-4614077EA755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5451D211-4E6B-424F-8E7C-175159F541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FA3E8A7A-3BC6-4258-B67A-9E1B4A580218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A59178DC-D5FC-4D9F-BAEA-11F6D32EE3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6CAA9058-0C64-4F95-8EAB-7FF7086A8E1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9F18475F-A1C2-4425-93A5-0F6FC84869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B41D8C6E-43DB-46F0-B81E-28184BAB03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DC506C66-3AB2-4976-8CF8-4E5F55AD1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5EF64950-CD9B-492A-BBCC-B1F4E969CF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7DA1B7F3-6EC1-4974-AB80-F1C2A8D628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E33597E8-C089-42E3-A035-A09AE63F32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7AE0C5CD-4AA9-417B-91AC-BAABD9A653FC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9223" name="Grupo 550">
            <a:extLst>
              <a:ext uri="{FF2B5EF4-FFF2-40B4-BE49-F238E27FC236}">
                <a16:creationId xmlns:a16="http://schemas.microsoft.com/office/drawing/2014/main" id="{64F995F4-3150-4BC7-96DD-C481C53501A2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B8CE6C8D-899D-40A1-A041-9ECF0FE8E731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01C4530C-0E4D-4842-90F7-05A69E72BE6E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90F0BBD8-3D6F-4F73-974B-B67C28098014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0028C723-C669-4B39-97C0-FBBF47B378F1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7971008E-BBB8-4351-948B-4302C66A20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208523A3-720B-4664-9F86-B266FC6B8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FE9B464F-48DC-4A3F-BEC8-4CDC1638D6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0C94C2BE-0335-475A-8424-DA0B1D59A0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97D52BE0-6B16-4EC8-B0CA-81B1D5490E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34612C74-282A-469C-AED3-089F2C6919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DDCCCB9D-3751-4BF3-B6F5-A0ABE02AB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7FAC693E-454D-46FF-BA6B-D454072DA9DE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622E002C-1B53-4C00-A3DC-631CCA03888D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73DBACD3-A0B1-44D5-82BD-6590DA711995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7E1F6684-36B1-4539-BBE8-5A7BC5FA5C09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7EE0086E-9BCF-46C8-BCF9-E5F8DF1C5F71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ECF8AD59-FCE6-47EE-9195-1EE1A571D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EF9099D8-8827-4EF1-BC55-E5072A0DAFA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D5A40DF6-090C-433E-8DEA-0545454A26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B7232E0A-D456-480B-8E56-447FB8C1829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5902F91F-31D9-473F-9BB6-703DB5BEAF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C71B6101-93CD-4BDC-9D37-D2F429507CB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F701985D-9881-42BB-9FB5-6099F34CA9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822DB3D5-0AE7-42E0-8F20-F42A3156378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1D1F28F3-5063-4509-AEA7-50656C1434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2976E373-DBC9-4112-8FBE-E4584063B7D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3A444559-D3EE-41B8-97D1-B36B86EC2D40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3207BC9C-3C99-4EF0-A745-15F27D6C5958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329912DA-F2A2-477A-A524-BA5922EB18EE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A61C28EA-2DD2-4986-BC58-AE0EDF4BD5D9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55732EA5-9ABD-4514-8193-273B686E0CD4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E5C650E4-BEBB-4BFE-928C-A61525269068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7A50F247-4BF5-4C89-AA80-CB8B34255D65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ECFF9F69-ED06-4078-8D3D-2B36A1DC5278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FB208EA0-5AA8-4F3C-8830-5E81704ECB96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01939B4F-5132-4F6F-9E70-80EA854A4686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CA92BF38-47CC-469A-8E6C-3D8E4B9C80F9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5A1337DC-02D2-4C09-BB04-7743812F1DD6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B3561004-605A-402A-929F-4061EF1AE9A1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4C684252-A75E-4F61-A7D8-236FC758998A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91ADC95D-0B71-44E4-95B4-69FA78AFE8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1F7F56BC-A1D2-4692-ADDD-F32BCAE9C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" name="Text Box 50">
            <a:extLst>
              <a:ext uri="{FF2B5EF4-FFF2-40B4-BE49-F238E27FC236}">
                <a16:creationId xmlns:a16="http://schemas.microsoft.com/office/drawing/2014/main" id="{4920640B-6590-4113-A274-616FE4A58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2BC0D8B8-9851-49AB-8D92-22C57F1C95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FD3F1E2-2584-4E54-9DF4-AE5B9EA58A49}" type="slidenum">
              <a:rPr lang="es-ES" altLang="es-ES">
                <a:solidFill>
                  <a:srgbClr val="171717"/>
                </a:solidFill>
              </a:rPr>
              <a:pPr/>
              <a:t>109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CuadroTexto 207">
            <a:extLst>
              <a:ext uri="{FF2B5EF4-FFF2-40B4-BE49-F238E27FC236}">
                <a16:creationId xmlns:a16="http://schemas.microsoft.com/office/drawing/2014/main" id="{E51EB294-48A7-4A17-99A6-0DF9D1C2E1F3}"/>
              </a:ext>
            </a:extLst>
          </p:cNvPr>
          <p:cNvSpPr txBox="1"/>
          <p:nvPr/>
        </p:nvSpPr>
        <p:spPr>
          <a:xfrm>
            <a:off x="1433513" y="1838325"/>
            <a:ext cx="7691437" cy="3698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dirty="0">
                <a:solidFill>
                  <a:srgbClr val="C00000"/>
                </a:solidFill>
                <a:latin typeface="+mn-lt"/>
              </a:rPr>
              <a:t>150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8500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400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450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200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8000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8500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250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700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=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27150 </a:t>
            </a:r>
            <a:r>
              <a:rPr lang="es-ES" dirty="0" err="1">
                <a:solidFill>
                  <a:srgbClr val="C00000"/>
                </a:solidFill>
                <a:latin typeface="+mn-lt"/>
              </a:rPr>
              <a:t>ps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21186" name="Grupo 218">
            <a:extLst>
              <a:ext uri="{FF2B5EF4-FFF2-40B4-BE49-F238E27FC236}">
                <a16:creationId xmlns:a16="http://schemas.microsoft.com/office/drawing/2014/main" id="{D51B20DE-5E17-48A6-9F4B-EDDB7C924A0A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39" name="Text Box 37">
              <a:extLst>
                <a:ext uri="{FF2B5EF4-FFF2-40B4-BE49-F238E27FC236}">
                  <a16:creationId xmlns:a16="http://schemas.microsoft.com/office/drawing/2014/main" id="{5A5F6FF7-A9B2-4D81-8974-753293E945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0" name="Text Box 32">
              <a:extLst>
                <a:ext uri="{FF2B5EF4-FFF2-40B4-BE49-F238E27FC236}">
                  <a16:creationId xmlns:a16="http://schemas.microsoft.com/office/drawing/2014/main" id="{88EF51A9-6E27-4228-B910-4AEC67C47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1" name="Text Box 22">
              <a:extLst>
                <a:ext uri="{FF2B5EF4-FFF2-40B4-BE49-F238E27FC236}">
                  <a16:creationId xmlns:a16="http://schemas.microsoft.com/office/drawing/2014/main" id="{1F0A4820-AB7B-4284-81F6-7A3618B84B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2" name="Text Box 10">
              <a:extLst>
                <a:ext uri="{FF2B5EF4-FFF2-40B4-BE49-F238E27FC236}">
                  <a16:creationId xmlns:a16="http://schemas.microsoft.com/office/drawing/2014/main" id="{1EB64FB3-C1B2-4C62-8172-4D0874A305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3" name="Text Box 14">
              <a:extLst>
                <a:ext uri="{FF2B5EF4-FFF2-40B4-BE49-F238E27FC236}">
                  <a16:creationId xmlns:a16="http://schemas.microsoft.com/office/drawing/2014/main" id="{22895E76-2C14-46FA-B6D1-C9A31F7819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4" name="Text Box 27">
              <a:extLst>
                <a:ext uri="{FF2B5EF4-FFF2-40B4-BE49-F238E27FC236}">
                  <a16:creationId xmlns:a16="http://schemas.microsoft.com/office/drawing/2014/main" id="{6CF2D67C-7C80-4730-97EE-20741EE055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5" name="Rectangle 6">
              <a:extLst>
                <a:ext uri="{FF2B5EF4-FFF2-40B4-BE49-F238E27FC236}">
                  <a16:creationId xmlns:a16="http://schemas.microsoft.com/office/drawing/2014/main" id="{5F959368-B4E9-4D61-95AC-0B29D34C5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6" name="Line 8">
              <a:extLst>
                <a:ext uri="{FF2B5EF4-FFF2-40B4-BE49-F238E27FC236}">
                  <a16:creationId xmlns:a16="http://schemas.microsoft.com/office/drawing/2014/main" id="{7F355CDF-39AD-4882-900C-86D86438A3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7" name="Line 9">
              <a:extLst>
                <a:ext uri="{FF2B5EF4-FFF2-40B4-BE49-F238E27FC236}">
                  <a16:creationId xmlns:a16="http://schemas.microsoft.com/office/drawing/2014/main" id="{775411AD-8926-42AA-9EFE-9819EEF421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8" name="Line 12">
              <a:extLst>
                <a:ext uri="{FF2B5EF4-FFF2-40B4-BE49-F238E27FC236}">
                  <a16:creationId xmlns:a16="http://schemas.microsoft.com/office/drawing/2014/main" id="{C28DD9E4-A2E8-467D-874D-07835FDFD2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13">
              <a:extLst>
                <a:ext uri="{FF2B5EF4-FFF2-40B4-BE49-F238E27FC236}">
                  <a16:creationId xmlns:a16="http://schemas.microsoft.com/office/drawing/2014/main" id="{71131930-82C8-4FA8-8521-C97DA9CAFB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Text Box 15">
              <a:extLst>
                <a:ext uri="{FF2B5EF4-FFF2-40B4-BE49-F238E27FC236}">
                  <a16:creationId xmlns:a16="http://schemas.microsoft.com/office/drawing/2014/main" id="{8FBEFB55-6888-46DF-B396-DFCAF39053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1" name="Text Box 16">
              <a:extLst>
                <a:ext uri="{FF2B5EF4-FFF2-40B4-BE49-F238E27FC236}">
                  <a16:creationId xmlns:a16="http://schemas.microsoft.com/office/drawing/2014/main" id="{60CE71A3-ABEE-4271-BCAD-54C9BAC5FB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2" name="Text Box 17">
              <a:extLst>
                <a:ext uri="{FF2B5EF4-FFF2-40B4-BE49-F238E27FC236}">
                  <a16:creationId xmlns:a16="http://schemas.microsoft.com/office/drawing/2014/main" id="{10A3F862-0EE7-4739-B57A-29BF90ABD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Line 18">
              <a:extLst>
                <a:ext uri="{FF2B5EF4-FFF2-40B4-BE49-F238E27FC236}">
                  <a16:creationId xmlns:a16="http://schemas.microsoft.com/office/drawing/2014/main" id="{52576C36-E068-48AC-AA59-C2C1BC972D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4" name="Line 20">
              <a:extLst>
                <a:ext uri="{FF2B5EF4-FFF2-40B4-BE49-F238E27FC236}">
                  <a16:creationId xmlns:a16="http://schemas.microsoft.com/office/drawing/2014/main" id="{7B4B3823-3AD9-42B0-8907-8265644C9D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5" name="Line 21">
              <a:extLst>
                <a:ext uri="{FF2B5EF4-FFF2-40B4-BE49-F238E27FC236}">
                  <a16:creationId xmlns:a16="http://schemas.microsoft.com/office/drawing/2014/main" id="{61D1339E-8251-4C14-9A27-9AB1B74CFB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Text Box 23">
              <a:extLst>
                <a:ext uri="{FF2B5EF4-FFF2-40B4-BE49-F238E27FC236}">
                  <a16:creationId xmlns:a16="http://schemas.microsoft.com/office/drawing/2014/main" id="{39D34D81-6F5A-454E-BF2F-D557029FDA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57" name="Line 25">
              <a:extLst>
                <a:ext uri="{FF2B5EF4-FFF2-40B4-BE49-F238E27FC236}">
                  <a16:creationId xmlns:a16="http://schemas.microsoft.com/office/drawing/2014/main" id="{AFB2FB30-76E8-4C19-8EE5-E748CD2A9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6">
              <a:extLst>
                <a:ext uri="{FF2B5EF4-FFF2-40B4-BE49-F238E27FC236}">
                  <a16:creationId xmlns:a16="http://schemas.microsoft.com/office/drawing/2014/main" id="{4A85E845-CBB5-42C7-BD1E-9F451C77A9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8">
              <a:extLst>
                <a:ext uri="{FF2B5EF4-FFF2-40B4-BE49-F238E27FC236}">
                  <a16:creationId xmlns:a16="http://schemas.microsoft.com/office/drawing/2014/main" id="{357004D8-0B64-4538-839F-03C57DB63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0" name="Line 30">
              <a:extLst>
                <a:ext uri="{FF2B5EF4-FFF2-40B4-BE49-F238E27FC236}">
                  <a16:creationId xmlns:a16="http://schemas.microsoft.com/office/drawing/2014/main" id="{B400A66D-92BA-499C-B5EF-4544180610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31">
              <a:extLst>
                <a:ext uri="{FF2B5EF4-FFF2-40B4-BE49-F238E27FC236}">
                  <a16:creationId xmlns:a16="http://schemas.microsoft.com/office/drawing/2014/main" id="{82D446E8-7E43-4D10-9708-9C5A3100B0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33">
              <a:extLst>
                <a:ext uri="{FF2B5EF4-FFF2-40B4-BE49-F238E27FC236}">
                  <a16:creationId xmlns:a16="http://schemas.microsoft.com/office/drawing/2014/main" id="{5032619D-8E7F-4076-8C3A-53F5809F2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3" name="Line 35">
              <a:extLst>
                <a:ext uri="{FF2B5EF4-FFF2-40B4-BE49-F238E27FC236}">
                  <a16:creationId xmlns:a16="http://schemas.microsoft.com/office/drawing/2014/main" id="{772ECBA3-BB42-4B3E-AC08-02036F779D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6">
              <a:extLst>
                <a:ext uri="{FF2B5EF4-FFF2-40B4-BE49-F238E27FC236}">
                  <a16:creationId xmlns:a16="http://schemas.microsoft.com/office/drawing/2014/main" id="{1926AB61-A45E-4FE8-A59F-7B3033E710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8">
              <a:extLst>
                <a:ext uri="{FF2B5EF4-FFF2-40B4-BE49-F238E27FC236}">
                  <a16:creationId xmlns:a16="http://schemas.microsoft.com/office/drawing/2014/main" id="{3E8AB030-83B9-43AE-973F-A192BC62BC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6" name="Text Box 39">
              <a:extLst>
                <a:ext uri="{FF2B5EF4-FFF2-40B4-BE49-F238E27FC236}">
                  <a16:creationId xmlns:a16="http://schemas.microsoft.com/office/drawing/2014/main" id="{1DFB3BF6-4FE4-4981-8855-93C8BC9557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67" name="Forma libre 366">
              <a:extLst>
                <a:ext uri="{FF2B5EF4-FFF2-40B4-BE49-F238E27FC236}">
                  <a16:creationId xmlns:a16="http://schemas.microsoft.com/office/drawing/2014/main" id="{C5809C9B-1912-4865-8508-E4EBB641D4A2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11" name="Rectángulo redondeado 210">
            <a:extLst>
              <a:ext uri="{FF2B5EF4-FFF2-40B4-BE49-F238E27FC236}">
                <a16:creationId xmlns:a16="http://schemas.microsoft.com/office/drawing/2014/main" id="{22A7B3AE-80A6-448D-A057-4747E9B03280}"/>
              </a:ext>
            </a:extLst>
          </p:cNvPr>
          <p:cNvSpPr/>
          <p:nvPr/>
        </p:nvSpPr>
        <p:spPr>
          <a:xfrm>
            <a:off x="7764463" y="1898650"/>
            <a:ext cx="1004887" cy="2587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sz="1100" dirty="0">
              <a:solidFill>
                <a:srgbClr val="C00000"/>
              </a:solidFill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9B749312-8F0E-4D38-BCD7-3E3C11EB8734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176" name="Forma libre 175">
            <a:extLst>
              <a:ext uri="{FF2B5EF4-FFF2-40B4-BE49-F238E27FC236}">
                <a16:creationId xmlns:a16="http://schemas.microsoft.com/office/drawing/2014/main" id="{1C3EE002-94CD-4E50-A7FC-CC27FBDF81AF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0" name="Forma libre 49">
            <a:extLst>
              <a:ext uri="{FF2B5EF4-FFF2-40B4-BE49-F238E27FC236}">
                <a16:creationId xmlns:a16="http://schemas.microsoft.com/office/drawing/2014/main" id="{2FEBD6C1-0354-4AA4-AF29-4F743C2363A7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6" name="Text Box 72">
            <a:extLst>
              <a:ext uri="{FF2B5EF4-FFF2-40B4-BE49-F238E27FC236}">
                <a16:creationId xmlns:a16="http://schemas.microsoft.com/office/drawing/2014/main" id="{1AC47E56-63A6-4564-AB76-EA99EAF858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5" name="Line 70">
            <a:extLst>
              <a:ext uri="{FF2B5EF4-FFF2-40B4-BE49-F238E27FC236}">
                <a16:creationId xmlns:a16="http://schemas.microsoft.com/office/drawing/2014/main" id="{D56533A0-A958-4A26-91A6-FA15CDCCF69D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B0C760FE-2A29-4805-A31D-F8664B859F19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" name="Forma libre 50">
            <a:extLst>
              <a:ext uri="{FF2B5EF4-FFF2-40B4-BE49-F238E27FC236}">
                <a16:creationId xmlns:a16="http://schemas.microsoft.com/office/drawing/2014/main" id="{85DC3DA3-2A59-457D-88DF-C6999431AC10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9" name="Forma libre 318">
            <a:extLst>
              <a:ext uri="{FF2B5EF4-FFF2-40B4-BE49-F238E27FC236}">
                <a16:creationId xmlns:a16="http://schemas.microsoft.com/office/drawing/2014/main" id="{AE6C42B2-6735-4038-972C-09AEBD3BEBB2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DBB82909-6F95-443E-900B-B589CE0BDBA5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0BA5FA2A-6962-4943-927B-98B0810B43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21198" name="Rectangle 3">
            <a:extLst>
              <a:ext uri="{FF2B5EF4-FFF2-40B4-BE49-F238E27FC236}">
                <a16:creationId xmlns:a16="http://schemas.microsoft.com/office/drawing/2014/main" id="{3650856B-0070-4DB0-9337-24D2C0245F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601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Camino crítico instrucción LW: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BR[rd]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 MEM[BR[rs1] + sExt(imm)]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221199" name="Grupo 261">
            <a:extLst>
              <a:ext uri="{FF2B5EF4-FFF2-40B4-BE49-F238E27FC236}">
                <a16:creationId xmlns:a16="http://schemas.microsoft.com/office/drawing/2014/main" id="{11FF883E-EC7B-4F48-8D26-3CD9B47A6C52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280" name="Text Box 80">
              <a:extLst>
                <a:ext uri="{FF2B5EF4-FFF2-40B4-BE49-F238E27FC236}">
                  <a16:creationId xmlns:a16="http://schemas.microsoft.com/office/drawing/2014/main" id="{EB8D6018-E3BD-4FFB-821C-398D49364F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4" name="Text Box 63">
              <a:extLst>
                <a:ext uri="{FF2B5EF4-FFF2-40B4-BE49-F238E27FC236}">
                  <a16:creationId xmlns:a16="http://schemas.microsoft.com/office/drawing/2014/main" id="{440F55AA-BE71-4762-82A7-49A189CD74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65" name="Rectangle 59">
              <a:extLst>
                <a:ext uri="{FF2B5EF4-FFF2-40B4-BE49-F238E27FC236}">
                  <a16:creationId xmlns:a16="http://schemas.microsoft.com/office/drawing/2014/main" id="{8110DA92-E90D-4CA5-9289-F7BEEDF9E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6" name="Line 61">
              <a:extLst>
                <a:ext uri="{FF2B5EF4-FFF2-40B4-BE49-F238E27FC236}">
                  <a16:creationId xmlns:a16="http://schemas.microsoft.com/office/drawing/2014/main" id="{BDF051AF-471F-48BD-965B-92FBAFCDEC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62">
              <a:extLst>
                <a:ext uri="{FF2B5EF4-FFF2-40B4-BE49-F238E27FC236}">
                  <a16:creationId xmlns:a16="http://schemas.microsoft.com/office/drawing/2014/main" id="{6CABC844-9F40-4CDF-8921-6AEA31BAE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07A92E3D-0821-4849-9C6F-0DAE42AF7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76EF4D88-43F3-42AF-A09A-B0A14FBA76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0" name="Text Box 67">
              <a:extLst>
                <a:ext uri="{FF2B5EF4-FFF2-40B4-BE49-F238E27FC236}">
                  <a16:creationId xmlns:a16="http://schemas.microsoft.com/office/drawing/2014/main" id="{35C30E1C-F71D-42CA-89D7-9162B0CBC3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1" name="Text Box 68">
              <a:extLst>
                <a:ext uri="{FF2B5EF4-FFF2-40B4-BE49-F238E27FC236}">
                  <a16:creationId xmlns:a16="http://schemas.microsoft.com/office/drawing/2014/main" id="{5A75D5E5-55ED-4A1B-801E-948FBD9ED4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73" name="Text Box 69">
              <a:extLst>
                <a:ext uri="{FF2B5EF4-FFF2-40B4-BE49-F238E27FC236}">
                  <a16:creationId xmlns:a16="http://schemas.microsoft.com/office/drawing/2014/main" id="{56BB951A-50C4-42A3-827B-0738964663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74" name="Text Box 70">
              <a:extLst>
                <a:ext uri="{FF2B5EF4-FFF2-40B4-BE49-F238E27FC236}">
                  <a16:creationId xmlns:a16="http://schemas.microsoft.com/office/drawing/2014/main" id="{0FD1A625-E8BC-4733-A716-1DFB1DFCC0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75" name="Text Box 71">
              <a:extLst>
                <a:ext uri="{FF2B5EF4-FFF2-40B4-BE49-F238E27FC236}">
                  <a16:creationId xmlns:a16="http://schemas.microsoft.com/office/drawing/2014/main" id="{3C18C0C6-1D26-4694-A627-ED84783A5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76" name="Line 73">
              <a:extLst>
                <a:ext uri="{FF2B5EF4-FFF2-40B4-BE49-F238E27FC236}">
                  <a16:creationId xmlns:a16="http://schemas.microsoft.com/office/drawing/2014/main" id="{F6DD05A8-E28B-4FAD-AFC8-7E9037F2D5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7" name="Text Box 76">
              <a:extLst>
                <a:ext uri="{FF2B5EF4-FFF2-40B4-BE49-F238E27FC236}">
                  <a16:creationId xmlns:a16="http://schemas.microsoft.com/office/drawing/2014/main" id="{D3882AE4-8085-4C01-AE4E-3F67731DA2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78" name="Line 78">
              <a:extLst>
                <a:ext uri="{FF2B5EF4-FFF2-40B4-BE49-F238E27FC236}">
                  <a16:creationId xmlns:a16="http://schemas.microsoft.com/office/drawing/2014/main" id="{63DA1F96-76CA-42AF-98B7-EC87C40A7A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79">
              <a:extLst>
                <a:ext uri="{FF2B5EF4-FFF2-40B4-BE49-F238E27FC236}">
                  <a16:creationId xmlns:a16="http://schemas.microsoft.com/office/drawing/2014/main" id="{CCBAD4C3-BE1E-4C82-884C-94163F8BFA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1BD6DFF8-DE83-4382-B870-D7FA913AD376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283" name="Text Box 48">
            <a:extLst>
              <a:ext uri="{FF2B5EF4-FFF2-40B4-BE49-F238E27FC236}">
                <a16:creationId xmlns:a16="http://schemas.microsoft.com/office/drawing/2014/main" id="{093007F7-0DC8-4DDD-9460-6BC150213C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4" name="Text Box 53">
            <a:extLst>
              <a:ext uri="{FF2B5EF4-FFF2-40B4-BE49-F238E27FC236}">
                <a16:creationId xmlns:a16="http://schemas.microsoft.com/office/drawing/2014/main" id="{FEEAB833-74B8-4F68-90CC-0D2A701BA4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5" name="Text Box 57">
            <a:extLst>
              <a:ext uri="{FF2B5EF4-FFF2-40B4-BE49-F238E27FC236}">
                <a16:creationId xmlns:a16="http://schemas.microsoft.com/office/drawing/2014/main" id="{69B6903B-8492-4D22-9F0C-42DA4A916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286" name="Freeform 44">
            <a:extLst>
              <a:ext uri="{FF2B5EF4-FFF2-40B4-BE49-F238E27FC236}">
                <a16:creationId xmlns:a16="http://schemas.microsoft.com/office/drawing/2014/main" id="{9A78E19C-00D9-405F-88A1-35EDD76FFB84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7" name="Line 46">
            <a:extLst>
              <a:ext uri="{FF2B5EF4-FFF2-40B4-BE49-F238E27FC236}">
                <a16:creationId xmlns:a16="http://schemas.microsoft.com/office/drawing/2014/main" id="{026B7FD7-4F33-418E-AB21-1D3AC382550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8" name="Line 47">
            <a:extLst>
              <a:ext uri="{FF2B5EF4-FFF2-40B4-BE49-F238E27FC236}">
                <a16:creationId xmlns:a16="http://schemas.microsoft.com/office/drawing/2014/main" id="{F94B07F4-8309-4D09-89F8-B2B8EC8044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89" name="Text Box 49">
            <a:extLst>
              <a:ext uri="{FF2B5EF4-FFF2-40B4-BE49-F238E27FC236}">
                <a16:creationId xmlns:a16="http://schemas.microsoft.com/office/drawing/2014/main" id="{7C08F81F-8E36-4325-B1AC-C750A7787E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291" name="Line 52">
            <a:extLst>
              <a:ext uri="{FF2B5EF4-FFF2-40B4-BE49-F238E27FC236}">
                <a16:creationId xmlns:a16="http://schemas.microsoft.com/office/drawing/2014/main" id="{C456F886-41DB-4804-A20B-E58A325E8A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3" name="Line 56">
            <a:extLst>
              <a:ext uri="{FF2B5EF4-FFF2-40B4-BE49-F238E27FC236}">
                <a16:creationId xmlns:a16="http://schemas.microsoft.com/office/drawing/2014/main" id="{CC0598AC-2FEE-498A-969F-5AC5F55DED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5" name="Line 60">
            <a:extLst>
              <a:ext uri="{FF2B5EF4-FFF2-40B4-BE49-F238E27FC236}">
                <a16:creationId xmlns:a16="http://schemas.microsoft.com/office/drawing/2014/main" id="{69A9BD0C-96B2-494E-A1F3-BBC86288CC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6" name="Text Box 61">
            <a:extLst>
              <a:ext uri="{FF2B5EF4-FFF2-40B4-BE49-F238E27FC236}">
                <a16:creationId xmlns:a16="http://schemas.microsoft.com/office/drawing/2014/main" id="{F9B49D89-7B6A-4EE8-81F3-73F57AE1F3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297" name="Text Box 62">
            <a:extLst>
              <a:ext uri="{FF2B5EF4-FFF2-40B4-BE49-F238E27FC236}">
                <a16:creationId xmlns:a16="http://schemas.microsoft.com/office/drawing/2014/main" id="{9BE15C41-7944-461C-9B18-954F6797F0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298" name="Text Box 63">
            <a:extLst>
              <a:ext uri="{FF2B5EF4-FFF2-40B4-BE49-F238E27FC236}">
                <a16:creationId xmlns:a16="http://schemas.microsoft.com/office/drawing/2014/main" id="{0E934A8C-FAC1-4083-B4B6-34D36E46BF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299" name="Text Box 64">
            <a:extLst>
              <a:ext uri="{FF2B5EF4-FFF2-40B4-BE49-F238E27FC236}">
                <a16:creationId xmlns:a16="http://schemas.microsoft.com/office/drawing/2014/main" id="{0D546E9B-6675-4D75-ADD8-FFD3BB7328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301" name="Line 71">
            <a:extLst>
              <a:ext uri="{FF2B5EF4-FFF2-40B4-BE49-F238E27FC236}">
                <a16:creationId xmlns:a16="http://schemas.microsoft.com/office/drawing/2014/main" id="{D3AB7B8C-522F-4D85-AFA9-8F37024CAC4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2" name="Text Box 72">
            <a:extLst>
              <a:ext uri="{FF2B5EF4-FFF2-40B4-BE49-F238E27FC236}">
                <a16:creationId xmlns:a16="http://schemas.microsoft.com/office/drawing/2014/main" id="{709BC48E-D01A-4C00-A260-B045815C3E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03" name="Text Box 144">
            <a:extLst>
              <a:ext uri="{FF2B5EF4-FFF2-40B4-BE49-F238E27FC236}">
                <a16:creationId xmlns:a16="http://schemas.microsoft.com/office/drawing/2014/main" id="{33F57C1F-C928-4EAF-AAEE-3CBDE63E77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290" name="Line 51">
            <a:extLst>
              <a:ext uri="{FF2B5EF4-FFF2-40B4-BE49-F238E27FC236}">
                <a16:creationId xmlns:a16="http://schemas.microsoft.com/office/drawing/2014/main" id="{7CDDE7AA-BC63-476F-9BC5-A1FA07C5BF1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Line 55">
            <a:extLst>
              <a:ext uri="{FF2B5EF4-FFF2-40B4-BE49-F238E27FC236}">
                <a16:creationId xmlns:a16="http://schemas.microsoft.com/office/drawing/2014/main" id="{4E089F18-C100-4FAD-8F9B-00E39D7B8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Line 70">
            <a:extLst>
              <a:ext uri="{FF2B5EF4-FFF2-40B4-BE49-F238E27FC236}">
                <a16:creationId xmlns:a16="http://schemas.microsoft.com/office/drawing/2014/main" id="{99F6BFE4-B9E4-45DC-82ED-EA080F7AD45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4" name="Line 59">
            <a:extLst>
              <a:ext uri="{FF2B5EF4-FFF2-40B4-BE49-F238E27FC236}">
                <a16:creationId xmlns:a16="http://schemas.microsoft.com/office/drawing/2014/main" id="{5C723AF7-719E-4B42-B269-C43169FACD4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21221" name="Grupo 303">
            <a:extLst>
              <a:ext uri="{FF2B5EF4-FFF2-40B4-BE49-F238E27FC236}">
                <a16:creationId xmlns:a16="http://schemas.microsoft.com/office/drawing/2014/main" id="{8EAF7121-FE28-40EA-99B8-5CD5F7B6E0F5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305" name="Text Box 48">
              <a:extLst>
                <a:ext uri="{FF2B5EF4-FFF2-40B4-BE49-F238E27FC236}">
                  <a16:creationId xmlns:a16="http://schemas.microsoft.com/office/drawing/2014/main" id="{B5993AAF-87DE-4011-848B-1ACE738E5C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6" name="Text Box 57">
              <a:extLst>
                <a:ext uri="{FF2B5EF4-FFF2-40B4-BE49-F238E27FC236}">
                  <a16:creationId xmlns:a16="http://schemas.microsoft.com/office/drawing/2014/main" id="{2D7426CE-8F14-4A2B-B363-E6F351CF2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430CA21B-068B-4506-B9B9-538540844360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308" name="Line 46">
              <a:extLst>
                <a:ext uri="{FF2B5EF4-FFF2-40B4-BE49-F238E27FC236}">
                  <a16:creationId xmlns:a16="http://schemas.microsoft.com/office/drawing/2014/main" id="{E21DCDED-A618-49A4-81E6-89A18B64DB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09" name="Line 47">
              <a:extLst>
                <a:ext uri="{FF2B5EF4-FFF2-40B4-BE49-F238E27FC236}">
                  <a16:creationId xmlns:a16="http://schemas.microsoft.com/office/drawing/2014/main" id="{2D8496B9-95D7-473C-9560-804B51642F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0" name="Line 55">
              <a:extLst>
                <a:ext uri="{FF2B5EF4-FFF2-40B4-BE49-F238E27FC236}">
                  <a16:creationId xmlns:a16="http://schemas.microsoft.com/office/drawing/2014/main" id="{C718F79B-90A0-445D-B34A-3350A0F56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1" name="Line 56">
              <a:extLst>
                <a:ext uri="{FF2B5EF4-FFF2-40B4-BE49-F238E27FC236}">
                  <a16:creationId xmlns:a16="http://schemas.microsoft.com/office/drawing/2014/main" id="{1F69A1A3-9E44-4BF7-B29C-A518C5A1D3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312" name="Forma libre 311">
            <a:extLst>
              <a:ext uri="{FF2B5EF4-FFF2-40B4-BE49-F238E27FC236}">
                <a16:creationId xmlns:a16="http://schemas.microsoft.com/office/drawing/2014/main" id="{DF96F033-9E9B-4DD3-998E-73BC4FCC989D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4693E23D-D585-4B53-9E0D-97489BC804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315" name="Forma libre 314">
            <a:extLst>
              <a:ext uri="{FF2B5EF4-FFF2-40B4-BE49-F238E27FC236}">
                <a16:creationId xmlns:a16="http://schemas.microsoft.com/office/drawing/2014/main" id="{46FC1C00-6D3E-4F39-9B7C-61B100790AA8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17" name="Forma libre 316">
            <a:extLst>
              <a:ext uri="{FF2B5EF4-FFF2-40B4-BE49-F238E27FC236}">
                <a16:creationId xmlns:a16="http://schemas.microsoft.com/office/drawing/2014/main" id="{820B29F7-D0D4-4FC6-ACE5-DE392A8A39FE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0" name="Forma libre 319">
            <a:extLst>
              <a:ext uri="{FF2B5EF4-FFF2-40B4-BE49-F238E27FC236}">
                <a16:creationId xmlns:a16="http://schemas.microsoft.com/office/drawing/2014/main" id="{88D07ECC-C104-47C3-BE8C-3094A92494B7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21" name="Text Box 50">
            <a:extLst>
              <a:ext uri="{FF2B5EF4-FFF2-40B4-BE49-F238E27FC236}">
                <a16:creationId xmlns:a16="http://schemas.microsoft.com/office/drawing/2014/main" id="{14A35EE3-7EA7-4FFC-B94E-57935C47C5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" name="Text Box 50">
            <a:extLst>
              <a:ext uri="{FF2B5EF4-FFF2-40B4-BE49-F238E27FC236}">
                <a16:creationId xmlns:a16="http://schemas.microsoft.com/office/drawing/2014/main" id="{313F5415-BD59-4626-8940-C359BC9F8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9F58FF4D-3A90-40D2-96AD-07CB953EA30A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" name="Forma libre 32">
            <a:extLst>
              <a:ext uri="{FF2B5EF4-FFF2-40B4-BE49-F238E27FC236}">
                <a16:creationId xmlns:a16="http://schemas.microsoft.com/office/drawing/2014/main" id="{582D9E08-D917-436F-9FD4-23DC5EB44535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787F3595-DD32-4CB2-AA21-A1BE19BA4683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1232" name="Grupo 27">
            <a:extLst>
              <a:ext uri="{FF2B5EF4-FFF2-40B4-BE49-F238E27FC236}">
                <a16:creationId xmlns:a16="http://schemas.microsoft.com/office/drawing/2014/main" id="{671476FB-5363-47A7-881B-6CB791F67308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91A8711B-8184-4B5E-B4FC-D68F636558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" name="Text Box 47">
              <a:extLst>
                <a:ext uri="{FF2B5EF4-FFF2-40B4-BE49-F238E27FC236}">
                  <a16:creationId xmlns:a16="http://schemas.microsoft.com/office/drawing/2014/main" id="{7DF56EAB-8A37-432E-857F-9086BDBEAC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9" name="Rectangle 43">
              <a:extLst>
                <a:ext uri="{FF2B5EF4-FFF2-40B4-BE49-F238E27FC236}">
                  <a16:creationId xmlns:a16="http://schemas.microsoft.com/office/drawing/2014/main" id="{5FA1F0F3-B46E-4B26-91D9-CA6EF5A5A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0916EF59-754C-421A-B6EC-2D10747C92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0F2EED2F-31DB-4E17-909E-DE9E183952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326516C8-D974-40AC-8DD3-B333112026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B56ACBA5-7983-4EA1-898B-8623C6DA48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FA07B13E-F588-40A2-B949-FAD7333300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46">
              <a:extLst>
                <a:ext uri="{FF2B5EF4-FFF2-40B4-BE49-F238E27FC236}">
                  <a16:creationId xmlns:a16="http://schemas.microsoft.com/office/drawing/2014/main" id="{C5BD6036-2C95-48C4-B93B-78E24CAD91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4" name="Forma libre 43">
              <a:extLst>
                <a:ext uri="{FF2B5EF4-FFF2-40B4-BE49-F238E27FC236}">
                  <a16:creationId xmlns:a16="http://schemas.microsoft.com/office/drawing/2014/main" id="{E5211250-E4CE-4599-B90F-FA9B00CDA277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C34FAF2B-17F5-4DFB-94CD-DF47936158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Line 45">
              <a:extLst>
                <a:ext uri="{FF2B5EF4-FFF2-40B4-BE49-F238E27FC236}">
                  <a16:creationId xmlns:a16="http://schemas.microsoft.com/office/drawing/2014/main" id="{DC98A427-350D-4902-8C8D-5C5B790AF5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" name="Forma libre 45">
            <a:extLst>
              <a:ext uri="{FF2B5EF4-FFF2-40B4-BE49-F238E27FC236}">
                <a16:creationId xmlns:a16="http://schemas.microsoft.com/office/drawing/2014/main" id="{7E7ACF61-84F7-47AB-90A1-49553B0411F8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7" name="Forma libre 46">
            <a:extLst>
              <a:ext uri="{FF2B5EF4-FFF2-40B4-BE49-F238E27FC236}">
                <a16:creationId xmlns:a16="http://schemas.microsoft.com/office/drawing/2014/main" id="{360D3220-2246-4A6D-93E9-AF37B3D91509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9" name="Elipse 48">
            <a:extLst>
              <a:ext uri="{FF2B5EF4-FFF2-40B4-BE49-F238E27FC236}">
                <a16:creationId xmlns:a16="http://schemas.microsoft.com/office/drawing/2014/main" id="{2E21049F-D319-406C-94BC-FC67E7CCE7B7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2" name="Elipse 51">
            <a:extLst>
              <a:ext uri="{FF2B5EF4-FFF2-40B4-BE49-F238E27FC236}">
                <a16:creationId xmlns:a16="http://schemas.microsoft.com/office/drawing/2014/main" id="{23484266-74FA-4FD2-AF22-A1EC242B949C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" name="Line 18">
            <a:extLst>
              <a:ext uri="{FF2B5EF4-FFF2-40B4-BE49-F238E27FC236}">
                <a16:creationId xmlns:a16="http://schemas.microsoft.com/office/drawing/2014/main" id="{B1F98F4E-01F4-43C3-907A-177EF15B12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" name="Line 56">
            <a:extLst>
              <a:ext uri="{FF2B5EF4-FFF2-40B4-BE49-F238E27FC236}">
                <a16:creationId xmlns:a16="http://schemas.microsoft.com/office/drawing/2014/main" id="{A2608129-4912-45E7-8480-CA2C2E8EC7A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8" name="Forma libre 57">
            <a:extLst>
              <a:ext uri="{FF2B5EF4-FFF2-40B4-BE49-F238E27FC236}">
                <a16:creationId xmlns:a16="http://schemas.microsoft.com/office/drawing/2014/main" id="{EF0BF8CA-1E53-4CC4-AAF4-5A1F3C8C89C6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1240" name="Grupo 4">
            <a:extLst>
              <a:ext uri="{FF2B5EF4-FFF2-40B4-BE49-F238E27FC236}">
                <a16:creationId xmlns:a16="http://schemas.microsoft.com/office/drawing/2014/main" id="{6FA92908-E68F-4E23-B0F9-8F4EABDDEF83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63" name="Text Box 48">
              <a:extLst>
                <a:ext uri="{FF2B5EF4-FFF2-40B4-BE49-F238E27FC236}">
                  <a16:creationId xmlns:a16="http://schemas.microsoft.com/office/drawing/2014/main" id="{021E5A52-6B25-4E0D-8D0A-ED7E23764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4" name="Text Box 57">
              <a:extLst>
                <a:ext uri="{FF2B5EF4-FFF2-40B4-BE49-F238E27FC236}">
                  <a16:creationId xmlns:a16="http://schemas.microsoft.com/office/drawing/2014/main" id="{9401F482-44D8-4BBA-A672-699CDB161D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1" name="Text Box 53">
              <a:extLst>
                <a:ext uri="{FF2B5EF4-FFF2-40B4-BE49-F238E27FC236}">
                  <a16:creationId xmlns:a16="http://schemas.microsoft.com/office/drawing/2014/main" id="{B49DD5C1-D0F4-4676-8155-8CB8795265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330FA130-6A29-45E8-B612-47534A6BE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1" name="Line 47">
              <a:extLst>
                <a:ext uri="{FF2B5EF4-FFF2-40B4-BE49-F238E27FC236}">
                  <a16:creationId xmlns:a16="http://schemas.microsoft.com/office/drawing/2014/main" id="{F3093F14-0F38-45A9-91D2-025DC7CA66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8" name="Text Box 49">
              <a:extLst>
                <a:ext uri="{FF2B5EF4-FFF2-40B4-BE49-F238E27FC236}">
                  <a16:creationId xmlns:a16="http://schemas.microsoft.com/office/drawing/2014/main" id="{830D6619-968A-4A82-BB7A-C10B04BAB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Line 52">
              <a:extLst>
                <a:ext uri="{FF2B5EF4-FFF2-40B4-BE49-F238E27FC236}">
                  <a16:creationId xmlns:a16="http://schemas.microsoft.com/office/drawing/2014/main" id="{A90CBE88-FF2B-405C-B825-9BC39564EA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3" name="Line 56">
              <a:extLst>
                <a:ext uri="{FF2B5EF4-FFF2-40B4-BE49-F238E27FC236}">
                  <a16:creationId xmlns:a16="http://schemas.microsoft.com/office/drawing/2014/main" id="{DF2621B2-E4D0-4DCB-B3DC-51B00F9CAC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2" name="Line 55">
              <a:extLst>
                <a:ext uri="{FF2B5EF4-FFF2-40B4-BE49-F238E27FC236}">
                  <a16:creationId xmlns:a16="http://schemas.microsoft.com/office/drawing/2014/main" id="{94022028-0997-422D-88C1-765C0B105A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51">
              <a:extLst>
                <a:ext uri="{FF2B5EF4-FFF2-40B4-BE49-F238E27FC236}">
                  <a16:creationId xmlns:a16="http://schemas.microsoft.com/office/drawing/2014/main" id="{F74CD9BA-E6A0-4E58-835D-63AFCE352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46">
              <a:extLst>
                <a:ext uri="{FF2B5EF4-FFF2-40B4-BE49-F238E27FC236}">
                  <a16:creationId xmlns:a16="http://schemas.microsoft.com/office/drawing/2014/main" id="{C739F831-179C-41FC-A73D-B442B602EA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6" name="Forma libre 135">
            <a:extLst>
              <a:ext uri="{FF2B5EF4-FFF2-40B4-BE49-F238E27FC236}">
                <a16:creationId xmlns:a16="http://schemas.microsoft.com/office/drawing/2014/main" id="{B08AA12E-DADE-4352-B1CD-7733A42CA2C3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" name="Forma libre 18">
            <a:extLst>
              <a:ext uri="{FF2B5EF4-FFF2-40B4-BE49-F238E27FC236}">
                <a16:creationId xmlns:a16="http://schemas.microsoft.com/office/drawing/2014/main" id="{0BD6BC48-09E8-48DE-B7D7-542B200C2758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09DF1EE5-6831-4BB7-83DB-C21AD69B1394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1244" name="Grupo 138">
            <a:extLst>
              <a:ext uri="{FF2B5EF4-FFF2-40B4-BE49-F238E27FC236}">
                <a16:creationId xmlns:a16="http://schemas.microsoft.com/office/drawing/2014/main" id="{2F049F97-48A0-43D2-83A6-A309A96F3CA8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40" name="Text Box 49">
              <a:extLst>
                <a:ext uri="{FF2B5EF4-FFF2-40B4-BE49-F238E27FC236}">
                  <a16:creationId xmlns:a16="http://schemas.microsoft.com/office/drawing/2014/main" id="{6D019D75-754E-4ACA-9C0B-938871C20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1" name="Text Box 47">
              <a:extLst>
                <a:ext uri="{FF2B5EF4-FFF2-40B4-BE49-F238E27FC236}">
                  <a16:creationId xmlns:a16="http://schemas.microsoft.com/office/drawing/2014/main" id="{E0ABAD16-85D6-4DB8-947A-54AEB09A21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42" name="Rectangle 43">
              <a:extLst>
                <a:ext uri="{FF2B5EF4-FFF2-40B4-BE49-F238E27FC236}">
                  <a16:creationId xmlns:a16="http://schemas.microsoft.com/office/drawing/2014/main" id="{8ABA080C-138E-4AFD-8218-47931F712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3" name="Line 44">
              <a:extLst>
                <a:ext uri="{FF2B5EF4-FFF2-40B4-BE49-F238E27FC236}">
                  <a16:creationId xmlns:a16="http://schemas.microsoft.com/office/drawing/2014/main" id="{1778BFB7-5477-4C30-91BF-DAA9F12042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5" name="Line 46">
              <a:extLst>
                <a:ext uri="{FF2B5EF4-FFF2-40B4-BE49-F238E27FC236}">
                  <a16:creationId xmlns:a16="http://schemas.microsoft.com/office/drawing/2014/main" id="{177FF922-1C28-4825-8830-9B8EBBDECB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6" name="Line 48">
              <a:extLst>
                <a:ext uri="{FF2B5EF4-FFF2-40B4-BE49-F238E27FC236}">
                  <a16:creationId xmlns:a16="http://schemas.microsoft.com/office/drawing/2014/main" id="{575EB368-A0A0-4B72-A43D-8F106B4E21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47" name="Text Box 53">
              <a:extLst>
                <a:ext uri="{FF2B5EF4-FFF2-40B4-BE49-F238E27FC236}">
                  <a16:creationId xmlns:a16="http://schemas.microsoft.com/office/drawing/2014/main" id="{8B9DFEC2-1D10-4F1E-A058-B2DB37CEDF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48" name="Forma libre 147">
              <a:extLst>
                <a:ext uri="{FF2B5EF4-FFF2-40B4-BE49-F238E27FC236}">
                  <a16:creationId xmlns:a16="http://schemas.microsoft.com/office/drawing/2014/main" id="{FEF842E3-E1F2-49AC-8EC5-B295BD49DCAA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44" name="Line 45">
              <a:extLst>
                <a:ext uri="{FF2B5EF4-FFF2-40B4-BE49-F238E27FC236}">
                  <a16:creationId xmlns:a16="http://schemas.microsoft.com/office/drawing/2014/main" id="{CAF04914-86E3-4155-A58D-3A1FDF172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21245" name="Grupo 148">
            <a:extLst>
              <a:ext uri="{FF2B5EF4-FFF2-40B4-BE49-F238E27FC236}">
                <a16:creationId xmlns:a16="http://schemas.microsoft.com/office/drawing/2014/main" id="{BCFBAEA6-7A0C-4BC8-B1EF-680583A6208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150" name="Text Box 48">
              <a:extLst>
                <a:ext uri="{FF2B5EF4-FFF2-40B4-BE49-F238E27FC236}">
                  <a16:creationId xmlns:a16="http://schemas.microsoft.com/office/drawing/2014/main" id="{8AAE97B6-8C06-48FD-B0D3-40AFAE715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57">
              <a:extLst>
                <a:ext uri="{FF2B5EF4-FFF2-40B4-BE49-F238E27FC236}">
                  <a16:creationId xmlns:a16="http://schemas.microsoft.com/office/drawing/2014/main" id="{316500E6-8187-48C4-916A-1319A10E1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Text Box 53">
              <a:extLst>
                <a:ext uri="{FF2B5EF4-FFF2-40B4-BE49-F238E27FC236}">
                  <a16:creationId xmlns:a16="http://schemas.microsoft.com/office/drawing/2014/main" id="{B0CC13C6-FE5D-433D-80C3-C124DCCB8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551E1487-4F1E-47A2-848A-D8F2F5C81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5" name="Line 47">
              <a:extLst>
                <a:ext uri="{FF2B5EF4-FFF2-40B4-BE49-F238E27FC236}">
                  <a16:creationId xmlns:a16="http://schemas.microsoft.com/office/drawing/2014/main" id="{D8FC3CB0-2B57-4F72-9E25-C801497BA2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6" name="Text Box 49">
              <a:extLst>
                <a:ext uri="{FF2B5EF4-FFF2-40B4-BE49-F238E27FC236}">
                  <a16:creationId xmlns:a16="http://schemas.microsoft.com/office/drawing/2014/main" id="{EDE72AC8-A93B-40A9-9823-75A1D2095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ABF6FAA8-9D10-4B6A-BC6F-1152256609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56">
              <a:extLst>
                <a:ext uri="{FF2B5EF4-FFF2-40B4-BE49-F238E27FC236}">
                  <a16:creationId xmlns:a16="http://schemas.microsoft.com/office/drawing/2014/main" id="{6D6F32CC-8B91-41E6-9A52-36E98090CE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4" name="Line 46">
              <a:extLst>
                <a:ext uri="{FF2B5EF4-FFF2-40B4-BE49-F238E27FC236}">
                  <a16:creationId xmlns:a16="http://schemas.microsoft.com/office/drawing/2014/main" id="{6BE74DCB-E7C8-4B35-82E3-744B5761E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9" name="Line 55">
              <a:extLst>
                <a:ext uri="{FF2B5EF4-FFF2-40B4-BE49-F238E27FC236}">
                  <a16:creationId xmlns:a16="http://schemas.microsoft.com/office/drawing/2014/main" id="{C7D19B28-A2A3-489A-8DCA-083B0D8E47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7" name="Line 51">
              <a:extLst>
                <a:ext uri="{FF2B5EF4-FFF2-40B4-BE49-F238E27FC236}">
                  <a16:creationId xmlns:a16="http://schemas.microsoft.com/office/drawing/2014/main" id="{F17177FD-1AEF-4A10-A15C-BE4330CDDB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1" name="Forma libre 160">
            <a:extLst>
              <a:ext uri="{FF2B5EF4-FFF2-40B4-BE49-F238E27FC236}">
                <a16:creationId xmlns:a16="http://schemas.microsoft.com/office/drawing/2014/main" id="{1FFF50FC-63FD-4895-BBD1-1B2409B2CA0E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62" name="Text Box 46">
            <a:extLst>
              <a:ext uri="{FF2B5EF4-FFF2-40B4-BE49-F238E27FC236}">
                <a16:creationId xmlns:a16="http://schemas.microsoft.com/office/drawing/2014/main" id="{744FB8A8-CBDB-48E0-BA34-88B5CBB739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64" name="Elipse 163">
            <a:extLst>
              <a:ext uri="{FF2B5EF4-FFF2-40B4-BE49-F238E27FC236}">
                <a16:creationId xmlns:a16="http://schemas.microsoft.com/office/drawing/2014/main" id="{095F6C94-0838-43AE-A9FF-67E11EB5801C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1249" name="Grupo 188">
            <a:extLst>
              <a:ext uri="{FF2B5EF4-FFF2-40B4-BE49-F238E27FC236}">
                <a16:creationId xmlns:a16="http://schemas.microsoft.com/office/drawing/2014/main" id="{953832DE-7B25-4937-A81E-BB2393E8AA2C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190" name="Rectangle 42">
              <a:extLst>
                <a:ext uri="{FF2B5EF4-FFF2-40B4-BE49-F238E27FC236}">
                  <a16:creationId xmlns:a16="http://schemas.microsoft.com/office/drawing/2014/main" id="{878EC6D1-F0FD-499B-96F5-0796590BA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4" name="Line 44">
              <a:extLst>
                <a:ext uri="{FF2B5EF4-FFF2-40B4-BE49-F238E27FC236}">
                  <a16:creationId xmlns:a16="http://schemas.microsoft.com/office/drawing/2014/main" id="{3CA5B0D5-FB92-4A94-9129-B50EA8BC2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5">
              <a:extLst>
                <a:ext uri="{FF2B5EF4-FFF2-40B4-BE49-F238E27FC236}">
                  <a16:creationId xmlns:a16="http://schemas.microsoft.com/office/drawing/2014/main" id="{4ABEBF32-67C2-40AD-9B62-574F3F9F5D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Text Box 46">
              <a:extLst>
                <a:ext uri="{FF2B5EF4-FFF2-40B4-BE49-F238E27FC236}">
                  <a16:creationId xmlns:a16="http://schemas.microsoft.com/office/drawing/2014/main" id="{2FDC4BDC-4512-462D-8834-ECB1E6D023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8" name="Line 48">
              <a:extLst>
                <a:ext uri="{FF2B5EF4-FFF2-40B4-BE49-F238E27FC236}">
                  <a16:creationId xmlns:a16="http://schemas.microsoft.com/office/drawing/2014/main" id="{E0C61806-1CE9-4A37-B479-932FFF8CD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9" name="Line 49">
              <a:extLst>
                <a:ext uri="{FF2B5EF4-FFF2-40B4-BE49-F238E27FC236}">
                  <a16:creationId xmlns:a16="http://schemas.microsoft.com/office/drawing/2014/main" id="{D00A6EE0-222A-4BA6-AB65-0A144269DD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0" name="Text Box 50">
              <a:extLst>
                <a:ext uri="{FF2B5EF4-FFF2-40B4-BE49-F238E27FC236}">
                  <a16:creationId xmlns:a16="http://schemas.microsoft.com/office/drawing/2014/main" id="{7EC83BA7-7A4F-411E-9BC1-E25625FB67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1" name="Text Box 51">
              <a:extLst>
                <a:ext uri="{FF2B5EF4-FFF2-40B4-BE49-F238E27FC236}">
                  <a16:creationId xmlns:a16="http://schemas.microsoft.com/office/drawing/2014/main" id="{BD9524D0-FC94-415B-AB83-E226479B03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02" name="Text Box 52">
              <a:extLst>
                <a:ext uri="{FF2B5EF4-FFF2-40B4-BE49-F238E27FC236}">
                  <a16:creationId xmlns:a16="http://schemas.microsoft.com/office/drawing/2014/main" id="{30CAD8E8-515F-4041-88C1-980DF201E4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3" name="Text Box 53">
              <a:extLst>
                <a:ext uri="{FF2B5EF4-FFF2-40B4-BE49-F238E27FC236}">
                  <a16:creationId xmlns:a16="http://schemas.microsoft.com/office/drawing/2014/main" id="{DDCC6564-CC85-4FB9-9F7A-0717FC68AF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17" name="Forma libre 16">
            <a:extLst>
              <a:ext uri="{FF2B5EF4-FFF2-40B4-BE49-F238E27FC236}">
                <a16:creationId xmlns:a16="http://schemas.microsoft.com/office/drawing/2014/main" id="{9CC23A94-D81D-447F-8423-A2A87052C926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1251" name="Grupo 47">
            <a:extLst>
              <a:ext uri="{FF2B5EF4-FFF2-40B4-BE49-F238E27FC236}">
                <a16:creationId xmlns:a16="http://schemas.microsoft.com/office/drawing/2014/main" id="{D6EC08F6-CB99-41F5-998A-6BC30526BEC6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170" name="Text Box 49">
              <a:extLst>
                <a:ext uri="{FF2B5EF4-FFF2-40B4-BE49-F238E27FC236}">
                  <a16:creationId xmlns:a16="http://schemas.microsoft.com/office/drawing/2014/main" id="{3C5C2BF2-2AE9-475A-B4A0-0B6F91A804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8" name="Text Box 47">
              <a:extLst>
                <a:ext uri="{FF2B5EF4-FFF2-40B4-BE49-F238E27FC236}">
                  <a16:creationId xmlns:a16="http://schemas.microsoft.com/office/drawing/2014/main" id="{5C1A19B9-1DE0-44F2-893B-CE7BAB9E94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3" name="Text Box 47">
              <a:extLst>
                <a:ext uri="{FF2B5EF4-FFF2-40B4-BE49-F238E27FC236}">
                  <a16:creationId xmlns:a16="http://schemas.microsoft.com/office/drawing/2014/main" id="{AB9A6BB0-64BD-46B5-B14D-C32311B0A1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5" name="Rectangle 43">
              <a:extLst>
                <a:ext uri="{FF2B5EF4-FFF2-40B4-BE49-F238E27FC236}">
                  <a16:creationId xmlns:a16="http://schemas.microsoft.com/office/drawing/2014/main" id="{477FA2C5-BEF0-4785-A8BA-2B8C770A0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Line 45">
              <a:extLst>
                <a:ext uri="{FF2B5EF4-FFF2-40B4-BE49-F238E27FC236}">
                  <a16:creationId xmlns:a16="http://schemas.microsoft.com/office/drawing/2014/main" id="{11FEEECA-D351-48E6-B8CA-6E475ADFEA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7" name="Line 46">
              <a:extLst>
                <a:ext uri="{FF2B5EF4-FFF2-40B4-BE49-F238E27FC236}">
                  <a16:creationId xmlns:a16="http://schemas.microsoft.com/office/drawing/2014/main" id="{46F23189-9F9B-4D67-A8B6-56043E42AA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9" name="Line 48">
              <a:extLst>
                <a:ext uri="{FF2B5EF4-FFF2-40B4-BE49-F238E27FC236}">
                  <a16:creationId xmlns:a16="http://schemas.microsoft.com/office/drawing/2014/main" id="{C78F1C3E-24B3-4352-AEFB-F57AC4678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2" name="Line 46">
              <a:extLst>
                <a:ext uri="{FF2B5EF4-FFF2-40B4-BE49-F238E27FC236}">
                  <a16:creationId xmlns:a16="http://schemas.microsoft.com/office/drawing/2014/main" id="{A9F26066-23B7-4896-9600-C7099A3F18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4" name="Forma libre 173">
              <a:extLst>
                <a:ext uri="{FF2B5EF4-FFF2-40B4-BE49-F238E27FC236}">
                  <a16:creationId xmlns:a16="http://schemas.microsoft.com/office/drawing/2014/main" id="{485A7525-BF68-4B2E-A0AA-967661E5DC1C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75" name="Text Box 47">
              <a:extLst>
                <a:ext uri="{FF2B5EF4-FFF2-40B4-BE49-F238E27FC236}">
                  <a16:creationId xmlns:a16="http://schemas.microsoft.com/office/drawing/2014/main" id="{3D119331-A34E-4164-8879-BA5F224CC3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65" name="Line 44">
              <a:extLst>
                <a:ext uri="{FF2B5EF4-FFF2-40B4-BE49-F238E27FC236}">
                  <a16:creationId xmlns:a16="http://schemas.microsoft.com/office/drawing/2014/main" id="{9FE3995B-90A9-4865-87B6-1B91CBCF6F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1" name="Line 44">
              <a:extLst>
                <a:ext uri="{FF2B5EF4-FFF2-40B4-BE49-F238E27FC236}">
                  <a16:creationId xmlns:a16="http://schemas.microsoft.com/office/drawing/2014/main" id="{AD1A206A-DD0E-4552-BAB3-FBFE2ECC17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77" name="Forma libre 176">
            <a:extLst>
              <a:ext uri="{FF2B5EF4-FFF2-40B4-BE49-F238E27FC236}">
                <a16:creationId xmlns:a16="http://schemas.microsoft.com/office/drawing/2014/main" id="{722982DB-202E-4FBF-ACDB-FFFAF5044871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8" name="Line 18">
            <a:extLst>
              <a:ext uri="{FF2B5EF4-FFF2-40B4-BE49-F238E27FC236}">
                <a16:creationId xmlns:a16="http://schemas.microsoft.com/office/drawing/2014/main" id="{533CAAE7-4AA2-446A-9745-1BD534F58DC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4736F7E3-34E2-44F6-818E-CCE9AD263CCA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1255" name="Grupo 9">
            <a:extLst>
              <a:ext uri="{FF2B5EF4-FFF2-40B4-BE49-F238E27FC236}">
                <a16:creationId xmlns:a16="http://schemas.microsoft.com/office/drawing/2014/main" id="{DBE31FD0-AFB0-481E-A01D-1AA136EE02AB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847BD721-869A-48BD-AB87-B321ADCCF6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Rectangle 43">
              <a:extLst>
                <a:ext uri="{FF2B5EF4-FFF2-40B4-BE49-F238E27FC236}">
                  <a16:creationId xmlns:a16="http://schemas.microsoft.com/office/drawing/2014/main" id="{D3F6638C-BD3B-4882-83E6-D313C19DD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44">
              <a:extLst>
                <a:ext uri="{FF2B5EF4-FFF2-40B4-BE49-F238E27FC236}">
                  <a16:creationId xmlns:a16="http://schemas.microsoft.com/office/drawing/2014/main" id="{668200A8-9AFC-4D21-93DE-FE6882BF80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79" name="Line 46">
              <a:extLst>
                <a:ext uri="{FF2B5EF4-FFF2-40B4-BE49-F238E27FC236}">
                  <a16:creationId xmlns:a16="http://schemas.microsoft.com/office/drawing/2014/main" id="{766E506D-65AF-4347-8078-D9C4F5933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0" name="Text Box 47">
              <a:extLst>
                <a:ext uri="{FF2B5EF4-FFF2-40B4-BE49-F238E27FC236}">
                  <a16:creationId xmlns:a16="http://schemas.microsoft.com/office/drawing/2014/main" id="{D4888043-08E6-4449-A08D-563C6BC87F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1" name="Line 48">
              <a:extLst>
                <a:ext uri="{FF2B5EF4-FFF2-40B4-BE49-F238E27FC236}">
                  <a16:creationId xmlns:a16="http://schemas.microsoft.com/office/drawing/2014/main" id="{7EF3832A-B1D7-4B9D-91FF-1132085E2B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44">
              <a:extLst>
                <a:ext uri="{FF2B5EF4-FFF2-40B4-BE49-F238E27FC236}">
                  <a16:creationId xmlns:a16="http://schemas.microsoft.com/office/drawing/2014/main" id="{2F5A6D5B-A515-4C2F-A9AE-834B553E19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46">
              <a:extLst>
                <a:ext uri="{FF2B5EF4-FFF2-40B4-BE49-F238E27FC236}">
                  <a16:creationId xmlns:a16="http://schemas.microsoft.com/office/drawing/2014/main" id="{51F75D42-A119-4399-AE28-63BC354D9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Text Box 47">
              <a:extLst>
                <a:ext uri="{FF2B5EF4-FFF2-40B4-BE49-F238E27FC236}">
                  <a16:creationId xmlns:a16="http://schemas.microsoft.com/office/drawing/2014/main" id="{DC2F3D90-BABF-426F-B81E-E18F7DD9C2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6" name="Forma libre 185">
              <a:extLst>
                <a:ext uri="{FF2B5EF4-FFF2-40B4-BE49-F238E27FC236}">
                  <a16:creationId xmlns:a16="http://schemas.microsoft.com/office/drawing/2014/main" id="{3E4BC644-DD85-41A2-9B90-6E2BE9F3A072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87" name="Text Box 47">
              <a:extLst>
                <a:ext uri="{FF2B5EF4-FFF2-40B4-BE49-F238E27FC236}">
                  <a16:creationId xmlns:a16="http://schemas.microsoft.com/office/drawing/2014/main" id="{27C2E138-8773-4028-955F-A6AA5B5524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91" name="Line 46">
              <a:extLst>
                <a:ext uri="{FF2B5EF4-FFF2-40B4-BE49-F238E27FC236}">
                  <a16:creationId xmlns:a16="http://schemas.microsoft.com/office/drawing/2014/main" id="{8EA36844-9E4E-41AD-8804-6C8513EABA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2" name="Text Box 47">
              <a:extLst>
                <a:ext uri="{FF2B5EF4-FFF2-40B4-BE49-F238E27FC236}">
                  <a16:creationId xmlns:a16="http://schemas.microsoft.com/office/drawing/2014/main" id="{1257E52B-154B-4625-8C78-C5C439623C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DDBB34DF-6578-4C18-8696-4D1D4B020C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195" name="Text Box 47">
              <a:extLst>
                <a:ext uri="{FF2B5EF4-FFF2-40B4-BE49-F238E27FC236}">
                  <a16:creationId xmlns:a16="http://schemas.microsoft.com/office/drawing/2014/main" id="{40FB6AD6-640E-46EE-B68A-EE5FC13B06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188" name="Line 44">
              <a:extLst>
                <a:ext uri="{FF2B5EF4-FFF2-40B4-BE49-F238E27FC236}">
                  <a16:creationId xmlns:a16="http://schemas.microsoft.com/office/drawing/2014/main" id="{7873041F-9A18-4680-8DC6-275A8D12AA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3" name="Line 45">
              <a:extLst>
                <a:ext uri="{FF2B5EF4-FFF2-40B4-BE49-F238E27FC236}">
                  <a16:creationId xmlns:a16="http://schemas.microsoft.com/office/drawing/2014/main" id="{39DAA227-2A65-4D2D-8472-A4E00DD849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05" name="Line 71">
            <a:extLst>
              <a:ext uri="{FF2B5EF4-FFF2-40B4-BE49-F238E27FC236}">
                <a16:creationId xmlns:a16="http://schemas.microsoft.com/office/drawing/2014/main" id="{6AA4D34E-43F2-40CB-B719-71B8A2FCCDC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6" name="Text Box 72">
            <a:extLst>
              <a:ext uri="{FF2B5EF4-FFF2-40B4-BE49-F238E27FC236}">
                <a16:creationId xmlns:a16="http://schemas.microsoft.com/office/drawing/2014/main" id="{6851E759-3BFD-4412-95FE-3649DF281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07" name="Line 70">
            <a:extLst>
              <a:ext uri="{FF2B5EF4-FFF2-40B4-BE49-F238E27FC236}">
                <a16:creationId xmlns:a16="http://schemas.microsoft.com/office/drawing/2014/main" id="{A81737CD-1ECA-41ED-8509-FB4384D164B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044E9BE7-DBC3-4EC2-93CB-175CE8986666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B4BD4B75-D21A-43D8-9A39-70E5E166808E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5" name="Text Box 50">
            <a:extLst>
              <a:ext uri="{FF2B5EF4-FFF2-40B4-BE49-F238E27FC236}">
                <a16:creationId xmlns:a16="http://schemas.microsoft.com/office/drawing/2014/main" id="{F9B64175-75B6-4DC1-99B5-7FA845AD6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16" name="Conector recto de flecha 215">
            <a:extLst>
              <a:ext uri="{FF2B5EF4-FFF2-40B4-BE49-F238E27FC236}">
                <a16:creationId xmlns:a16="http://schemas.microsoft.com/office/drawing/2014/main" id="{5C027A05-B4E0-4271-93CF-71F83842B67D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4" name="Text Box 72">
            <a:extLst>
              <a:ext uri="{FF2B5EF4-FFF2-40B4-BE49-F238E27FC236}">
                <a16:creationId xmlns:a16="http://schemas.microsoft.com/office/drawing/2014/main" id="{E1139F25-5F06-47FE-8145-361993A912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25" name="Line 71">
            <a:extLst>
              <a:ext uri="{FF2B5EF4-FFF2-40B4-BE49-F238E27FC236}">
                <a16:creationId xmlns:a16="http://schemas.microsoft.com/office/drawing/2014/main" id="{93E0B7EF-BE9A-4136-812A-B38BD41B1FA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338123B9-0C86-4D98-8E9B-3FED05EC3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15" name="Text Box 50">
            <a:extLst>
              <a:ext uri="{FF2B5EF4-FFF2-40B4-BE49-F238E27FC236}">
                <a16:creationId xmlns:a16="http://schemas.microsoft.com/office/drawing/2014/main" id="{1E5C1553-3BF3-4A4D-9DE6-8928876479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0" name="Text Box 50">
            <a:extLst>
              <a:ext uri="{FF2B5EF4-FFF2-40B4-BE49-F238E27FC236}">
                <a16:creationId xmlns:a16="http://schemas.microsoft.com/office/drawing/2014/main" id="{20F29FB3-AF93-4C19-86DD-4023F3853A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27" name="Text Box 50">
            <a:extLst>
              <a:ext uri="{FF2B5EF4-FFF2-40B4-BE49-F238E27FC236}">
                <a16:creationId xmlns:a16="http://schemas.microsoft.com/office/drawing/2014/main" id="{EB646795-0025-4AB4-8D4F-F8C0C40FF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" name="Text Box 50">
            <a:extLst>
              <a:ext uri="{FF2B5EF4-FFF2-40B4-BE49-F238E27FC236}">
                <a16:creationId xmlns:a16="http://schemas.microsoft.com/office/drawing/2014/main" id="{9402C68E-4AF1-4937-87A4-DD5F721F64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6" name="Text Box 50">
            <a:extLst>
              <a:ext uri="{FF2B5EF4-FFF2-40B4-BE49-F238E27FC236}">
                <a16:creationId xmlns:a16="http://schemas.microsoft.com/office/drawing/2014/main" id="{8EA4FAB2-4148-4A4D-9A3D-51700A940D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14" name="Conector recto 313">
            <a:extLst>
              <a:ext uri="{FF2B5EF4-FFF2-40B4-BE49-F238E27FC236}">
                <a16:creationId xmlns:a16="http://schemas.microsoft.com/office/drawing/2014/main" id="{20E8E8EF-F33A-423B-BAEA-06DEF0B7EB8A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1272" name="Grupo 324">
            <a:extLst>
              <a:ext uri="{FF2B5EF4-FFF2-40B4-BE49-F238E27FC236}">
                <a16:creationId xmlns:a16="http://schemas.microsoft.com/office/drawing/2014/main" id="{1BAF6CC1-B64A-415F-B3A4-D9A337E3E0BC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21" name="Forma libre 20">
              <a:extLst>
                <a:ext uri="{FF2B5EF4-FFF2-40B4-BE49-F238E27FC236}">
                  <a16:creationId xmlns:a16="http://schemas.microsoft.com/office/drawing/2014/main" id="{EEF9FC7F-2BD0-4219-9E45-9FAE7DF45E62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3" name="Forma libre 22">
              <a:extLst>
                <a:ext uri="{FF2B5EF4-FFF2-40B4-BE49-F238E27FC236}">
                  <a16:creationId xmlns:a16="http://schemas.microsoft.com/office/drawing/2014/main" id="{F7C6F8A2-7F4B-48CF-9428-50A0EFDA1C30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" name="Forma libre 25">
              <a:extLst>
                <a:ext uri="{FF2B5EF4-FFF2-40B4-BE49-F238E27FC236}">
                  <a16:creationId xmlns:a16="http://schemas.microsoft.com/office/drawing/2014/main" id="{0BC58574-9FA8-4F4A-A439-4BF4B1F54A2A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4" name="Forma libre 53">
              <a:extLst>
                <a:ext uri="{FF2B5EF4-FFF2-40B4-BE49-F238E27FC236}">
                  <a16:creationId xmlns:a16="http://schemas.microsoft.com/office/drawing/2014/main" id="{7C2009BD-871D-4B12-96DA-0C90D628E403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213" name="Text Box 50">
            <a:extLst>
              <a:ext uri="{FF2B5EF4-FFF2-40B4-BE49-F238E27FC236}">
                <a16:creationId xmlns:a16="http://schemas.microsoft.com/office/drawing/2014/main" id="{29B62095-2F43-4326-863F-46BC48810E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4" name="Text Box 72">
            <a:extLst>
              <a:ext uri="{FF2B5EF4-FFF2-40B4-BE49-F238E27FC236}">
                <a16:creationId xmlns:a16="http://schemas.microsoft.com/office/drawing/2014/main" id="{392E60AD-6767-414F-971A-06D6304C69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217" name="Text Box 50">
            <a:extLst>
              <a:ext uri="{FF2B5EF4-FFF2-40B4-BE49-F238E27FC236}">
                <a16:creationId xmlns:a16="http://schemas.microsoft.com/office/drawing/2014/main" id="{1CF26F2E-5DA5-42CF-B801-B30BD47802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0" name="Text Box 50">
            <a:extLst>
              <a:ext uri="{FF2B5EF4-FFF2-40B4-BE49-F238E27FC236}">
                <a16:creationId xmlns:a16="http://schemas.microsoft.com/office/drawing/2014/main" id="{3E76F4EB-20A5-4A66-9F32-5436645AA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1" name="Text Box 50">
            <a:extLst>
              <a:ext uri="{FF2B5EF4-FFF2-40B4-BE49-F238E27FC236}">
                <a16:creationId xmlns:a16="http://schemas.microsoft.com/office/drawing/2014/main" id="{FD0EF27B-E281-4F04-8520-012592CAF0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6D8EF6A9-5979-4B50-8617-136560F8FF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7" name="Text Box 50">
            <a:extLst>
              <a:ext uri="{FF2B5EF4-FFF2-40B4-BE49-F238E27FC236}">
                <a16:creationId xmlns:a16="http://schemas.microsoft.com/office/drawing/2014/main" id="{DB212787-05A3-45DF-BE27-2E9FF80C42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34" name="Conector recto de flecha 233">
            <a:extLst>
              <a:ext uri="{FF2B5EF4-FFF2-40B4-BE49-F238E27FC236}">
                <a16:creationId xmlns:a16="http://schemas.microsoft.com/office/drawing/2014/main" id="{C71BBBFE-7F2D-4F77-AB60-D6C99FD5F482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Conector recto de flecha 234">
            <a:extLst>
              <a:ext uri="{FF2B5EF4-FFF2-40B4-BE49-F238E27FC236}">
                <a16:creationId xmlns:a16="http://schemas.microsoft.com/office/drawing/2014/main" id="{33FCE9D5-DF73-4A78-AC8B-E53B366AB02F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Conector recto de flecha 262">
            <a:extLst>
              <a:ext uri="{FF2B5EF4-FFF2-40B4-BE49-F238E27FC236}">
                <a16:creationId xmlns:a16="http://schemas.microsoft.com/office/drawing/2014/main" id="{F9FC9667-6DC2-4C37-B92C-11FE454B3BE0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Conector recto de flecha 271">
            <a:extLst>
              <a:ext uri="{FF2B5EF4-FFF2-40B4-BE49-F238E27FC236}">
                <a16:creationId xmlns:a16="http://schemas.microsoft.com/office/drawing/2014/main" id="{31D30480-76A5-4069-AFD8-DDD4DBA8D4F8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Conector recto de flecha 281">
            <a:extLst>
              <a:ext uri="{FF2B5EF4-FFF2-40B4-BE49-F238E27FC236}">
                <a16:creationId xmlns:a16="http://schemas.microsoft.com/office/drawing/2014/main" id="{AE80063F-B752-4564-A800-DFB5E476BFB8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Text Box 50">
            <a:extLst>
              <a:ext uri="{FF2B5EF4-FFF2-40B4-BE49-F238E27FC236}">
                <a16:creationId xmlns:a16="http://schemas.microsoft.com/office/drawing/2014/main" id="{258759EF-968A-453E-B33D-575AA14508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2" name="Line 71">
            <a:extLst>
              <a:ext uri="{FF2B5EF4-FFF2-40B4-BE49-F238E27FC236}">
                <a16:creationId xmlns:a16="http://schemas.microsoft.com/office/drawing/2014/main" id="{833AEC4A-885B-4FCA-B89D-C5426D23BA6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Text Box 72">
            <a:extLst>
              <a:ext uri="{FF2B5EF4-FFF2-40B4-BE49-F238E27FC236}">
                <a16:creationId xmlns:a16="http://schemas.microsoft.com/office/drawing/2014/main" id="{9907846D-3F7F-411B-B0DB-7F4E25277E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4" name="Line 71">
            <a:extLst>
              <a:ext uri="{FF2B5EF4-FFF2-40B4-BE49-F238E27FC236}">
                <a16:creationId xmlns:a16="http://schemas.microsoft.com/office/drawing/2014/main" id="{D857D888-A125-44A9-896C-F39F68E5BF8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A7C5417F-F781-47B9-927E-98EBAEB8AF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1C215683-0529-4EAF-B0DD-0902D999516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3BE5833E-51BF-464C-9912-704DD3C8FA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6302C09B-B84C-476E-B396-06AB8BE5068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2" name="Text Box 72">
            <a:extLst>
              <a:ext uri="{FF2B5EF4-FFF2-40B4-BE49-F238E27FC236}">
                <a16:creationId xmlns:a16="http://schemas.microsoft.com/office/drawing/2014/main" id="{0530EE50-96AD-4494-B3CA-01525F4454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3" name="Line 71">
            <a:extLst>
              <a:ext uri="{FF2B5EF4-FFF2-40B4-BE49-F238E27FC236}">
                <a16:creationId xmlns:a16="http://schemas.microsoft.com/office/drawing/2014/main" id="{44297FB9-2061-4DA0-AB96-A5D114E7818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2" name="Forma libre 21">
            <a:extLst>
              <a:ext uri="{FF2B5EF4-FFF2-40B4-BE49-F238E27FC236}">
                <a16:creationId xmlns:a16="http://schemas.microsoft.com/office/drawing/2014/main" id="{7D3D3A37-7EBE-4085-88AC-8DA465EFF789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" name="Forma libre 24">
            <a:extLst>
              <a:ext uri="{FF2B5EF4-FFF2-40B4-BE49-F238E27FC236}">
                <a16:creationId xmlns:a16="http://schemas.microsoft.com/office/drawing/2014/main" id="{99AB008E-8F4E-42D3-917B-84EF87EE3E52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9" name="Rectángulo redondeado 208">
            <a:extLst>
              <a:ext uri="{FF2B5EF4-FFF2-40B4-BE49-F238E27FC236}">
                <a16:creationId xmlns:a16="http://schemas.microsoft.com/office/drawing/2014/main" id="{0408972B-4282-4BA3-9E48-EA929749544E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150</a:t>
            </a:r>
          </a:p>
        </p:txBody>
      </p:sp>
      <p:sp>
        <p:nvSpPr>
          <p:cNvPr id="218" name="Rectángulo redondeado 217">
            <a:extLst>
              <a:ext uri="{FF2B5EF4-FFF2-40B4-BE49-F238E27FC236}">
                <a16:creationId xmlns:a16="http://schemas.microsoft.com/office/drawing/2014/main" id="{9EDC6474-F20D-42B7-80C4-6AF3F4203B27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8500</a:t>
            </a:r>
          </a:p>
        </p:txBody>
      </p:sp>
      <p:sp>
        <p:nvSpPr>
          <p:cNvPr id="222" name="Rectángulo redondeado 221">
            <a:extLst>
              <a:ext uri="{FF2B5EF4-FFF2-40B4-BE49-F238E27FC236}">
                <a16:creationId xmlns:a16="http://schemas.microsoft.com/office/drawing/2014/main" id="{3917201C-4D05-4126-A322-B762EB1D743A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450</a:t>
            </a:r>
          </a:p>
        </p:txBody>
      </p:sp>
      <p:sp>
        <p:nvSpPr>
          <p:cNvPr id="223" name="Rectángulo redondeado 222">
            <a:extLst>
              <a:ext uri="{FF2B5EF4-FFF2-40B4-BE49-F238E27FC236}">
                <a16:creationId xmlns:a16="http://schemas.microsoft.com/office/drawing/2014/main" id="{2E402473-BB92-4D3C-9BF1-95D0DD4D788F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400</a:t>
            </a:r>
          </a:p>
        </p:txBody>
      </p:sp>
      <p:sp>
        <p:nvSpPr>
          <p:cNvPr id="228" name="Rectángulo redondeado 227">
            <a:extLst>
              <a:ext uri="{FF2B5EF4-FFF2-40B4-BE49-F238E27FC236}">
                <a16:creationId xmlns:a16="http://schemas.microsoft.com/office/drawing/2014/main" id="{830527C9-7FAF-4462-B790-48B4D177D2D1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200</a:t>
            </a:r>
          </a:p>
        </p:txBody>
      </p:sp>
      <p:sp>
        <p:nvSpPr>
          <p:cNvPr id="233" name="Rectángulo redondeado 232">
            <a:extLst>
              <a:ext uri="{FF2B5EF4-FFF2-40B4-BE49-F238E27FC236}">
                <a16:creationId xmlns:a16="http://schemas.microsoft.com/office/drawing/2014/main" id="{6A04869A-6425-4CF7-AFDF-AA63AAA213B0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326" name="Rectángulo redondeado 325">
            <a:extLst>
              <a:ext uri="{FF2B5EF4-FFF2-40B4-BE49-F238E27FC236}">
                <a16:creationId xmlns:a16="http://schemas.microsoft.com/office/drawing/2014/main" id="{2881D3FC-AB71-445B-B6C4-A159C4510EC8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8000</a:t>
            </a:r>
          </a:p>
        </p:txBody>
      </p:sp>
      <p:sp>
        <p:nvSpPr>
          <p:cNvPr id="327" name="Rectángulo redondeado 326">
            <a:extLst>
              <a:ext uri="{FF2B5EF4-FFF2-40B4-BE49-F238E27FC236}">
                <a16:creationId xmlns:a16="http://schemas.microsoft.com/office/drawing/2014/main" id="{2F69CAFA-0385-4662-ABBC-EFBF9B0D7824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8500</a:t>
            </a:r>
          </a:p>
        </p:txBody>
      </p:sp>
      <p:sp>
        <p:nvSpPr>
          <p:cNvPr id="334" name="Rectángulo redondeado 333">
            <a:extLst>
              <a:ext uri="{FF2B5EF4-FFF2-40B4-BE49-F238E27FC236}">
                <a16:creationId xmlns:a16="http://schemas.microsoft.com/office/drawing/2014/main" id="{60ED4960-49A2-4559-86E5-219B2B14E4FE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250</a:t>
            </a:r>
          </a:p>
        </p:txBody>
      </p:sp>
      <p:sp>
        <p:nvSpPr>
          <p:cNvPr id="335" name="Rectángulo redondeado 334">
            <a:extLst>
              <a:ext uri="{FF2B5EF4-FFF2-40B4-BE49-F238E27FC236}">
                <a16:creationId xmlns:a16="http://schemas.microsoft.com/office/drawing/2014/main" id="{442E4D9A-EB8B-4210-936F-6DA46F65B24C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700</a:t>
            </a:r>
          </a:p>
        </p:txBody>
      </p:sp>
      <p:sp>
        <p:nvSpPr>
          <p:cNvPr id="336" name="Rectángulo redondeado 335">
            <a:extLst>
              <a:ext uri="{FF2B5EF4-FFF2-40B4-BE49-F238E27FC236}">
                <a16:creationId xmlns:a16="http://schemas.microsoft.com/office/drawing/2014/main" id="{B6EC91C3-F6E8-45FD-9672-D400626AF622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5">
              <a:alpha val="2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5"/>
                </a:solidFill>
              </a:rPr>
              <a:t>750</a:t>
            </a:r>
          </a:p>
        </p:txBody>
      </p:sp>
      <p:sp>
        <p:nvSpPr>
          <p:cNvPr id="337" name="Text Box 50">
            <a:extLst>
              <a:ext uri="{FF2B5EF4-FFF2-40B4-BE49-F238E27FC236}">
                <a16:creationId xmlns:a16="http://schemas.microsoft.com/office/drawing/2014/main" id="{E4F1E185-7F08-48B9-BA0A-225A1EA444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38" name="Text Box 50">
            <a:extLst>
              <a:ext uri="{FF2B5EF4-FFF2-40B4-BE49-F238E27FC236}">
                <a16:creationId xmlns:a16="http://schemas.microsoft.com/office/drawing/2014/main" id="{4042C779-566E-4734-87CD-12F2165B53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60" name="Rectángulo 59">
            <a:extLst>
              <a:ext uri="{FF2B5EF4-FFF2-40B4-BE49-F238E27FC236}">
                <a16:creationId xmlns:a16="http://schemas.microsoft.com/office/drawing/2014/main" id="{088A2296-5198-4202-B303-EB304790B356}"/>
              </a:ext>
            </a:extLst>
          </p:cNvPr>
          <p:cNvSpPr/>
          <p:nvPr/>
        </p:nvSpPr>
        <p:spPr>
          <a:xfrm>
            <a:off x="3673475" y="4122738"/>
            <a:ext cx="471488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2" name="Rectángulo 61">
            <a:extLst>
              <a:ext uri="{FF2B5EF4-FFF2-40B4-BE49-F238E27FC236}">
                <a16:creationId xmlns:a16="http://schemas.microsoft.com/office/drawing/2014/main" id="{D635D715-4F9B-43D3-BB24-BCB09A0AD7B0}"/>
              </a:ext>
            </a:extLst>
          </p:cNvPr>
          <p:cNvSpPr/>
          <p:nvPr/>
        </p:nvSpPr>
        <p:spPr>
          <a:xfrm>
            <a:off x="2319338" y="4413250"/>
            <a:ext cx="214312" cy="407988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8" name="Rectángulo 367">
            <a:extLst>
              <a:ext uri="{FF2B5EF4-FFF2-40B4-BE49-F238E27FC236}">
                <a16:creationId xmlns:a16="http://schemas.microsoft.com/office/drawing/2014/main" id="{22A784C9-0D7E-4A95-8EAF-A2207F0C4BD4}"/>
              </a:ext>
            </a:extLst>
          </p:cNvPr>
          <p:cNvSpPr/>
          <p:nvPr/>
        </p:nvSpPr>
        <p:spPr>
          <a:xfrm>
            <a:off x="5367338" y="4130675"/>
            <a:ext cx="471487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69" name="Rectángulo 368">
            <a:extLst>
              <a:ext uri="{FF2B5EF4-FFF2-40B4-BE49-F238E27FC236}">
                <a16:creationId xmlns:a16="http://schemas.microsoft.com/office/drawing/2014/main" id="{06DB6BD7-76E7-4D80-B494-544658A8C822}"/>
              </a:ext>
            </a:extLst>
          </p:cNvPr>
          <p:cNvSpPr/>
          <p:nvPr/>
        </p:nvSpPr>
        <p:spPr>
          <a:xfrm>
            <a:off x="5842000" y="4132263"/>
            <a:ext cx="454025" cy="928687"/>
          </a:xfrm>
          <a:prstGeom prst="rect">
            <a:avLst/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71" name="Rectángulo 370">
            <a:extLst>
              <a:ext uri="{FF2B5EF4-FFF2-40B4-BE49-F238E27FC236}">
                <a16:creationId xmlns:a16="http://schemas.microsoft.com/office/drawing/2014/main" id="{FC71E408-98E9-4EBD-B990-EA7823E572A6}"/>
              </a:ext>
            </a:extLst>
          </p:cNvPr>
          <p:cNvSpPr/>
          <p:nvPr/>
        </p:nvSpPr>
        <p:spPr>
          <a:xfrm>
            <a:off x="9512300" y="4138613"/>
            <a:ext cx="473075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72" name="Forma libre 371">
            <a:extLst>
              <a:ext uri="{FF2B5EF4-FFF2-40B4-BE49-F238E27FC236}">
                <a16:creationId xmlns:a16="http://schemas.microsoft.com/office/drawing/2014/main" id="{7D4A0F84-D624-49C7-A6D8-E297C54AC9D8}"/>
              </a:ext>
            </a:extLst>
          </p:cNvPr>
          <p:cNvSpPr/>
          <p:nvPr/>
        </p:nvSpPr>
        <p:spPr>
          <a:xfrm>
            <a:off x="4367213" y="4235450"/>
            <a:ext cx="3749675" cy="193675"/>
          </a:xfrm>
          <a:custGeom>
            <a:avLst/>
            <a:gdLst>
              <a:gd name="connsiteX0" fmla="*/ 0 w 3750906"/>
              <a:gd name="connsiteY0" fmla="*/ 31102 h 192833"/>
              <a:gd name="connsiteX1" fmla="*/ 1020146 w 3750906"/>
              <a:gd name="connsiteY1" fmla="*/ 31102 h 192833"/>
              <a:gd name="connsiteX2" fmla="*/ 1928326 w 3750906"/>
              <a:gd name="connsiteY2" fmla="*/ 0 h 192833"/>
              <a:gd name="connsiteX3" fmla="*/ 3483428 w 3750906"/>
              <a:gd name="connsiteY3" fmla="*/ 0 h 192833"/>
              <a:gd name="connsiteX4" fmla="*/ 3750906 w 3750906"/>
              <a:gd name="connsiteY4" fmla="*/ 192833 h 192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0906" h="192833">
                <a:moveTo>
                  <a:pt x="0" y="31102"/>
                </a:moveTo>
                <a:lnTo>
                  <a:pt x="1020146" y="31102"/>
                </a:lnTo>
                <a:lnTo>
                  <a:pt x="1928326" y="0"/>
                </a:lnTo>
                <a:lnTo>
                  <a:pt x="3483428" y="0"/>
                </a:lnTo>
                <a:lnTo>
                  <a:pt x="3750906" y="192833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73" name="Rectángulo redondeado 372">
            <a:extLst>
              <a:ext uri="{FF2B5EF4-FFF2-40B4-BE49-F238E27FC236}">
                <a16:creationId xmlns:a16="http://schemas.microsoft.com/office/drawing/2014/main" id="{CBF5F7E8-2FF4-4BB1-8D02-52420F809C4C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374" name="Rectángulo redondeado 373">
            <a:extLst>
              <a:ext uri="{FF2B5EF4-FFF2-40B4-BE49-F238E27FC236}">
                <a16:creationId xmlns:a16="http://schemas.microsoft.com/office/drawing/2014/main" id="{2BEC3147-4714-44DE-9E4B-78E47F7D1740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375" name="Forma libre 374">
            <a:extLst>
              <a:ext uri="{FF2B5EF4-FFF2-40B4-BE49-F238E27FC236}">
                <a16:creationId xmlns:a16="http://schemas.microsoft.com/office/drawing/2014/main" id="{5295E049-A9D5-472D-BF26-E8ACE1A3A101}"/>
              </a:ext>
            </a:extLst>
          </p:cNvPr>
          <p:cNvSpPr/>
          <p:nvPr/>
        </p:nvSpPr>
        <p:spPr>
          <a:xfrm>
            <a:off x="4367213" y="4721225"/>
            <a:ext cx="989012" cy="0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76" name="Forma libre 375">
            <a:extLst>
              <a:ext uri="{FF2B5EF4-FFF2-40B4-BE49-F238E27FC236}">
                <a16:creationId xmlns:a16="http://schemas.microsoft.com/office/drawing/2014/main" id="{6E23BE2C-101B-43C0-A82E-C32150A19C30}"/>
              </a:ext>
            </a:extLst>
          </p:cNvPr>
          <p:cNvSpPr/>
          <p:nvPr/>
        </p:nvSpPr>
        <p:spPr>
          <a:xfrm flipV="1">
            <a:off x="4357688" y="5608638"/>
            <a:ext cx="1944687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77" name="Forma libre 376">
            <a:extLst>
              <a:ext uri="{FF2B5EF4-FFF2-40B4-BE49-F238E27FC236}">
                <a16:creationId xmlns:a16="http://schemas.microsoft.com/office/drawing/2014/main" id="{7EA0400D-9C5B-4D62-B793-053652BF7C8B}"/>
              </a:ext>
            </a:extLst>
          </p:cNvPr>
          <p:cNvSpPr/>
          <p:nvPr/>
        </p:nvSpPr>
        <p:spPr>
          <a:xfrm rot="5400000">
            <a:off x="4979988" y="3316288"/>
            <a:ext cx="1590675" cy="47625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78" name="Forma libre 377">
            <a:extLst>
              <a:ext uri="{FF2B5EF4-FFF2-40B4-BE49-F238E27FC236}">
                <a16:creationId xmlns:a16="http://schemas.microsoft.com/office/drawing/2014/main" id="{6A7ED7CB-D6A3-432F-9B51-F991DC6CC1AC}"/>
              </a:ext>
            </a:extLst>
          </p:cNvPr>
          <p:cNvSpPr/>
          <p:nvPr/>
        </p:nvSpPr>
        <p:spPr>
          <a:xfrm rot="5400000">
            <a:off x="6272213" y="3454400"/>
            <a:ext cx="1871662" cy="46038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79" name="Forma libre 378">
            <a:extLst>
              <a:ext uri="{FF2B5EF4-FFF2-40B4-BE49-F238E27FC236}">
                <a16:creationId xmlns:a16="http://schemas.microsoft.com/office/drawing/2014/main" id="{9F15E8FE-082F-4AAB-B8A3-CF12775D4496}"/>
              </a:ext>
            </a:extLst>
          </p:cNvPr>
          <p:cNvSpPr/>
          <p:nvPr/>
        </p:nvSpPr>
        <p:spPr>
          <a:xfrm rot="5400000">
            <a:off x="7174707" y="3320256"/>
            <a:ext cx="1606550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80" name="Forma libre 379">
            <a:extLst>
              <a:ext uri="{FF2B5EF4-FFF2-40B4-BE49-F238E27FC236}">
                <a16:creationId xmlns:a16="http://schemas.microsoft.com/office/drawing/2014/main" id="{5617C1C7-FF49-470A-B768-3B46DE37CBB5}"/>
              </a:ext>
            </a:extLst>
          </p:cNvPr>
          <p:cNvSpPr/>
          <p:nvPr/>
        </p:nvSpPr>
        <p:spPr>
          <a:xfrm rot="5400000">
            <a:off x="10070307" y="3342481"/>
            <a:ext cx="1606550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70" name="Forma libre 369">
            <a:extLst>
              <a:ext uri="{FF2B5EF4-FFF2-40B4-BE49-F238E27FC236}">
                <a16:creationId xmlns:a16="http://schemas.microsoft.com/office/drawing/2014/main" id="{F1A71831-CB6D-43B6-B44F-028750ABBC8F}"/>
              </a:ext>
            </a:extLst>
          </p:cNvPr>
          <p:cNvSpPr/>
          <p:nvPr/>
        </p:nvSpPr>
        <p:spPr>
          <a:xfrm>
            <a:off x="2425700" y="2519363"/>
            <a:ext cx="9274175" cy="4030662"/>
          </a:xfrm>
          <a:custGeom>
            <a:avLst/>
            <a:gdLst>
              <a:gd name="connsiteX0" fmla="*/ 0 w 9274629"/>
              <a:gd name="connsiteY0" fmla="*/ 2326433 h 4030825"/>
              <a:gd name="connsiteX1" fmla="*/ 111968 w 9274629"/>
              <a:gd name="connsiteY1" fmla="*/ 2108719 h 4030825"/>
              <a:gd name="connsiteX2" fmla="*/ 1934547 w 9274629"/>
              <a:gd name="connsiteY2" fmla="*/ 2108719 h 4030825"/>
              <a:gd name="connsiteX3" fmla="*/ 1934547 w 9274629"/>
              <a:gd name="connsiteY3" fmla="*/ 1356049 h 4030825"/>
              <a:gd name="connsiteX4" fmla="*/ 1685731 w 9274629"/>
              <a:gd name="connsiteY4" fmla="*/ 1356049 h 4030825"/>
              <a:gd name="connsiteX5" fmla="*/ 1685731 w 9274629"/>
              <a:gd name="connsiteY5" fmla="*/ 0 h 4030825"/>
              <a:gd name="connsiteX6" fmla="*/ 9274629 w 9274629"/>
              <a:gd name="connsiteY6" fmla="*/ 0 h 4030825"/>
              <a:gd name="connsiteX7" fmla="*/ 9274629 w 9274629"/>
              <a:gd name="connsiteY7" fmla="*/ 4030825 h 4030825"/>
              <a:gd name="connsiteX8" fmla="*/ 3377682 w 9274629"/>
              <a:gd name="connsiteY8" fmla="*/ 4030825 h 4030825"/>
              <a:gd name="connsiteX9" fmla="*/ 3377682 w 9274629"/>
              <a:gd name="connsiteY9" fmla="*/ 3782008 h 4030825"/>
              <a:gd name="connsiteX10" fmla="*/ 3377682 w 9274629"/>
              <a:gd name="connsiteY10" fmla="*/ 3147527 h 4030825"/>
              <a:gd name="connsiteX11" fmla="*/ 3564294 w 9274629"/>
              <a:gd name="connsiteY11" fmla="*/ 3147527 h 4030825"/>
              <a:gd name="connsiteX12" fmla="*/ 4316963 w 9274629"/>
              <a:gd name="connsiteY12" fmla="*/ 3147527 h 4030825"/>
              <a:gd name="connsiteX13" fmla="*/ 4316963 w 9274629"/>
              <a:gd name="connsiteY13" fmla="*/ 2251788 h 4030825"/>
              <a:gd name="connsiteX14" fmla="*/ 4727510 w 9274629"/>
              <a:gd name="connsiteY14" fmla="*/ 2251788 h 4030825"/>
              <a:gd name="connsiteX15" fmla="*/ 4870579 w 9274629"/>
              <a:gd name="connsiteY15" fmla="*/ 2108719 h 4030825"/>
              <a:gd name="connsiteX16" fmla="*/ 5480180 w 9274629"/>
              <a:gd name="connsiteY16" fmla="*/ 2108719 h 4030825"/>
              <a:gd name="connsiteX17" fmla="*/ 5685453 w 9274629"/>
              <a:gd name="connsiteY17" fmla="*/ 1903446 h 4030825"/>
              <a:gd name="connsiteX18" fmla="*/ 6630955 w 9274629"/>
              <a:gd name="connsiteY18" fmla="*/ 1903446 h 4030825"/>
              <a:gd name="connsiteX19" fmla="*/ 7557796 w 9274629"/>
              <a:gd name="connsiteY19" fmla="*/ 2121159 h 4030825"/>
              <a:gd name="connsiteX20" fmla="*/ 8391331 w 9274629"/>
              <a:gd name="connsiteY20" fmla="*/ 2121159 h 4030825"/>
              <a:gd name="connsiteX21" fmla="*/ 8590384 w 9274629"/>
              <a:gd name="connsiteY21" fmla="*/ 1922106 h 4030825"/>
              <a:gd name="connsiteX22" fmla="*/ 8901404 w 9274629"/>
              <a:gd name="connsiteY22" fmla="*/ 1922106 h 4030825"/>
              <a:gd name="connsiteX23" fmla="*/ 8901404 w 9274629"/>
              <a:gd name="connsiteY23" fmla="*/ 2792964 h 4030825"/>
              <a:gd name="connsiteX24" fmla="*/ 2631233 w 9274629"/>
              <a:gd name="connsiteY24" fmla="*/ 2792964 h 4030825"/>
              <a:gd name="connsiteX25" fmla="*/ 2631233 w 9274629"/>
              <a:gd name="connsiteY25" fmla="*/ 2425959 h 4030825"/>
              <a:gd name="connsiteX26" fmla="*/ 3408784 w 9274629"/>
              <a:gd name="connsiteY26" fmla="*/ 2425959 h 4030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9274629" h="4030825">
                <a:moveTo>
                  <a:pt x="0" y="2326433"/>
                </a:moveTo>
                <a:lnTo>
                  <a:pt x="111968" y="2108719"/>
                </a:lnTo>
                <a:lnTo>
                  <a:pt x="1934547" y="2108719"/>
                </a:lnTo>
                <a:lnTo>
                  <a:pt x="1934547" y="1356049"/>
                </a:lnTo>
                <a:lnTo>
                  <a:pt x="1685731" y="1356049"/>
                </a:lnTo>
                <a:lnTo>
                  <a:pt x="1685731" y="0"/>
                </a:lnTo>
                <a:lnTo>
                  <a:pt x="9274629" y="0"/>
                </a:lnTo>
                <a:lnTo>
                  <a:pt x="9274629" y="4030825"/>
                </a:lnTo>
                <a:lnTo>
                  <a:pt x="3377682" y="4030825"/>
                </a:lnTo>
                <a:lnTo>
                  <a:pt x="3377682" y="3782008"/>
                </a:lnTo>
                <a:lnTo>
                  <a:pt x="3377682" y="3147527"/>
                </a:lnTo>
                <a:lnTo>
                  <a:pt x="3564294" y="3147527"/>
                </a:lnTo>
                <a:lnTo>
                  <a:pt x="4316963" y="3147527"/>
                </a:lnTo>
                <a:lnTo>
                  <a:pt x="4316963" y="2251788"/>
                </a:lnTo>
                <a:lnTo>
                  <a:pt x="4727510" y="2251788"/>
                </a:lnTo>
                <a:lnTo>
                  <a:pt x="4870579" y="2108719"/>
                </a:lnTo>
                <a:lnTo>
                  <a:pt x="5480180" y="2108719"/>
                </a:lnTo>
                <a:lnTo>
                  <a:pt x="5685453" y="1903446"/>
                </a:lnTo>
                <a:lnTo>
                  <a:pt x="6630955" y="1903446"/>
                </a:lnTo>
                <a:lnTo>
                  <a:pt x="7557796" y="2121159"/>
                </a:lnTo>
                <a:lnTo>
                  <a:pt x="8391331" y="2121159"/>
                </a:lnTo>
                <a:lnTo>
                  <a:pt x="8590384" y="1922106"/>
                </a:lnTo>
                <a:lnTo>
                  <a:pt x="8901404" y="1922106"/>
                </a:lnTo>
                <a:lnTo>
                  <a:pt x="8901404" y="2792964"/>
                </a:lnTo>
                <a:lnTo>
                  <a:pt x="2631233" y="2792964"/>
                </a:lnTo>
                <a:lnTo>
                  <a:pt x="2631233" y="2425959"/>
                </a:lnTo>
                <a:lnTo>
                  <a:pt x="3408784" y="2425959"/>
                </a:lnTo>
              </a:path>
            </a:pathLst>
          </a:custGeom>
          <a:noFill/>
          <a:ln w="6350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Text Box 50">
            <a:extLst>
              <a:ext uri="{FF2B5EF4-FFF2-40B4-BE49-F238E27FC236}">
                <a16:creationId xmlns:a16="http://schemas.microsoft.com/office/drawing/2014/main" id="{074C084E-8F5D-4F83-B5F8-88064D2D9D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10" name="Marcador de número de diapositiva 209">
            <a:extLst>
              <a:ext uri="{FF2B5EF4-FFF2-40B4-BE49-F238E27FC236}">
                <a16:creationId xmlns:a16="http://schemas.microsoft.com/office/drawing/2014/main" id="{B54D551A-B6BD-4F54-984F-274124DF50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14511BA-8F04-4198-B0CC-02B851A12516}" type="slidenum">
              <a:rPr lang="es-ES" altLang="es-ES">
                <a:solidFill>
                  <a:srgbClr val="171717"/>
                </a:solidFill>
              </a:rPr>
              <a:pPr/>
              <a:t>110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DB28FB0-E9C3-4A46-B2D9-C398534AD2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23234" name="Rectangle 3">
            <a:extLst>
              <a:ext uri="{FF2B5EF4-FFF2-40B4-BE49-F238E27FC236}">
                <a16:creationId xmlns:a16="http://schemas.microsoft.com/office/drawing/2014/main" id="{55EDF6AB-088D-4AFC-A839-9FB45341BD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681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Camino crítico instrucción SW: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MEM[BR[rs1] + sExt(imm)]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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BR[rs2] 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933859D2-E91F-40AD-A5D3-A9F66AF39EF1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4E57D8CD-419E-40DE-B047-418126492AE6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006B2585-CD97-4FC7-A36E-FEB09738AA29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22A9BF75-3381-4227-A430-26954786C440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A18F89DC-6BAF-4168-BDCE-8859D2E524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D3DA1D46-AD59-431B-91EA-E4D764B92289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A2441FE0-884F-49C9-BB2B-5471B3B66D7C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76BD2474-83D5-4390-88DC-2E4DA8FBAD50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44C9A5F8-5245-4F90-85AD-08142054A0A6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DA3D7506-A576-4002-9636-59A178C73EA8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23245" name="Grupo 340">
            <a:extLst>
              <a:ext uri="{FF2B5EF4-FFF2-40B4-BE49-F238E27FC236}">
                <a16:creationId xmlns:a16="http://schemas.microsoft.com/office/drawing/2014/main" id="{92822E41-5705-4C56-9B77-E12374AAA5D6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3EFC1277-EE59-40FE-B767-2A8FDFD225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CC996028-893F-4447-A05C-45E808C39D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252C86D1-578F-40F8-ADFF-CC53EAE6D4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57512627-7438-4C2D-8C49-25A3063317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B65691E7-26D3-4670-A3DE-3B4A6FC5BA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4FE123F2-DEA4-4801-9136-BDC09BE4A9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41485399-6EE6-47D3-A2F0-899031CE0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3083AA47-6204-4CFB-A541-79088F6088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460E8A0A-93F4-4BCB-9F7F-9E174B1F65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16749AA7-1B34-4674-BD62-70F1325FAC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8A14747F-B324-457E-BEDF-BC47843474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D58B31D5-280E-4658-9883-A70889C0B5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63052D52-901F-4551-A58F-F4DE62AA1F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52747ED9-73D7-45E5-BF5A-EFA5E6D912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57D3584B-105C-4AAC-97A0-13B7F6D9E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567EF585-F85E-4C47-8BD7-075729B90A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62B105D1-C9B5-4602-8F80-D628F73771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4A9DBDBE-3646-4FBC-A38D-CD66B7253D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300DE8B6-4AB1-456F-8E1B-F03F304BBE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1D06014C-4F82-4AED-9E8C-253A83AD16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6E11D282-6D7E-429B-B15F-79083D4209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FE29D190-756A-4522-8AE1-3E13245CDD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34F4D114-EE00-4DD9-BF77-300E3FA0A8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8139E701-BECF-4F0A-939D-A35172F91C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26AC00C1-4360-4590-A51A-8D9EA31E2B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365E610C-4F0A-4D53-9256-D6C7524746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1E155A75-5B2A-4E7D-A991-95AE34220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B6455285-5AA1-42FB-BC59-818CE19E1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62D610B9-0E02-413C-B4B6-0089DC9D6EEF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23246" name="Grupo 370">
            <a:extLst>
              <a:ext uri="{FF2B5EF4-FFF2-40B4-BE49-F238E27FC236}">
                <a16:creationId xmlns:a16="http://schemas.microsoft.com/office/drawing/2014/main" id="{CD50B6F8-BB94-4CC6-96D6-9517FA609C72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5F7B112B-FAF2-4A78-9949-3B3723747D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AA2F8B86-D86A-4D89-8613-0A13D0E61A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D0258B70-52F9-4B37-BA38-0EAD56D3B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AFBFB4AC-8966-4EF8-8DF0-C74CCFA90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1612BCCA-CD43-4544-970C-BA655A0C88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5DC8544A-6345-426B-BAA6-975052E29E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5F6E0607-E2BC-415E-9A9E-5A6A635BF4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EACBE9E6-51D9-4339-ABEA-AB1E7CA4A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6B284425-845E-4540-B81C-F229E79BD2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A1AC5D01-07F0-4DF1-82CF-263D06EC8D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5C5A7073-39FF-4489-817A-B03814F47D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E008F1E2-4714-494C-A7CD-F87B52BB60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F51A3C49-CCB6-4DE6-BF66-117E2C68D4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1E38BBEC-57A7-448B-82D3-E8AD8329C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22A7B429-48C9-4C3E-BA23-51C9B5213B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66C610B6-5E17-4A69-BDEF-2D00454E13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9FF9C57C-71FC-408A-AB9E-C85D708FA64F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06E311AB-CC7B-44B7-BD2F-874DF34946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414A4A06-279F-443A-9C95-3F0A43D887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D87B2F0E-BF8B-4E00-86E3-7B40EBDB5A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AED7B9C8-AAE3-4793-BAD6-DCA4A5485072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19399661-D43B-4746-A6DE-89378327DA9B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70621429-9BFB-43EE-9F0C-9AB62528A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83BA59EA-BBD4-4449-9293-4EA8B78101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93ADCCE2-9962-4805-A3BF-BBF17244DB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F5CFDF2E-FB69-47CE-9DBD-D7C4CCCD6A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8E74D672-68A9-4DBF-98A2-9A27AF203F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98E0CCC5-F6B0-42B8-B296-22F8F284AC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5FC06FB0-51FA-4883-B343-E43AD7FF4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5BABBDCF-A383-49AF-BF07-9CE9B2BE17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0994F4C8-A493-4EA4-892B-05F574A73F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2DCC4C11-0281-4D9A-AC75-4119213C615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3338459B-662F-4818-9A10-36DE6B29EC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ED111AED-C981-43DD-A341-4CDEB64B7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8D9CC9AD-C207-4A79-9B14-D101945339F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05E728C6-685C-4476-A797-78D982E1F2E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DDA10D40-9553-47F9-A63B-AE1C25FBD22F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612599A5-7BCA-40BF-9F47-E54D13FBEE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23268" name="Grupo 409">
            <a:extLst>
              <a:ext uri="{FF2B5EF4-FFF2-40B4-BE49-F238E27FC236}">
                <a16:creationId xmlns:a16="http://schemas.microsoft.com/office/drawing/2014/main" id="{1007BBCF-24CE-4958-8D1A-C2A7BFFCB2EF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0B0D7E08-5E35-490B-A328-CD5EC95D09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C78F651C-9C21-43D6-BE84-6C9CEFBA23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A0B06E84-DFE5-468E-8071-4A3B2149F8B2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C7881EA7-323E-43B1-A072-D46E101B6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DF10B5D3-D78F-4D92-92D4-6584C1568E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A4154305-13BB-45F3-A758-072D1784A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23CF1070-2507-42CD-98CA-F9C6F0357D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3097F29F-81EE-401F-84CC-24F62A16AA1D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31A715F7-5D04-4AE9-A949-03FC8D21B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244AAA1A-2CAE-479A-B9F3-73B3D2D87389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01FBC0A1-7B50-4366-814F-E166746EE47B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9B21BB07-D2E4-44C8-9C6A-EA81F447C580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FA7A8D52-ACE8-419F-A69A-814FEF28E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DD809E85-E0F4-4087-9206-A9E85A9FB3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83E9858F-9C9F-429A-BF65-A0954D90DB20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A1ADBFE1-0AEF-4BE2-84EB-BBB8129640DD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5423AC1D-0A8D-4959-9330-9CCF69D845C6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3279" name="Grupo 428">
            <a:extLst>
              <a:ext uri="{FF2B5EF4-FFF2-40B4-BE49-F238E27FC236}">
                <a16:creationId xmlns:a16="http://schemas.microsoft.com/office/drawing/2014/main" id="{277EC44B-0EA9-435D-9668-6259252A4705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AADB0157-7600-4C2B-BEEA-77C7031DD4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FE0B7446-1E2F-4EE4-A505-5698F8C7F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104AD9B8-2CF7-4394-8D77-777874967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021C4A19-F4A7-4BE9-A69E-B7A94C594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B96C1A07-992E-4F0A-9F35-3996A14194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68AD631D-BAAF-4CCE-BE1D-491D5B1FA9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9B6635C6-3C86-4FB6-B0EA-F4FA0C7706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B6548AF4-15B8-4F15-B91C-FBDCC13BA4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BE2F5320-05AE-4353-88F3-F6CC60E6B2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2DEE3305-B9F2-4805-85C3-359CD6B65245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AC19EEE2-3262-4AE2-BA8B-0995433009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15E0C625-D0B4-42E9-AB44-F35299C7C7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A366C7E8-8944-4326-99E1-1291DCF89073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CB9D6213-6D7B-4EEC-A7DB-914E4D33EFA6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AEC78F34-1AD9-4540-8C0B-B60E2C8451CC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A76E94A6-3F52-4F85-9B59-8C346DDA9710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2AA69DA5-E68D-4C2F-A0AC-C66AEC083539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F4F1C64D-4CE7-4C66-80F7-9B4ACB0B70B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C687D057-005C-4645-8585-5DFF066E46E7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3287" name="Grupo 448">
            <a:extLst>
              <a:ext uri="{FF2B5EF4-FFF2-40B4-BE49-F238E27FC236}">
                <a16:creationId xmlns:a16="http://schemas.microsoft.com/office/drawing/2014/main" id="{AD5E4502-45C3-46C5-8D24-99213A628CB3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AF991E9A-9387-48C0-ABBB-42E14CF03B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11915A3D-4F72-40DE-931C-632F804496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D84A0735-83FD-42D3-AC52-4FA7781444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1904FB1C-56E1-4469-BD80-F322965D5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8E2CAF3C-3867-4E8D-8739-E009BC4A04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554CBE34-C5CA-42E3-BEA1-82F9D71BB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A575107C-0F39-4E99-A5A8-49F61A3149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1A84555B-3565-44E8-B758-BAD61E84BF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27AD38C7-A895-4A77-BE9B-259B44D132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96B9D871-3519-4623-BA1B-013483A2B9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56106FC8-A8CC-4C0F-AB77-57EAF72C86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0C30935D-D146-4762-8F24-EF33C95B0DB7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1CE82EC9-1FBB-4E07-B773-68B923A96361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C7E256CF-1743-4F06-BFBF-7C8A42C0E485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3291" name="Grupo 463">
            <a:extLst>
              <a:ext uri="{FF2B5EF4-FFF2-40B4-BE49-F238E27FC236}">
                <a16:creationId xmlns:a16="http://schemas.microsoft.com/office/drawing/2014/main" id="{C1CE028E-6814-44D5-B54D-FC76DFF4BDA2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93A80FCF-C511-4F03-A4CA-712D413347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F2FDD0D2-7D7B-49E8-A284-28A1A8EB25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FBCBE36E-42D6-4F65-B7BD-2F7336BB6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72BEB405-4881-4C71-BBDA-7EA0A6768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1567BA39-3DA4-4876-AE6A-890A19769E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310314FF-7C8F-42EA-8F22-602FA4143A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08BC474A-9DF2-470A-9ECF-6F29065FE1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EB50C172-616E-4878-92D3-D3A3CCB8A76F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EAA16C85-75C0-46F8-A300-63FDBC1DC8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23292" name="Grupo 473">
            <a:extLst>
              <a:ext uri="{FF2B5EF4-FFF2-40B4-BE49-F238E27FC236}">
                <a16:creationId xmlns:a16="http://schemas.microsoft.com/office/drawing/2014/main" id="{4CB2DC84-4882-4E3E-B5BD-ECE10CEC07FA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98B8FBB2-0EC2-4623-A30F-57865A0987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E9688A22-FB01-4193-AB93-F90AAEAA4D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575F3B6D-DDC3-4C8E-A594-E1179A6C18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50873F5C-6D8A-401D-B77E-E13EA772D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82B9518C-DD29-4F2A-87B9-6353A5EF43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D86070E5-1D43-4527-A335-FD113C1839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ABAD4180-BD9D-4AAE-AAF1-E1AE82138C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B6D85EDE-C059-41D2-995C-6439C8D055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179CC89B-A0CA-45D5-942A-253E5BC6D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3DABB65E-59B3-44E3-BEAC-B378F4E2D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C3BA5469-8A7A-4C66-8D7A-566B5574C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BAD4B2D8-B78C-45EE-B7A5-1D87C799C1DE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22243977-812D-4CC6-A2DD-4A12AE8B3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4B122835-AFFB-4622-A6A9-B74A4916DFAC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3296" name="Grupo 488">
            <a:extLst>
              <a:ext uri="{FF2B5EF4-FFF2-40B4-BE49-F238E27FC236}">
                <a16:creationId xmlns:a16="http://schemas.microsoft.com/office/drawing/2014/main" id="{89AE7CE9-D504-44C9-84A4-CBFFAC2E9373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081124F1-3294-49CD-9D1B-614AF10F7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8D39D7E2-7FB4-48AE-A765-8D66E75743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AFF35C00-D1FF-4143-B8E1-F3DCB296BE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E9973124-18EA-4CEB-9329-AEFD3137B2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E04D635B-B65B-41EE-992E-7AFA3DC802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0FF196FB-B397-409A-AB13-7BF4333F8F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69EE9F4E-C330-4293-A76C-39AF8BF204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DDC7FA5E-CD3C-4B8B-8C47-DA41258F98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9C95082E-D978-4E55-97D9-2B9599C30A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7309C81E-232C-4BAD-9DF8-0CA99CC2D4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6C7A8C89-7585-4CE3-8A5A-E9F1C8872847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3298" name="Grupo 500">
            <a:extLst>
              <a:ext uri="{FF2B5EF4-FFF2-40B4-BE49-F238E27FC236}">
                <a16:creationId xmlns:a16="http://schemas.microsoft.com/office/drawing/2014/main" id="{A81690BB-5C52-4C43-89B5-19368DE6461D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557FD204-2144-45F8-B42F-2D8BF7CA85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F497A1E8-6D86-48F2-9ACE-C9463F9EE5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0F28A057-A5E0-4497-A953-2860A83F26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F80DA1C0-8D1F-462C-88A6-B8DF618DE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877557BB-FFE4-49C1-BF82-520AD07B6C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69583FFE-FCEE-49EE-AD5B-5BDC86221E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46D8B63C-C9DE-4E05-8BD5-84E1874DC7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A27CE16F-9C30-4A55-9D8F-A2168FE2E6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27B706E6-69B9-4BED-BFCB-A7DC35D68A71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02AD4493-2B89-4FF3-9801-F54D14091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264CDF9F-67F0-4AB7-BCA5-DD600DC32A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AB549365-A6C0-42B3-8CAD-6A233525B2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E3EDCEBB-699E-4CD5-A83D-9BB52D5816A8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614E3CF4-4224-4952-A2B5-37F73D668D15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2022CB2B-0CF1-490E-A34C-035291F3529C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3302" name="Grupo 516">
            <a:extLst>
              <a:ext uri="{FF2B5EF4-FFF2-40B4-BE49-F238E27FC236}">
                <a16:creationId xmlns:a16="http://schemas.microsoft.com/office/drawing/2014/main" id="{C4D945AC-47DE-4DB5-9BF2-E4E5336C0B68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3BC1F824-457A-4083-A355-9A2304D0E2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6A21D61D-5E37-4FF0-B5CD-4268758D5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FCDFBDAC-DC31-4B5B-9AB0-4C4A6E99C2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6D486B26-84EE-461F-83AB-3AACA4431B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5D204E54-6B4A-406E-8467-7D7BCDB612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0C13CC82-DCBD-460D-B20C-2F1C88B005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6F813F48-3CAC-4FC0-A677-7559384402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3E469A43-83A1-4375-90C6-F138F89DF3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A67BA6DC-53D0-4D2C-8E60-D7AEA46DD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AA24825B-44D5-4852-9F55-E82E8EE6285B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ED8B2E0C-46BF-49AF-889B-66D615EE06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EA469DFB-4A8D-457B-AF9A-EC94E602B4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C46DBF70-D8A6-4FF8-9EB7-6CB08EAA26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5376EE2B-E02D-473A-BA65-4DEBD61AE4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846A45DF-D36C-4638-AB6C-26B0EF11ED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6267DF09-8032-4F56-9100-D320CDD9A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73098D1D-A6EC-4C47-8AA7-3C88845A07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39A31784-07E7-403E-A4AC-E39068968E5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4E52B944-2346-4DD5-8FFF-48B55CD52F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D19A2757-8701-4B0E-8790-5AA820CD860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8374C88E-D878-4042-BAF4-9B54C55EA73E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497C1BEE-1101-4BD7-936D-5A59A500AECC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DB9AA01E-15EE-4EB1-8A68-8061F0FBA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7B4FCC19-CC26-45EE-89DA-708CCDE14A6E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D12784C5-02D6-42E8-9BEF-B0C815E558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7E703E1F-4402-4F6F-BA5F-ECA04D66F1E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914D594D-415D-4693-A2A9-D1E924A091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A4946A24-73F6-40F6-9B13-C783765C01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B4D6A11D-D371-46BF-9526-3EFE965052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9DD197A5-B7A8-43DA-B236-CD782758B5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1CFB57C1-61AC-42D8-B0E7-A38EE83321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14C1C563-4E6C-4E95-8BE4-06B5501192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C0CFC9FD-4468-4686-8560-044A0CBF9EAE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3319" name="Grupo 550">
            <a:extLst>
              <a:ext uri="{FF2B5EF4-FFF2-40B4-BE49-F238E27FC236}">
                <a16:creationId xmlns:a16="http://schemas.microsoft.com/office/drawing/2014/main" id="{88BAE9F4-D8E6-4FBD-B92B-D5982B7E68B6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66835C52-62A9-4483-932C-E80B5EE2C73D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FD84F3A6-3C7C-4F90-B668-E859E470FDCD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E84C5BA7-69FC-4A2F-83C0-625644BE9205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664C313F-219E-4F1F-A1A5-64B82AA6E491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4A01BDA4-8C3D-4EAB-A36C-5855C1DE52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599AE298-BF8F-4628-97D0-00D68255B6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A16F3456-85A5-43A9-BAD7-6194E78CCF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CA53ADBC-D085-4506-BB5B-2A5AD98E71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33497A75-3A13-4259-B011-DF063F887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A5D982B9-2C80-428D-8C19-815AA516B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6A3284EA-D32A-4919-A755-4EA52BDA2F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276FCA41-E569-42ED-B5E7-F2E34AA161EA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F13D9C78-F27B-4DED-97EF-5D68676CE0C7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48195FA9-9383-47B6-8B92-3896470C0968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492C8CAF-C455-4B0F-8F19-ED947A1ACDC0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59553595-A69D-4DC9-8A10-87197E420C9C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BAC5D421-0B41-4F5F-80FE-07AB227740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B1DCF904-C4EE-4CF5-9AFB-4F47FB63178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00B8627D-9714-47AF-9F3D-6D08F4064E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DBA24755-31ED-48EA-A45D-DB5398A251E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A3A9EE17-5CFF-4C68-A64E-69F0602ACF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940CBBDB-D172-4ACF-BFA3-A4961837A23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59DE93BB-C3BD-4016-8254-BB3422C41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EE0E813F-1271-4454-9869-3C28BE06CFB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6B9AB6BE-F712-4702-8650-B5D87DF455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0249E919-6271-4C49-8F0F-004970D38F1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0F96F740-AB80-4D28-A931-8C802185CBF7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6D982190-2808-4640-B2EE-B9A5FE2F32AF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7D36ECBC-4799-434D-BDBA-4BC82D931267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5F9081C2-0DB8-460B-9C98-DFBAEF98045F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529FEE88-3747-4A84-BC28-C907F492F2A7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C90A795F-3AF8-415D-BBA3-BDE3E815FD34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C0381697-FAEE-4E00-9853-1470FBA9FA43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ED5CE1A7-D227-42D4-B670-3E5D96C5A3C8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02421527-979D-47CE-ADBB-239A54C640A0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8494A3CD-7BD6-487C-8B61-C60EB1CA2718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B257B72A-528C-419F-B937-AEFEC97F6309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BFE424C3-CD93-4D34-94DA-E96B633CEEC8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2E56CFB1-8F69-4110-9D46-4DDBA35D35C4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779B60F5-27CF-44CF-BB47-E25C2B2FBCDE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57E1BF75-33C6-4BD3-8542-5AED5D73BA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FF23D5BF-0B26-48B0-890A-71F095524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" name="Text Box 50">
            <a:extLst>
              <a:ext uri="{FF2B5EF4-FFF2-40B4-BE49-F238E27FC236}">
                <a16:creationId xmlns:a16="http://schemas.microsoft.com/office/drawing/2014/main" id="{DC7C02B9-4BBB-4825-A0DA-E1B4FB499E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F723DE0B-7080-4649-9452-F7DA4199BC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398271E-A05A-4E85-A6F1-31A26855E921}" type="slidenum">
              <a:rPr lang="es-ES" altLang="es-ES">
                <a:solidFill>
                  <a:srgbClr val="171717"/>
                </a:solidFill>
              </a:rPr>
              <a:pPr/>
              <a:t>111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90E2A7C-009A-4A16-BD16-2FFBDCAE4F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25282" name="Rectangle 3">
            <a:extLst>
              <a:ext uri="{FF2B5EF4-FFF2-40B4-BE49-F238E27FC236}">
                <a16:creationId xmlns:a16="http://schemas.microsoft.com/office/drawing/2014/main" id="{D728B462-D63B-4281-9846-85E3F061D2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681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Camino crítico instrucción SW: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MEM[BR[rs1] + sExt(imm)]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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BR[rs2] 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D19D0C05-403A-4416-9CE5-04A7BC390AD9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55D5785D-22D0-4D9F-8953-133A1D7E5627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AD3C5DAA-06DD-4C1B-8942-090526EA2F14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EF70CCD5-513C-43C2-9605-555355DE9C2A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400FC146-33B6-40FF-A8CF-05D887BBF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D27F7009-8B4A-4AFD-81A1-87EA8C793F9A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3D33DE81-15D7-493D-BF5A-36E4EB2337EC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71F6BC33-30A1-4310-AF31-BBC87EF767AD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329B3FE9-47B1-49E0-BD58-66C79C121F64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9F67BC5B-567D-49EC-81AD-765A5CDFA361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25293" name="Grupo 340">
            <a:extLst>
              <a:ext uri="{FF2B5EF4-FFF2-40B4-BE49-F238E27FC236}">
                <a16:creationId xmlns:a16="http://schemas.microsoft.com/office/drawing/2014/main" id="{1C743888-69A5-4FAD-8E40-702777B9C058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02994479-E4DC-4461-8471-0C3D62143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79D9A640-ADFB-4688-91A9-55E8CCDCA2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E1FA1213-8E0E-4869-858D-BACABDAFB6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661AF56D-0578-42A9-A06A-5F7A1D07B4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AF6566DB-D526-4A5B-9B47-9A6A91C832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FF37A8F6-EEBA-4603-8B7E-7AB99743B8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F1CD9FDF-892D-458E-BCD1-75286DDF5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3C2515B5-82DD-4AF9-846B-9FB7E1713C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04CFCAFA-1126-47F6-B857-B15A549A6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58DAEEA3-3513-4BE9-B6AE-C5FD1EDF7E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D1063FD7-BEC2-4700-91C1-B2CEFB2BCF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2B8A8819-2714-41E1-8C22-33219BAD26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CE35CE87-E93D-497F-8DF4-BFD2012AA2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E34E6E7D-AE0B-4316-BAF3-F0DEAACCBD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1045CBF7-6B3A-46C0-B3CC-C12C06A6E7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CF2DE873-A5C1-409E-A0D7-0629B9EECE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AC30304E-BC82-40F0-9594-F090E7047D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BFBD25DA-E98F-44A1-9C6E-9DAFDCE33B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8A4BACD3-9297-4989-B612-89F78A272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645C0DF0-E7BA-45EE-AAAD-9E364FDA87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49A08A19-9444-4B22-9A3E-FD8436127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9B69194E-5E0F-4A58-A0F0-C97FA474D8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78257EAD-73A0-494F-99C0-F483DB8917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26E9F865-865B-432D-96E2-E60A1F1D8D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07F2FBEC-6BA7-4EC9-B272-B46B93E04E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4CB19AB8-82C3-459A-973A-5AF1DD9FD8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02E8BC39-CA74-43AE-BFDF-9FA295EB7E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7AB6EFAB-F09F-4461-8C2A-718A498D6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C0C27460-D5D6-43BE-9187-2D53DFD72915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25294" name="Grupo 370">
            <a:extLst>
              <a:ext uri="{FF2B5EF4-FFF2-40B4-BE49-F238E27FC236}">
                <a16:creationId xmlns:a16="http://schemas.microsoft.com/office/drawing/2014/main" id="{4C9B5918-C808-407D-8B8C-1E22AFB331B4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B7F3D46D-8A91-4259-A5D2-E514BED66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7CCE682C-1EC6-49DB-877C-427B203FDF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C4F0B5CD-6816-4C30-BAA5-6B9D448C4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B2295437-F9E4-4330-9B3B-8BA18D7FD0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F9C581DC-C0AE-47CE-9A2A-85A006002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05A6208C-C75E-424D-AB4E-0F6654694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0C39E59D-7CE6-4269-AFCC-8B1387768F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C270BA1D-F70F-49A5-BFFE-5653106E5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E1E05CA4-B2C9-44DA-B11C-1118043620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9AB307AE-A380-441A-A35F-3CEDF6515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C8423736-346A-43AF-A5FA-F23555B2F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B8CD2A0F-2D5D-478C-92A8-A9763C6C99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7C6E3C1F-C884-4245-A755-70AEFABA8F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950333A7-4F62-4312-AEE7-66354CD75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7E2B16B4-C8AC-4FE2-84C7-97EAFF3EF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243080BA-2B6D-4AF6-86E6-3779CE6A0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5AE61A50-793C-4E4A-8131-95502A1862A9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AE967FA3-044C-4D71-82D0-2A605C073A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C01B88D2-3AB3-42EB-8A1D-8DB7A51AA1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F650AB75-7FEC-4F31-B7BD-3D4B5EDBF8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8242B637-34E5-4CCB-B6A0-5A62A5328FE1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46023036-FFB3-4368-BE65-A6CF8D3F31F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34499150-FB1C-46D8-979C-33409BE76D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AAC6EF08-0A7F-4E26-A787-CAA9D4549B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C82619B4-14B2-4779-981E-67B2C0DD3A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485626BF-4210-4CEE-94B8-44F2A73EFAE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5149BE99-0DBC-451A-B00B-9F4C1BFE61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AB610B8F-BDA3-4FBB-94AB-B86B7135DF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3974C63F-E15E-4626-97F2-6D8C687857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2B9224F3-7D00-43B6-8F9A-DD8AE61CB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A62975CF-BD1D-4A6B-99BB-93FA55228A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410BBC44-DACA-4585-9731-035E5529C3B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32BEF78D-20C9-46DA-8806-0D870F5E31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1C453F2D-2778-4A12-8823-755E97315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A66A66C3-9886-4C8B-AD46-6C274AB75C4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9641892B-222D-4668-8848-F09040F221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B112D1B6-661F-436E-A3E0-DFC271202BA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DC2A490F-37B0-4458-B524-260539BFC83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25316" name="Grupo 409">
            <a:extLst>
              <a:ext uri="{FF2B5EF4-FFF2-40B4-BE49-F238E27FC236}">
                <a16:creationId xmlns:a16="http://schemas.microsoft.com/office/drawing/2014/main" id="{47A8FE49-6EB3-42F9-A94F-11C61D63ED7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6FBAE27F-D3D4-4073-8629-08B6DC0A0C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DE2FEB73-2EAE-4A5F-B8A7-4363742498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944825D4-DBA6-4CC8-A9E6-8F295DFE0C82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F7D3032C-EED3-4187-BFDB-B3AF05E8E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10C71F62-07A2-4A6D-94DF-3EA2B90D36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E91F7E25-66B8-4559-886A-A1FA494D9A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A55EA59E-F568-4D12-9FD7-B077322331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CF750483-81BE-4878-886B-3CC86ABD5CD5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123099D2-6DD3-4913-9547-87E00F8779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94F907D0-533D-4DB4-B388-09E48EEF54CD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3DC41B22-4D17-4F10-ABD4-BD89EF440986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62DA0455-2CF7-43BD-AEB8-314FE4B4FA9D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706A828F-CAC8-4358-87AB-439F6EF5CE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85AF24FA-5AC5-40CC-BEDD-BF71732F7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86362C05-9FA9-431D-92D7-3C9745282DE0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80862F21-0FF1-4744-B81D-25986709961E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5619D71F-19F3-4384-94AC-957F8F18E5AB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5327" name="Grupo 428">
            <a:extLst>
              <a:ext uri="{FF2B5EF4-FFF2-40B4-BE49-F238E27FC236}">
                <a16:creationId xmlns:a16="http://schemas.microsoft.com/office/drawing/2014/main" id="{136526AB-D4FB-4C83-A064-A2AE77ECDFF3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120A1A95-C5B1-4788-9E61-5CE707A6FC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951E161E-5DDF-4CB7-9BEC-0D0E9B85F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25120E9F-9592-45FB-8696-506DD8902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2EEC0F31-86F5-41E6-B978-BFFCFDE58C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072E21EE-2DFF-4E89-803D-377216ECBC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C2847470-3A4C-41FE-AABF-8BCDEC4C96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1622A6CD-19BA-4F41-AD5D-BB776B0F9C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3276723F-2D5F-47C2-A5B1-D27172AFE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4A30615F-C117-4305-BB10-C9AA1130C0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6F5F1D4A-7963-47C8-A554-6DF57F2A3969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C3BB9341-3A29-401D-B879-2C84A8018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CFFCF4C3-850D-4F70-9CEA-E913BECCFC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172B4508-0189-4066-A0E5-B7A4461F2325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A4AF7068-498C-488D-82B5-7F7129288C58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8DED97CA-BBC0-41E5-8D17-B64CF7B2D156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702A3F48-04B3-45B8-BA53-77E04477FA1F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C6FC92A7-D588-441A-8D03-8742A71CD86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991166E2-1A03-4057-B898-6CDF064124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0AE4CBE4-CDC6-479A-9112-B27A98D8F01A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5335" name="Grupo 448">
            <a:extLst>
              <a:ext uri="{FF2B5EF4-FFF2-40B4-BE49-F238E27FC236}">
                <a16:creationId xmlns:a16="http://schemas.microsoft.com/office/drawing/2014/main" id="{E9498A86-8274-41FB-A341-81EE75FFE7B4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C76322FC-1E82-4A13-A48C-F81FA866B3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7C926AB3-2ACD-4EC5-BAA9-7E0E524E2E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7A914D9A-15C5-4D71-9F98-A265D82070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83AFB9E5-DC46-43C0-B104-FF4E9EF8A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FF4E44DE-BC06-4F6D-ADFD-30A928B33D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3EE7C5D9-1120-4E0C-B168-E29FA36E9B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44250C78-EA7D-4973-BD6F-37FC51E649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03904BDB-2553-46D6-95E6-833A6D41D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591963AC-B869-49B2-8E2D-11D1C8B914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6A20EC38-8C5B-40C8-B340-FEED1353AB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D531E372-A8A4-4380-93D4-8B13B3D70D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9D7C54B7-CA80-4473-9858-047071A75710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2156E9AB-71B7-44EB-8944-FE7B030723E1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8BDA5CCD-5BA8-466C-BE1B-29EC2891CA4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5339" name="Grupo 463">
            <a:extLst>
              <a:ext uri="{FF2B5EF4-FFF2-40B4-BE49-F238E27FC236}">
                <a16:creationId xmlns:a16="http://schemas.microsoft.com/office/drawing/2014/main" id="{215076E5-15F5-4DA6-8CBC-294DC6AD1A0D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7CF68EB4-00CA-402C-A679-11E49AC5A7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F8CB9F26-2284-402B-B3B3-70A095D8F0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72926A53-BD48-4D19-B529-2CB2A254B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7800DE05-722A-4F1A-9BAE-CA261DC781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0A39E821-263D-40D8-A696-1D4BF30B74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B1A173D7-E105-47A1-A3EC-D94F74285E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61CB74BD-8BDF-499B-9E11-6E3DFFE210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401E5F7C-20DB-4E9A-8933-A113E4CF3237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C4E373EB-EDFC-4DC7-B3A2-6A21C63EE8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25340" name="Grupo 473">
            <a:extLst>
              <a:ext uri="{FF2B5EF4-FFF2-40B4-BE49-F238E27FC236}">
                <a16:creationId xmlns:a16="http://schemas.microsoft.com/office/drawing/2014/main" id="{87175000-2AF7-4472-9527-DB0832E5AF5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E8835A6E-3071-4A9D-A7CA-31F734F8B0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4F641807-8E71-4B76-86FA-1D76E2DD0B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C17D66E4-7346-4380-BF39-A0224695A7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79BC7393-BE90-429B-9442-532522AD7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F5FD3EFD-F6FE-481F-BFF0-24358875BB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500F601C-C99E-4C72-8268-490DF8AA9E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8E70E4F6-A4ED-4E69-9759-7B64E55E60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74FE5DC9-B9E4-48D9-8D7E-E128E7EFFB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6CF0C164-C744-4B4A-A2C0-A0E102423C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D7D6CF26-EB0C-4241-B51E-DC68BEB881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88574E0E-883E-4A0A-A8B1-EEF2DCECC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AA2C440F-D69E-4CDC-A2F8-B6CCAF53CED2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E2D2F667-55AF-4C68-81FD-86E9702E3A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E34263D8-59DB-4007-AD91-D3534D118CC7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5344" name="Grupo 488">
            <a:extLst>
              <a:ext uri="{FF2B5EF4-FFF2-40B4-BE49-F238E27FC236}">
                <a16:creationId xmlns:a16="http://schemas.microsoft.com/office/drawing/2014/main" id="{16433D67-B598-4B92-957F-8C2F660575E5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6CC00413-90A2-4C9B-AF2F-9EC458B82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B1BBA5EB-975A-416F-8D48-0CBCB5E59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CD321517-A6E5-4A06-B0BD-1C88AA70C9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752EEEC8-EBC0-400C-BB19-ED552475EB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D9D4AF74-496F-496C-A10D-22391A7C6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A45D46A8-E844-4E08-ADC5-F3E33F4929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6C7D2FBF-E0B6-4F0C-9813-112D2DDC4F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FB94CBB6-0F07-4537-8224-F214045AE6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3B9B2739-A73B-401D-9D96-FA5384485D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84699A7A-BDBC-4B26-9529-CCB34A2441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4B060614-97B2-46D1-9BDF-ED03C947BB4D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5346" name="Grupo 500">
            <a:extLst>
              <a:ext uri="{FF2B5EF4-FFF2-40B4-BE49-F238E27FC236}">
                <a16:creationId xmlns:a16="http://schemas.microsoft.com/office/drawing/2014/main" id="{59106403-EBF9-4CD2-8E65-52982A6C6EB0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08E3C996-20D9-4B51-9CBA-C7E17142C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0084F765-0FAE-4CF8-9566-DE65B4C010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11F9F162-6465-40AE-954F-3DC81D2EC3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F29A1E64-9E8E-4D4C-9787-AD0868CF8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E02A13E1-8FEA-473E-9E3E-819DE5A122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F41EF81E-0C1A-43AD-865F-E0A458EF62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6CEB706F-03CB-418A-B2BE-F4DD6F415C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2665EAD7-4FB5-4133-BFA9-B740109035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28D1A868-2D06-4E00-A2A1-5A28F208E4A5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57411BB4-9E0D-42B0-A82D-BB2A877E6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538B0128-9F00-4EF3-94D9-FAD3DADB0C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6FE98219-AC10-4FBF-B6FD-2E618DEA19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44BF65E0-3A2C-44AD-AEAD-75493AC165FC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190F4A5E-2E3F-4ED2-A4D6-B4539243A80A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1E1AEF8F-692B-4B1E-AB4D-31DC7ACEEEBC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5350" name="Grupo 516">
            <a:extLst>
              <a:ext uri="{FF2B5EF4-FFF2-40B4-BE49-F238E27FC236}">
                <a16:creationId xmlns:a16="http://schemas.microsoft.com/office/drawing/2014/main" id="{46E22689-C184-4A89-A8BC-E476878743A2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0186E3CC-E437-4F5F-98FA-B9B9613C2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4A73F251-3A38-4B76-A2DE-ED51605BC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ED165219-2360-41D9-8461-FB5F115F2C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024DCA73-A669-4E8D-A403-0C86339CF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60E43B9D-CF95-46EB-AD1C-7844E72B60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5E90741C-7F13-4A46-8CF1-9A48A25D3B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31755EE9-8919-40B6-81C9-758FB4B131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71B32E02-2A76-4034-BB18-9429081B2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8D6D48B7-2531-4F28-B4A8-692F8656B8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CEB1424F-3E89-46A3-AA02-C8CDC4F276D9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429B8ADA-2818-4609-B1C2-BF41D9AF7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F243D9C7-11D3-4A8D-BFB9-D027570B9E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E111D0CB-40AA-4B6F-A71A-60D5C08A2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C4BE2948-AF19-47FD-AB7F-C6C0F1E18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B98EE7C3-DF8B-4F9C-B801-E120EFF5B0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3EAF6098-E993-4692-BFD6-7E43B4B5A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6C6E0299-EEC7-46FD-9155-4829CD462E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F0AA3091-A593-4BE2-8331-88CD720596B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1C777D86-5D29-47F7-BB6A-AE17CBBEEE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4915168E-45EF-4E2B-A973-E415AF3212F8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B9E09492-8B0E-44F8-AAAC-3D7CC9E59717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EAA227AF-E4C7-4155-BCFD-4B2319B35AD4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BF635EEF-C9A9-462B-8FFE-E904609A40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FF5B8216-DDAD-4A53-9C00-B4EFB04AEB2B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D80EA186-7A8A-4616-BB96-0C10B29DD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721F88C4-DCD6-444D-97C8-4016D2AC6DB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72A69E82-52A0-4184-9727-0A6C7D42C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B2BCD7AC-D281-4F85-8A44-6503BAA372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92A28879-8CD9-46B9-9B10-5CC6DCBA3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4C294EC4-404C-4A29-93C6-A0D8213F5C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197D1296-B729-43C2-B173-CF1F4B9F08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F5C65A64-6E7E-4E36-9358-3B5E63F7C4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127FD175-8DD8-48C6-8694-96A7D040C073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5367" name="Grupo 550">
            <a:extLst>
              <a:ext uri="{FF2B5EF4-FFF2-40B4-BE49-F238E27FC236}">
                <a16:creationId xmlns:a16="http://schemas.microsoft.com/office/drawing/2014/main" id="{9B3A2F64-889E-4618-83F9-C95595A419F4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16504A22-514B-4D47-8595-A63C38EFAFEE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CC4BBCBA-8BAB-4EAA-AE76-A431A6281513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219F07CE-253A-4F4B-BD49-95521A2CE990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E33A62DC-12DB-4D2D-84DF-86D3CF834CFB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D5F722E8-9003-4054-9E51-46855B665D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C4C6479B-318F-4790-B23F-F6ABAB6EAA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3224C0ED-804C-46E1-A2B6-8FB2725F8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25EC1C24-6A13-41C2-BFE0-D850F42BFA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EC926A01-E957-457D-A25E-510A3AB410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4CF27F11-9DFC-4551-99D4-F4277A95E1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ED73C2BE-9044-4A4D-9987-206492D435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1BE154E2-08CA-400F-8CDE-9778313CFF6F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126FDA48-F323-4FF1-A77F-7485CD362110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0D196A71-DAED-4913-B12B-3B7FB5FA647F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C4059F8D-AD8A-4D43-A537-FDA82B8F5AD8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3C5B4CD2-405C-4A90-B56E-97775D614342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0B4D8F79-7BE1-4EF4-8E6E-00E178BA7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12C30305-64D6-42D6-963D-01E1205AE7C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FCFC647D-9090-46F5-83A6-8475E4093C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49CCC553-91D2-4B32-9CC2-9E6879F489B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1FAFB331-9E05-4096-B88E-ADE3106A19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7BE62266-2C32-4200-8400-CC269D09F66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54A46CEF-2154-4A7B-82AD-C42CC6A31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C785F05E-2774-422A-8A82-220CEBE1010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D001F116-D0F8-4B47-9529-6A24A74135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6CEA4606-48AE-4E24-AC5E-819E27CFEFF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B736874F-B0AF-4F81-A806-FB72B328B83B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D7168D2A-75D2-4B56-BEDB-8FD7545B59EC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9886FC63-7A2B-4C2D-AE1E-B8F2032A6F17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F81C2360-9A3A-49D8-9162-F50DF06E1D1C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8CBD8740-DACF-46CC-B6AA-C45E029F1CA3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6BAC32AF-6885-473B-AC8A-C26CFA38F182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593D6D7E-C42B-43CD-9713-4C2B517B93EF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ADAF5933-ACDD-46AA-AB26-29913C2B31EC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B71AAC04-57A6-484C-AFCA-47A5ECCA148F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F53AE4F7-9543-4F70-B068-F36E6BF8CB2E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A8B39F82-754C-4927-93CC-AFB3D7F5D5CC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C6007A41-E2D8-473A-8666-91718C39286F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0FF59367-DBF5-4857-99FE-D53BAFD91E6D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F0ED9141-964F-4FEF-98D7-C69422B4B307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5">
              <a:alpha val="2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5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8805E5E3-1B9A-4E34-8A20-86EBFA7E8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02B7E04B-F1DB-4F5C-83F1-2CFB0EC9F7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733EBEE6-EBF9-4B48-B6C8-BC69ED0ADF06}"/>
              </a:ext>
            </a:extLst>
          </p:cNvPr>
          <p:cNvSpPr/>
          <p:nvPr/>
        </p:nvSpPr>
        <p:spPr>
          <a:xfrm>
            <a:off x="3673475" y="4122738"/>
            <a:ext cx="471488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AC101E29-7BEC-46D6-95CE-30E53673C7F2}"/>
              </a:ext>
            </a:extLst>
          </p:cNvPr>
          <p:cNvSpPr/>
          <p:nvPr/>
        </p:nvSpPr>
        <p:spPr>
          <a:xfrm>
            <a:off x="2319338" y="4413250"/>
            <a:ext cx="214312" cy="407988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1E8F633D-C7FA-4A07-B755-4EEA186C6BAA}"/>
              </a:ext>
            </a:extLst>
          </p:cNvPr>
          <p:cNvSpPr/>
          <p:nvPr/>
        </p:nvSpPr>
        <p:spPr>
          <a:xfrm>
            <a:off x="5842000" y="4132263"/>
            <a:ext cx="454025" cy="928687"/>
          </a:xfrm>
          <a:prstGeom prst="rect">
            <a:avLst/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6310881C-FE59-429D-A176-F7C819B3107B}"/>
              </a:ext>
            </a:extLst>
          </p:cNvPr>
          <p:cNvSpPr/>
          <p:nvPr/>
        </p:nvSpPr>
        <p:spPr>
          <a:xfrm>
            <a:off x="9058275" y="4138613"/>
            <a:ext cx="473075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Forma libre 7">
            <a:extLst>
              <a:ext uri="{FF2B5EF4-FFF2-40B4-BE49-F238E27FC236}">
                <a16:creationId xmlns:a16="http://schemas.microsoft.com/office/drawing/2014/main" id="{A0AE595A-007D-4637-9323-B3779008A478}"/>
              </a:ext>
            </a:extLst>
          </p:cNvPr>
          <p:cNvSpPr/>
          <p:nvPr/>
        </p:nvSpPr>
        <p:spPr>
          <a:xfrm flipV="1">
            <a:off x="4357688" y="5608638"/>
            <a:ext cx="1944687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2C3D9008-4B14-4B73-95D8-4DF29303FC4C}"/>
              </a:ext>
            </a:extLst>
          </p:cNvPr>
          <p:cNvSpPr/>
          <p:nvPr/>
        </p:nvSpPr>
        <p:spPr>
          <a:xfrm>
            <a:off x="4367213" y="4235450"/>
            <a:ext cx="3749675" cy="193675"/>
          </a:xfrm>
          <a:custGeom>
            <a:avLst/>
            <a:gdLst>
              <a:gd name="connsiteX0" fmla="*/ 0 w 3750906"/>
              <a:gd name="connsiteY0" fmla="*/ 31102 h 192833"/>
              <a:gd name="connsiteX1" fmla="*/ 1020146 w 3750906"/>
              <a:gd name="connsiteY1" fmla="*/ 31102 h 192833"/>
              <a:gd name="connsiteX2" fmla="*/ 1928326 w 3750906"/>
              <a:gd name="connsiteY2" fmla="*/ 0 h 192833"/>
              <a:gd name="connsiteX3" fmla="*/ 3483428 w 3750906"/>
              <a:gd name="connsiteY3" fmla="*/ 0 h 192833"/>
              <a:gd name="connsiteX4" fmla="*/ 3750906 w 3750906"/>
              <a:gd name="connsiteY4" fmla="*/ 192833 h 192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0906" h="192833">
                <a:moveTo>
                  <a:pt x="0" y="31102"/>
                </a:moveTo>
                <a:lnTo>
                  <a:pt x="1020146" y="31102"/>
                </a:lnTo>
                <a:lnTo>
                  <a:pt x="1928326" y="0"/>
                </a:lnTo>
                <a:lnTo>
                  <a:pt x="3483428" y="0"/>
                </a:lnTo>
                <a:lnTo>
                  <a:pt x="3750906" y="192833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27B0384F-7CA0-447E-9CE9-7FFE1CE4A6B9}"/>
              </a:ext>
            </a:extLst>
          </p:cNvPr>
          <p:cNvSpPr/>
          <p:nvPr/>
        </p:nvSpPr>
        <p:spPr>
          <a:xfrm rot="5400000">
            <a:off x="6272213" y="3454400"/>
            <a:ext cx="1871662" cy="46038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DEF45CC6-FD5A-4938-84AC-21F17498F03A}"/>
              </a:ext>
            </a:extLst>
          </p:cNvPr>
          <p:cNvSpPr/>
          <p:nvPr/>
        </p:nvSpPr>
        <p:spPr>
          <a:xfrm rot="5400000">
            <a:off x="7174707" y="3320256"/>
            <a:ext cx="1606550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B729E8E8-7906-43D3-B08A-15FFAABBB04D}"/>
              </a:ext>
            </a:extLst>
          </p:cNvPr>
          <p:cNvSpPr/>
          <p:nvPr/>
        </p:nvSpPr>
        <p:spPr>
          <a:xfrm rot="5400000">
            <a:off x="8726488" y="3328988"/>
            <a:ext cx="1608137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EA3E41F9-449B-43C5-BDFB-E7DBF2815119}"/>
              </a:ext>
            </a:extLst>
          </p:cNvPr>
          <p:cNvSpPr/>
          <p:nvPr/>
        </p:nvSpPr>
        <p:spPr>
          <a:xfrm>
            <a:off x="2425700" y="2532063"/>
            <a:ext cx="9274175" cy="4011612"/>
          </a:xfrm>
          <a:custGeom>
            <a:avLst/>
            <a:gdLst>
              <a:gd name="connsiteX0" fmla="*/ 0 w 9274629"/>
              <a:gd name="connsiteY0" fmla="*/ 2307772 h 4012163"/>
              <a:gd name="connsiteX1" fmla="*/ 111968 w 9274629"/>
              <a:gd name="connsiteY1" fmla="*/ 2096278 h 4012163"/>
              <a:gd name="connsiteX2" fmla="*/ 1934547 w 9274629"/>
              <a:gd name="connsiteY2" fmla="*/ 2096278 h 4012163"/>
              <a:gd name="connsiteX3" fmla="*/ 1934547 w 9274629"/>
              <a:gd name="connsiteY3" fmla="*/ 1343608 h 4012163"/>
              <a:gd name="connsiteX4" fmla="*/ 1685731 w 9274629"/>
              <a:gd name="connsiteY4" fmla="*/ 1343608 h 4012163"/>
              <a:gd name="connsiteX5" fmla="*/ 1685731 w 9274629"/>
              <a:gd name="connsiteY5" fmla="*/ 0 h 4012163"/>
              <a:gd name="connsiteX6" fmla="*/ 9274629 w 9274629"/>
              <a:gd name="connsiteY6" fmla="*/ 0 h 4012163"/>
              <a:gd name="connsiteX7" fmla="*/ 9274629 w 9274629"/>
              <a:gd name="connsiteY7" fmla="*/ 4012163 h 4012163"/>
              <a:gd name="connsiteX8" fmla="*/ 3377682 w 9274629"/>
              <a:gd name="connsiteY8" fmla="*/ 4012163 h 4012163"/>
              <a:gd name="connsiteX9" fmla="*/ 3377682 w 9274629"/>
              <a:gd name="connsiteY9" fmla="*/ 3122645 h 4012163"/>
              <a:gd name="connsiteX10" fmla="*/ 4316963 w 9274629"/>
              <a:gd name="connsiteY10" fmla="*/ 3122645 h 4012163"/>
              <a:gd name="connsiteX11" fmla="*/ 4316963 w 9274629"/>
              <a:gd name="connsiteY11" fmla="*/ 2239347 h 4012163"/>
              <a:gd name="connsiteX12" fmla="*/ 4721290 w 9274629"/>
              <a:gd name="connsiteY12" fmla="*/ 2239347 h 4012163"/>
              <a:gd name="connsiteX13" fmla="*/ 4864359 w 9274629"/>
              <a:gd name="connsiteY13" fmla="*/ 2096278 h 4012163"/>
              <a:gd name="connsiteX14" fmla="*/ 5467739 w 9274629"/>
              <a:gd name="connsiteY14" fmla="*/ 2096278 h 4012163"/>
              <a:gd name="connsiteX15" fmla="*/ 5673013 w 9274629"/>
              <a:gd name="connsiteY15" fmla="*/ 1891004 h 4012163"/>
              <a:gd name="connsiteX16" fmla="*/ 7109927 w 9274629"/>
              <a:gd name="connsiteY16" fmla="*/ 1891004 h 4012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274629" h="4012163">
                <a:moveTo>
                  <a:pt x="0" y="2307772"/>
                </a:moveTo>
                <a:lnTo>
                  <a:pt x="111968" y="2096278"/>
                </a:lnTo>
                <a:lnTo>
                  <a:pt x="1934547" y="2096278"/>
                </a:lnTo>
                <a:lnTo>
                  <a:pt x="1934547" y="1343608"/>
                </a:lnTo>
                <a:lnTo>
                  <a:pt x="1685731" y="1343608"/>
                </a:lnTo>
                <a:lnTo>
                  <a:pt x="1685731" y="0"/>
                </a:lnTo>
                <a:lnTo>
                  <a:pt x="9274629" y="0"/>
                </a:lnTo>
                <a:lnTo>
                  <a:pt x="9274629" y="4012163"/>
                </a:lnTo>
                <a:lnTo>
                  <a:pt x="3377682" y="4012163"/>
                </a:lnTo>
                <a:lnTo>
                  <a:pt x="3377682" y="3122645"/>
                </a:lnTo>
                <a:lnTo>
                  <a:pt x="4316963" y="3122645"/>
                </a:lnTo>
                <a:lnTo>
                  <a:pt x="4316963" y="2239347"/>
                </a:lnTo>
                <a:lnTo>
                  <a:pt x="4721290" y="2239347"/>
                </a:lnTo>
                <a:lnTo>
                  <a:pt x="4864359" y="2096278"/>
                </a:lnTo>
                <a:lnTo>
                  <a:pt x="5467739" y="2096278"/>
                </a:lnTo>
                <a:lnTo>
                  <a:pt x="5673013" y="1891004"/>
                </a:lnTo>
                <a:lnTo>
                  <a:pt x="7109927" y="1891004"/>
                </a:lnTo>
              </a:path>
            </a:pathLst>
          </a:custGeom>
          <a:noFill/>
          <a:ln w="6350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CuadroTexto 13">
            <a:extLst>
              <a:ext uri="{FF2B5EF4-FFF2-40B4-BE49-F238E27FC236}">
                <a16:creationId xmlns:a16="http://schemas.microsoft.com/office/drawing/2014/main" id="{E6FC5033-AD76-48DE-A127-F7987F61992C}"/>
              </a:ext>
            </a:extLst>
          </p:cNvPr>
          <p:cNvSpPr txBox="1"/>
          <p:nvPr/>
        </p:nvSpPr>
        <p:spPr>
          <a:xfrm>
            <a:off x="1433513" y="1838325"/>
            <a:ext cx="6226175" cy="3698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dirty="0">
                <a:solidFill>
                  <a:srgbClr val="C00000"/>
                </a:solidFill>
                <a:latin typeface="+mn-lt"/>
              </a:rPr>
              <a:t>150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8500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400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450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200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8000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8500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=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26200 </a:t>
            </a:r>
            <a:r>
              <a:rPr lang="es-ES" dirty="0" err="1">
                <a:solidFill>
                  <a:srgbClr val="C00000"/>
                </a:solidFill>
                <a:latin typeface="+mn-lt"/>
              </a:rPr>
              <a:t>ps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5" name="Rectángulo redondeado 14">
            <a:extLst>
              <a:ext uri="{FF2B5EF4-FFF2-40B4-BE49-F238E27FC236}">
                <a16:creationId xmlns:a16="http://schemas.microsoft.com/office/drawing/2014/main" id="{AFAA99EA-DC12-4674-933C-DF11A9AB3D40}"/>
              </a:ext>
            </a:extLst>
          </p:cNvPr>
          <p:cNvSpPr/>
          <p:nvPr/>
        </p:nvSpPr>
        <p:spPr>
          <a:xfrm>
            <a:off x="6434138" y="1898650"/>
            <a:ext cx="1004887" cy="2587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sz="1100" dirty="0">
              <a:solidFill>
                <a:srgbClr val="C00000"/>
              </a:solidFill>
            </a:endParaRPr>
          </a:p>
        </p:txBody>
      </p:sp>
      <p:sp>
        <p:nvSpPr>
          <p:cNvPr id="17" name="Text Box 50">
            <a:extLst>
              <a:ext uri="{FF2B5EF4-FFF2-40B4-BE49-F238E27FC236}">
                <a16:creationId xmlns:a16="http://schemas.microsoft.com/office/drawing/2014/main" id="{D8A0D4EC-3000-4C71-98CC-743446005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0" name="Marcador de número de diapositiva 19">
            <a:extLst>
              <a:ext uri="{FF2B5EF4-FFF2-40B4-BE49-F238E27FC236}">
                <a16:creationId xmlns:a16="http://schemas.microsoft.com/office/drawing/2014/main" id="{353D3499-3AA1-4B66-80A7-5ED81508E2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C44C7B7-D2F7-409E-825C-EBDE4A640619}" type="slidenum">
              <a:rPr lang="es-ES" altLang="es-ES">
                <a:solidFill>
                  <a:srgbClr val="171717"/>
                </a:solidFill>
              </a:rPr>
              <a:pPr/>
              <a:t>112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23972D39-EBCE-4210-85AD-C0F5A0AE6A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27330" name="Rectangle 3">
            <a:extLst>
              <a:ext uri="{FF2B5EF4-FFF2-40B4-BE49-F238E27FC236}">
                <a16:creationId xmlns:a16="http://schemas.microsoft.com/office/drawing/2014/main" id="{A1CAA64C-0819-4CD2-BBE7-62BFE30999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681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Camino crítico instrucción ADDI: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BR[rd] 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BR[rs1] + sExt(imm) 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C7E5BA5C-654D-4424-A112-B9EFEBDE082A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C6899241-82B9-4507-AB4C-6CB9F433D2B6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4C224583-51E6-4804-B523-453FF3AF76C4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EF25712C-F213-4D65-9E63-2F715BA447F7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C99DE8CB-A6CF-4C56-8A8D-94FBA51265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48995187-AB06-4CA0-8C22-85A99D7209B1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2E14D4C1-21FE-4DAC-B00B-477CAD3F16A1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F08BB386-0E8F-4910-829F-13F53644F791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25DD0C26-B43A-44D0-9A3C-C41E7521E560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E4897D01-05F9-4044-ABA1-C0D3DF253AEF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27341" name="Grupo 340">
            <a:extLst>
              <a:ext uri="{FF2B5EF4-FFF2-40B4-BE49-F238E27FC236}">
                <a16:creationId xmlns:a16="http://schemas.microsoft.com/office/drawing/2014/main" id="{D1DEB78F-9CE6-486E-BD64-91C491907993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11FF0BF2-4D11-4C10-9755-474EF6001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DD8B3971-AD96-44FB-8870-893BF995D8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F3F77B84-8F78-485C-AE30-E0275BD44E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BC40818A-0805-43D6-8747-F305DD5D55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54C5D2C9-638E-4F53-AACC-999719DA86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418EFED9-51D8-4333-BD8E-DCA9B40183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5D84B1FD-91B5-4508-B853-C577DED29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09546E8A-C3C3-4513-A825-669F982CFB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2FE7026A-9724-47B7-8071-4CA5F8FD17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89C20E18-0F71-4B50-BA96-2FE685F1C8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60932868-88D0-4041-8B0A-E8FC9A7950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5F3CF6E3-3D6B-4A0B-AF81-DB7AF0FAAA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52D577C1-F5B4-48BD-865A-28D4492A81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A515D2F8-53F8-423E-8D6F-6205401E7C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F199EDF6-B676-4F51-910D-D92713A2F0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F0791A7F-61C4-4B0D-B850-9AC526D3B6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2B189EC1-AE72-47E2-BA42-8038D95ECC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80F2EA05-E6CD-4BDC-B1D9-9F5141E2B7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1487F23B-1ACA-46B9-B161-7537230410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00FB1046-7AAE-424E-8AB9-4801C5AE09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DD527BA8-1BF3-4036-8BCC-B15D602E8F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D2081E33-FAE7-4B19-8CC5-B3340E980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EAA37370-1174-4CEE-9DDE-DA3D85BDAC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73152578-44E8-440D-842E-E1D92023C5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D19A2567-2FF6-4C1A-AF0F-D7B386D849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1739DCEB-5287-49E6-8048-5BD718217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41A42045-4494-4A77-AE71-8A5D7199AB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7676A58F-E815-4970-904E-9EDE97C490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AC354DD0-C960-4E85-B326-075A29B9982F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27342" name="Grupo 370">
            <a:extLst>
              <a:ext uri="{FF2B5EF4-FFF2-40B4-BE49-F238E27FC236}">
                <a16:creationId xmlns:a16="http://schemas.microsoft.com/office/drawing/2014/main" id="{96C56B5F-3A75-48EE-908E-2570F080E847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B1AAFCFF-2D55-439B-B6DB-D4262F74C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90B0E89F-F637-4DB3-87E7-4529FC5394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A095DE4F-4E50-49FE-8E59-9AE2F3F5A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702FBB19-A671-49C4-89E8-1ABA569279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D00F31F6-9C7B-4AEC-8F9E-FC87C6949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C73D4D9F-C690-45FB-8D7A-A7E2FC848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4A423A80-F11E-4E3E-AB98-3AA7CC536F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6C95C909-9D2B-4056-86A4-DAB74BE361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96EEE566-5793-477B-9616-50862A67B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9DE1E35A-4D35-4636-A16E-374A5B82E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83041901-25D0-4D53-B258-7B715515A8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6CEA2E46-CD1A-41B9-A67D-B455F6894C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2F885A7A-2C2A-4EA3-AF5D-DEBBF4979C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740D27A1-4241-4F0E-9981-69927BCBFB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E31DA4F3-A456-4CB5-BE12-CA44F6454A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92E17C50-E04A-4F8A-A036-A9EF72DF2B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8B0D98E5-B653-49FB-BB05-FB56268550FC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F9446240-9C95-4B73-B70D-7883A470EF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0F7FBB59-F490-40C2-93B1-F213E48839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EC4C2BE4-70BC-4B22-BE40-698571E32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571EF228-0DE9-4083-8CEF-4CE9B60AAD60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6F3D99B1-D84F-416D-93E5-4DB6A5177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491D50DD-9C78-4BAB-98A7-BA7CDEDFFF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28B6D097-20B5-4062-8875-CBECAAA13F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8E481D67-0C75-4B9B-878F-628EF6B311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53FFDE47-F706-4876-A8A8-C6C4CB85AC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41C12AED-21AD-4106-885A-CAD97AD50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DAC29E48-BD55-434C-9A31-B861BB3054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7B5603CA-2981-4C84-91D4-628ECF2A1E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E54698E0-2C25-4EFF-992C-7FBEAD39C6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871A286C-B8B5-4E4F-B5BC-58CA61DC14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3BF70C0A-2AED-40E5-944C-446E236AF0F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EAFF6017-5607-4929-A026-33CA44990F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A4F2A173-288A-4DB7-8FAA-7724F1E939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7614FEAA-D6CD-41B9-B43F-127AF7E6E160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FB3C8EF3-346C-44CB-8008-4AE182F2A3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A6D60F3F-6D08-4E14-B42F-1A6CE0D31EB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E2279461-7496-42F4-A189-F8779BD16F4B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27364" name="Grupo 409">
            <a:extLst>
              <a:ext uri="{FF2B5EF4-FFF2-40B4-BE49-F238E27FC236}">
                <a16:creationId xmlns:a16="http://schemas.microsoft.com/office/drawing/2014/main" id="{1549EA14-0B2E-4D08-BDC6-7628C773A62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994F841E-433A-4039-9700-7049520C04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8908FFFC-A70E-4A92-8923-B3E5775586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C30F3BA1-4E5B-41E4-8DBF-935EA4D89345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6B772FF0-5FC6-4AB8-B6A3-344899EBE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22AE0057-75FC-4B6C-879F-48BC7DFFF4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7563F150-3262-4AFE-BDDF-06DF861828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DA047F82-258B-41B5-AF06-EDD5D21A7A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C3683F5C-0EA4-47AB-924E-01C3535F3ED7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21D24BC0-2631-4969-95D7-2FA757DE0C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877883F1-DF9F-49B5-817D-AD419D86B43F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D49F853E-0050-4400-AE95-E48BAA66DEAB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79A4190C-9C14-4C2A-BC4C-C100BA1A96D8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6D89C23D-69FD-4863-B2FF-AB3CD28257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755D4C69-A3A0-4E56-BBF7-D324D606CE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49450E45-DC41-4F9F-9636-ADD7C3EA8DC6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C66ABACA-4154-4E7D-A906-A42636980337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D9ADAFCC-1173-470E-BE1A-8B4638138779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7375" name="Grupo 428">
            <a:extLst>
              <a:ext uri="{FF2B5EF4-FFF2-40B4-BE49-F238E27FC236}">
                <a16:creationId xmlns:a16="http://schemas.microsoft.com/office/drawing/2014/main" id="{D5083FA4-CD86-4268-88E9-CF66202D89E1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25093713-7F91-43BB-B8BB-6F8471B25D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2D7ADF44-972C-43FC-AEF7-4E474C9A90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5DED7262-F8AD-4686-B4E1-6486A2278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A27966AE-41AD-4E83-A74D-A55ACE6A2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3958DB63-95CD-4E3B-8A81-3F36EA31B6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CD2700AC-B3E2-4A58-B0E0-43F9F21898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2D1BDF37-19BF-4EDD-B09B-186559BD4C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C0DC07C4-4076-477C-86AE-7B755179B8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F3C93F3D-E3BB-45F6-97EC-7E536F3CC9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FA6B8321-22DA-4F0F-B886-6BD95F28B05E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A4002D9D-92FE-47A3-A526-5902311919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CCA1AA02-13BD-44C6-976D-7DFD0CB93B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511F7F1B-26C3-4938-8718-3F3C5FBFF1CE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9022D187-D53A-4EDF-B702-AF02B51078AE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22EB715E-A199-4CF2-BCD1-4851B0929AD6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072F9AD0-E85A-445E-910F-67E8BCA71D63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783DB451-99D0-45BE-B093-2BDA052C3A4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CB8E831D-2472-4305-A687-A2238D93D6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67E7D5CF-0C4B-4D0E-ACB8-FF56B84E8F4E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7383" name="Grupo 448">
            <a:extLst>
              <a:ext uri="{FF2B5EF4-FFF2-40B4-BE49-F238E27FC236}">
                <a16:creationId xmlns:a16="http://schemas.microsoft.com/office/drawing/2014/main" id="{955DD594-ED51-44FB-84F2-2D9071B5F930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26ABB1EE-6956-4525-A310-7C1C8B493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03EA2803-13DF-4FCC-9EBC-93AC230D97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5591EA38-960A-43C9-B51B-B181DF4BB3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DF34BD6F-7ACB-4E80-8743-C47EE309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74F993C7-7647-4B47-B991-FBB83630C9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B2CF03AD-AE77-4B95-B44C-F1620DB9E1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BF8725B4-EC52-4819-912A-E04A58C03F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ADDD1E38-F026-4BB8-8F50-E8437506A7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54B3A662-D8B9-46F2-BB25-DAEA7807F8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AA778CFF-3B69-4AD7-8F2D-DF4BF33039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3FD3CEB1-E0DA-4E36-84A6-B81E8ED0F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93871277-C0FB-4EC5-B708-F5E0ADC7096B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28340600-57F5-4358-BEF5-8E2D7C31C7A4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17436BF2-C8E4-463C-AF83-B3F539EB0949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7387" name="Grupo 463">
            <a:extLst>
              <a:ext uri="{FF2B5EF4-FFF2-40B4-BE49-F238E27FC236}">
                <a16:creationId xmlns:a16="http://schemas.microsoft.com/office/drawing/2014/main" id="{15A6416D-FB6B-44EC-94A7-3A74FC5979F8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C929A03E-67C1-45F5-81C9-B6975D45C9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122E38B7-FF37-4BB5-B464-FDB3847D08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3CBAAE15-7CB9-4E8B-8E0C-BCB2553C7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A504CF31-F7E1-4646-BC6D-75AB54CEE0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A61A0073-FC3D-41E7-AE16-2AD8626B5E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69B7D6FB-CCC9-470F-B6A5-5B782E293D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EBBF40C3-85DD-4DB1-BE64-3AA6D30964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96CB318B-2AD6-4E12-9D82-A7AC4F741EEC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F7C3BA15-F5D4-4776-9951-1AA449DA7B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27388" name="Grupo 473">
            <a:extLst>
              <a:ext uri="{FF2B5EF4-FFF2-40B4-BE49-F238E27FC236}">
                <a16:creationId xmlns:a16="http://schemas.microsoft.com/office/drawing/2014/main" id="{98A4C831-FE35-4584-B413-D9AFA1602F4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79A85EA6-9EF8-452A-94A4-E5BEC67CA9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34F3CABF-9644-4CA4-8507-2FFC825F8A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584B992C-04E0-49D9-8106-DE84DA786F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B0808A85-5D9A-4A4B-807A-29B9E2718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F370AC5A-1266-4014-AA43-AA51D41831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0BBFA101-4A13-4AA3-9CC8-A18DB3D0EB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45CF00A7-A023-4124-8D7E-49456BCA0F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3B9C47E0-B9EB-42F5-96A5-5BD5FD651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D7D73484-DCE4-4998-9C17-81A9C88166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DFF2FE3B-61D6-471B-8B94-1997755B7C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CAED7445-CBD6-4F9F-AB5B-AE87BDB0E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B625A040-00DF-4BFC-B0ED-C6139323639A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15A5D2FB-67A5-460C-96F5-13388D414B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115FE7B3-A4CD-4086-BF8C-B975C4D8837F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7392" name="Grupo 488">
            <a:extLst>
              <a:ext uri="{FF2B5EF4-FFF2-40B4-BE49-F238E27FC236}">
                <a16:creationId xmlns:a16="http://schemas.microsoft.com/office/drawing/2014/main" id="{F82F5878-BE02-47BC-8144-18CB4A1DF2E7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528CF0E7-849E-4C17-88BE-2DBBF29F3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F6FE2363-61FD-44A3-8328-9370DC693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6115E975-2491-4C13-83FA-BF2E966181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6F83C16E-2CAC-40B6-8246-D00C94828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50D6DE6E-088D-4EE1-B706-3DF3DF358C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5F9405BD-84ED-4043-9A90-1742BB419B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504C457B-66F1-4F82-9E5B-B7019F90DB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DC8A430D-D4A9-430E-AED5-931731CFA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67CAF1CA-7C00-4C5F-B4D3-4774B6DA36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F07CB04B-D790-4FA5-A79A-FF27057C1B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7BACC6D7-4F41-4D16-ADF9-451ACC1B1778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7394" name="Grupo 500">
            <a:extLst>
              <a:ext uri="{FF2B5EF4-FFF2-40B4-BE49-F238E27FC236}">
                <a16:creationId xmlns:a16="http://schemas.microsoft.com/office/drawing/2014/main" id="{2CB3B3D9-ECFF-47F6-AA8C-DF439C43861D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3B1F256C-9649-49CE-BC45-B8B905160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AA91F2A1-8D21-437A-89B8-92C2F13CA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2427AD37-1EAC-4E85-9140-A852205201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54578DE8-DF95-47CB-BE60-6986549A3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1ECD227A-BDF6-4712-85FE-6257EF1F21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DD41812F-AF67-497E-929A-16B5C2F84B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6F16BC4A-8E73-4C17-8FBA-76AA5398F6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39C81580-F249-4967-AB2D-C77606E08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2E3E179C-CE7F-48F5-B2DF-B04E83D3101A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161A5932-4B3B-4F15-9517-52D10D7FA1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0210FC05-13AA-49F4-AD5B-92CA286DB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8DFF720F-C8F4-45FB-A618-5CB18BE750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36A62380-058E-4728-A323-EE46863FD96F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BFF7971D-3B34-45A7-A5E5-81DA7C032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0B3034AE-846B-4F81-87C5-4A34891DACD5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7398" name="Grupo 516">
            <a:extLst>
              <a:ext uri="{FF2B5EF4-FFF2-40B4-BE49-F238E27FC236}">
                <a16:creationId xmlns:a16="http://schemas.microsoft.com/office/drawing/2014/main" id="{20A7839C-4A8C-43F2-A0E8-1A914E9FE52C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8728240E-B5B0-4B93-B913-E953B6B49A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9D3C45B0-2956-4E89-8763-5BD5DF06E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9B8CDFB6-8952-4A6E-AD63-A478DF7A27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6C93B8AA-842C-4F95-A048-02F2123435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64E08732-6641-47D1-8D30-C2FC2F4AA7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BB050369-647D-47D2-B816-5306DA64A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EE025C66-7B20-485A-AB00-A802D2D9C2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3363A6DC-444D-4AEA-83C4-E5412C2F7E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2FC5ADCB-B567-4A8E-935D-438FBB760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AA0124E7-CC5C-42A3-B333-82F9C2050692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E75CC39D-E3A5-4A01-8D80-C5E125212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1CD134FB-6661-4B77-955B-C9A61AD342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1124A972-C4FC-4466-BF46-875418E6E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B551AA3F-50DD-40C4-AC65-54549304D4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CAB919F9-4EC6-48C9-9B4F-91C00114C6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DF4C1631-71CE-41BD-81D8-0057D80C9C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BC920EF5-C70E-4A3C-B3DA-4D43258DF9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6D7C89F0-6927-4269-BF82-35E1B1C0B7E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89E65B8E-3E83-4308-ACE0-BCFDD051E2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AB8C55AE-4251-4F67-9D88-593517AF3E4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D3AD50F5-BC63-45DF-AD6D-1BCD306C02AF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0E5108F4-4EE1-4E98-A579-CC6E0781E097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39F111F6-F56E-4954-93D1-2599010E4F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03FD1D39-DE4C-46CD-AB32-86A974A73965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E776E3F1-530D-404F-89AC-200B4E7615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BF686A90-B7DB-41F2-A035-C6C13A67AB4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496FB008-A426-4656-8AC6-372B1B0970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FF961658-8055-46AC-867B-6200C857E3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A703D9DB-81C8-4C09-B76F-232144B636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A017FDB1-5FFE-469F-B1B2-1D905329EC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5E811F88-3A83-4307-B10B-79C5433876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B90C69A0-2D72-43CA-BBC4-73DCFCFF15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D0D03428-8D39-41F3-9FB5-521FF65961D6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7415" name="Grupo 550">
            <a:extLst>
              <a:ext uri="{FF2B5EF4-FFF2-40B4-BE49-F238E27FC236}">
                <a16:creationId xmlns:a16="http://schemas.microsoft.com/office/drawing/2014/main" id="{3210CF86-90B1-4567-A582-BFB42475ED37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163F64B4-E996-420A-9925-31C074B5240E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B49F3DA6-C906-4450-8405-1D17559E4CE9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27EE4F2A-F67D-4015-97F3-4943C0275BA4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E6EFAAF6-68FC-4F62-A717-9FB27E1D4004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5F62133C-4A42-4CF5-A146-6D777B87F9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9B2BB47D-D2FF-40B5-A800-A9FF3AFEA7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5198386F-32D9-4B9F-926F-275A25424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1ED57A55-CA56-4F4B-A4FD-D3883B2A03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626ADF4D-F6E1-4866-85E6-1B2FE6B9FF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BA072AE8-B6EA-41B5-9031-38955576E5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A1B8942D-0A21-4FB2-91DE-F83D5D706C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544A8CC1-C359-4005-9754-4027BB51950B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24C8DBF6-BEC6-46C9-9322-087FC9527CAE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0F47B35F-408B-439F-BC5B-57C2C8FB5B39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D68E822F-2AAD-4939-8050-B8A6EDCAA0EA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1E091B7A-28E7-47EF-AF78-66A9C2EB7C7C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A02711DC-B951-4554-B017-042058436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22AFB56D-4AF1-468F-A439-83F5658C7D0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3227CC8F-0046-49A9-A65C-A0435742A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53DB1337-E0CB-4789-8703-A7681AAEB84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045FFA01-6221-4DAA-A745-9D9D0F540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42A721AC-7A61-4CE1-87AD-F61FF7CDB44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34E02670-1E83-4B6A-BB0F-970C0EC214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CB095C78-FCB3-46F6-8712-4AB7DC28111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8FC157F5-C510-4133-8D63-F4190B933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0BA41721-EBDF-4F4A-A8E1-68D66D8C937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A0CA42F0-43F8-4B61-AD81-0CD534516D99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B20A2640-2ACC-4101-A1A0-D4866AC88F12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9CA44BF5-CDB3-49AE-858B-5D80B63A3B97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F90E2925-06B2-478C-B7FD-C4F1869EAF9C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EBD3ADDC-E823-41EC-B466-305D2ED93F4D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86C313E0-853D-4F33-AC91-102D1C553CC6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87AE8123-3CB0-4B94-8062-E6EFC7E5ABF3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3AB9DAD6-5BE1-40F2-BDD9-8E49D31BE165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9802BAAE-3A89-45E3-A026-9C98CB2E17FA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DB10E59B-B26F-432D-85F6-1A84F6857D09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271B769E-AFCF-49EA-B1B6-A1F26A260736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F789DB08-DCE7-42C1-9F07-B53392F279A5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32C6E373-B41A-4C99-9D94-09EE7676F7FD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3F99B809-79DE-49F5-8C4F-A47E3181A92D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F7664F9E-930F-4855-A793-FCFCDDFEE4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8AA47D2D-A646-497D-821E-DA766A1D1D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" name="Text Box 50">
            <a:extLst>
              <a:ext uri="{FF2B5EF4-FFF2-40B4-BE49-F238E27FC236}">
                <a16:creationId xmlns:a16="http://schemas.microsoft.com/office/drawing/2014/main" id="{5E08EEAD-3881-49C4-B506-FCEB277FF3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E5712383-84EA-4175-9AF0-6DA1BF8967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E27DF5E-6214-44FB-B2EF-5D4DF74F36A8}" type="slidenum">
              <a:rPr lang="es-ES" altLang="es-ES">
                <a:solidFill>
                  <a:srgbClr val="171717"/>
                </a:solidFill>
              </a:rPr>
              <a:pPr/>
              <a:t>113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1498712-630F-4E67-A6D1-41F157C751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29378" name="Rectangle 3">
            <a:extLst>
              <a:ext uri="{FF2B5EF4-FFF2-40B4-BE49-F238E27FC236}">
                <a16:creationId xmlns:a16="http://schemas.microsoft.com/office/drawing/2014/main" id="{B50DD2DD-3EEE-4985-8D69-4BDFB49B6D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681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Camino crítico instrucción ADDI: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BR[rd] 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BR[rs1] + sExt(imm) 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34D84CBD-9F84-4992-95C9-458D6F22734F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73B873A4-A8E4-4ACD-83F5-6F5DAFD5E8B0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5CD1BEB1-525E-4940-ADB1-1D97E861995E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DAC7CED1-18FF-428E-8B41-F87E102404AE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349CCE5D-AD11-4C53-B352-FF55B9FF24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709415DC-CB87-4E0D-868C-8D4404BAE3D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D12231B8-8BDA-4AC7-9CE9-2A65D78E77AA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A2979770-416E-40C9-9E6A-3BC8870221B3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C09926DE-22CE-44D5-86C3-353B820E1233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3B160B30-5D3A-4735-8049-D63A95E62159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29389" name="Grupo 340">
            <a:extLst>
              <a:ext uri="{FF2B5EF4-FFF2-40B4-BE49-F238E27FC236}">
                <a16:creationId xmlns:a16="http://schemas.microsoft.com/office/drawing/2014/main" id="{52691FAA-AE2F-438B-8076-6F13039B1230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861BA39A-268D-481E-9439-1B4CECA93B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4DE30FA1-61DD-4301-858F-DD6CD41C9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5F2CA85C-CE1E-4BA6-9AB5-A81E3F118A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26A99C1B-B89A-4006-8DED-8C4BA7A075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AC149C74-1036-4C97-93F8-6B1F3D4D7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07C157A0-8C5B-4534-9E5D-5BA73C8599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52010044-3430-4FFB-A717-F82B7A368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647FCE5F-ADA7-4D5B-BF31-FD287E7FE9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8A791233-98A5-4894-8D49-CB224C1512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78F5B37D-2A8B-48A7-82E2-A663CE8879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73AB0432-199D-40BC-83F7-B1AFA2C1D5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7721A019-2DAB-49CA-9A91-BEAED8982D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E049CAC2-5469-4218-B2A8-189B9F8F5B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C96B69EE-72D1-452C-9161-DFF3F1F7F3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1F06C736-8B27-4EA3-9210-1B40C1F7F6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2520DAB3-D4F8-4E75-A875-9143926D0A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9368A2F1-01AE-4E15-99DA-EA749E0ECC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B7538DD8-E7EE-4637-8B89-806C9BE5AA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2A0EDE05-9792-464A-8A08-B70071BFDA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73BC763A-5557-45FD-93F1-8AF59A371A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17F983BA-947B-4AD5-8DDD-142360B2F4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B1D0F9AE-E738-442F-A700-81B128680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919AE199-F044-4139-8BBC-800D33637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74C36227-CD07-468C-8F24-D2E586021A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908E45A6-A08F-484A-AFD9-1F336C04A5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7CD56712-7C98-4482-AD8A-807BFB3B29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35EC01B3-928D-49A1-80C4-791521CC76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040D10A9-80F1-4361-8077-9F2917D968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056F7AD3-B6C5-4287-8955-E888163F675D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29390" name="Grupo 370">
            <a:extLst>
              <a:ext uri="{FF2B5EF4-FFF2-40B4-BE49-F238E27FC236}">
                <a16:creationId xmlns:a16="http://schemas.microsoft.com/office/drawing/2014/main" id="{05B59164-92EF-424D-98C8-4F4D90AD9472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8C559509-6E76-4521-9DD5-9E6F702E57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5C0A9EB1-85AB-4F99-B15F-7973571AC2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7FA4938B-9679-4182-B51E-1B7F5B558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FD9E25D0-83D1-4170-98E7-DB531F6EE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6A0C9D88-0B4C-4562-89F6-4BA7ABFE42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E3CE99E2-4B48-4521-9EDA-D3F64E8D08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5A61D7C9-CF7F-4937-9E48-45450CA40A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746C1DF5-2D3F-4E68-BE11-8E0A85CD82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573B2889-1303-4A06-BE4A-050D018AD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7119F955-4704-4D7A-87BD-E06A0D8115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569A9E25-0210-49D3-BBB2-C5009B8739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90518A7A-C60D-4BA3-8925-5D4832E951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4E8B9B1B-3D64-4048-BB16-B6BD15BAE8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3F9C59F3-E354-49D4-9AA0-3649AA75FD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21D75C89-F205-4277-8F4F-0B53A9F6F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2316332B-FCEF-4425-86AF-62821F19A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65D0679C-0992-4ECA-AC52-05A9F473E307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2A0BE6E0-64A6-4BC2-99CC-6F4237BDC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AD1DC873-12DA-4DCE-BB39-CDA465F162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751A9192-09FE-4E70-A3FE-AF34A79F08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95DE3BAC-E0E3-476C-BD59-5531311BC689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1FB64579-37E4-4537-8050-ADA39C9C179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8D77B7D9-3718-43DB-A75C-9FEDAF1104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1DE5864C-A547-4C93-A904-52B575B9B8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F0CFAC0A-2467-4CC9-96D2-3828344F32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35E7847C-9224-4887-B92F-EEE0EC4618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D78B4956-E0B1-46A5-9D34-F691969318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C347E2A8-BFE4-43DF-AAE5-054B3FE2C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4DDC929C-22A7-4644-B5B3-241B9C5C26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9049E933-8FD2-41F7-A68D-D8F32B3984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74DE76A4-1E13-44FF-9F5B-81DEE6BE96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0A9EDFA6-7BE0-4841-AB7E-9B20809C334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DDFD34E5-CD50-4889-9FED-7F8716613C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2C6FB4D4-6D09-4153-A851-B5E9DC3031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1C34721C-D98E-4AFB-ABFD-109300F4017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AEDC7FFE-4BB6-4151-8C3E-56D143DF0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FDFC5D3D-E7F7-4A55-87C3-25AC4444548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3302DDD6-4B0F-4CE3-94A6-B8AC035B2E4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29412" name="Grupo 409">
            <a:extLst>
              <a:ext uri="{FF2B5EF4-FFF2-40B4-BE49-F238E27FC236}">
                <a16:creationId xmlns:a16="http://schemas.microsoft.com/office/drawing/2014/main" id="{0FC71B0D-06FF-4E98-A70D-8194103E4D85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DB478F2D-A7D1-4563-AE62-E0D5369FDF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A5B44E76-ADDA-469F-B9C4-4C06EA7CD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6D29ED2E-9F7F-4C79-AAE3-B7A4681AB955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D8FABC0E-294A-43CB-9778-1ED4346BAE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A7864513-F842-4903-95E5-6491643EF1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8DBC8B93-4042-4350-A2BB-393B7CA301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9EE379C2-BD7D-43C8-A18A-5CEAE53E23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1C6EC73C-F859-4133-B381-01F43FAFF67E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CB12EA35-CFE0-416F-B472-619C13C3DD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B3FF6431-5272-4FCA-BE74-A23B74862040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0756CF5F-0CEF-4BAE-BD17-E433A1636AAE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5F8C962C-61F7-4C30-9AD7-1804B169BE07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9ED5260E-C453-4E7B-B718-B1B8A8B1E1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C4D61633-7C34-459C-AE2F-0C18AACD20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3DB40382-38A5-4FAA-814E-38DF2B63E650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A67233C6-C906-4F60-8DD6-1D6FD21DF214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C15A762A-AD3C-4B0B-BDA1-8AF9E8446036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9423" name="Grupo 428">
            <a:extLst>
              <a:ext uri="{FF2B5EF4-FFF2-40B4-BE49-F238E27FC236}">
                <a16:creationId xmlns:a16="http://schemas.microsoft.com/office/drawing/2014/main" id="{B683D204-2D29-4958-AD4A-56BA52C47AEB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23C75358-703D-4427-9261-F82D59BCE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09296A40-5BAE-4481-9040-FF6A5E6B29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6153689F-0E11-4C3D-853F-3995CDABA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A66A08C2-EA34-40E3-BADE-266675E828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F9D35BB7-725B-48F7-90CF-A17C08A96B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A7CAB54E-6F4E-481B-8912-D1AC2E285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478C4149-D749-413C-B681-D2C4778D52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D5672CAD-EB55-4719-BD64-8130922336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15A44809-1B1A-44DC-824E-5A771B6505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AEC28B1D-D99B-4DE9-A2E0-56E965B17FCD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93981659-0274-4C9E-9ADD-6BE164230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567B58FD-DAD2-4EFF-AEC3-35374C055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58D3A0E5-FF3F-4333-B84E-5AB51B08E663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8BAF191C-44B6-4B22-934F-AC8DF6518455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E91B13CE-8F85-401F-90AF-B1E701EEF3F7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B8DF234B-3279-4BF1-85B5-2EC27E2D9179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853FE796-4FCE-4CF9-B6EC-80B578F6267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A1EF9D24-6408-4A76-8A34-4FA8895FEE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69FF8188-62B2-4D53-984B-EC11CC406B11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9431" name="Grupo 448">
            <a:extLst>
              <a:ext uri="{FF2B5EF4-FFF2-40B4-BE49-F238E27FC236}">
                <a16:creationId xmlns:a16="http://schemas.microsoft.com/office/drawing/2014/main" id="{2263DD24-3913-4903-B22E-F0A31DD1A31F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E3B4ADA1-8C6C-4AAD-8EEB-844BFED659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A2F28E77-559F-4C6D-B34D-3BF804D86F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74B7DD4C-0B12-424C-B54E-6EB67CDFF5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9298B798-A349-4846-A5CD-CA00D214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F0C9F8C6-861C-4193-A1D9-03EA229F5F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AA43CE57-4D61-41F1-9D2F-2B37364CD0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72034D94-B637-4ED1-87CF-191B8DD35A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A180FB9C-F05C-4ED1-9618-834A54E0CF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A6879982-BEEC-4A32-A19A-089047FD7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0A4CD059-5BAA-4E58-9AD2-26F225AC18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1B53866B-4176-4A21-967E-D29E6F3ACC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44B49A6F-C1FE-475D-9572-25E8809E1A3F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2BE3543F-7018-4FFE-A27E-7F2982BDAF37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3883DDAF-6030-4972-AFD2-A7F93820D0C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9435" name="Grupo 463">
            <a:extLst>
              <a:ext uri="{FF2B5EF4-FFF2-40B4-BE49-F238E27FC236}">
                <a16:creationId xmlns:a16="http://schemas.microsoft.com/office/drawing/2014/main" id="{C221DDE5-7E75-4D3C-98BD-5B0625D3A837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06F4ACE0-C2F9-478C-BFD5-9C11941638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FF9ED0C4-CC67-4C78-B001-9FDAE500C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4CA9B3B4-D23B-4AFA-B54E-98CEA550C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7C94BE56-EA36-47AD-9D9D-75851E13D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4BCDC94A-1642-41ED-A0C0-B6E00B1EA3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2779AB29-DF7E-4EFF-9823-B1249DD876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95CCCE43-3973-44C6-9836-43FDFFADB4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E24141D3-2F2D-4F18-935C-4A09C7CBF52C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3FADFEAE-7DA0-464A-AF18-5202A9080F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29436" name="Grupo 473">
            <a:extLst>
              <a:ext uri="{FF2B5EF4-FFF2-40B4-BE49-F238E27FC236}">
                <a16:creationId xmlns:a16="http://schemas.microsoft.com/office/drawing/2014/main" id="{80B83F38-1621-4FD9-86DE-F3C53D4F0782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A4E7DBD5-A1D9-4E44-9D95-952908212D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74C08BB8-4F78-4280-9991-1D96CB1BC5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F0AE6E08-10CD-4994-85B0-D4A09D773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7DAA8BA5-BF29-4DA0-83A2-823F9F3D6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E63A4D82-355B-43D0-830C-5C72B66B6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69FEF4F2-8AEB-48BF-AE7F-68236EABFB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39D02063-CA3D-428F-86D3-F68F1B7636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E1442EF0-D4BC-4916-AD3D-4A22B9325F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D4E7F00D-6474-4CB4-8D95-92E6E413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10FB3C60-1489-487D-A494-B7D2CE5F08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AF14453C-6CB9-4216-97CA-9A7F1A1824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4685FF9A-8E42-4431-B501-6B7E547954E4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21CEEF10-D9CC-4F02-BD07-D17DDAF722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887588C0-C572-4B4F-85FD-C3716A19D8E6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9440" name="Grupo 488">
            <a:extLst>
              <a:ext uri="{FF2B5EF4-FFF2-40B4-BE49-F238E27FC236}">
                <a16:creationId xmlns:a16="http://schemas.microsoft.com/office/drawing/2014/main" id="{2ECB78E0-809B-448D-A1A2-E76A19732896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87E06C06-9D60-4C37-8490-93B9F2452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E9E2881B-D981-4FE4-A1DF-E4F412965B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1F270D4E-AC68-4DD2-98B7-F16999AA37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F200C660-69E3-44AC-ADD8-C4EE54BFF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D48A6638-51E1-4F7F-BF3C-F0D6BC078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1B820AA9-0E45-4FE2-98E1-63EEB05961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E9E97BD0-2DD9-4FE1-AE7A-539086C729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25A29314-1D52-4DE4-BE48-83E2431455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E71169E5-0817-4454-9E33-069F8767EE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2CF3BA8F-D7BD-4303-A45D-EE45226C8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E9F8C02C-6C90-4762-BC2F-851B1755B312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9442" name="Grupo 500">
            <a:extLst>
              <a:ext uri="{FF2B5EF4-FFF2-40B4-BE49-F238E27FC236}">
                <a16:creationId xmlns:a16="http://schemas.microsoft.com/office/drawing/2014/main" id="{9374C47E-52D0-48D8-AFA0-AD14C5766668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FA4B7F1F-73B1-4A76-83EB-F629E42A51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2188BF88-CDBA-4744-9BB2-3E0DD11625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931F8E88-DD1F-4E79-A2CC-B424B61542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F838B41A-0CB1-4475-8BBA-4B9FFEA3E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977D5D49-6C53-4D64-9AFB-5BF81F61E4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D73D56CA-F388-41CE-AD31-02B3D9B9A5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874BB4A1-29AB-48CA-8FC1-5A85E6937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48CE7BA5-B275-4359-A22F-64CF659988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ABC8E90B-E89F-4591-93B5-81C3E2FD1171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A5AED978-3F2D-4C07-AD5B-050FE24AC4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72607C97-6E97-489B-97AA-E6F3693A32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3D5B4220-BADF-40BD-BCFF-85FCA3E0D7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F3271732-475E-4881-85CE-7C807E4BDE83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117D1AB1-A115-4EC2-B17A-1881F8E85E3F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639FEB36-CB64-4537-B5C5-419B8406E06D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29446" name="Grupo 516">
            <a:extLst>
              <a:ext uri="{FF2B5EF4-FFF2-40B4-BE49-F238E27FC236}">
                <a16:creationId xmlns:a16="http://schemas.microsoft.com/office/drawing/2014/main" id="{223B681E-A7E1-4D7B-8522-EDD6EBA9E1AA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1B82D348-F3C6-4471-AD93-227542A7F0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1DEAF5AF-ADE3-4AC6-915E-27BB36B5F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C635B3E0-0C84-4BC5-9046-01CA5DAD68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ECBEED97-4C39-4023-9114-A04ECFAF27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C0782829-6140-4F70-BAC8-F5266EF0D2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245F6A8A-9432-40C9-A6FB-B9C70E2CBA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044CF504-BACC-45BD-A9E2-CE5A3B06CA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73E9F4E5-1696-4F2C-8A73-A40887F6C3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C090C540-BC12-4000-9940-A501480EE6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D8ACF573-066B-4797-ADB0-0404FFAF5F73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80CD6CC2-4C68-4C82-92F7-C9CB8A9CCC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0A85DAF0-3812-446F-9377-A4F76700F1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E65A672C-6C85-43FC-B61F-70A9BFA949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409F63AE-4FB5-4940-8C29-A0FF3CB151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682224AD-1EA0-4141-97BC-F0246F9B45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B55AD0C5-D9FB-46F2-98A6-0D4E3B3CC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459757A9-7FCE-42F7-B24C-AAF271423F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188A5708-36D9-42B7-9FAE-A59133CA1E0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EC0DEF28-C95C-40C9-8424-6307F3F6B7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3311F6A5-23DB-4C95-80E1-5A8EE790AD9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FE68371A-057E-4C2B-B191-8BC7AD2FA1E3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87EAB22D-BC97-40FB-8109-72EA6C5447AF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A8F9670F-06D9-46EC-ADD4-5711113AA4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32826418-3D1D-4B81-ACCA-F698003E6BE1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9B2F47D6-B137-4FE0-B05A-E1F81DE4C4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5926DB38-8E30-425A-BD77-D8822FA27EC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F5068B1F-7C71-4EDB-A2FA-71CC4C2FFD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8563E81D-4F4B-4977-B896-3EF86B0518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7D781AD9-A075-4E33-8747-43AA4BE65F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D6371446-6442-47E5-9951-9D3DFBDC3C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CBD4DEE3-E7E8-4F12-8CD2-9C14B4BCFB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01934276-267F-4A54-B8AF-666DC31D0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A9D79CA3-102E-4841-ABEC-69E193FAC8DB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9463" name="Grupo 550">
            <a:extLst>
              <a:ext uri="{FF2B5EF4-FFF2-40B4-BE49-F238E27FC236}">
                <a16:creationId xmlns:a16="http://schemas.microsoft.com/office/drawing/2014/main" id="{B1973C64-ADB0-42BD-B7B3-6DB0ED505844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123D4A41-7543-4467-BCA0-34D2C2E47DD5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41B56DFA-E07A-49C4-A70C-05570A28B8E9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DB5377E7-F7E2-4E82-8F0D-21DCAE6AD10F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0953D10A-7A5D-4EAE-AF7F-4F3B89E732A5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5F0FBDA7-8D0D-4378-9453-089A03B5F2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3C04B955-4267-4178-BEB6-9079B83831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B681EFB8-209A-416D-AFAD-FE7DFF7912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AB448E45-7008-4D80-81CA-38329C162F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333E2ED8-48D0-40FD-AC74-D3B00B53CB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4B1987B1-4E41-4220-95A1-EB27E018A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166A2A09-1D70-40F9-A729-059FF0689C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FAC2D9A6-A9C0-44A1-ABEB-86604322A415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A40CB869-80C3-4C18-94AA-891F4E93912C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D6536302-31D2-4113-8AB8-A17C9201B7EB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36014A97-6685-47C2-B4AB-584E1B9F37D8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6B23076F-5A02-4DF7-9DBF-64973833F93D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B285B0ED-BD56-4867-A0BE-EDD97B48FC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AC8D1615-A8B5-4E36-AD82-895B1326108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A4528D98-1BB0-464D-B7E4-D1F75C0F5E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D40075FF-5542-42F7-91A2-A08D3F3879F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F17DFBA7-34C7-4394-8D82-F301B8D99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133C6DCC-A31B-41D7-81B4-09FA11C05EE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4D5F8D53-38DB-4277-AF6B-11572C08F9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2677F457-D2BA-4726-B373-049F106852F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75D63F0F-8001-4040-8CAE-336BCAF36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610364AE-C369-4B43-B9FE-BBE5F6CEFCF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CE9ACF20-9ABD-444E-85AF-300AF4AE8447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8C336B56-DFB8-48B5-BCBC-12EB8ABA7239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0F7E11C1-6FF0-45A2-BE2E-0999A0168E86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C46BC06C-0DB8-4C78-A39D-C7C6ADA47DB8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CA75C94A-4D23-47A8-B6E3-D87BB7652AF5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C6ADC5B4-2174-482C-981A-D0E572AA3D57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A0E84C2E-F0C7-4660-90A8-86A715B5C779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9F69428A-6520-413F-99DB-18DB8043DB14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955E8D36-791B-45C2-BC6B-71F8B0750936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4DA3F253-F3B4-4F62-8E7B-F20DA42689B5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1B8C86B0-2BA6-47DD-B113-6ED010D81FE0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F44FAA5C-EB06-4750-ACEA-ACBC2F92DC5B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2E80A582-CEA8-43B7-BB67-A2DFBFB33DFF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044A8794-89B5-4F41-BB7F-E131EFF6384D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5">
              <a:alpha val="2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5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4B6AA08E-8D5E-4C38-9197-11C6464010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311E61CE-558E-4D93-ADA0-1094A96FF4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FFF32B6A-CE3F-4C92-B2C6-46E50A1CDD4D}"/>
              </a:ext>
            </a:extLst>
          </p:cNvPr>
          <p:cNvSpPr/>
          <p:nvPr/>
        </p:nvSpPr>
        <p:spPr>
          <a:xfrm>
            <a:off x="3673475" y="4122738"/>
            <a:ext cx="471488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628CFFA-ACD3-44DE-86CB-78C339D0086C}"/>
              </a:ext>
            </a:extLst>
          </p:cNvPr>
          <p:cNvSpPr/>
          <p:nvPr/>
        </p:nvSpPr>
        <p:spPr>
          <a:xfrm>
            <a:off x="2319338" y="4413250"/>
            <a:ext cx="214312" cy="407988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F227C8C4-C702-43F1-A44E-8FF20134DE5E}"/>
              </a:ext>
            </a:extLst>
          </p:cNvPr>
          <p:cNvSpPr/>
          <p:nvPr/>
        </p:nvSpPr>
        <p:spPr>
          <a:xfrm>
            <a:off x="5367338" y="4130675"/>
            <a:ext cx="471487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1E96326-1D99-4C6C-A2D3-9D4A5B414B14}"/>
              </a:ext>
            </a:extLst>
          </p:cNvPr>
          <p:cNvSpPr/>
          <p:nvPr/>
        </p:nvSpPr>
        <p:spPr>
          <a:xfrm>
            <a:off x="5842000" y="4132263"/>
            <a:ext cx="454025" cy="928687"/>
          </a:xfrm>
          <a:prstGeom prst="rect">
            <a:avLst/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Forma libre 7">
            <a:extLst>
              <a:ext uri="{FF2B5EF4-FFF2-40B4-BE49-F238E27FC236}">
                <a16:creationId xmlns:a16="http://schemas.microsoft.com/office/drawing/2014/main" id="{DF876160-5E92-47B3-9964-07FA18F89AD2}"/>
              </a:ext>
            </a:extLst>
          </p:cNvPr>
          <p:cNvSpPr/>
          <p:nvPr/>
        </p:nvSpPr>
        <p:spPr>
          <a:xfrm rot="5400000">
            <a:off x="4979988" y="3316288"/>
            <a:ext cx="1590675" cy="47625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6F7BBB24-BD0C-443D-A35A-38C325D9738C}"/>
              </a:ext>
            </a:extLst>
          </p:cNvPr>
          <p:cNvSpPr/>
          <p:nvPr/>
        </p:nvSpPr>
        <p:spPr>
          <a:xfrm rot="5400000">
            <a:off x="6272213" y="3454400"/>
            <a:ext cx="1871662" cy="46038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AB41C523-DD09-41EC-8052-77DBA7B59613}"/>
              </a:ext>
            </a:extLst>
          </p:cNvPr>
          <p:cNvSpPr/>
          <p:nvPr/>
        </p:nvSpPr>
        <p:spPr>
          <a:xfrm rot="5400000">
            <a:off x="7174707" y="3320256"/>
            <a:ext cx="1606550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3A718331-2B08-4FC3-B391-2B0C1F871F87}"/>
              </a:ext>
            </a:extLst>
          </p:cNvPr>
          <p:cNvSpPr/>
          <p:nvPr/>
        </p:nvSpPr>
        <p:spPr>
          <a:xfrm flipV="1">
            <a:off x="4357688" y="5608638"/>
            <a:ext cx="1944687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1FEBAFB6-3203-42E3-AE1A-CBE24511DF0E}"/>
              </a:ext>
            </a:extLst>
          </p:cNvPr>
          <p:cNvSpPr/>
          <p:nvPr/>
        </p:nvSpPr>
        <p:spPr>
          <a:xfrm>
            <a:off x="4367213" y="4235450"/>
            <a:ext cx="3749675" cy="193675"/>
          </a:xfrm>
          <a:custGeom>
            <a:avLst/>
            <a:gdLst>
              <a:gd name="connsiteX0" fmla="*/ 0 w 3750906"/>
              <a:gd name="connsiteY0" fmla="*/ 31102 h 192833"/>
              <a:gd name="connsiteX1" fmla="*/ 1020146 w 3750906"/>
              <a:gd name="connsiteY1" fmla="*/ 31102 h 192833"/>
              <a:gd name="connsiteX2" fmla="*/ 1928326 w 3750906"/>
              <a:gd name="connsiteY2" fmla="*/ 0 h 192833"/>
              <a:gd name="connsiteX3" fmla="*/ 3483428 w 3750906"/>
              <a:gd name="connsiteY3" fmla="*/ 0 h 192833"/>
              <a:gd name="connsiteX4" fmla="*/ 3750906 w 3750906"/>
              <a:gd name="connsiteY4" fmla="*/ 192833 h 192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0906" h="192833">
                <a:moveTo>
                  <a:pt x="0" y="31102"/>
                </a:moveTo>
                <a:lnTo>
                  <a:pt x="1020146" y="31102"/>
                </a:lnTo>
                <a:lnTo>
                  <a:pt x="1928326" y="0"/>
                </a:lnTo>
                <a:lnTo>
                  <a:pt x="3483428" y="0"/>
                </a:lnTo>
                <a:lnTo>
                  <a:pt x="3750906" y="192833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Forma libre 13">
            <a:extLst>
              <a:ext uri="{FF2B5EF4-FFF2-40B4-BE49-F238E27FC236}">
                <a16:creationId xmlns:a16="http://schemas.microsoft.com/office/drawing/2014/main" id="{7E45E498-602D-4BE3-9C9F-D80CDE55B5FC}"/>
              </a:ext>
            </a:extLst>
          </p:cNvPr>
          <p:cNvSpPr/>
          <p:nvPr/>
        </p:nvSpPr>
        <p:spPr>
          <a:xfrm>
            <a:off x="4367213" y="4721225"/>
            <a:ext cx="989012" cy="0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5" name="Forma libre 14">
            <a:extLst>
              <a:ext uri="{FF2B5EF4-FFF2-40B4-BE49-F238E27FC236}">
                <a16:creationId xmlns:a16="http://schemas.microsoft.com/office/drawing/2014/main" id="{9D6F007A-2C19-4811-BAD6-39E866A23604}"/>
              </a:ext>
            </a:extLst>
          </p:cNvPr>
          <p:cNvSpPr/>
          <p:nvPr/>
        </p:nvSpPr>
        <p:spPr>
          <a:xfrm rot="5400000">
            <a:off x="10070307" y="3342481"/>
            <a:ext cx="1606550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3932E9A2-9F6B-409A-BB9C-6808B6B090D2}"/>
              </a:ext>
            </a:extLst>
          </p:cNvPr>
          <p:cNvSpPr/>
          <p:nvPr/>
        </p:nvSpPr>
        <p:spPr>
          <a:xfrm>
            <a:off x="2419350" y="2551113"/>
            <a:ext cx="9293225" cy="3998912"/>
          </a:xfrm>
          <a:custGeom>
            <a:avLst/>
            <a:gdLst>
              <a:gd name="connsiteX0" fmla="*/ 0 w 9293290"/>
              <a:gd name="connsiteY0" fmla="*/ 2289111 h 3999723"/>
              <a:gd name="connsiteX1" fmla="*/ 118188 w 9293290"/>
              <a:gd name="connsiteY1" fmla="*/ 2077617 h 3999723"/>
              <a:gd name="connsiteX2" fmla="*/ 1934547 w 9293290"/>
              <a:gd name="connsiteY2" fmla="*/ 2077617 h 3999723"/>
              <a:gd name="connsiteX3" fmla="*/ 1934547 w 9293290"/>
              <a:gd name="connsiteY3" fmla="*/ 1324947 h 3999723"/>
              <a:gd name="connsiteX4" fmla="*/ 1698171 w 9293290"/>
              <a:gd name="connsiteY4" fmla="*/ 1324947 h 3999723"/>
              <a:gd name="connsiteX5" fmla="*/ 1698171 w 9293290"/>
              <a:gd name="connsiteY5" fmla="*/ 0 h 3999723"/>
              <a:gd name="connsiteX6" fmla="*/ 9293290 w 9293290"/>
              <a:gd name="connsiteY6" fmla="*/ 0 h 3999723"/>
              <a:gd name="connsiteX7" fmla="*/ 9293290 w 9293290"/>
              <a:gd name="connsiteY7" fmla="*/ 3999723 h 3999723"/>
              <a:gd name="connsiteX8" fmla="*/ 9218645 w 9293290"/>
              <a:gd name="connsiteY8" fmla="*/ 3999723 h 3999723"/>
              <a:gd name="connsiteX9" fmla="*/ 3390122 w 9293290"/>
              <a:gd name="connsiteY9" fmla="*/ 3999723 h 3999723"/>
              <a:gd name="connsiteX10" fmla="*/ 3390122 w 9293290"/>
              <a:gd name="connsiteY10" fmla="*/ 3763347 h 3999723"/>
              <a:gd name="connsiteX11" fmla="*/ 3390122 w 9293290"/>
              <a:gd name="connsiteY11" fmla="*/ 3110204 h 3999723"/>
              <a:gd name="connsiteX12" fmla="*/ 3502090 w 9293290"/>
              <a:gd name="connsiteY12" fmla="*/ 3110204 h 3999723"/>
              <a:gd name="connsiteX13" fmla="*/ 4323183 w 9293290"/>
              <a:gd name="connsiteY13" fmla="*/ 3110204 h 3999723"/>
              <a:gd name="connsiteX14" fmla="*/ 4323183 w 9293290"/>
              <a:gd name="connsiteY14" fmla="*/ 2220686 h 3999723"/>
              <a:gd name="connsiteX15" fmla="*/ 4715069 w 9293290"/>
              <a:gd name="connsiteY15" fmla="*/ 2220686 h 3999723"/>
              <a:gd name="connsiteX16" fmla="*/ 4858138 w 9293290"/>
              <a:gd name="connsiteY16" fmla="*/ 2077617 h 3999723"/>
              <a:gd name="connsiteX17" fmla="*/ 5461518 w 9293290"/>
              <a:gd name="connsiteY17" fmla="*/ 2077617 h 3999723"/>
              <a:gd name="connsiteX18" fmla="*/ 5660571 w 9293290"/>
              <a:gd name="connsiteY18" fmla="*/ 1878564 h 3999723"/>
              <a:gd name="connsiteX19" fmla="*/ 6176865 w 9293290"/>
              <a:gd name="connsiteY19" fmla="*/ 1878564 h 3999723"/>
              <a:gd name="connsiteX20" fmla="*/ 6176865 w 9293290"/>
              <a:gd name="connsiteY20" fmla="*/ 1318727 h 3999723"/>
              <a:gd name="connsiteX21" fmla="*/ 7775510 w 9293290"/>
              <a:gd name="connsiteY21" fmla="*/ 1318727 h 3999723"/>
              <a:gd name="connsiteX22" fmla="*/ 7775510 w 9293290"/>
              <a:gd name="connsiteY22" fmla="*/ 1891004 h 3999723"/>
              <a:gd name="connsiteX23" fmla="*/ 8901404 w 9293290"/>
              <a:gd name="connsiteY23" fmla="*/ 1891004 h 3999723"/>
              <a:gd name="connsiteX24" fmla="*/ 8901404 w 9293290"/>
              <a:gd name="connsiteY24" fmla="*/ 2768082 h 3999723"/>
              <a:gd name="connsiteX25" fmla="*/ 2637453 w 9293290"/>
              <a:gd name="connsiteY25" fmla="*/ 2768082 h 3999723"/>
              <a:gd name="connsiteX26" fmla="*/ 2637453 w 9293290"/>
              <a:gd name="connsiteY26" fmla="*/ 2388637 h 3999723"/>
              <a:gd name="connsiteX27" fmla="*/ 3415004 w 9293290"/>
              <a:gd name="connsiteY27" fmla="*/ 2388637 h 39997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9293290" h="3999723">
                <a:moveTo>
                  <a:pt x="0" y="2289111"/>
                </a:moveTo>
                <a:lnTo>
                  <a:pt x="118188" y="2077617"/>
                </a:lnTo>
                <a:lnTo>
                  <a:pt x="1934547" y="2077617"/>
                </a:lnTo>
                <a:lnTo>
                  <a:pt x="1934547" y="1324947"/>
                </a:lnTo>
                <a:lnTo>
                  <a:pt x="1698171" y="1324947"/>
                </a:lnTo>
                <a:lnTo>
                  <a:pt x="1698171" y="0"/>
                </a:lnTo>
                <a:lnTo>
                  <a:pt x="9293290" y="0"/>
                </a:lnTo>
                <a:lnTo>
                  <a:pt x="9293290" y="3999723"/>
                </a:lnTo>
                <a:lnTo>
                  <a:pt x="9218645" y="3999723"/>
                </a:lnTo>
                <a:lnTo>
                  <a:pt x="3390122" y="3999723"/>
                </a:lnTo>
                <a:lnTo>
                  <a:pt x="3390122" y="3763347"/>
                </a:lnTo>
                <a:lnTo>
                  <a:pt x="3390122" y="3110204"/>
                </a:lnTo>
                <a:lnTo>
                  <a:pt x="3502090" y="3110204"/>
                </a:lnTo>
                <a:lnTo>
                  <a:pt x="4323183" y="3110204"/>
                </a:lnTo>
                <a:lnTo>
                  <a:pt x="4323183" y="2220686"/>
                </a:lnTo>
                <a:lnTo>
                  <a:pt x="4715069" y="2220686"/>
                </a:lnTo>
                <a:lnTo>
                  <a:pt x="4858138" y="2077617"/>
                </a:lnTo>
                <a:lnTo>
                  <a:pt x="5461518" y="2077617"/>
                </a:lnTo>
                <a:lnTo>
                  <a:pt x="5660571" y="1878564"/>
                </a:lnTo>
                <a:lnTo>
                  <a:pt x="6176865" y="1878564"/>
                </a:lnTo>
                <a:lnTo>
                  <a:pt x="6176865" y="1318727"/>
                </a:lnTo>
                <a:lnTo>
                  <a:pt x="7775510" y="1318727"/>
                </a:lnTo>
                <a:lnTo>
                  <a:pt x="7775510" y="1891004"/>
                </a:lnTo>
                <a:lnTo>
                  <a:pt x="8901404" y="1891004"/>
                </a:lnTo>
                <a:lnTo>
                  <a:pt x="8901404" y="2768082"/>
                </a:lnTo>
                <a:lnTo>
                  <a:pt x="2637453" y="2768082"/>
                </a:lnTo>
                <a:lnTo>
                  <a:pt x="2637453" y="2388637"/>
                </a:lnTo>
                <a:lnTo>
                  <a:pt x="3415004" y="2388637"/>
                </a:lnTo>
              </a:path>
            </a:pathLst>
          </a:custGeom>
          <a:noFill/>
          <a:ln w="6350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" name="CuadroTexto 16">
            <a:extLst>
              <a:ext uri="{FF2B5EF4-FFF2-40B4-BE49-F238E27FC236}">
                <a16:creationId xmlns:a16="http://schemas.microsoft.com/office/drawing/2014/main" id="{BEA1FD0A-B1AA-4B85-846D-965689DD345E}"/>
              </a:ext>
            </a:extLst>
          </p:cNvPr>
          <p:cNvSpPr txBox="1"/>
          <p:nvPr/>
        </p:nvSpPr>
        <p:spPr>
          <a:xfrm>
            <a:off x="1433513" y="1838325"/>
            <a:ext cx="6635750" cy="3698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dirty="0">
                <a:solidFill>
                  <a:srgbClr val="C00000"/>
                </a:solidFill>
                <a:latin typeface="+mn-lt"/>
              </a:rPr>
              <a:t>150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8500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400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450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200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8000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250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700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=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18650 </a:t>
            </a:r>
            <a:r>
              <a:rPr lang="es-ES" dirty="0" err="1">
                <a:solidFill>
                  <a:srgbClr val="C00000"/>
                </a:solidFill>
                <a:latin typeface="+mn-lt"/>
              </a:rPr>
              <a:t>ps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8" name="Rectángulo redondeado 17">
            <a:extLst>
              <a:ext uri="{FF2B5EF4-FFF2-40B4-BE49-F238E27FC236}">
                <a16:creationId xmlns:a16="http://schemas.microsoft.com/office/drawing/2014/main" id="{54CF61F4-7906-478A-BAB0-15AFA0139470}"/>
              </a:ext>
            </a:extLst>
          </p:cNvPr>
          <p:cNvSpPr/>
          <p:nvPr/>
        </p:nvSpPr>
        <p:spPr>
          <a:xfrm>
            <a:off x="6986588" y="1898650"/>
            <a:ext cx="1006475" cy="2587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sz="1100" dirty="0">
              <a:solidFill>
                <a:srgbClr val="C00000"/>
              </a:solidFill>
            </a:endParaRPr>
          </a:p>
        </p:txBody>
      </p:sp>
      <p:sp>
        <p:nvSpPr>
          <p:cNvPr id="19" name="Text Box 50">
            <a:extLst>
              <a:ext uri="{FF2B5EF4-FFF2-40B4-BE49-F238E27FC236}">
                <a16:creationId xmlns:a16="http://schemas.microsoft.com/office/drawing/2014/main" id="{78BE7B80-9878-47E7-9E6B-C2973A930F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2" name="Marcador de número de diapositiva 21">
            <a:extLst>
              <a:ext uri="{FF2B5EF4-FFF2-40B4-BE49-F238E27FC236}">
                <a16:creationId xmlns:a16="http://schemas.microsoft.com/office/drawing/2014/main" id="{CA2E990C-E70F-4438-B1A7-5F85AC3444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B795200-D562-46DF-8B92-093289FE9748}" type="slidenum">
              <a:rPr lang="es-ES" altLang="es-ES">
                <a:solidFill>
                  <a:srgbClr val="171717"/>
                </a:solidFill>
              </a:rPr>
              <a:pPr/>
              <a:t>114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6A3B25D-E888-4FA9-8705-797B052420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31426" name="Rectangle 3">
            <a:extLst>
              <a:ext uri="{FF2B5EF4-FFF2-40B4-BE49-F238E27FC236}">
                <a16:creationId xmlns:a16="http://schemas.microsoft.com/office/drawing/2014/main" id="{360A67BC-499C-4695-B731-7138CF4EB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681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Camino crítico instrucciones tipo ADD: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BR[rd] 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BR[rs1] </a:t>
            </a:r>
            <a:r>
              <a:rPr lang="es-ES" altLang="es-ES" sz="2800" i="1">
                <a:solidFill>
                  <a:srgbClr val="171717"/>
                </a:solidFill>
                <a:ea typeface="ＭＳ Ｐゴシック" panose="020B0600070205080204" pitchFamily="34" charset="-128"/>
              </a:rPr>
              <a:t>op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 BR[rs2]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13DFC7A0-567C-4E0C-9BEC-BB4AA2EFECEF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01EBCFE7-44C4-4FAF-87F6-F132E2459881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A16BDF9A-8432-45B4-AB32-9BFE91823BEE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497D374F-8C91-4ADE-A73F-4CD524918DB3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E1755D4E-187F-46D1-B194-CA9FCB6F97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6FDC8E55-069E-4309-BDF4-786A467FEC7D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ACAF3E81-A700-4F18-92A1-D21604B26EFE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784825C4-0F47-4F26-AB2D-2F6A856E9189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6EAD68EB-8724-44F2-BB47-B8AD4F7BF649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CB8F826A-A921-4657-9906-6B9031E0F79C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31437" name="Grupo 340">
            <a:extLst>
              <a:ext uri="{FF2B5EF4-FFF2-40B4-BE49-F238E27FC236}">
                <a16:creationId xmlns:a16="http://schemas.microsoft.com/office/drawing/2014/main" id="{E1F5B34A-16A3-4808-8E95-E1C468E13FD1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1B9D48D2-20B5-4EB8-8873-4059CDA399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B41FD8EE-7F77-41A4-AA91-43D27990EF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A66CFCCC-A430-4992-B4EC-D63DD3235E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B60D2695-148A-439C-873B-DCB73AFBEF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E43E1D1A-D70C-4001-B2B1-4BAB4C6C77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4FC96BDC-09C9-4575-880D-8C15FEEA9B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77BE4235-4DAF-48D2-82FB-3B343924D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A25421F6-6471-4D18-A77C-1213CBFFB4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C71AA4C4-AB33-4877-9399-45B623554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FC77D234-AA1A-473A-BB08-CDD912A94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DBDD184A-D37B-4153-ACC7-C12EBBFA99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DB4ACA37-3385-4828-8236-BC35780D4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29012D8A-D425-4702-A918-6E114F1D0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0157AA0C-6EB0-4030-8A4D-8EE6F2BB3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70632699-27C2-4916-A0B1-9D8ECF784C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750AEA4A-43E7-4C1E-B1B0-85C7424A5D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B364CDBF-CA6B-4272-9630-FE318B25B9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2A838E30-99B9-4017-B622-30FC2E9460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0A332D47-3406-4ECA-B901-BD52A928CD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45283BC6-FC63-4D49-A20B-FDF8499D68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419855B0-1345-4D77-BDB0-99937F9CE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21AFEEDB-08DD-4B45-85C2-6817BBC06A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52B44722-A477-4D2D-99A7-BF2E212A31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DAAC03DF-2198-4D20-89F5-861CADCBFD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F7FCACAB-0E79-4DD7-88F6-648E3E70BE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F7FE2C3A-1EC0-4378-B0F1-06CE78C4C8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58187E11-EB8E-42F2-B3D6-B6A265B2F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0C434DE2-0DE8-49FE-A898-6FF5BFF09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C72F67DE-8048-4DE4-9D8A-8850BAB82C28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31438" name="Grupo 370">
            <a:extLst>
              <a:ext uri="{FF2B5EF4-FFF2-40B4-BE49-F238E27FC236}">
                <a16:creationId xmlns:a16="http://schemas.microsoft.com/office/drawing/2014/main" id="{49B6D9A6-37FF-46D7-AFAC-51F30CAF7EC3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83F126EC-ED8F-4B62-A2DD-C81F82B324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02739B7C-756A-4DC7-85D6-659A0204B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339C1103-9F4D-473B-967A-28C2DF87A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B38CAAE2-5D80-4A33-8556-9786D97D33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87AF0A6B-AA2E-407F-A8EA-1A00909FE9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58CD7D8E-0787-4D9B-8D56-20349C50F8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029F4E9A-4DA7-49BB-8E59-C77B0C21FF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B92573EB-680B-4510-A6EB-7EC2B850A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8320A3C7-6B99-42A3-9E23-01AB86C03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6F34BB3A-0644-46E3-8DB2-7FDC9091A3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B83AAA2C-1555-4DA6-BC53-86DAB0D92B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73F641B0-1EF9-462A-B630-8DC8EC5A81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4CCE1C4B-322E-4770-B67A-F65D6D40D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EECAEEBC-BD3B-4D85-BFE8-E0EA4BA6CE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89EDB0F9-C0B0-4B8F-85C9-64596A5E95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81C29432-7511-4D40-B50C-25779FB95E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5529B491-6652-4890-AB9B-376AE57F4FAF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F40AAB67-1DFC-41CF-B289-12E4265B61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76741EF1-896D-434C-8F1A-6E2F3B1C6B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FAD44FEB-DC86-431E-AA53-27B2195EF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0F8A48BC-2937-416E-85A5-FD9C98B110BE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6BB81B6C-B3C0-494D-8DDA-74627AF2796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CFDA40AA-341F-4F3A-BB16-0A1FBE592B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F61B7ACF-0AC3-4E6B-B4DA-D907BFDAA9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2209D487-EDAC-4EC2-BAF9-158195A100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F29DF7FB-A7FF-458B-B2F4-53EF1E7F05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3AC7EB0F-6986-48FE-8858-2235AE6A0A6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26F5BC66-0357-4B06-859C-03FC75CD1A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6351643F-9BB2-4F46-9C10-EABF710017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22A63F4E-8E10-4900-A8C1-5B24A3EC48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67457502-C5F9-4DCB-B48D-4B1F2F968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FEDC6BB9-E370-4C53-B78A-4D3C1C6E47D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E2DB3ABA-2031-4E70-B7DD-B066E813BD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FCDAF074-F527-4ADE-A4F2-12D7CEB5D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F9B659C1-293F-48D3-ABD4-A8E6FE6CB1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46F7B32F-08FD-49D7-AA2E-3568082C384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6D7D5A7A-B858-49A9-A7A4-579A57A37F8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C4561A30-0B2C-4DA4-B7D1-5EA62AF38DE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31460" name="Grupo 409">
            <a:extLst>
              <a:ext uri="{FF2B5EF4-FFF2-40B4-BE49-F238E27FC236}">
                <a16:creationId xmlns:a16="http://schemas.microsoft.com/office/drawing/2014/main" id="{6C65D8BC-E878-4EF1-8480-5CCF29D41C6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8903FD96-8E14-46B5-A481-8EE81BA163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44D41960-C40D-4100-AF02-3060D828F9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4110AD6A-F318-48CE-969F-3A963F9A8687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D4667E0C-CE14-4349-89A9-16DA7D4E0D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46B64A27-5231-4952-B22C-D271D464FF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6C5F2D2E-CE94-48F2-ABE3-39F0AE707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5D280444-5B77-4DD6-A21A-8998D80B15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7039A988-494F-4090-87EA-0CAC79F28B57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DE899E95-C363-4B03-9A62-DACFE4F81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AB6E4CB1-CB6F-436F-BB4A-9236D0A902ED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B96524EA-F9EE-4A73-94E9-274ACA839FFE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61E2E908-C1D2-4BAF-99B8-21CF6935B283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46A8DEB7-6A96-4590-B2FE-48EC3B33DD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4D1CBD40-4619-4CC3-B57E-CE9F585D79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3F410304-4264-4A1C-BE0B-FC8C9A971425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ADCA831A-0FFE-4D41-9197-474C33D1D31C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532C7C37-DA0A-4618-B4DA-DE640136EC06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1471" name="Grupo 428">
            <a:extLst>
              <a:ext uri="{FF2B5EF4-FFF2-40B4-BE49-F238E27FC236}">
                <a16:creationId xmlns:a16="http://schemas.microsoft.com/office/drawing/2014/main" id="{0074E09C-B73D-4BCF-94A1-030F9616CFC0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E9457A11-0EEE-432B-A2A6-052BF1722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783ABBD8-A55F-4080-AC79-09184B4E6A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B8C7C277-9A39-41A5-B25D-F5DA0D584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C41B65D2-4048-4ACF-9B24-94431F38B8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288642FB-E4ED-49E9-A175-774A37DBD6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2E610290-1770-4BF8-8419-CA605CE338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1E9F28EE-DA3B-40EC-B0FF-B12FC637C2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EB1D6E82-C534-4C26-A576-51512CC30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4890DD99-D739-40A5-9526-051E47384E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978A679A-D634-43C5-AAD2-68C72E6BF8D8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A3DD9CE0-5308-49ED-A319-160282B6B3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2D188F74-8A6B-4D7E-BE16-06472B7FE1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7E01EAE7-31FB-411E-B7F9-4B5940585E4C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484DA754-D539-458E-9B4D-F0FCA9D6E1C9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ABF081FA-9327-4AE7-8F78-BB1577D2F9AF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37EF98EC-0B21-42C1-9963-A05ADE01D6C4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15856D3B-8B7E-46EB-9AFB-56527405A48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145630B6-367E-4112-B9C6-E2779F62F3E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E89A2D3D-2895-4F0E-83BB-46447C6D48C9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1479" name="Grupo 448">
            <a:extLst>
              <a:ext uri="{FF2B5EF4-FFF2-40B4-BE49-F238E27FC236}">
                <a16:creationId xmlns:a16="http://schemas.microsoft.com/office/drawing/2014/main" id="{3D25BB2A-CB59-4B93-98B5-43E5295F974F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EC31721E-681A-422E-89E2-C35147641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AF3FA7EC-747B-47CD-81A8-CD52A5EBD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FCA39499-767C-4C05-9739-3188FF7C5C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CBD5243F-B8E5-4809-B569-22E5F5F48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FF96579C-A961-40A2-B9D2-55D2C4CBAF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2B669C85-F2B6-48D9-8DFA-49CB4FAB00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C651261C-76A2-429E-8EA2-A42D94D9D9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26431B2C-EDE1-45B8-83E9-7DF6ECF8A0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F73F0504-6D60-42B3-BB21-CF83280F83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125F33A3-67C2-4A45-89E9-6AB00D1AC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70587B9B-22B8-4270-8FE2-1C4883C28A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45590659-683B-4201-B28A-79D9697A6138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897B637A-D83B-4892-A62A-2122DCEC9053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B6C6B903-7173-4689-88D9-CFB77DAFCE12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1483" name="Grupo 463">
            <a:extLst>
              <a:ext uri="{FF2B5EF4-FFF2-40B4-BE49-F238E27FC236}">
                <a16:creationId xmlns:a16="http://schemas.microsoft.com/office/drawing/2014/main" id="{61F9642E-2134-4C6A-8934-737DB16C537B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D61ACD57-9099-468D-9ADE-B9D4CCA1B3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D78E3BAE-CFFE-47B0-A931-BFA1A25292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D59820DB-271D-4E1D-BF59-1EACCE12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DB51187C-9DB9-4B10-BCBA-A8B888B301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31510237-4828-4371-B866-73CA84D08F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19C0FC9C-A581-4982-B572-7393A4B138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CEE34F4D-AAA9-48D4-89C3-5D827AED58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CEA02682-BC44-4796-9B23-90D0EFD16871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299D5416-3FD5-4598-A41B-0C38C5A6B9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31484" name="Grupo 473">
            <a:extLst>
              <a:ext uri="{FF2B5EF4-FFF2-40B4-BE49-F238E27FC236}">
                <a16:creationId xmlns:a16="http://schemas.microsoft.com/office/drawing/2014/main" id="{DFF9380D-AFE1-4D91-B5E1-10FC211B9ADE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46E8CBAC-9DC3-4132-8DE7-1D4A146E2B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378EBB15-045C-4B7C-B442-1353BD7261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6E304E12-ECE8-41C6-8AF7-802E3D8602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B18B3080-07E0-41D3-9EE1-08B0C364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9BB68852-F9F8-47FD-BDF2-C4C8FD6EF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CD700ABB-E899-4670-ADAF-98BE28D801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2B3839D3-4FA5-4FF7-8615-986D21B7F8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E42D7D84-0159-4D2E-9E77-F06C848B58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4ACCCE3A-4104-4FFF-B83A-D98AC6584A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4A776E3B-2E2C-40BB-BFC2-00825A4E17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8861AB3A-6CED-4E17-B4DC-8FCC28B668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179C0545-57EB-43D4-A0ED-6594E66E6290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DABB6D4F-9431-4811-B0D0-9C77D645BB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A3CDB5C3-DEE6-4071-BAA3-203E721068C9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1488" name="Grupo 488">
            <a:extLst>
              <a:ext uri="{FF2B5EF4-FFF2-40B4-BE49-F238E27FC236}">
                <a16:creationId xmlns:a16="http://schemas.microsoft.com/office/drawing/2014/main" id="{7BAB30FC-C536-4B5D-86F7-90901A90233E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55A3FD07-F803-4B42-9F9B-DE064A1ED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5124D7E9-20ED-42B7-9CD9-7E5FD6CA36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95D6947C-237E-4764-B1EC-54FA3E58AE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63F2A6A0-3766-45A7-9825-0B78784437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24F6E25B-8C7A-4BAB-A191-987C5AEFA1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89919FDA-D131-4106-9C5C-B188D6ED57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B86D6E19-1770-4560-8988-2918A89C1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EAB1B9B3-9031-4DBC-B98C-B781D494F5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FBBE4E43-E4A6-4EA8-A180-A18E5A7DC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9C02A90A-A7A5-4DEE-BD48-D8BA9FA5CA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AC38FAE1-A7DF-41C5-B7BC-F71948661088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1490" name="Grupo 500">
            <a:extLst>
              <a:ext uri="{FF2B5EF4-FFF2-40B4-BE49-F238E27FC236}">
                <a16:creationId xmlns:a16="http://schemas.microsoft.com/office/drawing/2014/main" id="{19A38452-001A-4B13-BD71-E0B4931CBA06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8A3C9AE6-EF63-4D9C-A822-633D123974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DC496B16-FB9C-4F01-87BA-04FD99D529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71774BCC-F46D-489E-B033-2B4352B7B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28802ABA-5431-4B2C-B2B6-C51899E0B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E615800D-FEFD-4F8D-8B5C-24DCD37788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F2962E8E-8811-4352-8E0E-B57DE51AF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8005C780-E8B1-4563-8896-758FD8AB7A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AB2D69E4-35E0-4F02-B5FA-BFF381A312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99D1B38D-5928-4342-8C39-70FE12D90ED2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9E6FFBE0-8FFB-469A-9F29-F4994A8CDE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F100FA12-8248-4EF8-BD73-BA917FA425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6E1C7A69-DAFE-4CD2-BF89-EC84625E1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07D02C3F-5F87-4011-897C-F39B7922A8CA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E50D3D82-4C51-4243-82CD-1D9114013DF1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2A1E1469-BA9F-4BDA-973C-2FCCA33E5506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1494" name="Grupo 516">
            <a:extLst>
              <a:ext uri="{FF2B5EF4-FFF2-40B4-BE49-F238E27FC236}">
                <a16:creationId xmlns:a16="http://schemas.microsoft.com/office/drawing/2014/main" id="{1303FBA8-9F12-4240-B7C3-9867AFBB1138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0134E677-A3D8-45E9-BC2A-5D30060CEF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85FC98D4-9D0D-4B16-9EF8-394C53C0E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9E2EEB6B-53E5-453B-9DFD-8C31F69AC0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18A73DA1-1F49-48DB-B3E8-A666154380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A19A919B-DB14-4D09-9D86-D96BE91B5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F756232B-C3FA-4597-966D-B8F126B4C3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7F16B425-FE45-4660-93DA-F2F91069ED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162452DA-ED93-471E-860A-4007ED87F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319EC00E-EFB2-4A63-8FBD-68916DB6F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D6A21650-D66E-4C3E-B796-2DD07957E888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B2FF5F6C-9810-42BD-8325-EFEDED2566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C8036821-0E14-4F7B-B602-019BEDB98D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088FD61D-6FC8-4573-B1C3-555C6FED13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8D480167-3048-4141-B701-F74B3DDA56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38A15848-A518-400E-8BD2-A738F38208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8510E94F-307A-4BF8-8BC0-6977E9984F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6216C8E8-18CE-4A93-938D-0151A12CF6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9C8E1E72-A553-4C54-B87A-49124543614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AB794C9E-2DCB-46C7-94E6-DCC8607ABF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56E839AE-B2B5-4770-B6B4-0AEC3679349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3C46B384-6C89-4C72-9974-D3635BE2A736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5E3D83F7-C751-4161-B00A-6A7B2DF97360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61E69091-EE29-4BC1-AFC5-0677D36F3B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D0C6F21A-EB7B-4446-A9F1-C290FE39E16D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9176D62A-2504-4450-B37F-88CEE5350E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FCB3E36E-4A9F-47D8-8FCB-4C0EA0A9103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011AF210-4E8B-4C91-855C-EF8037E47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1DBCEBA7-00A8-4150-84F4-EC6DE6C804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12DB6870-FBF2-410A-8FA5-8A25D2CB4A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65F8B3EA-69A8-4E29-9D68-EB80DD695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B1CBEBD3-BF80-421D-BD1E-E09D91FB10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A1066FC4-C1E2-49B3-8AA5-D0CEC5C5A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1AD9DA36-79BE-4351-8A96-576544DEF24C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1511" name="Grupo 550">
            <a:extLst>
              <a:ext uri="{FF2B5EF4-FFF2-40B4-BE49-F238E27FC236}">
                <a16:creationId xmlns:a16="http://schemas.microsoft.com/office/drawing/2014/main" id="{DA289A19-62B2-4FB1-93AE-FA747783E2E9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CAB227AB-1987-4FC7-A48A-2A19FD76804D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18BB77D9-26CB-4D76-A189-23B1B09651C8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764F80AC-CF20-4A59-A633-CCFAAE89C294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E8BCFBCF-C3AD-4AC7-BFBC-A77519E22F96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41E96ED2-4B7E-4DE5-970D-767FAE84B9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1D259128-BE37-4126-A990-506C7691C1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5E08AAFC-2D66-4354-A055-18C22FB512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60ECEB9B-A105-4C7E-A033-7F62BF78C4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38E3EE3D-1DE0-4C13-AA67-303A6EA04F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63AD8D90-209E-428A-A7D7-89BE764DB5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9FB2CEF3-4400-46B7-AC44-F24AFAC220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46242CA3-6662-4053-9DB2-9EC61997640A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CB6C3291-2218-4654-99B6-CAB380912D2E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1FA0F865-28A6-4C3C-86A8-EB2A328C3241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218A7B5B-A2F7-4F87-A415-375CD9760582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FED94728-0287-4DCA-8A38-4AAA5CF2661C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75E31E04-0BEA-4308-BA76-8943EFE651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06AF8120-8DB4-411C-A831-06FB506E12A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4DC2656A-A493-4979-B06B-1F6F84B28E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F88F6E51-7929-4339-BF43-65EB6328039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9F264B77-36F3-4EBC-A72C-D6DA3902C6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0EC13485-6E6D-4DE4-99BD-3EE0CBFDBF7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BDFA4890-545E-4310-AD85-E558D992B6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2B053FBE-8E39-4E11-BA15-ED70B7624BE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6ED71632-2E86-4C47-BCCC-38F3BAA43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32C25593-6B1B-4750-B7FE-239EC5B16FE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3426E39B-7C9B-44F4-BBAD-67867680BA35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D4B46234-E4C9-475E-92EE-41B631E8B4DE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58657214-265C-480E-BF77-99A1470609F6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87BE2137-B86F-4D6F-AE0F-530AC97F478A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AFCD9305-DA19-4455-A76E-2A29483E2051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AEC4A4A6-9AB6-4982-B57D-53633DC45989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74A4A37D-4D2E-404B-BCB5-1849F93865A0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C1C011B2-F451-4F81-AAE6-CC97118CEA9F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C406D24E-2E7E-441F-8F42-5518A8031B2C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E0DE1EED-2D47-4C1B-8CC6-7ECB9FD87C77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108CE09B-EBCA-4127-8E21-57BB2DFAE01F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B0D262DD-304B-4167-95AF-14441058E91E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2E3EFC20-580C-4B8A-9040-921DB4343340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4B368FA7-E989-4D65-81A6-78F44F75A3A3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EA640654-14A2-4FAF-9172-2BEDA21F95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F177A33D-D0D5-4ABC-AF10-833462EB4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" name="Text Box 50">
            <a:extLst>
              <a:ext uri="{FF2B5EF4-FFF2-40B4-BE49-F238E27FC236}">
                <a16:creationId xmlns:a16="http://schemas.microsoft.com/office/drawing/2014/main" id="{6E214BBA-26D1-456C-A70A-F102B6A269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40526536-5D57-445B-ABAE-3E18E8BBC6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7BEE7C0-BEF3-42CE-BBA5-03E376A9C970}" type="slidenum">
              <a:rPr lang="es-ES" altLang="es-ES">
                <a:solidFill>
                  <a:srgbClr val="171717"/>
                </a:solidFill>
              </a:rPr>
              <a:pPr/>
              <a:t>115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FCDFE63-362C-4156-88E9-8ADB8F87C8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233474" name="Rectangle 3">
            <a:extLst>
              <a:ext uri="{FF2B5EF4-FFF2-40B4-BE49-F238E27FC236}">
                <a16:creationId xmlns:a16="http://schemas.microsoft.com/office/drawing/2014/main" id="{BB71B967-BB91-4664-B51A-8FAA99D36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236663"/>
            <a:ext cx="10633075" cy="681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chemeClr val="accent2"/>
                </a:solidFill>
                <a:ea typeface="ＭＳ Ｐゴシック" panose="020B0600070205080204" pitchFamily="34" charset="-128"/>
              </a:rPr>
              <a:t>Camino crítico instrucciones tipo ADD: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  <a:sym typeface="Wingdings" panose="05000000000000000000" pitchFamily="2" charset="2"/>
              </a:rPr>
              <a:t>BR[rd]  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BR[rs1] </a:t>
            </a:r>
            <a:r>
              <a:rPr lang="es-ES" altLang="es-ES" sz="2800" i="1">
                <a:solidFill>
                  <a:srgbClr val="171717"/>
                </a:solidFill>
                <a:ea typeface="ＭＳ Ｐゴシック" panose="020B0600070205080204" pitchFamily="34" charset="-128"/>
              </a:rPr>
              <a:t>op</a:t>
            </a:r>
            <a:r>
              <a:rPr lang="es-ES" altLang="es-ES" sz="2800">
                <a:solidFill>
                  <a:srgbClr val="171717"/>
                </a:solidFill>
                <a:ea typeface="ＭＳ Ｐゴシック" panose="020B0600070205080204" pitchFamily="34" charset="-128"/>
              </a:rPr>
              <a:t> BR[rs2]</a:t>
            </a:r>
            <a:endParaRPr lang="es-ES" altLang="es-ES" sz="280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86547E37-77C2-44A0-8C03-EDA28FEB4A7C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9D2625A6-8461-4FDC-832F-CD765513D600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C0F1A9D3-FC90-4BFF-B5AD-52BBF60EFDA9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AE368325-E579-4C58-AD28-BD9B70A45B66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4B781A73-6A51-42D3-B152-2452481933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9BF22972-68E9-4E73-B574-3A1533D0C47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D66076ED-ECD4-47E9-B046-83964ECB4D8E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B7901DDB-E1CF-4424-BF2E-545B7C8166AB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A646B1CC-38DC-4967-9124-BA1AAEF25652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5F77FA0A-B98E-4205-82E7-58EB6D5E4D57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33485" name="Grupo 340">
            <a:extLst>
              <a:ext uri="{FF2B5EF4-FFF2-40B4-BE49-F238E27FC236}">
                <a16:creationId xmlns:a16="http://schemas.microsoft.com/office/drawing/2014/main" id="{D6FB57E3-C27D-4844-89DC-DF04F8BC3944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8C24E8B7-EA25-4680-932B-BD84DAFE9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470DF71C-E757-49F3-8CC7-84EDEB755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6E3A22CF-8F67-400A-B949-B4F85A0CB2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9123C4F2-56E2-45A2-8080-D80FED52AC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F222CADD-CBE2-4345-9DB5-9DDDEC7CA5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9D576605-FE3F-4F42-A03E-751545C52E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97B8CF87-7243-470E-84D6-20657F16F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1D95520B-D39B-4CAF-A8E9-06974332E6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A1B36E9C-9D45-4CC4-B354-08EC1A117F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B816326C-CDB6-4923-AC77-00EDC2C1F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C557E292-55FC-46AB-B103-DD0F96E902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4E096737-9C3C-4584-B1F7-FE325C034C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A87E6813-26D6-44A6-B8F7-66BD43F2F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955035BC-924B-48E3-AD20-A569B8B53D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A5145F18-6F2B-4411-8E01-2210DEEF4C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93FAC56E-78AE-479C-A3C1-B738AF4F4B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16F7E078-5A42-458A-86C0-647ABD8E4F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C7AA10B6-912A-4FBE-9823-78483516A0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06B7F810-A90A-46B4-AF6E-6512CA6860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492CB09A-208E-4018-A8B7-AF5A38A545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87F91A07-33F6-4FB4-91A0-CD4DA179C8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F2FE0085-6D9F-4B23-BDF6-49C008EFF3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53CE2072-0AD1-4ADC-A397-C1F8F46B37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FCBCCCEF-DBA4-4193-947B-59095D338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D1F4F999-4100-47A8-8E2F-44E182B6DB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9E49F9EF-5747-4E20-A911-977063365F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899B70ED-2E34-4BB2-95D2-966227B3EF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2F0FA704-79B5-4F5A-B6A2-0781427F00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7F632BEE-60BD-47A6-BA6C-DA781A63F5F0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33486" name="Grupo 370">
            <a:extLst>
              <a:ext uri="{FF2B5EF4-FFF2-40B4-BE49-F238E27FC236}">
                <a16:creationId xmlns:a16="http://schemas.microsoft.com/office/drawing/2014/main" id="{F5FF2D89-6734-43BE-9376-F4D004C1F771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93BA1A5B-3801-43B8-A8FF-F7BDCCBEE8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6956E066-FFC6-4CAD-A0BC-B10A6EE265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3B8AB3FE-2511-4014-B3A6-7A9623711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255F085F-4391-4236-A630-E857D91E10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48991007-9BD2-4A8C-827B-76AF2FD569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C2A3E26D-D04D-40B0-941D-8E5067B8F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BE93CB52-336F-4ADB-84C8-1376A06B9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4CE49B59-B0D5-4AEA-9AF2-9EC2030EDD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EDDBF817-BD41-45CC-A490-7253F998A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FE9293B3-B528-4133-A953-31358E79CB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BD00EF6F-B8F7-4419-9FE2-80FBA85FB3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94BBDE40-A0FE-438E-AAAF-5855ADF090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896032A0-2E31-43F5-BFD9-709D87EC9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F221440E-08DD-453C-94A9-B3E9F07C27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30F5F070-5548-495A-B117-72187D7528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654EFD05-0688-444C-8976-E0735E9FEA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9ED7EA76-9EAF-4712-880F-EE5D360454EB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2DFD9E59-43C0-4512-96CC-F8D9C86944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D1D060E1-41DF-4967-BCBC-9FC1B0517A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362CD1F0-5A22-497B-A102-6113072238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11D11700-F3EF-40F0-9E9A-CAF67A335E89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C7EC150C-FA34-41ED-B21B-E5B6E7C4DA5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FF596448-B706-4D2A-83DF-5174C8AA84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2A9F0C0C-CC2A-4604-8EDB-3E987E4C9F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021CF6D1-6DAC-4583-A7EF-DE2309F63DA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0377D401-ECEB-431C-8F01-4DB0C786BF7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6C5FEEEB-DCB7-4669-9CAA-B6ECB824AA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BE6D1623-6C9D-468A-BFAC-C873236778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9BAE0E4F-10DC-4653-81AC-CE5E41BF15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267BDF4B-8C1E-4A84-904A-03B69F639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1F17FE1A-B38E-4504-B03E-6F524F594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068ED04F-BCD9-4378-82F9-DF488B2E05D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BD6BC729-2CCA-4B46-85CB-76EA6E773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4C4466F7-380B-4D69-9FA8-1FCA75BC19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B366A75B-19F9-415F-8EE3-F51A58B77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2D23862B-3BCA-402F-AE0E-2559DA1A29B4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07F22FCB-C3EB-4F81-84F3-D45262D496D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EC519A3D-F091-4371-BB62-AD0170D2468E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33508" name="Grupo 409">
            <a:extLst>
              <a:ext uri="{FF2B5EF4-FFF2-40B4-BE49-F238E27FC236}">
                <a16:creationId xmlns:a16="http://schemas.microsoft.com/office/drawing/2014/main" id="{967FC350-27FE-445D-ABB2-F60F43AED83B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8BDE5E7E-7D4F-4C1B-B7DE-46072D199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9A71A7A5-DE82-43B6-BEFB-613E70E34F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0B839EB3-AC53-4511-94C5-612168225603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D752B6F1-07ED-46FF-9E27-C825CA9FAA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CA59540B-AAD2-4B64-AF6E-B9188DD1AA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1BB78CBD-9CAD-4029-8003-A6A32B6511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BFD3E26A-0193-404B-8C6D-208379DFEC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3D79793D-B639-4314-83A7-113B5D62F86D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9A4C1BF3-2A31-4FF8-83E8-C17A28BDE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F683B21E-B4B9-42D1-A586-3343A55FA282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04D6D0A4-EB63-4B2F-86BB-DE260E6C782B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182F10CF-AE64-4DED-A030-0E09D64E8384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8FB4DB81-EBB0-4CFA-8F5D-F64B8D020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4D1B0E88-910D-4D91-B1BA-8F3643E00A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04E018EC-44AB-4180-B6A4-98A1948E8EC0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BB5320C1-6E58-4C03-8D25-F383CB07694C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2EF32AFC-7290-430A-A12D-45BBBF7C3806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3519" name="Grupo 428">
            <a:extLst>
              <a:ext uri="{FF2B5EF4-FFF2-40B4-BE49-F238E27FC236}">
                <a16:creationId xmlns:a16="http://schemas.microsoft.com/office/drawing/2014/main" id="{92C9A4CE-6472-40D5-A198-9377DDBE941A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790F5668-EE31-41A7-B7BC-95E6EC7656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CBBDDBEE-02EB-441F-834E-1AE7DCA553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5A38B388-4219-4639-ADA8-F2886B889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2389B937-44DF-4F68-AFE6-B473A5E3B6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8CCDEBC7-53E2-44AD-B384-7B31619239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998BC581-DD37-4B28-904E-E380CC1549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8D15AFCD-0F9C-4465-80A9-B8A014F011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24E6680C-A5A0-4744-8370-6BD880ADF4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D37CEF49-C688-44AE-8A20-09EDD0B228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F4D4A5F5-427B-4D0D-ACD2-E2329BEB596C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F4BFFBBD-0B2F-4C4A-9CE1-5F5376B7AF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93C8D141-37E1-44C0-8C03-481F42FB57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8FF440FB-AD84-4843-B24B-5FD292B613C7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F098653C-7826-4CC7-A7F1-683817BC4FE7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8B27F867-BC5A-4B2E-B464-ACCD2A04E72F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D9CAB239-66A0-485D-922A-815E40331480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59243D16-8A9D-4CC9-BDE4-1F9018C9CFB2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CD8F1F5A-DF85-4DB3-BF4F-A5885730B9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09A49CE7-7E4D-45B3-A6E1-D547CDD2C776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3527" name="Grupo 448">
            <a:extLst>
              <a:ext uri="{FF2B5EF4-FFF2-40B4-BE49-F238E27FC236}">
                <a16:creationId xmlns:a16="http://schemas.microsoft.com/office/drawing/2014/main" id="{D158CAB7-4D89-476E-A598-9E36EADDE699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DA089236-9865-4E2F-866F-80D53B1F20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7E6B0036-0A09-4ABD-A779-E1C0BA8F7C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99B0AE77-CC47-4500-A20C-27DF2D25D9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5C331853-9C28-4F88-BA9E-F09EEDEC4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45E751C9-8669-449B-BB99-50094B6E4B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AC409F35-81BD-4BD5-819A-4A039B4A2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22BB1459-EABD-41BA-BC96-0DE20FA4AF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7E40E518-7201-40A0-A566-4F681B7F15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4FDE99B7-4885-42A2-8BD7-8B4E154A3F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81236D09-3E02-441D-B58F-8C9ADF0C15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94B6F33C-92BE-4765-9BBC-D558D47756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F15F8F68-9C4D-420A-BB16-D9B084978319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77A726D3-AB90-42F1-868F-320C734838E4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C4B8AE85-A8F0-4646-B895-60536AF5FF6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3531" name="Grupo 463">
            <a:extLst>
              <a:ext uri="{FF2B5EF4-FFF2-40B4-BE49-F238E27FC236}">
                <a16:creationId xmlns:a16="http://schemas.microsoft.com/office/drawing/2014/main" id="{3BFE444F-F496-47F3-BB2F-8ACE54104DD0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47EA6B68-9F6B-45A1-B2FA-9D7AD786B4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CE25EA28-6A57-4C28-839E-9DEBDC549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5F50FFFE-2213-4D20-8A8A-1DA79538A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8A934C2C-6EA9-4607-B3E6-C1FA63132A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246806BD-E81D-4E15-8BB5-47D2683935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AB0B6710-7BC6-4884-ADEA-60BB3112A9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87314EF6-3033-4908-A33D-C70FE83B44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DB16478C-C869-415C-9377-355434D350B0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1563A192-DFD9-49EC-850F-C6C5E23DB3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33532" name="Grupo 473">
            <a:extLst>
              <a:ext uri="{FF2B5EF4-FFF2-40B4-BE49-F238E27FC236}">
                <a16:creationId xmlns:a16="http://schemas.microsoft.com/office/drawing/2014/main" id="{E94E0355-B6D8-4F3E-8274-88C572B61092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F1427A5C-A8F8-4F52-B139-D8F32B6CAD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94C4A79C-67F3-4FDD-B89C-2E967C4993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39C734D0-8CB7-4FDC-B61B-37A0B9F0F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629A1B08-2A62-4FAC-9116-C9827DBE3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B53E21BD-9F2A-49BE-8EE2-EB4533C0E3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BFC85FED-D2B9-4234-871A-DC97262787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09350174-7B97-450D-BBDF-AB515D24E2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ABF3AD70-E06F-4A19-83C1-24AA938400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7567FDCC-0849-41DC-B32E-6FF95A50F1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D8069BE3-DA30-420A-8A86-02E586BB6D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46295B0D-A233-4CE5-8F55-30E2C3B10A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4C7D13C9-1A80-4BE4-9A39-F56C18D61860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BEBE9ACF-B11D-452F-8BBC-4AAE5C5CDF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0AD1821E-34B8-4E65-B375-7D60CC8DF6A0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3536" name="Grupo 488">
            <a:extLst>
              <a:ext uri="{FF2B5EF4-FFF2-40B4-BE49-F238E27FC236}">
                <a16:creationId xmlns:a16="http://schemas.microsoft.com/office/drawing/2014/main" id="{3A92E950-15A2-4F72-94FD-34B228E0AAEB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BDA500AC-9F89-401C-9AF4-CA6814CD4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5850AB52-CD46-47CF-B153-0262FEA90D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42ABC280-6B53-41F3-A396-BBEC8E864B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1C6E33E3-480E-4588-9948-EDB81A62F0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057F24DE-B564-48C4-B972-F5C280B8EC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F0FDAD06-71E1-484E-BD3D-3BED1503F5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1A54E750-88BA-487B-8EAB-5A9814DC0C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41A0294D-9492-40A5-B81C-8C83904D6C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AD339A10-E053-45E3-ACF1-2824A6E043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B5F56DFD-D907-4ED3-9FB1-8A99880AB8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DCC2F8B3-D077-41DE-B359-1055BCD9A7C5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3538" name="Grupo 500">
            <a:extLst>
              <a:ext uri="{FF2B5EF4-FFF2-40B4-BE49-F238E27FC236}">
                <a16:creationId xmlns:a16="http://schemas.microsoft.com/office/drawing/2014/main" id="{9E538D08-8ACF-4050-94C8-854CF522FA07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A3911B27-2CB8-4EE3-BF44-276FA3D65C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FC931A02-E5C1-4301-A3C2-95BE6A3118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39317C32-D0D3-4BD9-842D-12ABFCFB8E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4CB3F80B-B3DD-49CE-BD4F-9571CA393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C1263F57-539C-4CA2-BF22-0C639F52A7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078176D7-A168-45B7-8550-1509189A95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9D3FAB56-CDC0-4E8F-B855-A166449A8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38F73A30-AF6C-43F8-AEA5-0922697F60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D3B4F792-A258-40CE-8308-0C5EDFEA7266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4A22DEB2-8585-4C60-9835-83B1F3B426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C9C2CDD1-2787-4F78-A7F6-6B208881CD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FF548E19-A98D-4C24-A9F2-05847E4AC0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B59C7FC7-4633-48B8-A6BF-5F85D35BE11A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EF4C6A9F-D3CF-494C-A32E-6C8ED3868AC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F55A7A3D-5B2B-448D-A396-53BD29D6C076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3542" name="Grupo 516">
            <a:extLst>
              <a:ext uri="{FF2B5EF4-FFF2-40B4-BE49-F238E27FC236}">
                <a16:creationId xmlns:a16="http://schemas.microsoft.com/office/drawing/2014/main" id="{9FBABFB7-F33A-4AB5-80BE-97AEBEF85792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21EE92E6-FD22-4760-AB50-69AFB39E3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C54A0C31-1C81-4D69-A094-24EE7DA47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98F54EEB-F5B1-4E43-8FAF-8CE09C3D6C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ACDC5EF8-F5B5-496D-803D-A3417C4B4B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5998FB27-9BDD-4552-B025-7A8D51A10D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BC3BEE8A-2B4A-4BAB-BBA8-CE927EAFDC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FE5A1DED-BA43-420C-A1F3-5852D15098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92499D36-E70D-4010-A5FF-99B6B92D88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5FA28648-6A11-4C7C-A9CB-03BB00C362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01F8CE43-D5E5-4784-8559-D94DE820151C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4605964C-846A-481C-A48E-56CA41070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27731870-74C3-4C9F-85C6-2A826A8C46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D038C26B-E6D8-415D-9C85-8D8208EB7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18C42733-06D5-4BA7-8DB2-1AE5C0A00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5ECB0D5C-F8E4-444A-9079-433C992D9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E7EB7CAC-0CBD-4A90-B7F9-66E28DBC52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69D4EC3E-FA05-440B-8565-F600B935BB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EDC50023-474E-408B-B567-F2051C20B45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D1A3D2E0-0D90-4241-B59B-6CFD8A5AD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247329BC-2B9C-41C3-98A2-E60B38400FE6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2179C61A-8103-4ACF-B800-20F9DA4B3E19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40B83DFF-A128-410C-B086-6D1B43ECEF79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2BE0F8C7-092B-4F13-B9B9-AB478675C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AB92BD3F-EB87-45F8-A358-FEBF0D752BC8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DEE81A7E-D83B-45E7-B0F3-DF7932CAEB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A49DD9B1-8E50-49F5-AB71-7D643FEE46D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4DEDF0B7-0C8F-465A-AA68-D3904ECDC0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21DAD078-AF79-4420-BEF3-7A0F14A857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181802E8-738F-4E8F-926B-C9D794325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ED0CF97D-F8A3-490C-855C-7672515566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2A9B4149-7FF3-4034-A778-430E72DC1B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FE9754E6-A038-41C0-B70F-F766F1EF6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35ABC377-F141-4FBD-BEF3-F19E9AC22481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3559" name="Grupo 550">
            <a:extLst>
              <a:ext uri="{FF2B5EF4-FFF2-40B4-BE49-F238E27FC236}">
                <a16:creationId xmlns:a16="http://schemas.microsoft.com/office/drawing/2014/main" id="{2EE66D22-3830-4FE7-A04F-0D2488ED5169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D1B88373-0DEB-48D1-85F1-40E17F977FAC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70FCD890-6072-4B36-A2A8-C101383AB357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CDC820CD-8636-4DF3-B2A9-AB5B1FEE6DF9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CDA0449C-78C3-4714-A45D-140B595CD83B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DF214FC9-B754-4FCD-895B-C9ED5CA015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9A7F55ED-64AB-4AA0-A3F5-70002DA18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61191EA2-7211-4BE7-9FD6-5135194C98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72854C6D-3BBC-4554-B000-EF0B75C73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1537DBA7-E276-4EAE-8EDD-E39A810B5E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A80D7AD4-EDFF-44BE-880A-6A0621CCBE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2C0FCB1A-27B1-4892-B9ED-B5D03C10D5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76402720-367C-4159-84EA-479975CC1914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FF03BA54-DFA7-4D9C-8CC6-14E630B66043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07E08E0A-C55B-49EC-B76C-0E068B3EE86A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555118B8-AD45-4518-8FC6-FA4CFE3DA8BE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80FF0659-46B4-4240-8D10-ED856FB68490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84802E9A-5411-4C4B-9FCA-084C07F905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44368944-8B75-4ACB-A2BF-5710C43AFC5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90268F7B-A2CE-4AA2-848C-A24AF69023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99B23054-8B8D-4F38-9199-E3203C5BC4A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62C8BBCF-6B9E-4257-904B-879E34092A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C814893C-C1DE-44DB-88F9-5A8437F6BF3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F4E63735-6664-41D2-8642-C3B90A64A3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1903482F-C2DA-43A5-9688-66E9B979C3A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4E4BC9A9-CD88-4F99-B38C-6E42533F05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01223791-6528-4C54-85D2-A9F8D085484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AA08BD3E-7A73-4B5D-AF2E-A4265BFA8805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47937B53-EB35-488A-880F-5B653ED1CD95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9E502320-3E57-4000-9F0C-762DF4D202E5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5532C994-8F5D-4B82-932B-D10B8057EB53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AE3ED0A2-EDDF-4AE3-8D57-0305282E659C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D322A619-96F7-4BFF-A977-D3834D2A7072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99A521ED-F0DD-4564-8210-CFBC3CBDCC56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24F8F73D-BCBB-4181-A24B-2E5D99D6A227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FEDEBF64-1569-46CC-BBD9-CE07AE9052FD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AED0934E-BACC-4E16-B3E6-F288D7F69684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B64D9E00-9161-4559-A00A-A6C00B9515AC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0BBEF240-2672-4E6B-9FDE-24C6A7DE93DE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151D7F57-EC42-4D4A-B371-3870FBFC1812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B1023D01-7966-4E8C-85AE-32DDC24A97E8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FE329931-BAC5-41C4-9F90-E34496609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6617ED24-9563-44DA-B98F-A40119B204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B4CAD9BC-447E-473D-BCB8-4EB8667AB805}"/>
              </a:ext>
            </a:extLst>
          </p:cNvPr>
          <p:cNvSpPr/>
          <p:nvPr/>
        </p:nvSpPr>
        <p:spPr>
          <a:xfrm>
            <a:off x="3673475" y="4122738"/>
            <a:ext cx="471488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CDAF7524-7765-4EEF-A272-875139ABC955}"/>
              </a:ext>
            </a:extLst>
          </p:cNvPr>
          <p:cNvSpPr/>
          <p:nvPr/>
        </p:nvSpPr>
        <p:spPr>
          <a:xfrm>
            <a:off x="2319338" y="4413250"/>
            <a:ext cx="214312" cy="407988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DB1ECC83-12E2-4157-BFAE-62DE356055D0}"/>
              </a:ext>
            </a:extLst>
          </p:cNvPr>
          <p:cNvSpPr/>
          <p:nvPr/>
        </p:nvSpPr>
        <p:spPr>
          <a:xfrm>
            <a:off x="5367338" y="4130675"/>
            <a:ext cx="471487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DB87DEFA-25CA-4139-ACD3-DF1D7E9BDDF4}"/>
              </a:ext>
            </a:extLst>
          </p:cNvPr>
          <p:cNvSpPr/>
          <p:nvPr/>
        </p:nvSpPr>
        <p:spPr>
          <a:xfrm>
            <a:off x="5842000" y="4132263"/>
            <a:ext cx="454025" cy="928687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3DEC391E-876F-412C-9D1A-68AA964519DA}"/>
              </a:ext>
            </a:extLst>
          </p:cNvPr>
          <p:cNvSpPr/>
          <p:nvPr/>
        </p:nvSpPr>
        <p:spPr>
          <a:xfrm>
            <a:off x="2425700" y="3868738"/>
            <a:ext cx="8894763" cy="1449387"/>
          </a:xfrm>
          <a:custGeom>
            <a:avLst/>
            <a:gdLst>
              <a:gd name="connsiteX0" fmla="*/ 0 w 8895184"/>
              <a:gd name="connsiteY0" fmla="*/ 976604 h 1449355"/>
              <a:gd name="connsiteX1" fmla="*/ 105747 w 8895184"/>
              <a:gd name="connsiteY1" fmla="*/ 765110 h 1449355"/>
              <a:gd name="connsiteX2" fmla="*/ 1928327 w 8895184"/>
              <a:gd name="connsiteY2" fmla="*/ 765110 h 1449355"/>
              <a:gd name="connsiteX3" fmla="*/ 1928327 w 8895184"/>
              <a:gd name="connsiteY3" fmla="*/ 628261 h 1449355"/>
              <a:gd name="connsiteX4" fmla="*/ 4708849 w 8895184"/>
              <a:gd name="connsiteY4" fmla="*/ 628261 h 1449355"/>
              <a:gd name="connsiteX5" fmla="*/ 4839478 w 8895184"/>
              <a:gd name="connsiteY5" fmla="*/ 758890 h 1449355"/>
              <a:gd name="connsiteX6" fmla="*/ 4895461 w 8895184"/>
              <a:gd name="connsiteY6" fmla="*/ 758890 h 1449355"/>
              <a:gd name="connsiteX7" fmla="*/ 5461519 w 8895184"/>
              <a:gd name="connsiteY7" fmla="*/ 758890 h 1449355"/>
              <a:gd name="connsiteX8" fmla="*/ 5666793 w 8895184"/>
              <a:gd name="connsiteY8" fmla="*/ 553616 h 1449355"/>
              <a:gd name="connsiteX9" fmla="*/ 6164425 w 8895184"/>
              <a:gd name="connsiteY9" fmla="*/ 553616 h 1449355"/>
              <a:gd name="connsiteX10" fmla="*/ 6164425 w 8895184"/>
              <a:gd name="connsiteY10" fmla="*/ 0 h 1449355"/>
              <a:gd name="connsiteX11" fmla="*/ 7769290 w 8895184"/>
              <a:gd name="connsiteY11" fmla="*/ 0 h 1449355"/>
              <a:gd name="connsiteX12" fmla="*/ 7769290 w 8895184"/>
              <a:gd name="connsiteY12" fmla="*/ 566057 h 1449355"/>
              <a:gd name="connsiteX13" fmla="*/ 8895184 w 8895184"/>
              <a:gd name="connsiteY13" fmla="*/ 566057 h 1449355"/>
              <a:gd name="connsiteX14" fmla="*/ 8895184 w 8895184"/>
              <a:gd name="connsiteY14" fmla="*/ 1449355 h 1449355"/>
              <a:gd name="connsiteX15" fmla="*/ 2637453 w 8895184"/>
              <a:gd name="connsiteY15" fmla="*/ 1449355 h 1449355"/>
              <a:gd name="connsiteX16" fmla="*/ 2637453 w 8895184"/>
              <a:gd name="connsiteY16" fmla="*/ 1069910 h 1449355"/>
              <a:gd name="connsiteX17" fmla="*/ 3408784 w 8895184"/>
              <a:gd name="connsiteY17" fmla="*/ 1069910 h 1449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8895184" h="1449355">
                <a:moveTo>
                  <a:pt x="0" y="976604"/>
                </a:moveTo>
                <a:lnTo>
                  <a:pt x="105747" y="765110"/>
                </a:lnTo>
                <a:lnTo>
                  <a:pt x="1928327" y="765110"/>
                </a:lnTo>
                <a:lnTo>
                  <a:pt x="1928327" y="628261"/>
                </a:lnTo>
                <a:lnTo>
                  <a:pt x="4708849" y="628261"/>
                </a:lnTo>
                <a:lnTo>
                  <a:pt x="4839478" y="758890"/>
                </a:lnTo>
                <a:lnTo>
                  <a:pt x="4895461" y="758890"/>
                </a:lnTo>
                <a:lnTo>
                  <a:pt x="5461519" y="758890"/>
                </a:lnTo>
                <a:lnTo>
                  <a:pt x="5666793" y="553616"/>
                </a:lnTo>
                <a:lnTo>
                  <a:pt x="6164425" y="553616"/>
                </a:lnTo>
                <a:lnTo>
                  <a:pt x="6164425" y="0"/>
                </a:lnTo>
                <a:lnTo>
                  <a:pt x="7769290" y="0"/>
                </a:lnTo>
                <a:lnTo>
                  <a:pt x="7769290" y="566057"/>
                </a:lnTo>
                <a:lnTo>
                  <a:pt x="8895184" y="566057"/>
                </a:lnTo>
                <a:lnTo>
                  <a:pt x="8895184" y="1449355"/>
                </a:lnTo>
                <a:lnTo>
                  <a:pt x="2637453" y="1449355"/>
                </a:lnTo>
                <a:lnTo>
                  <a:pt x="2637453" y="1069910"/>
                </a:lnTo>
                <a:lnTo>
                  <a:pt x="3408784" y="1069910"/>
                </a:lnTo>
              </a:path>
            </a:pathLst>
          </a:custGeom>
          <a:noFill/>
          <a:ln w="6350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Forma libre 7">
            <a:extLst>
              <a:ext uri="{FF2B5EF4-FFF2-40B4-BE49-F238E27FC236}">
                <a16:creationId xmlns:a16="http://schemas.microsoft.com/office/drawing/2014/main" id="{19EF5A47-8E54-4D1D-909F-8017EA448422}"/>
              </a:ext>
            </a:extLst>
          </p:cNvPr>
          <p:cNvSpPr/>
          <p:nvPr/>
        </p:nvSpPr>
        <p:spPr>
          <a:xfrm rot="5400000">
            <a:off x="4979988" y="3316288"/>
            <a:ext cx="1590675" cy="47625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E2ADBF42-F000-4164-A9A6-04953475CCF9}"/>
              </a:ext>
            </a:extLst>
          </p:cNvPr>
          <p:cNvSpPr/>
          <p:nvPr/>
        </p:nvSpPr>
        <p:spPr>
          <a:xfrm rot="5400000">
            <a:off x="6272213" y="3454400"/>
            <a:ext cx="1871662" cy="46038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E8BC63F8-FF96-40E1-9BDF-1C6351069B50}"/>
              </a:ext>
            </a:extLst>
          </p:cNvPr>
          <p:cNvSpPr/>
          <p:nvPr/>
        </p:nvSpPr>
        <p:spPr>
          <a:xfrm rot="5400000">
            <a:off x="7174707" y="3320256"/>
            <a:ext cx="1606550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D263DD3E-561B-4F60-B541-EEED48B85BEA}"/>
              </a:ext>
            </a:extLst>
          </p:cNvPr>
          <p:cNvSpPr/>
          <p:nvPr/>
        </p:nvSpPr>
        <p:spPr>
          <a:xfrm>
            <a:off x="4367213" y="4235450"/>
            <a:ext cx="3749675" cy="193675"/>
          </a:xfrm>
          <a:custGeom>
            <a:avLst/>
            <a:gdLst>
              <a:gd name="connsiteX0" fmla="*/ 0 w 3750906"/>
              <a:gd name="connsiteY0" fmla="*/ 31102 h 192833"/>
              <a:gd name="connsiteX1" fmla="*/ 1020146 w 3750906"/>
              <a:gd name="connsiteY1" fmla="*/ 31102 h 192833"/>
              <a:gd name="connsiteX2" fmla="*/ 1928326 w 3750906"/>
              <a:gd name="connsiteY2" fmla="*/ 0 h 192833"/>
              <a:gd name="connsiteX3" fmla="*/ 3483428 w 3750906"/>
              <a:gd name="connsiteY3" fmla="*/ 0 h 192833"/>
              <a:gd name="connsiteX4" fmla="*/ 3750906 w 3750906"/>
              <a:gd name="connsiteY4" fmla="*/ 192833 h 192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0906" h="192833">
                <a:moveTo>
                  <a:pt x="0" y="31102"/>
                </a:moveTo>
                <a:lnTo>
                  <a:pt x="1020146" y="31102"/>
                </a:lnTo>
                <a:lnTo>
                  <a:pt x="1928326" y="0"/>
                </a:lnTo>
                <a:lnTo>
                  <a:pt x="3483428" y="0"/>
                </a:lnTo>
                <a:lnTo>
                  <a:pt x="3750906" y="192833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A403B457-0AFD-4867-BBD0-E9274B08D816}"/>
              </a:ext>
            </a:extLst>
          </p:cNvPr>
          <p:cNvSpPr/>
          <p:nvPr/>
        </p:nvSpPr>
        <p:spPr>
          <a:xfrm>
            <a:off x="4367213" y="4721225"/>
            <a:ext cx="989012" cy="0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Forma libre 13">
            <a:extLst>
              <a:ext uri="{FF2B5EF4-FFF2-40B4-BE49-F238E27FC236}">
                <a16:creationId xmlns:a16="http://schemas.microsoft.com/office/drawing/2014/main" id="{17337233-24B3-47D0-AA9F-64079E4EADAE}"/>
              </a:ext>
            </a:extLst>
          </p:cNvPr>
          <p:cNvSpPr/>
          <p:nvPr/>
        </p:nvSpPr>
        <p:spPr>
          <a:xfrm rot="5400000">
            <a:off x="10070307" y="3342481"/>
            <a:ext cx="1606550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5" name="Forma libre 14">
            <a:extLst>
              <a:ext uri="{FF2B5EF4-FFF2-40B4-BE49-F238E27FC236}">
                <a16:creationId xmlns:a16="http://schemas.microsoft.com/office/drawing/2014/main" id="{35A9EA40-CC1E-4D82-A7B0-B5A4B2E96370}"/>
              </a:ext>
            </a:extLst>
          </p:cNvPr>
          <p:cNvSpPr/>
          <p:nvPr/>
        </p:nvSpPr>
        <p:spPr>
          <a:xfrm>
            <a:off x="4117975" y="2544763"/>
            <a:ext cx="6786563" cy="1323975"/>
          </a:xfrm>
          <a:custGeom>
            <a:avLst/>
            <a:gdLst>
              <a:gd name="connsiteX0" fmla="*/ 236376 w 6786466"/>
              <a:gd name="connsiteY0" fmla="*/ 1324947 h 1324947"/>
              <a:gd name="connsiteX1" fmla="*/ 0 w 6786466"/>
              <a:gd name="connsiteY1" fmla="*/ 1324947 h 1324947"/>
              <a:gd name="connsiteX2" fmla="*/ 0 w 6786466"/>
              <a:gd name="connsiteY2" fmla="*/ 0 h 1324947"/>
              <a:gd name="connsiteX3" fmla="*/ 55984 w 6786466"/>
              <a:gd name="connsiteY3" fmla="*/ 0 h 1324947"/>
              <a:gd name="connsiteX4" fmla="*/ 6786466 w 6786466"/>
              <a:gd name="connsiteY4" fmla="*/ 0 h 1324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86466" h="1324947">
                <a:moveTo>
                  <a:pt x="236376" y="1324947"/>
                </a:moveTo>
                <a:lnTo>
                  <a:pt x="0" y="1324947"/>
                </a:lnTo>
                <a:lnTo>
                  <a:pt x="0" y="0"/>
                </a:lnTo>
                <a:lnTo>
                  <a:pt x="55984" y="0"/>
                </a:lnTo>
                <a:lnTo>
                  <a:pt x="6786466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" name="CuadroTexto 16">
            <a:extLst>
              <a:ext uri="{FF2B5EF4-FFF2-40B4-BE49-F238E27FC236}">
                <a16:creationId xmlns:a16="http://schemas.microsoft.com/office/drawing/2014/main" id="{AB568CD9-DD71-45B0-AAE5-53591F3B1894}"/>
              </a:ext>
            </a:extLst>
          </p:cNvPr>
          <p:cNvSpPr txBox="1"/>
          <p:nvPr/>
        </p:nvSpPr>
        <p:spPr>
          <a:xfrm>
            <a:off x="1433513" y="1838325"/>
            <a:ext cx="5973762" cy="3698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dirty="0">
                <a:solidFill>
                  <a:srgbClr val="C00000"/>
                </a:solidFill>
                <a:latin typeface="+mn-lt"/>
              </a:rPr>
              <a:t>150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8500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750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200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8000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250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700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=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18550 </a:t>
            </a:r>
            <a:r>
              <a:rPr lang="es-ES" dirty="0" err="1">
                <a:solidFill>
                  <a:srgbClr val="C00000"/>
                </a:solidFill>
                <a:latin typeface="+mn-lt"/>
              </a:rPr>
              <a:t>ps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8" name="Rectángulo redondeado 17">
            <a:extLst>
              <a:ext uri="{FF2B5EF4-FFF2-40B4-BE49-F238E27FC236}">
                <a16:creationId xmlns:a16="http://schemas.microsoft.com/office/drawing/2014/main" id="{8560DE4A-7E99-4C9B-A8AF-52A00E5623CC}"/>
              </a:ext>
            </a:extLst>
          </p:cNvPr>
          <p:cNvSpPr/>
          <p:nvPr/>
        </p:nvSpPr>
        <p:spPr>
          <a:xfrm>
            <a:off x="6315075" y="1898650"/>
            <a:ext cx="1004888" cy="2587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sz="1100" dirty="0">
              <a:solidFill>
                <a:srgbClr val="C00000"/>
              </a:solidFill>
            </a:endParaRPr>
          </a:p>
        </p:txBody>
      </p:sp>
      <p:sp>
        <p:nvSpPr>
          <p:cNvPr id="19" name="Text Box 50">
            <a:extLst>
              <a:ext uri="{FF2B5EF4-FFF2-40B4-BE49-F238E27FC236}">
                <a16:creationId xmlns:a16="http://schemas.microsoft.com/office/drawing/2014/main" id="{C95A3F80-0E6C-4441-80AD-1D345963D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2" name="Marcador de número de diapositiva 21">
            <a:extLst>
              <a:ext uri="{FF2B5EF4-FFF2-40B4-BE49-F238E27FC236}">
                <a16:creationId xmlns:a16="http://schemas.microsoft.com/office/drawing/2014/main" id="{B773B3D0-6F59-4CA6-9FD8-AFBD3F99F5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4FE981EF-501E-42F9-A5DF-908314E59D42}" type="slidenum">
              <a:rPr lang="es-ES" altLang="es-ES">
                <a:solidFill>
                  <a:srgbClr val="171717"/>
                </a:solidFill>
              </a:rPr>
              <a:pPr/>
              <a:t>116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09EDBB92-5E65-43FF-9FE9-65751D4F4D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190EFF28-492A-4B25-9944-7F69169FF032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236663"/>
            <a:ext cx="10633075" cy="561975"/>
          </a:xfrm>
          <a:prstGeom prst="rect">
            <a:avLst/>
          </a:prstGeom>
        </p:spPr>
        <p:txBody>
          <a:bodyPr>
            <a:normAutofit fontScale="85000" lnSpcReduction="10000"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Camino crítico instrucción BEQ: 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PC  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if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(BR[rs1] = B</a:t>
            </a:r>
            <a:r>
              <a:rPr lang="es-ES" sz="2800" dirty="0">
                <a:ea typeface="ＭＳ Ｐゴシック" charset="-128"/>
                <a:cs typeface="ＭＳ Ｐゴシック" charset="-128"/>
              </a:rPr>
              <a:t>R[rs2]) </a:t>
            </a:r>
            <a:r>
              <a:rPr lang="es-ES" sz="2800" dirty="0" err="1">
                <a:ea typeface="ＭＳ Ｐゴシック" charset="-128"/>
                <a:cs typeface="ＭＳ Ｐゴシック" charset="-128"/>
              </a:rPr>
              <a:t>then</a:t>
            </a:r>
            <a:r>
              <a:rPr lang="es-ES" sz="2800" dirty="0">
                <a:ea typeface="ＭＳ Ｐゴシック" charset="-128"/>
                <a:cs typeface="ＭＳ Ｐゴシック" charset="-128"/>
              </a:rPr>
              <a:t> (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PC + 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sExt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(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imm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))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B9DB3517-B75A-4808-96D2-01D0B9545AA8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C5F632B3-5EF1-4891-B870-8CFCEB8EB46E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E79C4AAB-3294-4CFF-BE26-805BF557C4C0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2201CBBE-1EDA-459E-8F6E-990EBB538C4E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1352653C-9106-4FDF-BD11-E7D466ADC1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B6E324F6-A396-41BA-BE80-456674157D3C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B408832C-7C9B-4B91-9808-483C4A585658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D8470D3D-8E9F-4615-8B13-E1BD1ECC9FA4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A6D17659-5C6B-4024-AAD2-E9E8A2E014FE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6F5C1904-C086-4B51-BEA5-B81F19C401F8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35533" name="Grupo 340">
            <a:extLst>
              <a:ext uri="{FF2B5EF4-FFF2-40B4-BE49-F238E27FC236}">
                <a16:creationId xmlns:a16="http://schemas.microsoft.com/office/drawing/2014/main" id="{68DB8FD0-8B51-41BE-AD89-0C1D96A0432E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1CB5A960-8729-4C0B-9494-43DC586D9B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4BBBE364-EBF5-4A06-BC9C-1E23041D3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9E969BCD-00BF-48BE-9EDF-B3E3F6589F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13C6E44E-9E96-489F-8628-BADEAE91D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D34A65C8-659F-43F2-B7FF-84A288234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F3623F03-566A-471A-861B-C18B123CE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E18484BA-D078-4C87-B063-78E4E66F6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AF9DD31E-2941-49AF-8C5E-0A9DF11441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98D140B7-B3D0-4A46-8CB8-AC855F5DC1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52EAC5EA-DA79-4B0D-8CBC-78608B29DE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7F731992-4203-4D1A-B8E1-A5F9BCC897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867D47D4-82A0-4204-97D9-E1BBC16E4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890F9B86-F4D0-43DF-BBD3-9DB861325F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DBA39028-3B94-4816-84A8-64B9EB13A7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B10E1F74-A9EF-4AF0-B753-6654CC2CB0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4E1AB686-7C62-4597-845F-887E30594A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13A48A71-CEE7-4F8E-9F0B-6DAF4BFDF2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E7ABF356-7501-441F-BE38-91895E6FD4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70FFE1EE-4329-477A-9D63-09CB1E30F6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F1AB6F4D-DFDD-4E57-BEE0-13DADE8D98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87B9BA2C-EC41-4F5A-A1EA-3036E21E4D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D70A29B7-52E3-4D29-B1C6-C02BE885A0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3701C082-EC2F-491D-94E0-2C82903B79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A0B9AE78-1B6D-409D-B898-8E78C49EFB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E0314577-B21D-4CB7-950E-77A23800C5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67DD5820-7FF9-4597-A144-337C7FFF79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D26A515E-A138-44D8-A196-8ECC90B60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6AEF8598-1CD6-49AA-8DD9-F2FD7B1DF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E3448859-2050-4ADE-850B-1BF82D7E5C5B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35534" name="Grupo 370">
            <a:extLst>
              <a:ext uri="{FF2B5EF4-FFF2-40B4-BE49-F238E27FC236}">
                <a16:creationId xmlns:a16="http://schemas.microsoft.com/office/drawing/2014/main" id="{8E3A8328-5D2B-4600-952D-BAAE0E180092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8C2AB48E-EACF-44DE-AF6C-A05861C7A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33428934-4904-4201-9F4C-602B6B57EF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BDF747A2-B7A5-406C-9700-A4D3B2309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5F5934C1-8A06-4D44-AB15-161A4C06A3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56C5FC54-1FA0-443A-A0EA-987C61757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400C369B-86B8-489F-8945-72FAB69BE4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7E3E98B3-7EBF-4C17-8008-88F590A9A2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19E558F2-A064-4B41-B244-0DFF86A340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654890BB-7C66-4A21-B5BB-D9A13626B7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9AE5239D-9B4C-4CCB-8C17-DA7B06867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009E7C23-471F-48ED-8C70-FF98C6CA8C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1F445408-6240-4E37-B7D7-1FC5742936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6585E0A0-9AAD-42B0-98BB-DB118366D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1C8FE4C6-F67E-4136-9598-69EDD684D1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70BD94D6-CEAF-4A6B-850F-B23CAB4886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1DC85947-C80E-4A0F-83B4-D696D658EA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7D9CDD46-F362-46C2-86AA-444E59199772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410FEFBA-01B1-4292-9627-0853C1FA64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C7609C65-3B4C-48C8-8984-2770BB1B9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8B939BD1-8FBF-4AFF-9729-BF2A5E13A2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6BB12A43-454B-4BCD-9262-3E2A5120206E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8D5EA73B-B3FB-40ED-8876-9A3D4B50BA2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FCBD6A63-D307-47A0-8F65-D42E132CFE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21E0FCED-B9F8-4A7A-BD62-F8F56AF76F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2778918F-8604-4CA5-9571-0FF0FD2C99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DFA2525A-12A7-41F1-AD73-0CBBAEE287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B0841C55-480D-472D-BE3B-45B63F0831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95B52A64-65ED-48CC-8FBB-FBF1574B7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1499CC17-FCCD-42E8-9CEA-592F8DB831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BEF5DE58-1EA8-41A2-B88C-777215E6E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48CD6306-8E22-414F-AFE5-B5FDEC0363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F4791CE6-0FA2-4C9B-847B-C4C8E1A616C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31D6D35D-37D0-4471-85E9-6D34E64F8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E45474C3-2C48-4E35-AC8B-EC3B74EE8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9EAD8064-2EC1-4408-A2EA-D40932EF3A0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03C5AB6F-E902-410D-ABF1-33BC10DF612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5575AB2E-7DCE-4AF0-A79B-822B17B9A981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B79D1FAF-EAE3-449F-8E65-BA117BEE667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35556" name="Grupo 409">
            <a:extLst>
              <a:ext uri="{FF2B5EF4-FFF2-40B4-BE49-F238E27FC236}">
                <a16:creationId xmlns:a16="http://schemas.microsoft.com/office/drawing/2014/main" id="{F7B9924F-B53D-40D6-A2DC-2163EF508900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B7C79F81-0558-4301-8D58-DE4ABDBE5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8D1C0F13-FB87-484A-A5C5-03B537DD9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76FA0ED0-FCF5-4485-BE22-60D4EAD8B5E4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92164F55-8B68-4F49-B5DF-3DD5790E74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70AD1D54-A03A-4482-A374-B730B5E0A0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166C7400-4CB4-4E12-9CC6-B44D852548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D22D1901-61B3-47E8-B0FB-69B5B8F518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EF32C078-6F05-47AE-BACA-C9253016D73F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160A31B5-121A-483A-B4C9-12F0479E16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0AA2DFDE-424C-4832-91EA-7D16BDBAFF1C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F457A4CB-EA8F-4F3C-8332-95249286A7B6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56E4D582-9F3F-4D57-A415-271FF4CD13E6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EEF46CE4-62AB-4843-9277-23B447C17F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4DC4E602-955F-4D79-BB4E-1F8BFB2D5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D987B84C-CA9F-4159-85D6-07E277C24AB3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FD1235E3-30AF-423E-B3AE-30CE4ECD1990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BADAA394-CEC5-4B00-B89E-652A4842831C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5567" name="Grupo 428">
            <a:extLst>
              <a:ext uri="{FF2B5EF4-FFF2-40B4-BE49-F238E27FC236}">
                <a16:creationId xmlns:a16="http://schemas.microsoft.com/office/drawing/2014/main" id="{84FB3CCE-0F4F-4B4D-B688-56A056910D27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D272A251-A13F-4E25-8208-BB3FE50D4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2A079E6D-BD3C-4B43-AD6B-534103814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8EC04913-B4CE-40C4-A41D-FD7BD7592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D406BE52-49A5-4437-9F93-96AE3A0455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570A3AEB-EEFC-4262-976A-0CDF45FBE3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A56182E0-54CD-4E06-8E29-E67B5DA86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A04B374C-7E2F-4A21-B3C5-4002F8D341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B4805B50-AFEA-4859-94F8-8DF1C17FC9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CB4ADC98-BE3C-4E83-A91D-F86F7F0121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F4A70507-E127-42CE-8612-F24244D46CAE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E7E2DB34-A81D-47A4-8108-DDB62FEBE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44750617-4155-4D50-87EE-8AB1208066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9639F279-F04B-4313-BBE1-5C736B0C0465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5F62BC61-3A7D-42D8-8F28-01B525FEFC4B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CAD34F12-C32D-4BD5-BB3C-3BB5ECF51A72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0BC6FABE-DF6D-44DC-9D6F-032FFC8130AF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CA3E85FD-2C66-49B5-8B3A-1DEACE6C87C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5B9459E5-4F0F-419B-BBCC-3E755890E3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A6945A59-D295-4A36-9397-5520C7AC763B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5575" name="Grupo 448">
            <a:extLst>
              <a:ext uri="{FF2B5EF4-FFF2-40B4-BE49-F238E27FC236}">
                <a16:creationId xmlns:a16="http://schemas.microsoft.com/office/drawing/2014/main" id="{875F775D-3EE9-49E1-9B38-0F45FDFF2ABD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EA66E522-3FBC-4E8B-A261-01C231D911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7284E107-67F7-422A-951A-7A323E8904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FDCF5E64-6A60-4A52-AF5C-2C4B962F95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E68E1557-BFF7-436F-B2F7-83F0CD756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470F579C-2569-4AE1-9890-8F34445C1D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B2299999-3221-42A0-8E92-9816357132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72D520D3-4D55-4FDB-91EF-DFF509F8FB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572F712A-853F-4548-B843-2C58052851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4D9F85DB-3C00-45EB-8162-65DE49F464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D2D91E45-806C-4F31-826E-82EB569875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8F36029D-EEFA-4F7A-B955-808711174D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E2B2FEC5-597C-4565-ABB6-4043DB7A9E6D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E17A06A9-F324-4693-9247-838AB9826EF7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A8C22A90-D96A-41C2-B252-F3F46D1E5735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5579" name="Grupo 463">
            <a:extLst>
              <a:ext uri="{FF2B5EF4-FFF2-40B4-BE49-F238E27FC236}">
                <a16:creationId xmlns:a16="http://schemas.microsoft.com/office/drawing/2014/main" id="{23162AC9-6AD1-407A-A4BA-ED03244FB17C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550AE41E-42EE-4785-A467-8CCA84A23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B5E6A2A3-C3F5-4A27-BDC2-498A389C1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8AE0C504-E716-4A53-ADC7-29F432DB3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4439329E-7A40-4EAC-8867-5527293E3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648606AF-2148-4EAA-8476-C6A3A8E0B6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ED25DFC6-D55B-4107-94B3-FDF67BD64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A56C450D-0688-4482-82FF-D0C2D3572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A89E0A85-6256-4E12-8BC0-2B4D45532BD0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F8E7E5A0-A6BF-4A20-90B5-EE89CF0EB5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35580" name="Grupo 473">
            <a:extLst>
              <a:ext uri="{FF2B5EF4-FFF2-40B4-BE49-F238E27FC236}">
                <a16:creationId xmlns:a16="http://schemas.microsoft.com/office/drawing/2014/main" id="{5A5E0426-B96F-4615-A212-FB193607DF63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1F05E8B8-4806-4CA9-880C-162D138C3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E74B6834-976F-482E-B666-D8C47AF9AA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6C693581-122E-43F7-A144-BA61F52C30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D1581EBD-A27C-4099-A710-4C0FBB707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7D405416-0C46-4542-B442-73FE4A9749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F1FF6D1E-3FF4-444A-B161-098C18B674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9D5A6F89-4E24-4085-8514-24CC595640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E19AEDE0-AE8A-491B-AD55-18DE59A333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CD11D08A-F098-46B9-8FFA-CE2CA7FF45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6A1AC2CB-53CF-4B9D-82A2-5E69332436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921A8C8F-0EE5-49DD-9043-87686EF4F1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65AD8816-FCC4-4EC6-B1E6-D30610EE6EAF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4C1CD281-E125-46CC-8ACA-396E1102FB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B3645010-BC37-423F-A7E4-B617313A094F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5584" name="Grupo 488">
            <a:extLst>
              <a:ext uri="{FF2B5EF4-FFF2-40B4-BE49-F238E27FC236}">
                <a16:creationId xmlns:a16="http://schemas.microsoft.com/office/drawing/2014/main" id="{0F3E4D31-C4E7-4339-87F0-DEAB3DE3CB12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E99268EF-8818-460E-B727-D6BE960D6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352D9101-100A-415D-8C86-655760119D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8570B3BE-A61C-4319-84C4-8B53036FA1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0A2B3CF7-A393-4A2D-A833-6526FF2C3A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AD885388-6CEE-4D86-A1BB-369B0E4F66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54EF5A2E-0C46-4222-963F-B4AB08B162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B4D6336B-1DA3-436F-BA1C-02B6793064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3D2DB211-404F-416F-8F6F-CCFAD83A6B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EA4399E1-BEA5-42F6-BEF1-54282BA02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57FA7B25-C505-46DE-9A0A-F3184A1C6F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3AD5F981-6F24-4588-B9FC-7FA0962BAF75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5586" name="Grupo 500">
            <a:extLst>
              <a:ext uri="{FF2B5EF4-FFF2-40B4-BE49-F238E27FC236}">
                <a16:creationId xmlns:a16="http://schemas.microsoft.com/office/drawing/2014/main" id="{9742F8B5-F126-4098-B2F6-6AD440C374BB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BC3AADE6-B3C5-42E6-997A-4AEB8A428B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025BED80-9BBF-4D29-9015-D9CDC98A6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6CBD033F-87D5-479E-93A3-CB0350400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FBCD4398-A649-4828-B48F-EB727811A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2E77F410-8A9A-4D20-8695-F9B516125D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7F1B9794-EC6C-4B9B-8429-7E91AF0A80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54FC4A1D-9A87-47AC-97DE-5A9239CDF2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E66177D6-4D20-414A-84ED-EBA9315816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FF855864-972A-4825-8D13-D0A418210751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D5E6F092-78F0-4792-8A68-B76C85E730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42ED5D3D-D25D-4C8B-954B-DCAD37930B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A5F03357-EBA6-414A-B0E0-7D1BE92C62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835891C9-318C-416A-9912-00A2F43A87BB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2AB47D3A-577E-42AB-8460-9C40620B247B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9D5D4CE5-5723-486E-AA29-3BCA5C3CD7C7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5590" name="Grupo 516">
            <a:extLst>
              <a:ext uri="{FF2B5EF4-FFF2-40B4-BE49-F238E27FC236}">
                <a16:creationId xmlns:a16="http://schemas.microsoft.com/office/drawing/2014/main" id="{CEE6AF6F-DAF5-4A65-885A-D9AC068FB128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C2612F23-4BA8-4BBF-8953-CE9180CDAE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FAA8F4FD-5FE2-4AA1-B08D-E58B8DA99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24371FF2-A0FF-4D51-8BBC-25164F5B9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9109EE82-ABFF-446B-AA9D-DDD47011F1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12DEF444-2918-4567-A4E0-8158A1DA5E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55D2ACBF-BB5F-4C9D-98C2-F99C9E11FA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C7E75255-6AC6-4DCE-AA1C-91190D9AAA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B2F496D0-7EBC-44DD-8859-71101F71BE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0878194C-D177-48F7-BD1C-87C57182C4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7085E10A-C908-428D-8ED5-FF22314B26D9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49B0E948-5711-4500-83A5-E3B833EFE8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76E15DF8-7750-454B-890C-48DDB1464F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9D9AB4A9-E1C1-4948-9A32-8EF1A31F0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3AC3400E-44DA-4A36-B4DF-8F133860B7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B19E7B45-FE59-48EB-A9D4-B670D606E9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86427BC1-50CE-4566-AA24-5FB49C1B2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26F55B67-1837-42F5-A172-643019ABC3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10E87760-6DD3-4D3C-90A9-34E8BC2766C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CEE750AC-DEFD-440F-80E4-FE5766091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554A0982-9474-4375-AC30-6492CB1927A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1EC0067C-C7CF-4D6E-B43A-ADFFC92C7269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9AC329C3-C317-48F5-8912-2C5F712EE2D8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F9B000B9-40C9-41DC-A731-1C377A1F0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4707CB28-C909-4E4C-947A-22B97A92B256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E55F7F0E-00DB-49D9-8241-85F1FF56A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A9C20B1B-9224-4D9C-B885-CA56B057A58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C04E93C7-F7D2-4956-96B8-59035FC254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89B8EA32-6B6D-494E-B45D-A559E94B70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765D8C79-4F82-4D22-B7B6-AB30C0996A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B6FCDA90-1A9B-47A6-A633-506191A686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071EB239-23C4-4C4E-9C16-1517E5B558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6F5B58EA-5A61-4D24-B575-A7CBB5531D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F70D277B-5C4B-416E-9963-F14E8E5981A0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5607" name="Grupo 550">
            <a:extLst>
              <a:ext uri="{FF2B5EF4-FFF2-40B4-BE49-F238E27FC236}">
                <a16:creationId xmlns:a16="http://schemas.microsoft.com/office/drawing/2014/main" id="{920239F4-C4A9-4FA6-932E-1E742226AC9D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933E4BF9-6977-49D4-B959-E583CF87EC21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7367221E-ED2D-44B0-A9F3-7A80A702082B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952B65EC-3F7E-47DE-80BF-A770D6BEDFD2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56C8832B-7237-4315-82C8-88A87694063E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E70A0FAE-117A-41B4-A6D8-9777F31CE5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6B3F5480-A2C1-41A5-BCE8-48D2B9AA96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A068C294-013A-4934-980E-8FDCD6211E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B9BAD247-5761-403B-B1F3-8E8CFD7D50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0D13E669-DAFA-468D-A2D4-6CD556F87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16EF2A43-43CE-494B-B5D3-617510FE1C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9C731163-A57E-4E13-87E9-143F6B0F37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38686828-9B48-4B0C-9B0B-B56D33DAACD8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00166D78-D270-4E22-AE13-4731BEAF36D1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DB3B1042-1BF2-4E88-B043-72AE28EEA746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DA02786A-3A84-4967-9F30-A9196BEDC07A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0E16EA94-6E3C-4065-97FC-4D4863E2EA26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F631E50A-E192-4E35-9063-8694E0B4D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9264A458-66A5-4998-9ADB-11061CFE5C7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7162AB46-FF4E-4C28-AC0D-3A199DEFB3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0B5B2240-036F-42BB-9B8B-E26B496E247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661CCEAB-5B29-4FDB-AAFD-2B8C9C8DA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349CE017-F201-4C6E-B818-84A2CFF7728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5D12B16E-88F6-4D87-B861-289B20B147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E5B69BC7-9C3A-41A3-9B11-9DE2C0993B9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CCD240B8-5EFE-47A8-A60C-2BFB81456C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8AE78D1E-3E54-4133-BA20-31DC5DD1D02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925FD64C-202C-4DEF-B6BE-D8A6D181FBFE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C6E076C1-EB7A-4C14-AF48-34C53045C896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05A6299B-02E3-48A0-A113-4AED39CBD944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C32E6508-32BF-4E33-9F4A-B5FA290071F4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B26D5070-9319-45E5-AE72-BE412E1C0C46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4C35323B-FC5F-4C73-8FA9-C70D68C88895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DBA9C312-C0AF-4779-8296-EC47194E34BF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671386ED-B545-45FB-81D9-36E9C37D2246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6F746EDD-93F1-442A-A4B5-4774241F18D4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927707C2-AC90-47F4-9374-544960A838D1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67FB8619-A0BD-4BA8-8B37-F7CE8070ED72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8D03ED31-56E4-4056-B94F-C7981A9CE424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A3AC8739-965C-4F1B-A52E-A193A29EEB4D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2FB0C85F-A7DC-4299-A349-C8D1C75F9324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FC43FA88-D3F4-4F0D-84E7-FB3E1BC1FC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3E7B1F48-0A26-41BE-B814-8941931EF6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BEBCEF7F-A76E-4573-8480-ABE62920D7D4}"/>
              </a:ext>
            </a:extLst>
          </p:cNvPr>
          <p:cNvSpPr txBox="1"/>
          <p:nvPr/>
        </p:nvSpPr>
        <p:spPr>
          <a:xfrm>
            <a:off x="8526463" y="1554163"/>
            <a:ext cx="2636837" cy="46196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2400" dirty="0" err="1">
                <a:solidFill>
                  <a:schemeClr val="bg1">
                    <a:lumMod val="10000"/>
                  </a:schemeClr>
                </a:solidFill>
                <a:latin typeface="+mn-lt"/>
                <a:ea typeface="ＭＳ Ｐゴシック" charset="-128"/>
                <a:cs typeface="ＭＳ Ｐゴシック" charset="-128"/>
              </a:rPr>
              <a:t>else</a:t>
            </a:r>
            <a:r>
              <a:rPr lang="es-ES" sz="2400" dirty="0">
                <a:solidFill>
                  <a:schemeClr val="bg1">
                    <a:lumMod val="10000"/>
                  </a:schemeClr>
                </a:solidFill>
                <a:latin typeface="+mn-lt"/>
                <a:ea typeface="ＭＳ Ｐゴシック" charset="-128"/>
                <a:cs typeface="ＭＳ Ｐゴシック" charset="-128"/>
              </a:rPr>
              <a:t> (</a:t>
            </a:r>
            <a:r>
              <a:rPr lang="es-ES" sz="2400" dirty="0">
                <a:solidFill>
                  <a:schemeClr val="bg1">
                    <a:lumMod val="10000"/>
                  </a:schemeClr>
                </a:solidFill>
                <a:latin typeface="+mn-lt"/>
                <a:ea typeface="ＭＳ Ｐゴシック" charset="-128"/>
                <a:cs typeface="ＭＳ Ｐゴシック" charset="-128"/>
                <a:sym typeface="Wingdings" pitchFamily="2" charset="2"/>
              </a:rPr>
              <a:t>PC + 4)</a:t>
            </a:r>
            <a:endParaRPr lang="es-ES" sz="24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" name="Text Box 50">
            <a:extLst>
              <a:ext uri="{FF2B5EF4-FFF2-40B4-BE49-F238E27FC236}">
                <a16:creationId xmlns:a16="http://schemas.microsoft.com/office/drawing/2014/main" id="{6411D6E4-6EDE-4721-9D67-1FDB9E27B1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C91ABCD-EA8E-421E-955E-86138C88F1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E70CEB2-BFA0-4B31-9F8F-CDE4C1E8AEFE}" type="slidenum">
              <a:rPr lang="es-ES" altLang="es-ES">
                <a:solidFill>
                  <a:srgbClr val="171717"/>
                </a:solidFill>
              </a:rPr>
              <a:pPr/>
              <a:t>117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9B087A3-C0A5-4AB5-9470-177DD727B7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A5933ED1-04A0-4027-A29C-0D7983331927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A112D12B-1A6D-41A8-B343-746108A5013A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B9B41E8D-1515-49EF-BDD6-DAE29BDDB990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D21D8648-3E9E-4AB0-AC02-FD9E4EDB9927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D85132F6-422E-4633-9695-E8C1BC8DA0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00BCD30E-CAFB-4C39-95D0-FBD88407D07B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BB5FE200-5070-47DC-963D-829321C1BDBE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EBFFCE8E-7982-4346-ABE1-F7B29EFA6ED8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91992D07-925F-46D2-85C5-FB7C5802A6CC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EEA1142D-991D-45E0-A31C-ECB9D2AE9DBC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37580" name="Grupo 340">
            <a:extLst>
              <a:ext uri="{FF2B5EF4-FFF2-40B4-BE49-F238E27FC236}">
                <a16:creationId xmlns:a16="http://schemas.microsoft.com/office/drawing/2014/main" id="{9ED4B575-55B4-433A-8567-82521F3D3554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D62E8F34-8BA9-4386-903E-BB339A9AF4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A91C5D35-A628-47F8-A79A-133B2E3D9F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5764E485-0CDC-4259-BA42-04F568F151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A0B2CBA9-4539-4B39-B0F0-DBEEF6A4CB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F09A89C7-91B0-46AA-907B-ECF2EB5627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6BD03219-8079-4CFD-A1D5-57933DD610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5427526B-88BF-446A-A5EE-8C7386515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719EC2F2-C9FE-4BB5-8FEB-A1B1151720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A8B362E1-6FFD-4181-B588-C7C1B05F6A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1510A221-5407-4727-96C0-47ECF46E7A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C03CB3F1-B234-46E9-B55D-BB8C4B0F6F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536A86E2-FE62-498F-85B7-8F81C596E5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D7A0FF0E-108D-4702-867A-78FE921D2D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AC494F98-546E-4BC5-878C-9CED996823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AD8E6455-F0AA-440E-8A3C-265183A3AC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D2F0B21F-B0EB-489C-88AF-DD6F126E6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CDF6FD23-567F-4126-81D3-C169E06D1B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7E123F66-13F9-4258-9599-09F1FA849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161E2B76-7D91-450B-B172-83ECDA210B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CF14870E-A058-40A5-9629-9B960F0B5E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9E6A1FA0-E696-43BB-B15E-894860B68D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9B2DABFF-AEC0-4CE3-9C62-DF113B8CB9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7D518B51-26C4-4B92-A32E-21E7763868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797EA894-DB4A-4E23-958F-F27B0B672B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D5D41905-6CC1-4259-AE0E-0E457CDE8E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8CE2265D-7F4D-45DC-8E9E-AB0CF3F4EA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A5232EDE-1A70-4EE9-9C21-5EB1C32F95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BBB2DF0C-CB66-4FCF-80FB-2B34B0394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9CA128E9-CDF3-4DEF-ABBB-3CBCBBB4FDBA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37581" name="Grupo 370">
            <a:extLst>
              <a:ext uri="{FF2B5EF4-FFF2-40B4-BE49-F238E27FC236}">
                <a16:creationId xmlns:a16="http://schemas.microsoft.com/office/drawing/2014/main" id="{0E42BDD4-F216-414C-819E-F83139612924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BC7EF126-127D-45BF-BA9E-35B16E5CA0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0E4B6C36-49CE-42BB-87CE-D64072DC79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A374F666-8DC3-4405-9F73-96BD5BC50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9C6B753D-6085-42CB-B897-FA175D56B0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2DA39EEE-6CDC-424E-9FAC-0C5E72A12A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E2FB73AA-AF82-4F43-AFEC-DEB36A4E05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3B303B45-3917-4C87-A568-A640764866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B1FFA1D4-AB27-493B-95DE-6B951B5960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DDD92F87-E725-4ABA-8621-A7D264AE5F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F12376C7-547E-464E-9D28-2B6DFC8E2A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0C4ABD57-1C81-49ED-9B0D-D74ADEAA1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D7941134-8F00-4749-9E2F-B64F5AF4CB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71525C40-BF5D-497F-96C3-46F361457C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C75D1520-4F8A-4A7C-B1CD-5AC76CAC09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5BE1E505-EAB4-43ED-B2A2-B0468576C4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93D8B54D-F72F-4036-A631-0E64906842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89EE6E2E-E185-46DB-88D7-A8996F24C82A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79B4E97C-F645-48FC-8C05-020AA593C0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10DF1B4C-EE10-4598-8F04-6B3649CC95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97857520-943A-4BD6-B22A-1E117C97CD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FCA867F7-5003-4CAA-996B-4650A8DE75CF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8E5F7634-3F7A-40F6-B4EA-112A02751D1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F2D8CF05-4521-418A-9087-D6223E4F8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45A77051-FA37-44AB-A809-1420A38FB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D5620654-1C38-47BF-899B-AB5C91F39A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930E87D3-0A48-407B-94B5-A12E265BA8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5F085C32-1A4B-4D48-A71C-E87B4301355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2AF2F68A-5DF7-4530-8203-DC14F044A7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BFEFA191-96A5-4919-9B84-975EEDAB34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C1AEB05C-CDCD-4129-B217-CAD8C6257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8B87FB5A-CE43-477C-81FE-85882F00E1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8D06A62E-597B-44DB-95B4-7FB86E406DA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AA105611-F30B-4AFE-9614-E9F2ADB4C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7911B810-F72D-4A29-9C5F-3B426D7341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255C9687-07AE-4476-AF54-002FE83BD00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630EF1A7-C514-4A5F-B56C-C110713D26F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4187E05D-2171-4F8B-982F-B42436F5980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8023B719-963A-47AD-87FA-9CFB3160A04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37603" name="Grupo 409">
            <a:extLst>
              <a:ext uri="{FF2B5EF4-FFF2-40B4-BE49-F238E27FC236}">
                <a16:creationId xmlns:a16="http://schemas.microsoft.com/office/drawing/2014/main" id="{554F1D2C-9FEE-42CF-B684-601B3EF4AACB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F38F39FE-49EA-4A1E-866A-3E21A7A76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F92CAC01-EE11-450B-8156-19D6DA13F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11922FAF-92A8-4B6E-A6F9-B39C631E7A5A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4CB23EDF-65E9-450E-8C06-318E242EEC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8720E34A-8B93-4573-8C5C-4816DB8328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546F06CF-8C14-4EF5-84A4-24B6EAA57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5AC3155D-EBB5-46B2-BAC4-149AB0312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5065B9CF-61F6-44F2-BC7B-C7A614A1212D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34C688D9-8D53-4046-B191-B4320CDB0A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157148E7-E90B-47FB-BD93-33CCEA251E6E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7E59885B-0743-4FDC-8163-5C9765E5065C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4EA67216-08F3-4700-8946-AAB0A1E05C58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D40835E4-5AC5-447E-96DC-F090086630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F40DA0DC-6F93-4AAF-A3FB-2C3D4F1155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BA9FF531-FF21-42CF-94A7-70D01803DCB6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1519EF71-A4C5-4D91-8C81-1C7AF0048BF3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53441906-6ACD-4A20-9333-2D25C9DF9C6B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7614" name="Grupo 428">
            <a:extLst>
              <a:ext uri="{FF2B5EF4-FFF2-40B4-BE49-F238E27FC236}">
                <a16:creationId xmlns:a16="http://schemas.microsoft.com/office/drawing/2014/main" id="{7C106D14-2FFD-4759-A5B5-B387B5ABEACE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A0BBC81E-A49D-439B-855A-44A4BAAE6C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C057841C-A291-4D07-BCCB-16784433B5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7F6D7FAE-7A3D-4A65-BFE8-620273693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87E69582-9517-4CE8-8E06-97CA9C54CB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9EA904CF-7FE6-41D5-A258-2AE77D74F1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1C0D0EC4-7FF0-4187-B716-D32DB203B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13B806B2-4B0F-404B-9515-6177A454C2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CA23A553-7A6E-4D0E-9E5D-759E9654D1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E80422E0-FC73-4834-8421-A4683C7810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AA36DD20-5C81-46EA-BA32-62A469C2CCBA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5855844F-274C-4172-85A4-E07128A36A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1584E423-AF1B-4638-8B9D-CDC9A1F6DF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7B6A5AE5-CC42-47F0-BC34-86087DDD4DB5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A271122D-9A5E-407B-A73D-1DC055D507DE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D57F5B44-86E0-4998-913E-333DE8FF0101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C4EE6E2E-7F08-435A-9A0F-24C12B18E82D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2BAC7FD8-7F56-4F4E-9DBF-EDC6D3DBA874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62E4E6A0-5B39-40D9-8C34-1B9FAA38CB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E9767814-D0F1-4ABB-8B82-20B900F4242D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7622" name="Grupo 448">
            <a:extLst>
              <a:ext uri="{FF2B5EF4-FFF2-40B4-BE49-F238E27FC236}">
                <a16:creationId xmlns:a16="http://schemas.microsoft.com/office/drawing/2014/main" id="{DACF991C-1D3D-481C-8CD1-276A4CC2E494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533C7223-8BBF-4292-89DA-410D4CE1E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69E894D7-C969-479A-BFCE-52893412C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DAAC5ECF-2508-4EE8-BA66-4D94DEC786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7BB12993-7A4B-48F7-A513-25B7428A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BA9FB756-2BED-4DCE-BCBE-73AC702305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6569D18D-FBCA-4D4B-B841-3D3D0AAB22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41DC91B6-B834-456E-A774-56437BC588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A22B6E8A-EB70-4615-A239-44E095BF9D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279245C9-C305-490C-B6C3-9A2B8ECA3C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A7DCA670-8AD5-45A9-AE03-511F8150EC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9D3C97FE-790A-4A1C-98FE-C68E0F989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D7F5AB2C-6284-447B-8EE9-2339547BEDBD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F5E428C6-C523-4B32-9FBE-09C239B0DCCC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B7BF76A3-4A15-4FDC-9F88-3A26BD07B963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7626" name="Grupo 463">
            <a:extLst>
              <a:ext uri="{FF2B5EF4-FFF2-40B4-BE49-F238E27FC236}">
                <a16:creationId xmlns:a16="http://schemas.microsoft.com/office/drawing/2014/main" id="{3F0B9686-0C75-47BF-A644-391011704148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665CDE22-9DCC-40A5-9691-BC0380E7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04FDBC76-209B-4013-8930-F64752098C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2BAD9778-3E38-4BAD-9B27-4E169D7D3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DAA49E2F-DBB6-4F9C-AE5E-091334923C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CC5C85AC-D3D4-4429-9D5B-39A63A6119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839A5C99-FB33-4176-B172-0EBE30EC4E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9C21734C-BE85-4F3F-90E2-62DB95964B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73EEEB9C-2B29-4739-A8B5-5A594E4CB0C2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7A70AB9A-56D8-4049-9D80-2B1E8C101A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37627" name="Grupo 473">
            <a:extLst>
              <a:ext uri="{FF2B5EF4-FFF2-40B4-BE49-F238E27FC236}">
                <a16:creationId xmlns:a16="http://schemas.microsoft.com/office/drawing/2014/main" id="{F86CA947-0F19-4E8D-B521-C3F97033BF99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DCA3EEFE-F82F-4480-BFA5-192872657F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BD64CF25-E4F7-4140-B50B-B651ADDCEA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0116F1D1-0DC2-4FAD-82D1-9B9AF4B30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915316FC-EE83-458E-945E-FE503CEC5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913352B5-E19E-4DCA-A75D-C63B12FF76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152CC787-1D7D-4429-A4D6-56660AC901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0D8478F6-0E65-494D-95C6-867F55F4E3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738A6A6E-AB92-49FA-85B6-B90AFCD728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2496D189-CA1C-46F1-A702-CC9CD3F574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80A43839-B91E-4648-AAA3-5EA3DAD0E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D525537D-3FA4-467A-B84C-29C42AE7FC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D3419D5B-7B96-43BB-ADCE-613D13141CA4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A341B940-F1E0-419C-B1FF-697E211C26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E6EBF940-3A8B-4542-9464-87851D00916C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7631" name="Grupo 488">
            <a:extLst>
              <a:ext uri="{FF2B5EF4-FFF2-40B4-BE49-F238E27FC236}">
                <a16:creationId xmlns:a16="http://schemas.microsoft.com/office/drawing/2014/main" id="{CE3ECD53-8B81-44B0-9DFD-6CEE342171A5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B16EA9BF-E7BF-4CC3-962C-8F29ABCB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4A4E485B-0395-4995-BD5A-EF062E2A5E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03A36217-E211-4AEE-A849-C67AD45DF8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35CC3D09-6BA0-49D3-8F87-161C8B6FD3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2C51992A-5855-481E-AE5F-2DB92B76F8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FBCF3748-DA2B-41F4-A3C0-D1EDC588A2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D36E46B0-EC8A-44AC-A1A6-62A1EE6902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EA77F076-F45F-4B8E-B6A3-623FC72CAC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5AD4C8A9-FE3A-4A6D-8CAC-416A80A296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1E7E0BF3-FD6E-4B2F-A971-53E84E471D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A213991F-9961-4D01-B7E2-72D1CC35E4AC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7633" name="Grupo 500">
            <a:extLst>
              <a:ext uri="{FF2B5EF4-FFF2-40B4-BE49-F238E27FC236}">
                <a16:creationId xmlns:a16="http://schemas.microsoft.com/office/drawing/2014/main" id="{3AA28E8F-E450-49B2-AE45-0C188FF63B32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600E646E-4149-48F6-9C53-9370B74EA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85D50448-35B4-4C47-8D7A-1BA399A8C3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A8B7626B-F664-4CC7-9A68-6F560558A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F5FA0A6B-E3FB-499B-8EC9-47A259485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7A7430A3-FA1E-42C1-AB9C-FEB7B86E4A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2CD8069F-3FD6-440F-8F8A-A2856B5B08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1533ED8E-D19A-4F56-A13F-22DB40B36C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7AF8C3AE-F98B-4E5D-B033-3008EA1F7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EB9DC669-9AFE-4DC1-8947-DC08B2012E7A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AB556CAE-41A3-462A-82E1-662FA26C7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96D43E3D-3FD8-4211-A38E-453F33D328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775A9EC5-9994-43A5-8071-F8B2ABD68C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BEF0BDC1-D870-4D6B-8BD8-66D5D30CB1BD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336FE7BE-9366-41AA-B26D-90C6DCCE41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55434A2B-CE59-476B-8E9C-195E85C2FF3C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7637" name="Grupo 516">
            <a:extLst>
              <a:ext uri="{FF2B5EF4-FFF2-40B4-BE49-F238E27FC236}">
                <a16:creationId xmlns:a16="http://schemas.microsoft.com/office/drawing/2014/main" id="{4364DFF2-A7D3-46F4-BA5F-8F319DF41435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F0F19685-150D-4AD1-9824-F89FFFAB09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90F221F9-358C-41A8-98B4-2818A84E8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E0A32661-E159-4858-A2B3-A0E7645719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A89D30B6-E9BC-4F15-9A24-1D7C1149C9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EDE6F512-11CE-4209-9102-53573B6C8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4DEAD56A-15F7-4F52-B0DE-693A769D3F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AF07A701-BCB3-4977-BE45-3E1673E869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987FC8FD-16C3-498F-AE00-3373937A29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8D94CA00-45C0-42C2-B108-7792EF4D5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68A7715F-2B00-47F1-83CB-0D38E26D994C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C6241E8F-12A9-4EAA-9684-30735395F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55603961-A166-49B2-BDA2-B8A6782A4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B0820F2F-35E2-4066-8725-3D07F3F30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AB771458-A181-46F6-9BBE-B8856C311C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9C37F457-74AF-4B41-A833-EC34CE19C2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ACA3740E-E511-479D-9A92-CF1224110D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B8BE25FB-0848-4A03-8CE4-4B41DE3422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118C53E9-1713-4436-8363-21A2AEC218F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EFD7C0EC-8E9F-4086-9BD8-1918DA7DB1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D6A5603F-BE00-4FDA-B122-1A3FB19FD882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9295B6DE-19A0-47C9-A9EF-62FB09DBFDE8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BC70F572-CE2D-4163-A018-AD87DFA30D7B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11ABF484-12CA-4B4F-882D-D8484D317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5F9AB934-9EDC-43D1-9917-4B4A2423203B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6F32BCCC-29A1-43E8-A851-51CF58290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CC9B216C-D5A9-4EF4-B9B4-4485CD2580F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ED129816-801E-4984-98EF-07AF56A17F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F628343B-B3A5-40AE-BA5F-FBD4BECBB2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950E7361-577A-4943-9DC0-03FAF50A14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5A31A510-E79B-4894-834F-24D601AA0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B1F03F78-9E36-44EA-9C3D-0E94FC2199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14DCA566-96A5-4804-90D0-582B494F97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E225DDDA-B838-426D-8F88-84D6A256A237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7654" name="Grupo 550">
            <a:extLst>
              <a:ext uri="{FF2B5EF4-FFF2-40B4-BE49-F238E27FC236}">
                <a16:creationId xmlns:a16="http://schemas.microsoft.com/office/drawing/2014/main" id="{A4C2EC22-508A-4477-B9FC-CA4FCA282FA7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CFE3F11F-E19D-480F-8760-941AD33E5663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CE8CA634-0627-4D0E-A896-0FB0C2FDAE69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B7686D24-D9FC-42AB-86F7-072A6F86AE3A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B60D5F04-B83D-4906-A027-8B22892F97AD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0AF89010-89C8-43F0-8D40-E26B0C0CF0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E332B574-2879-4F9F-A65F-24DCF458E6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2E6470F3-1311-4C07-8959-C87DED5A7F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71B75BC4-42F2-4C73-8540-AADFC59DF5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BA2825E5-0CA4-4E1F-BC09-8CA9CDDE27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7EE9A0CB-3917-4B04-BDCC-8A302638BE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4B8DF74F-C611-4B5F-A32C-35E2EF0109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BB422CF7-6003-4822-9301-5C293D847D4B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D95B22E2-248E-4D2F-BCE2-20300BDFEC03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C80DA1A2-357F-49C1-BE27-B5516B7016C8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48C8B8F6-4124-409A-995D-AE542BE2B19C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DD45397C-438D-493B-AF58-B9659DA3FC0D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6E8CA99F-0BE6-4556-B192-6F1BC031EC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A181B2A1-9AD7-45D7-AC9A-EFA059FF377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68FB7FE5-89F8-4DCB-820D-A9FF610D2D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CAED3575-F809-40C0-AB56-8CAE1959215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0BB83790-DF67-448D-80FF-AA287868C1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8AC4D8FD-AC7D-460A-A2D3-CC1DDE2DED1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03B80322-26EF-481A-952A-902C9E001E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8C0E4082-EEAF-4D44-A84E-29AD83101ED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79E10CE7-2172-4DAC-A645-90F8DCC33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2EBCED1D-1B71-4059-9DF6-1FA61A0DAC1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9F96205A-711C-47D7-BA42-82481A3E6FF9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5A81DE0C-6871-40B5-83A7-859C55FE8178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7C000289-0A28-4EE4-8D71-24DFD7F17F52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AE8880BB-14F0-4E70-81B3-815E2E3ED7C6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78307039-1F39-432F-8611-BAA649CAA98E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5">
              <a:alpha val="2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5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AF3101D4-2811-459C-A5EF-6FC417BEB3C1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A069383A-793F-4DC7-AA6F-950638DF5B81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5">
              <a:alpha val="2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5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20DF0D31-6EFF-42BA-9A7D-B87455190F31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743D11A7-1C5A-423C-912B-FCCFCD29D523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5">
              <a:alpha val="2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5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B9C26B38-E622-44AF-80D7-E18EB8C63372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7BE41704-32B7-4E6E-9AB9-BEDD73EBC702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81546579-30DE-4AA5-8CD3-4B737FBEDBDC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A71F76E8-FC0B-48F3-9B7C-AFD2388A0177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91809673-6F64-4EC3-B166-3C77EDBFF59C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D2E7598B-5BE6-46FC-962E-5228C3D96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ACBE8253-419A-469A-B325-D5660C7BA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1F58580D-FB78-44DF-94C1-A4ABC93FE11F}"/>
              </a:ext>
            </a:extLst>
          </p:cNvPr>
          <p:cNvSpPr/>
          <p:nvPr/>
        </p:nvSpPr>
        <p:spPr>
          <a:xfrm>
            <a:off x="3673475" y="4122738"/>
            <a:ext cx="471488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CC1E78C2-F36B-4130-9B0B-B516DB74E00B}"/>
              </a:ext>
            </a:extLst>
          </p:cNvPr>
          <p:cNvSpPr/>
          <p:nvPr/>
        </p:nvSpPr>
        <p:spPr>
          <a:xfrm>
            <a:off x="2319338" y="4413250"/>
            <a:ext cx="214312" cy="407988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CA59496B-2DF5-401D-A236-6D4F979BF95D}"/>
              </a:ext>
            </a:extLst>
          </p:cNvPr>
          <p:cNvSpPr/>
          <p:nvPr/>
        </p:nvSpPr>
        <p:spPr>
          <a:xfrm>
            <a:off x="5842000" y="4132263"/>
            <a:ext cx="454025" cy="928687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Forma libre 7">
            <a:extLst>
              <a:ext uri="{FF2B5EF4-FFF2-40B4-BE49-F238E27FC236}">
                <a16:creationId xmlns:a16="http://schemas.microsoft.com/office/drawing/2014/main" id="{9EBA12AC-8004-4740-99A1-175E9232B3EF}"/>
              </a:ext>
            </a:extLst>
          </p:cNvPr>
          <p:cNvSpPr/>
          <p:nvPr/>
        </p:nvSpPr>
        <p:spPr>
          <a:xfrm rot="5400000">
            <a:off x="6272213" y="3454400"/>
            <a:ext cx="1871662" cy="46038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3E8BED84-5ED1-4ED6-9129-3F8DA117F9C6}"/>
              </a:ext>
            </a:extLst>
          </p:cNvPr>
          <p:cNvSpPr/>
          <p:nvPr/>
        </p:nvSpPr>
        <p:spPr>
          <a:xfrm rot="5400000">
            <a:off x="7174707" y="3320256"/>
            <a:ext cx="1606550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AFCA6B26-0701-4A5F-AC47-3331BD94E571}"/>
              </a:ext>
            </a:extLst>
          </p:cNvPr>
          <p:cNvSpPr/>
          <p:nvPr/>
        </p:nvSpPr>
        <p:spPr>
          <a:xfrm>
            <a:off x="4367213" y="4235450"/>
            <a:ext cx="3744912" cy="65088"/>
          </a:xfrm>
          <a:custGeom>
            <a:avLst/>
            <a:gdLst>
              <a:gd name="connsiteX0" fmla="*/ 0 w 3750906"/>
              <a:gd name="connsiteY0" fmla="*/ 31102 h 192833"/>
              <a:gd name="connsiteX1" fmla="*/ 1020146 w 3750906"/>
              <a:gd name="connsiteY1" fmla="*/ 31102 h 192833"/>
              <a:gd name="connsiteX2" fmla="*/ 1928326 w 3750906"/>
              <a:gd name="connsiteY2" fmla="*/ 0 h 192833"/>
              <a:gd name="connsiteX3" fmla="*/ 3483428 w 3750906"/>
              <a:gd name="connsiteY3" fmla="*/ 0 h 192833"/>
              <a:gd name="connsiteX4" fmla="*/ 3750906 w 3750906"/>
              <a:gd name="connsiteY4" fmla="*/ 192833 h 192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0906" h="192833">
                <a:moveTo>
                  <a:pt x="0" y="31102"/>
                </a:moveTo>
                <a:lnTo>
                  <a:pt x="1020146" y="31102"/>
                </a:lnTo>
                <a:lnTo>
                  <a:pt x="1928326" y="0"/>
                </a:lnTo>
                <a:lnTo>
                  <a:pt x="3483428" y="0"/>
                </a:lnTo>
                <a:lnTo>
                  <a:pt x="3750906" y="192833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A6B1754E-694C-4252-9031-E2D284508A3F}"/>
              </a:ext>
            </a:extLst>
          </p:cNvPr>
          <p:cNvSpPr/>
          <p:nvPr/>
        </p:nvSpPr>
        <p:spPr>
          <a:xfrm>
            <a:off x="1089025" y="3141663"/>
            <a:ext cx="2736850" cy="1492250"/>
          </a:xfrm>
          <a:custGeom>
            <a:avLst/>
            <a:gdLst>
              <a:gd name="connsiteX0" fmla="*/ 1716833 w 2736980"/>
              <a:gd name="connsiteY0" fmla="*/ 1455576 h 1492899"/>
              <a:gd name="connsiteX1" fmla="*/ 1716833 w 2736980"/>
              <a:gd name="connsiteY1" fmla="*/ 690465 h 1492899"/>
              <a:gd name="connsiteX2" fmla="*/ 2121160 w 2736980"/>
              <a:gd name="connsiteY2" fmla="*/ 690465 h 1492899"/>
              <a:gd name="connsiteX3" fmla="*/ 2357535 w 2736980"/>
              <a:gd name="connsiteY3" fmla="*/ 454090 h 1492899"/>
              <a:gd name="connsiteX4" fmla="*/ 2736980 w 2736980"/>
              <a:gd name="connsiteY4" fmla="*/ 454090 h 1492899"/>
              <a:gd name="connsiteX5" fmla="*/ 2736980 w 2736980"/>
              <a:gd name="connsiteY5" fmla="*/ 0 h 1492899"/>
              <a:gd name="connsiteX6" fmla="*/ 0 w 2736980"/>
              <a:gd name="connsiteY6" fmla="*/ 0 h 1492899"/>
              <a:gd name="connsiteX7" fmla="*/ 0 w 2736980"/>
              <a:gd name="connsiteY7" fmla="*/ 1362270 h 1492899"/>
              <a:gd name="connsiteX8" fmla="*/ 335902 w 2736980"/>
              <a:gd name="connsiteY8" fmla="*/ 1362270 h 1492899"/>
              <a:gd name="connsiteX9" fmla="*/ 466531 w 2736980"/>
              <a:gd name="connsiteY9" fmla="*/ 1492899 h 1492899"/>
              <a:gd name="connsiteX10" fmla="*/ 1219200 w 2736980"/>
              <a:gd name="connsiteY10" fmla="*/ 1492899 h 149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736980" h="1492899">
                <a:moveTo>
                  <a:pt x="1716833" y="1455576"/>
                </a:moveTo>
                <a:lnTo>
                  <a:pt x="1716833" y="690465"/>
                </a:lnTo>
                <a:lnTo>
                  <a:pt x="2121160" y="690465"/>
                </a:lnTo>
                <a:lnTo>
                  <a:pt x="2357535" y="454090"/>
                </a:lnTo>
                <a:lnTo>
                  <a:pt x="2736980" y="454090"/>
                </a:lnTo>
                <a:lnTo>
                  <a:pt x="2736980" y="0"/>
                </a:lnTo>
                <a:lnTo>
                  <a:pt x="0" y="0"/>
                </a:lnTo>
                <a:lnTo>
                  <a:pt x="0" y="1362270"/>
                </a:lnTo>
                <a:lnTo>
                  <a:pt x="335902" y="1362270"/>
                </a:lnTo>
                <a:lnTo>
                  <a:pt x="466531" y="1492899"/>
                </a:lnTo>
                <a:lnTo>
                  <a:pt x="1219200" y="1492899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E8F6062A-162A-4505-9224-327AD52C892B}"/>
              </a:ext>
            </a:extLst>
          </p:cNvPr>
          <p:cNvSpPr/>
          <p:nvPr/>
        </p:nvSpPr>
        <p:spPr>
          <a:xfrm>
            <a:off x="1082675" y="4640263"/>
            <a:ext cx="7489825" cy="1673225"/>
          </a:xfrm>
          <a:custGeom>
            <a:avLst/>
            <a:gdLst>
              <a:gd name="connsiteX0" fmla="*/ 3284376 w 7489371"/>
              <a:gd name="connsiteY0" fmla="*/ 1020147 h 1673290"/>
              <a:gd name="connsiteX1" fmla="*/ 6830008 w 7489371"/>
              <a:gd name="connsiteY1" fmla="*/ 1020147 h 1673290"/>
              <a:gd name="connsiteX2" fmla="*/ 7072604 w 7489371"/>
              <a:gd name="connsiteY2" fmla="*/ 1181878 h 1673290"/>
              <a:gd name="connsiteX3" fmla="*/ 7489371 w 7489371"/>
              <a:gd name="connsiteY3" fmla="*/ 1181878 h 1673290"/>
              <a:gd name="connsiteX4" fmla="*/ 7489371 w 7489371"/>
              <a:gd name="connsiteY4" fmla="*/ 1673290 h 1673290"/>
              <a:gd name="connsiteX5" fmla="*/ 0 w 7489371"/>
              <a:gd name="connsiteY5" fmla="*/ 1673290 h 1673290"/>
              <a:gd name="connsiteX6" fmla="*/ 0 w 7489371"/>
              <a:gd name="connsiteY6" fmla="*/ 124409 h 1673290"/>
              <a:gd name="connsiteX7" fmla="*/ 348343 w 7489371"/>
              <a:gd name="connsiteY7" fmla="*/ 124409 h 1673290"/>
              <a:gd name="connsiteX8" fmla="*/ 497633 w 7489371"/>
              <a:gd name="connsiteY8" fmla="*/ 0 h 1673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489371" h="1673290">
                <a:moveTo>
                  <a:pt x="3284376" y="1020147"/>
                </a:moveTo>
                <a:lnTo>
                  <a:pt x="6830008" y="1020147"/>
                </a:lnTo>
                <a:lnTo>
                  <a:pt x="7072604" y="1181878"/>
                </a:lnTo>
                <a:lnTo>
                  <a:pt x="7489371" y="1181878"/>
                </a:lnTo>
                <a:lnTo>
                  <a:pt x="7489371" y="1673290"/>
                </a:lnTo>
                <a:lnTo>
                  <a:pt x="0" y="1673290"/>
                </a:lnTo>
                <a:lnTo>
                  <a:pt x="0" y="124409"/>
                </a:lnTo>
                <a:lnTo>
                  <a:pt x="348343" y="124409"/>
                </a:lnTo>
                <a:lnTo>
                  <a:pt x="497633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" name="Forma libre 13">
            <a:extLst>
              <a:ext uri="{FF2B5EF4-FFF2-40B4-BE49-F238E27FC236}">
                <a16:creationId xmlns:a16="http://schemas.microsoft.com/office/drawing/2014/main" id="{3353D52E-8B64-47DF-9243-2DFD30421B42}"/>
              </a:ext>
            </a:extLst>
          </p:cNvPr>
          <p:cNvSpPr/>
          <p:nvPr/>
        </p:nvSpPr>
        <p:spPr>
          <a:xfrm>
            <a:off x="4124325" y="2551113"/>
            <a:ext cx="7575550" cy="3992562"/>
          </a:xfrm>
          <a:custGeom>
            <a:avLst/>
            <a:gdLst>
              <a:gd name="connsiteX0" fmla="*/ 211493 w 7576457"/>
              <a:gd name="connsiteY0" fmla="*/ 1318727 h 3993502"/>
              <a:gd name="connsiteX1" fmla="*/ 0 w 7576457"/>
              <a:gd name="connsiteY1" fmla="*/ 1318727 h 3993502"/>
              <a:gd name="connsiteX2" fmla="*/ 0 w 7576457"/>
              <a:gd name="connsiteY2" fmla="*/ 0 h 3993502"/>
              <a:gd name="connsiteX3" fmla="*/ 7576457 w 7576457"/>
              <a:gd name="connsiteY3" fmla="*/ 0 h 3993502"/>
              <a:gd name="connsiteX4" fmla="*/ 7576457 w 7576457"/>
              <a:gd name="connsiteY4" fmla="*/ 3993502 h 3993502"/>
              <a:gd name="connsiteX5" fmla="*/ 1679510 w 7576457"/>
              <a:gd name="connsiteY5" fmla="*/ 3993502 h 3993502"/>
              <a:gd name="connsiteX6" fmla="*/ 1679510 w 7576457"/>
              <a:gd name="connsiteY6" fmla="*/ 3912637 h 3993502"/>
              <a:gd name="connsiteX7" fmla="*/ 1679510 w 7576457"/>
              <a:gd name="connsiteY7" fmla="*/ 3110204 h 3993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576457" h="3993502">
                <a:moveTo>
                  <a:pt x="211493" y="1318727"/>
                </a:moveTo>
                <a:lnTo>
                  <a:pt x="0" y="1318727"/>
                </a:lnTo>
                <a:lnTo>
                  <a:pt x="0" y="0"/>
                </a:lnTo>
                <a:lnTo>
                  <a:pt x="7576457" y="0"/>
                </a:lnTo>
                <a:lnTo>
                  <a:pt x="7576457" y="3993502"/>
                </a:lnTo>
                <a:lnTo>
                  <a:pt x="1679510" y="3993502"/>
                </a:lnTo>
                <a:lnTo>
                  <a:pt x="1679510" y="3912637"/>
                </a:lnTo>
                <a:lnTo>
                  <a:pt x="1679510" y="3110204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5" name="Forma libre 14">
            <a:extLst>
              <a:ext uri="{FF2B5EF4-FFF2-40B4-BE49-F238E27FC236}">
                <a16:creationId xmlns:a16="http://schemas.microsoft.com/office/drawing/2014/main" id="{15AA49CD-CBE1-44D1-9244-873E4427813C}"/>
              </a:ext>
            </a:extLst>
          </p:cNvPr>
          <p:cNvSpPr/>
          <p:nvPr/>
        </p:nvSpPr>
        <p:spPr>
          <a:xfrm>
            <a:off x="2805113" y="4627563"/>
            <a:ext cx="5343525" cy="1419225"/>
          </a:xfrm>
          <a:custGeom>
            <a:avLst/>
            <a:gdLst>
              <a:gd name="connsiteX0" fmla="*/ 0 w 5343331"/>
              <a:gd name="connsiteY0" fmla="*/ 0 h 1418253"/>
              <a:gd name="connsiteX1" fmla="*/ 0 w 5343331"/>
              <a:gd name="connsiteY1" fmla="*/ 1418253 h 1418253"/>
              <a:gd name="connsiteX2" fmla="*/ 5113176 w 5343331"/>
              <a:gd name="connsiteY2" fmla="*/ 1418253 h 1418253"/>
              <a:gd name="connsiteX3" fmla="*/ 5343331 w 5343331"/>
              <a:gd name="connsiteY3" fmla="*/ 1219200 h 141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3331" h="1418253">
                <a:moveTo>
                  <a:pt x="0" y="0"/>
                </a:moveTo>
                <a:lnTo>
                  <a:pt x="0" y="1418253"/>
                </a:lnTo>
                <a:lnTo>
                  <a:pt x="5113176" y="1418253"/>
                </a:lnTo>
                <a:lnTo>
                  <a:pt x="5343331" y="121920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3EF43980-0B7C-4011-B859-44CFB5C5C92C}"/>
              </a:ext>
            </a:extLst>
          </p:cNvPr>
          <p:cNvSpPr/>
          <p:nvPr/>
        </p:nvSpPr>
        <p:spPr>
          <a:xfrm>
            <a:off x="1549400" y="2544763"/>
            <a:ext cx="6916738" cy="2293937"/>
          </a:xfrm>
          <a:custGeom>
            <a:avLst/>
            <a:gdLst>
              <a:gd name="connsiteX0" fmla="*/ 877077 w 6917094"/>
              <a:gd name="connsiteY0" fmla="*/ 2295331 h 2295331"/>
              <a:gd name="connsiteX1" fmla="*/ 989045 w 6917094"/>
              <a:gd name="connsiteY1" fmla="*/ 2083837 h 2295331"/>
              <a:gd name="connsiteX2" fmla="*/ 2799183 w 6917094"/>
              <a:gd name="connsiteY2" fmla="*/ 2083837 h 2295331"/>
              <a:gd name="connsiteX3" fmla="*/ 2799183 w 6917094"/>
              <a:gd name="connsiteY3" fmla="*/ 1959429 h 2295331"/>
              <a:gd name="connsiteX4" fmla="*/ 5585926 w 6917094"/>
              <a:gd name="connsiteY4" fmla="*/ 1959429 h 2295331"/>
              <a:gd name="connsiteX5" fmla="*/ 5710334 w 6917094"/>
              <a:gd name="connsiteY5" fmla="*/ 2083837 h 2295331"/>
              <a:gd name="connsiteX6" fmla="*/ 6357257 w 6917094"/>
              <a:gd name="connsiteY6" fmla="*/ 2083837 h 2295331"/>
              <a:gd name="connsiteX7" fmla="*/ 6562530 w 6917094"/>
              <a:gd name="connsiteY7" fmla="*/ 1747935 h 2295331"/>
              <a:gd name="connsiteX8" fmla="*/ 6917094 w 6917094"/>
              <a:gd name="connsiteY8" fmla="*/ 1747935 h 2295331"/>
              <a:gd name="connsiteX9" fmla="*/ 6917094 w 6917094"/>
              <a:gd name="connsiteY9" fmla="*/ 0 h 2295331"/>
              <a:gd name="connsiteX10" fmla="*/ 0 w 6917094"/>
              <a:gd name="connsiteY10" fmla="*/ 0 h 2295331"/>
              <a:gd name="connsiteX11" fmla="*/ 0 w 6917094"/>
              <a:gd name="connsiteY11" fmla="*/ 1909665 h 2295331"/>
              <a:gd name="connsiteX12" fmla="*/ 80865 w 6917094"/>
              <a:gd name="connsiteY12" fmla="*/ 2090057 h 2295331"/>
              <a:gd name="connsiteX13" fmla="*/ 758889 w 6917094"/>
              <a:gd name="connsiteY13" fmla="*/ 2090057 h 2295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17094" h="2295331">
                <a:moveTo>
                  <a:pt x="877077" y="2295331"/>
                </a:moveTo>
                <a:lnTo>
                  <a:pt x="989045" y="2083837"/>
                </a:lnTo>
                <a:lnTo>
                  <a:pt x="2799183" y="2083837"/>
                </a:lnTo>
                <a:lnTo>
                  <a:pt x="2799183" y="1959429"/>
                </a:lnTo>
                <a:lnTo>
                  <a:pt x="5585926" y="1959429"/>
                </a:lnTo>
                <a:lnTo>
                  <a:pt x="5710334" y="2083837"/>
                </a:lnTo>
                <a:lnTo>
                  <a:pt x="6357257" y="2083837"/>
                </a:lnTo>
                <a:lnTo>
                  <a:pt x="6562530" y="1747935"/>
                </a:lnTo>
                <a:lnTo>
                  <a:pt x="6917094" y="1747935"/>
                </a:lnTo>
                <a:lnTo>
                  <a:pt x="6917094" y="0"/>
                </a:lnTo>
                <a:lnTo>
                  <a:pt x="0" y="0"/>
                </a:lnTo>
                <a:lnTo>
                  <a:pt x="0" y="1909665"/>
                </a:lnTo>
                <a:lnTo>
                  <a:pt x="80865" y="2090057"/>
                </a:lnTo>
                <a:lnTo>
                  <a:pt x="758889" y="2090057"/>
                </a:lnTo>
              </a:path>
            </a:pathLst>
          </a:custGeom>
          <a:noFill/>
          <a:ln w="6350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" name="CuadroTexto 16">
            <a:extLst>
              <a:ext uri="{FF2B5EF4-FFF2-40B4-BE49-F238E27FC236}">
                <a16:creationId xmlns:a16="http://schemas.microsoft.com/office/drawing/2014/main" id="{D4AB7391-987D-45E4-85F3-780276CE22D1}"/>
              </a:ext>
            </a:extLst>
          </p:cNvPr>
          <p:cNvSpPr txBox="1"/>
          <p:nvPr/>
        </p:nvSpPr>
        <p:spPr>
          <a:xfrm>
            <a:off x="1433513" y="1838325"/>
            <a:ext cx="6100762" cy="3698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dirty="0">
                <a:solidFill>
                  <a:srgbClr val="C00000"/>
                </a:solidFill>
                <a:latin typeface="+mn-lt"/>
              </a:rPr>
              <a:t>150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8500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750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200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8000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400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200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=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18200 </a:t>
            </a:r>
            <a:r>
              <a:rPr lang="es-ES" dirty="0" err="1">
                <a:solidFill>
                  <a:srgbClr val="C00000"/>
                </a:solidFill>
                <a:latin typeface="+mn-lt"/>
              </a:rPr>
              <a:t>ps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8" name="Rectángulo redondeado 17">
            <a:extLst>
              <a:ext uri="{FF2B5EF4-FFF2-40B4-BE49-F238E27FC236}">
                <a16:creationId xmlns:a16="http://schemas.microsoft.com/office/drawing/2014/main" id="{D62E7EBA-1746-4016-B3F4-850BEC6B3512}"/>
              </a:ext>
            </a:extLst>
          </p:cNvPr>
          <p:cNvSpPr/>
          <p:nvPr/>
        </p:nvSpPr>
        <p:spPr>
          <a:xfrm>
            <a:off x="6315075" y="1898650"/>
            <a:ext cx="1004888" cy="2587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sz="1100" dirty="0">
              <a:solidFill>
                <a:srgbClr val="C00000"/>
              </a:solidFill>
            </a:endParaRPr>
          </a:p>
        </p:txBody>
      </p:sp>
      <p:sp>
        <p:nvSpPr>
          <p:cNvPr id="19" name="Rectangle 3">
            <a:extLst>
              <a:ext uri="{FF2B5EF4-FFF2-40B4-BE49-F238E27FC236}">
                <a16:creationId xmlns:a16="http://schemas.microsoft.com/office/drawing/2014/main" id="{8478AD74-5438-4AC3-9D9F-F4CF4A4F567E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236663"/>
            <a:ext cx="10633075" cy="561975"/>
          </a:xfrm>
          <a:prstGeom prst="rect">
            <a:avLst/>
          </a:prstGeom>
        </p:spPr>
        <p:txBody>
          <a:bodyPr>
            <a:normAutofit fontScale="85000" lnSpcReduction="10000"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Camino crítico instrucción BEQ: 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PC  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if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(BR[rs1] = B</a:t>
            </a:r>
            <a:r>
              <a:rPr lang="es-ES" sz="2800" dirty="0">
                <a:ea typeface="ＭＳ Ｐゴシック" charset="-128"/>
                <a:cs typeface="ＭＳ Ｐゴシック" charset="-128"/>
              </a:rPr>
              <a:t>R[rs2]) </a:t>
            </a:r>
            <a:r>
              <a:rPr lang="es-ES" sz="2800" dirty="0" err="1">
                <a:ea typeface="ＭＳ Ｐゴシック" charset="-128"/>
                <a:cs typeface="ＭＳ Ｐゴシック" charset="-128"/>
              </a:rPr>
              <a:t>then</a:t>
            </a:r>
            <a:r>
              <a:rPr lang="es-ES" sz="2800" dirty="0">
                <a:ea typeface="ＭＳ Ｐゴシック" charset="-128"/>
                <a:cs typeface="ＭＳ Ｐゴシック" charset="-128"/>
              </a:rPr>
              <a:t> (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PC + 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sExt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(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imm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))</a:t>
            </a:r>
          </a:p>
        </p:txBody>
      </p:sp>
      <p:sp>
        <p:nvSpPr>
          <p:cNvPr id="20" name="CuadroTexto 19">
            <a:extLst>
              <a:ext uri="{FF2B5EF4-FFF2-40B4-BE49-F238E27FC236}">
                <a16:creationId xmlns:a16="http://schemas.microsoft.com/office/drawing/2014/main" id="{603824EB-B3AA-4DAF-8329-112FA78F41B3}"/>
              </a:ext>
            </a:extLst>
          </p:cNvPr>
          <p:cNvSpPr txBox="1"/>
          <p:nvPr/>
        </p:nvSpPr>
        <p:spPr>
          <a:xfrm>
            <a:off x="8526463" y="1554163"/>
            <a:ext cx="2636837" cy="46196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2400" dirty="0" err="1">
                <a:solidFill>
                  <a:schemeClr val="bg1">
                    <a:lumMod val="10000"/>
                  </a:schemeClr>
                </a:solidFill>
                <a:latin typeface="+mn-lt"/>
                <a:ea typeface="ＭＳ Ｐゴシック" charset="-128"/>
                <a:cs typeface="ＭＳ Ｐゴシック" charset="-128"/>
              </a:rPr>
              <a:t>else</a:t>
            </a:r>
            <a:r>
              <a:rPr lang="es-ES" sz="2400" dirty="0">
                <a:solidFill>
                  <a:schemeClr val="bg1">
                    <a:lumMod val="10000"/>
                  </a:schemeClr>
                </a:solidFill>
                <a:latin typeface="+mn-lt"/>
                <a:ea typeface="ＭＳ Ｐゴシック" charset="-128"/>
                <a:cs typeface="ＭＳ Ｐゴシック" charset="-128"/>
              </a:rPr>
              <a:t> (</a:t>
            </a:r>
            <a:r>
              <a:rPr lang="es-ES" sz="2400" dirty="0">
                <a:solidFill>
                  <a:schemeClr val="bg1">
                    <a:lumMod val="10000"/>
                  </a:schemeClr>
                </a:solidFill>
                <a:latin typeface="+mn-lt"/>
                <a:ea typeface="ＭＳ Ｐゴシック" charset="-128"/>
                <a:cs typeface="ＭＳ Ｐゴシック" charset="-128"/>
                <a:sym typeface="Wingdings" pitchFamily="2" charset="2"/>
              </a:rPr>
              <a:t>PC + 4)</a:t>
            </a:r>
            <a:endParaRPr lang="es-ES" sz="24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6" name="Text Box 50">
            <a:extLst>
              <a:ext uri="{FF2B5EF4-FFF2-40B4-BE49-F238E27FC236}">
                <a16:creationId xmlns:a16="http://schemas.microsoft.com/office/drawing/2014/main" id="{FCAE7F76-2875-400D-81AA-56C2EA612A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2" name="Marcador de número de diapositiva 21">
            <a:extLst>
              <a:ext uri="{FF2B5EF4-FFF2-40B4-BE49-F238E27FC236}">
                <a16:creationId xmlns:a16="http://schemas.microsoft.com/office/drawing/2014/main" id="{69CFDF2C-077B-4CE0-8A98-BB1A5AC7C3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E273168-94A2-4DF7-B622-A1954A475DD1}" type="slidenum">
              <a:rPr lang="es-ES" altLang="es-ES">
                <a:solidFill>
                  <a:srgbClr val="171717"/>
                </a:solidFill>
              </a:rPr>
              <a:pPr/>
              <a:t>118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1A60E14-542A-4BC0-BFA7-DBADF4D092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8B0BF98F-B4EB-46AE-A9A7-F842CDD0DA01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236663"/>
            <a:ext cx="10633075" cy="561975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Camino crítico instrucción JAL: </a:t>
            </a:r>
            <a:r>
              <a:rPr lang="es-ES" sz="2800" dirty="0">
                <a:ea typeface="ＭＳ Ｐゴシック" charset="-128"/>
                <a:cs typeface="ＭＳ Ｐゴシック" charset="-128"/>
              </a:rPr>
              <a:t>1.</a:t>
            </a: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 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BR[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rd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]  PC + 4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59080C9D-8CA3-46E3-A998-D7CC0B5CA711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C805C221-F2CA-4A25-B741-E9529C0C0680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DF998164-5002-470B-9F85-A3DB29DE5F88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D875BB85-E09C-49A4-B189-0C42A98265C4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87D68B64-6E44-4ACA-9D68-563652C700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6DCCE9CE-2396-488C-ACF6-D3DECC4CEECF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30E983D8-58D6-4F7A-9DDA-CAE05A12C022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C336797D-BB85-4255-9C60-C9F292C0D866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457FED26-87AA-4D1F-825F-9BA07C7DF158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802E4021-3934-489C-BF2D-DA8506A5EE50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39629" name="Grupo 340">
            <a:extLst>
              <a:ext uri="{FF2B5EF4-FFF2-40B4-BE49-F238E27FC236}">
                <a16:creationId xmlns:a16="http://schemas.microsoft.com/office/drawing/2014/main" id="{4C6A4BE7-E83D-408C-8238-2144DE5260B7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07E63342-DEBE-48DF-9BF9-EC89A9ACF3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9AB82492-5033-4B78-8906-18FE542BF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48A5C1C3-0C21-4825-B3E6-F2D6CE7B3E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8B5CBA17-5D3A-4D91-92E8-0ACD66CD5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56CEA55F-375B-4ABA-B161-F46B70FF3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371F0E71-D8ED-4DA0-8411-D2507DE03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4578A56F-654B-49F9-B71E-4FA9E2180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0F8CCA67-7B4C-4EC7-A6E3-220898E6FE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B3A68839-F7F3-4B45-B059-227E8AB544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C6FC2AE9-3909-4FF2-A871-A5789D68C5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86DBACF4-8450-465A-8EA6-A3EE8C6707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BF02B14D-6541-4118-B88D-96ED5B9F66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0E5BA966-FA74-4DF2-8531-EFBC5C9716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A86BD52D-5504-4A4F-95CB-4F3D5B2D6E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39B3A650-06FD-44A6-8F61-1DE68C6A4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90CC6617-2397-42AD-94BD-15EAA74F31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219BD4E9-DEB2-4C1D-80F3-AD2695C5EF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24CFE77C-EC14-4C41-A80A-48BB0FA380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063DA34B-EE85-4A77-97D1-BB72A7B59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BFE16DA2-7B72-478C-8286-BBED2BF375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C00865EB-BACF-4461-8247-329A1DC56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1E29D751-42B3-4589-A117-16BA28A7F1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7FE65E63-575A-4A8D-8D8A-571559CD95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10715158-3B0D-49F4-A907-501D68CA81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1678E819-EA8F-4B2E-BF6C-A043FDFCD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DD27B626-181F-451A-BB0C-594A3EB0F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7C440860-4019-492D-BA3B-840DC8EF9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B50D0D34-7543-4657-B644-A5C0EC25CC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A45D50AD-A4A9-48A2-B4E8-D5F5742BABA0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39630" name="Grupo 370">
            <a:extLst>
              <a:ext uri="{FF2B5EF4-FFF2-40B4-BE49-F238E27FC236}">
                <a16:creationId xmlns:a16="http://schemas.microsoft.com/office/drawing/2014/main" id="{5E2490CA-01EB-41B2-BB09-5AE6DD8ED60B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0B10C6BE-AC2E-413C-BA7A-B740FB388E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E8B41453-C328-45E5-AEF0-158513746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4EB1CF3C-535F-430C-AAA9-AF567F406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5D6FFCE5-4C21-49BA-8C35-F065443942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15974B0C-55F9-4962-B4D1-C6CD53DF65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B3C3A2D2-9B1B-463D-AF56-0C8805FF66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51690086-816D-4B54-A5EA-B51587B67C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D98DBF4D-674C-4100-8D55-95ABBAF08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58D6F0E2-2DE1-4486-AC28-1B13A53517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9DE5989D-31C7-4D56-9053-D623FFA04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4E1AB57C-C37A-4486-8EAE-12143B124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4CD75F6D-4A4C-4C40-AED7-C3E1D6CB99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3E7A00D3-2E03-4D38-83A9-57A369C72E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F1B9B50B-951E-49DE-8C82-DC9A3EA82A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7AC57403-8BA4-4BA5-8AFA-280ED421E2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F762F21F-579A-4EA5-92F3-84161DB10F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280FF1E4-EE53-465F-B6E2-CFA02DE30FCB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9748D47D-0B72-4DE0-9713-D27E12D98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B817F9EE-C939-4EDC-A2C9-13311641C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B69712F0-3B59-46CB-895D-01E005060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BF91C2BE-244C-438B-B6BF-0DC44200FFB7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34959832-D30A-4641-A011-5647DC4D477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5A4320D9-F1A5-4051-BB19-A437EB8FD77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24C57EFA-C37E-4118-9BD7-C581E07234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623ED199-598E-4448-A5DA-7DA3D3C747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76E83EC9-5810-48B3-881D-A91E86089E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CA31EAB9-EC6F-4744-92EC-D49BA1AAD2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F8A2B879-2A11-4627-807D-571722CA73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83C55303-8BEB-4DD9-A35D-17833C05CD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C0EFF030-D0ED-4CED-BE47-EDA53B6BC0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BF20711A-02D1-4709-B050-7AF319D556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5A3F9E65-1A55-4412-A089-DEA96CA8580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F7546FE7-CFB9-4D96-A5F5-908E748D95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426A4956-B7B9-4F08-B4EB-45FEF68518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6DE664E5-EE0F-4C56-BC43-A5913E6B5AE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F8454C16-9B4D-4E81-9F4D-D7A848FEB7E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9D9D8C2F-CEDB-40CD-89E5-CF3164A349E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A10CBD80-0579-4001-9756-A8A4F08B079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39652" name="Grupo 409">
            <a:extLst>
              <a:ext uri="{FF2B5EF4-FFF2-40B4-BE49-F238E27FC236}">
                <a16:creationId xmlns:a16="http://schemas.microsoft.com/office/drawing/2014/main" id="{EB07183E-ED4F-4263-8E58-C36E4FB822BB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87D9F61B-3912-435A-B57E-AC1E7A42D8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CE7E405C-A195-438C-A5E5-53B4EB160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58CCFF0B-85C0-42CD-9497-5EC60C6FEC9C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154C4CDD-8883-46AC-AE18-ED7F8782BC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658032D3-2EBD-41A1-9F2A-4818B664E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7A236BE8-8DC2-42CF-AF62-E9BA4C5024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58CBB068-3E37-4AE7-8608-739083DBA1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DB0B574D-7E06-4BB2-B612-E7BA411EAE5C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7B880E70-069F-4D27-ADDC-0CAF98610A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787A17E1-2CFC-4C31-8D94-BB77C7CDB7A1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A8AED22B-EF3A-47C8-AAC1-881BF50337B8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03B97FD0-6527-426F-B9A5-F9CDA45DDF7D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F0895502-021A-4282-B7F9-C8C5215AE2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99CA9126-B384-4E01-825B-B5AEEE3DF7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601EC499-BB99-4BBB-A476-CC7EF3302773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D51FB94D-2E67-4A7B-B317-23D49D7A1729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43D2DD29-F909-4EA2-A5AE-FC9C2A78CF05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9663" name="Grupo 428">
            <a:extLst>
              <a:ext uri="{FF2B5EF4-FFF2-40B4-BE49-F238E27FC236}">
                <a16:creationId xmlns:a16="http://schemas.microsoft.com/office/drawing/2014/main" id="{6102AC4E-69DD-4E1F-8C82-4B4F3C54A579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61DAC10A-3D03-49D6-ADCA-511D4026D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736CEBD8-0119-490C-9867-9E87B3B8F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69079CC7-C0B6-4E8E-94B7-579CE2006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1F5781C8-28E6-4449-876F-96509745BD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6C9D4F69-35DE-4554-8653-E2CCDC5988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0BB21E57-8AD4-4A05-8157-2B8B78A51D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AEC3438A-7D3F-48F9-85F8-2E4195BD1F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31BD1081-037C-4E4E-AFEF-13D236C487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89787F2E-CC28-4AF4-BB51-12BA895315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025BE32F-21BC-4586-976B-AF162A1A8F15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8C1C3DCF-BF7D-4402-A734-7791920785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6A0754BB-E332-43E9-98C6-F5D676A472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4C0D2E1E-116D-44C5-A1E4-C17381989676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C3D9192F-B882-4AA2-918E-E34D77CD496B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E8DD4E3D-5C66-483E-809C-546144A7CACF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E986A5D1-E5B3-4D99-9263-15C6D027DA60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03A86ED8-9B29-4145-8511-A5B3FC11146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97FDDFAC-EF7A-4DA4-A083-94336A9A8F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13CA27B1-1A61-4447-9DEF-372682720106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9671" name="Grupo 448">
            <a:extLst>
              <a:ext uri="{FF2B5EF4-FFF2-40B4-BE49-F238E27FC236}">
                <a16:creationId xmlns:a16="http://schemas.microsoft.com/office/drawing/2014/main" id="{13B5FDBD-E93B-4181-B2BE-0235E63EAEF9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C37E2135-9A33-4B9A-BCA3-27233ADD2A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4BD9A9B1-6975-46A3-ACC2-F9FBF4015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C44B13C0-D6E8-454C-90F9-C70F2B2BDC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49EC9AF3-263A-4760-BC7C-B381C6D41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581A9159-1B5B-4A14-8545-068F47EB07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565B039E-6BD9-483C-A858-54E89F0413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E02B92E6-71B9-4CDC-91F7-D0060A9244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D9DD8EA2-2576-4B41-80C9-B104F59317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CBE761B6-BD81-4462-9DC7-A698B74EAF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BAD2D4DC-1476-4C0C-8A51-77DFDFC65B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7A061289-4FB0-40ED-9BD9-4957789645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B5B75CDA-72B9-4CDC-9565-28690DA09B97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CEAB7B08-4982-4379-BAFC-ED54551852F0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8DBE87DA-DFBC-4A10-A642-20251119C11F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9675" name="Grupo 463">
            <a:extLst>
              <a:ext uri="{FF2B5EF4-FFF2-40B4-BE49-F238E27FC236}">
                <a16:creationId xmlns:a16="http://schemas.microsoft.com/office/drawing/2014/main" id="{5F3D9C4F-764B-47C6-9DC1-EC82D1160E3A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33132B00-19F8-4109-B26D-1C468DFF8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FC9BD1BC-59DC-47BE-9A18-94D8C54C8A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04AC8E72-641F-4DB9-8F3F-A31751F99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3BE6EC6F-0943-4024-A4CD-6F495DA7E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4538AA1A-98AC-496E-BAC0-8B10D06A7E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7135B862-ED07-4A4A-9E03-20F1D24173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6715AC53-050D-4746-AF8D-7BAC6672A1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3824553F-F7B7-4D6E-BCE1-84F1609B3BF1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F5A7F2B2-A8FD-4E28-BDB6-6C2A334B61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39676" name="Grupo 473">
            <a:extLst>
              <a:ext uri="{FF2B5EF4-FFF2-40B4-BE49-F238E27FC236}">
                <a16:creationId xmlns:a16="http://schemas.microsoft.com/office/drawing/2014/main" id="{FD4E518E-AC2A-4ACF-BA13-6F9D104EDC3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E5164B76-9A13-4D87-9CE0-EBA7A09645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7D015D16-C7F6-4AD1-AF69-C05CF8379B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2DB54CE7-64B7-4EA5-8C66-9BE1AB46C6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92CE5497-B663-4954-89A2-98A0C9970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87C039E8-75D8-41FD-90C1-C479AC7B98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6CBB3A07-5013-45F5-9453-7245545229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D8ABA9A2-ACC0-4316-82B9-2C4645ACA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14E68387-AB3C-4287-9D6C-1AAFF62A66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4F9B9910-958E-4920-9BBA-45771A8BD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CF1D3D2F-F5C3-4214-A593-092CE2B75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F4B4DE4A-DB91-4712-B56E-8BB51BF150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BD00FA48-FDAE-478E-9CB1-0E79AD499156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3E1C173C-3BD5-4EA8-A299-A79DDB0F81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00807EF9-D059-487B-A1BC-847D0997A3D6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9680" name="Grupo 488">
            <a:extLst>
              <a:ext uri="{FF2B5EF4-FFF2-40B4-BE49-F238E27FC236}">
                <a16:creationId xmlns:a16="http://schemas.microsoft.com/office/drawing/2014/main" id="{B208D055-6EA9-4E61-8195-F8E3C6034E14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A15B6A9E-97B2-461D-9E42-8F9B25D3C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2764913A-6890-49A4-B9D4-0E7EBD9B16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17D1EC14-1ECB-4757-AE9B-3B24860A12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2DA749EB-D368-43A8-B2F7-6DDFEC02A8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4188FD2C-F95E-4307-BFCE-F147B0B41B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ED75A2B7-ECE6-4222-B778-B8C348359E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30F6E349-F006-4C62-A144-445A079A0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35045584-0C38-4355-A86F-0A41156113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68CE9634-0F3F-44E2-B0D2-05982AE74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82E5622E-22E8-41E0-8485-6BA480FB2C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4DCCC837-FFEC-4388-8DB5-017DF29E67B9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9682" name="Grupo 500">
            <a:extLst>
              <a:ext uri="{FF2B5EF4-FFF2-40B4-BE49-F238E27FC236}">
                <a16:creationId xmlns:a16="http://schemas.microsoft.com/office/drawing/2014/main" id="{9FB21122-ACE5-4D3D-B329-47E868B7FDEC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3BE1D7FC-D66C-422A-955C-537F361721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95BDE9EB-2550-4A7B-B8C8-6D5EFA383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9205E78D-EC3D-4810-A3C6-8567363D6C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F5EB9E95-C808-4D79-8D42-6E3B947D5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9468440A-EC39-48FC-8DDC-201C837EA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8C970856-3184-41B7-9DF6-3AADF1374B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574CBC25-7FEE-41EA-BA8E-93CD77BE6C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2F14BF21-0B2C-41DA-9EB7-F774BD1603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E229C814-028D-4AD5-83C2-67C2B133E244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D4ED2F28-4B87-40F3-BE6C-4AAD5098C6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82E88976-88EA-4436-BBA5-855919C7F6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10C49596-041C-4ECE-9FA2-A3CB11842B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35673859-7FEF-40C2-A453-4524CEFBDBF4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26325D86-EDD3-43EB-9291-7524E7D8D72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E23B3C7C-023E-43F0-9BAE-5715F0426112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39686" name="Grupo 516">
            <a:extLst>
              <a:ext uri="{FF2B5EF4-FFF2-40B4-BE49-F238E27FC236}">
                <a16:creationId xmlns:a16="http://schemas.microsoft.com/office/drawing/2014/main" id="{A929FCA8-C766-4484-BC8E-03E0A6B8F3A0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05ABBD0B-1FE7-4F01-BBBC-B40E9061D1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BCA49771-2717-4114-BB9B-C034A5720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2A30580F-C357-4381-A492-18E99BB35B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C5AA82C1-5DE1-4ACA-BF4F-2288A1CBBC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126B5394-4601-46F8-88CA-ABCFD70978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3CC384AA-AB4A-4041-9E84-8A611669E8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CD0E9278-9CBC-4A63-B96E-C7F02B546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F1D8D452-1703-4E3B-86A7-2AC2DCF1F7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0287CD0A-C26F-4E09-9733-B83B37912D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22C0B899-C87A-4EC5-AFFD-ED5737B5F369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042F261F-67E5-4F3B-A034-C4C7DC5D20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67FE3F2B-038C-4864-ADBA-90279BAFD5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64DB43DC-3672-40FC-8B19-1C4AC73827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3CCEE0AF-D886-438E-AE0D-03D12322E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D3FA7BDB-613C-432D-8A43-5D0DDAB269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B2BCD15E-34DA-4D64-907F-6C93D1FFBB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E0BA3810-D31F-4107-9E97-E5280450D8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37F0726D-6000-485E-B41E-36FDA998844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F20A91DE-D9FC-4B03-87D3-4905746E11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E9337103-BDC9-4DE2-A020-C040AA7805CD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1EB03853-BFDD-4245-B354-FEB0C6B97977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8254CA1F-A91E-4A50-9134-1FED9D775741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1724C0C4-BCC3-4A27-BF0E-3799682DE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A93B51D6-D016-4441-84B9-F6F7187E37E0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4E4C9AEA-97D6-44CF-B3DE-7D3818B7CB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1D8EA8B7-6C60-4031-9596-25955945843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2DC156D2-EB6F-4D3D-ADDC-33F380A429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64E42FE3-F3C3-4254-A789-5364206C74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2A4230DD-30B7-4BEC-8877-A6FACC10F5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75719182-80A9-441C-B45E-B3EDD578B4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53D0E619-9ED7-41D2-B7B6-80AF5C45CA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56DFB2E4-BFE5-4D51-92D0-14A0BFD88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BC520295-66F7-4D53-A512-9A7D73D3D515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9703" name="Grupo 550">
            <a:extLst>
              <a:ext uri="{FF2B5EF4-FFF2-40B4-BE49-F238E27FC236}">
                <a16:creationId xmlns:a16="http://schemas.microsoft.com/office/drawing/2014/main" id="{98814BEC-C5C5-45DF-A98D-678E9FB19BAF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A8B55343-1330-43DA-AF6C-2D1D64CEF186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8DBDBB4F-06D8-4E96-9249-7331B75E3531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5A5B6876-81B3-475D-B2C3-4EB405FE7B36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D6D82170-5451-4607-880E-239E5C9A3610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9D1E2AFB-ADF5-4FAD-9749-2B31CEE8BB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CED5B01D-5DA6-4DE8-B0C1-783E1E3790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1472BB1D-E4B6-4546-B3C4-88A2B222C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33DA2754-5253-441F-8D9C-86EDDD54B8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F717BFF9-7AA0-45C1-A437-65889A7058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2D94335C-C1FD-4E02-B1D8-2CF1BFDB9E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86001AF7-46A7-4868-9648-0862779F45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84FE43FF-43CE-48E4-A89A-8F86D4329A21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81B90D74-CDA9-4FF8-93A3-2ACA593BD818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4DEDEB7D-9C5B-4EED-B7A2-153E6D5D8924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E50C055D-DDFB-43A1-8505-D8BFE8956E1D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F8C6AA9A-2C9E-425E-B4AD-2E8F1C26BDE8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EE27BE7C-5E5D-4BA9-A1D7-B40449423C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AE7AB667-276C-4ED3-98FA-866E073DEF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DC099CF7-292E-415A-8DA4-3AF2A5E80B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F3A4D416-5274-4687-984D-6C29DC0E0FF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0279E2FA-2277-4DB2-A53D-F5F45E640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A5F3577F-5730-416E-957A-8DDDFA6031B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4022479A-07D9-4E16-B916-774F6B698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CEFB2DC3-B5CB-450C-AA39-9B86D257889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9411ADBF-C3BB-4EA6-9CB4-D161F01EE2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1D05321F-057F-4B6F-A483-AF2D8671781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78A1D7AF-4FB6-4086-A4E5-927AC1C62A6C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D894C3B1-C940-4C12-B131-21F447CE1FDA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E8097FA6-0706-4857-8D54-D6E33A7E8BA1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9395DEA6-B79D-438F-BAEC-AE184273A48B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C176F9AC-101E-46E4-848E-019E6E475025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088FDA98-CB74-40C6-A641-E9148187C1B5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904BE604-A42A-42B8-B29D-DFFDFB9D1323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F29C5D88-3E9B-4E03-BCB5-1DE467BA2DD5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EB97E8A7-0A0B-452B-B3CB-708F884A0E03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8C1B58D8-511B-4C06-ACE8-C0AE06F2CB9D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E3DEC8D5-2652-4D64-8B91-D740FA83C60A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59CB0EA1-7996-470E-AB09-572C38DBF8E5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DF02FD60-7545-4665-837E-AB1571CB7D64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CBBEFD46-909E-4C3B-B90D-2220D2D3B675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C047A781-DDF9-4CD9-9A79-285E187FD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12F1DDB9-C84E-4E50-AFB5-472C63901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" name="Text Box 50">
            <a:extLst>
              <a:ext uri="{FF2B5EF4-FFF2-40B4-BE49-F238E27FC236}">
                <a16:creationId xmlns:a16="http://schemas.microsoft.com/office/drawing/2014/main" id="{9056A750-3201-41AA-8BAE-782E43F37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5F790E30-158A-42D4-9D2B-4528E60DB8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CB92A09-9079-4F39-BDB2-B8CC3F2932DC}" type="slidenum">
              <a:rPr lang="es-ES" altLang="es-ES">
                <a:solidFill>
                  <a:srgbClr val="171717"/>
                </a:solidFill>
              </a:rPr>
              <a:pPr/>
              <a:t>119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1635CF8-49CE-4BB8-BBD6-B6791BE3A1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CA3C0024-D748-46C7-9E5C-E252FAC67A70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236663"/>
            <a:ext cx="10633075" cy="561975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Camino crítico instrucción JAL: </a:t>
            </a:r>
            <a:r>
              <a:rPr lang="es-ES" sz="2800" dirty="0">
                <a:ea typeface="ＭＳ Ｐゴシック" charset="-128"/>
                <a:cs typeface="ＭＳ Ｐゴシック" charset="-128"/>
              </a:rPr>
              <a:t>1.</a:t>
            </a: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 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BR[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rd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]  PC + 4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E589CCB6-6044-400E-B13B-26BFF15EBABE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0E6EF665-0701-45CF-A208-1FA4E7B5AFA2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1426817F-8AC6-40AD-A5C8-0446ECD2220C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1968D74D-96CF-4074-BB03-52D9BC28037F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C883F8F5-670A-4862-BD71-0B735199B7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78493E5F-DD51-4985-82AA-36BFBE1A8277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8B80E604-3CA5-4B1D-894D-594F9EC073C2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2D9B4D2E-A0D1-435C-8854-BB42F3FCA731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2394F5DF-C46E-4687-8AFA-C6D42DD0B4ED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D5259373-91CE-4509-B6B4-03295DB8327E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41677" name="Grupo 340">
            <a:extLst>
              <a:ext uri="{FF2B5EF4-FFF2-40B4-BE49-F238E27FC236}">
                <a16:creationId xmlns:a16="http://schemas.microsoft.com/office/drawing/2014/main" id="{28EA0D54-30B0-4679-B3A2-88F5D102972D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ECDF90D4-B3B2-49E0-9652-29F21EF9A7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516ED6CC-6B2F-400E-BF6F-6F52A4A9A7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60C582F1-5457-44E8-8BE0-91DC840390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8016CE13-A298-4010-B5B3-A6AF8A2512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655FEA67-3167-44D8-B2F0-FFAABC429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758183C0-7DA8-4E9B-8650-8CA134359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C4763925-77C4-4C9A-BC76-B5F362F42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C9DCDB21-5AA5-4CC9-93BB-6D8D408E37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F039085F-57B6-43A1-8E09-8D7819284C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DC3E1573-3786-4897-BEC4-228AA000D6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87B1EC66-8005-47C5-BB5B-FF99AA538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567E05F3-D216-401E-A4F9-0D735C9650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C7BE0466-DCD6-4944-85FD-378F6654E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0C025CA3-B4E7-4BF3-87B5-50B2C85FE9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63BED076-B8EA-4CD6-B1F2-31BB1FF56A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AB9551FB-B152-4CED-9A93-0F2B9E8BE2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80C29930-B5EA-492E-8B63-9FA7182A4E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1135647F-AB08-49A2-B1DB-68D6768FF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7B222798-723E-445B-BBE7-829E063B53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5B4C2623-F4E7-48E5-A8B9-B1CBE0C48A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AB769423-7380-4E53-B784-A1B6B3B56D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E4A56B0C-A506-4BAB-995A-FEB41210DA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53824A43-65CA-4001-944D-057AAD35F5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AFD76A41-EDF9-4D6C-9A88-E9AC946834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AB7D800E-546F-4553-8C11-93083E9A7F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6D873DCB-E7AD-45EE-8302-23C5CD5C0F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D80E5F2F-A03D-4960-94DB-F18E45CCD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17730DDF-13A3-4E07-8B41-B5A1432DEC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41729BCA-AEAB-4268-828A-C0545B1005CD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41678" name="Grupo 370">
            <a:extLst>
              <a:ext uri="{FF2B5EF4-FFF2-40B4-BE49-F238E27FC236}">
                <a16:creationId xmlns:a16="http://schemas.microsoft.com/office/drawing/2014/main" id="{6E9A0CA3-B8C1-402B-BC00-64CFD664ECB5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7B94754D-D57E-4037-9193-509999CFBC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FED47E9B-F6AD-42AD-BB6F-8C9F2C97CA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2B1B8CCE-55DC-466A-B485-4DA4F0DB8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C86F27A5-91EC-4453-8631-55D7A37C9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D6188561-CC9E-49D7-B63A-FBAE5B6DCE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5C0B3565-0A98-4C74-A8ED-A1B61BAE4F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F6783103-8887-4191-BB49-A2D97A0A47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C1F854F3-2260-4BEB-A2AC-1CB4622FC0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8E45B5DA-6B65-4ABC-9F90-96D5CA346D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A08355B9-9A32-4D49-B103-417F60A439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8FD2E6D5-AD55-4B76-A897-12D9B5017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F89C1CB6-C86B-4F0C-AA3F-13A1082026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B68BCD63-0017-4673-930A-8FEAE572BD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10D650C0-05C9-4DC3-A1D7-8395030467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C11B9528-43B1-47C3-94AA-4EF480455E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B5AD0E19-612E-4FF0-999A-6178A360C2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D5CE2E53-DAE0-4FD7-AEDF-ABDED3C112DA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D57BE08E-B137-4D58-916A-35410115A7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7F64E05C-8620-4306-A1E4-78508B7C75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0B3482FE-1CF9-461E-A253-7E5FCB6461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E2DF617E-0950-4B2B-ADA2-FB3376806F0D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C16E36AE-9C91-4529-9CBA-493030DF735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CA64CA82-E83A-4A89-B26B-EA340D6426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1BE91DC9-4F53-4603-9381-AD6CD3FDB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66CB7EF4-49E7-44AE-82EC-7192A8ACCB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D5D0168A-9257-4CB0-A629-185F31073B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37605B25-BEF2-4BAC-AFB2-FBF28FF0A0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293DB480-4FFF-454A-82D2-F7A3B68043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CB2A0F81-E7EF-4A18-8918-56D86D163D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7AC8C6B9-63E2-4196-92BE-390F87B12B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C9BBDAB6-E62E-4E1A-9D4D-392657529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31415C84-5793-464F-9358-0B68F381228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FBD18CB0-936D-49A8-9894-4EA1C2A7D6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BC3EE8A4-29DD-4E94-AE08-2E6DF416F0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4F017F06-DEBD-4E2C-8CED-83105539228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476FBDD1-E5A5-4604-8DC4-5E9094D1AA9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B12B328A-950C-457B-8F74-D4B2BA00680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5273825B-C267-4099-948D-CB62BB1491F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41700" name="Grupo 409">
            <a:extLst>
              <a:ext uri="{FF2B5EF4-FFF2-40B4-BE49-F238E27FC236}">
                <a16:creationId xmlns:a16="http://schemas.microsoft.com/office/drawing/2014/main" id="{0BCEC990-3994-449A-A63E-109FD5334C0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D9D2FE2F-7E04-4F58-9C26-6EE2988CF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64FF9AF4-9069-4F8D-AD68-6FC4FB3567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E0D2FDE2-0F05-42A6-B903-CD8F61BD6175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CEA34860-61D6-4D33-89EA-91B11CAACD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320BCA93-B343-4F24-8696-2BE07977CA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58820EAC-F1E2-4CE4-8942-54FC6F2DE7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FF48B7D7-925C-4C48-A897-31C5ABDDF4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094EAAB3-70BD-46A0-BD1F-FACE27718764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3F239E19-36A8-4304-BD2A-17015E24B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FBE81F52-0C74-4E48-8594-1F63D911734F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6DB48D10-AD24-424E-900E-4A800F9C53CE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BA50C3AA-614C-4D0B-A560-75ABF80303B1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30AA6ED1-D7EE-4D89-8E31-3DAE543A7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773CACA3-20A4-4AA2-BD70-58BEF21BB5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06FD4BC7-0927-4FDE-B8CE-94A63EDAF895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C5C20BC6-0F80-4A25-B658-D2498409E1F9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2BE2AA33-69EA-4057-B51C-70ADA9A19F2B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1711" name="Grupo 428">
            <a:extLst>
              <a:ext uri="{FF2B5EF4-FFF2-40B4-BE49-F238E27FC236}">
                <a16:creationId xmlns:a16="http://schemas.microsoft.com/office/drawing/2014/main" id="{5EB61A69-1740-46EE-8FFF-FA9A80F35B41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E811FA16-9232-48E3-9F72-82911B729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995BB06F-5B19-41AC-8A54-7B7F0D9BEF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CD1F403E-EEFD-4D9C-973D-A2A1AAA50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DBDAB092-19EE-40C4-A4B9-2FA91071D3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5603CA04-5169-46BB-A91A-0D6BA17C15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5E4E5574-2E17-4249-A507-A8EF8A799B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F34AE8A8-775C-42D2-B281-372D25E202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0727AFFF-C8D9-48EB-B6A1-1963DA3579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6E24C86A-721D-4361-9C8E-082C7429CC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EFF8CE69-50A8-4FFA-A1A2-DC7E660C00F5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3846E6A6-F033-4884-A66D-391E0AE819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4C4CC75F-ED01-40DC-BC69-7D17A2031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EFBB5CA8-8473-4FFC-A29B-9BFF9E63DEED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10C47667-CB36-48BA-A3BA-F82D59584EAF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96A47C33-D344-4A20-B612-5645848D874C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0A4B7530-D4AF-430E-BA75-062A650D71F7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1EC54BAB-CDEC-47CE-9D8A-A84F1CC4123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47996BDE-94E3-4E3E-BE7B-07A9C1FF00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A78648FF-50E5-431D-A1D1-D00ACB2AA99E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1719" name="Grupo 448">
            <a:extLst>
              <a:ext uri="{FF2B5EF4-FFF2-40B4-BE49-F238E27FC236}">
                <a16:creationId xmlns:a16="http://schemas.microsoft.com/office/drawing/2014/main" id="{C94A4470-48CA-4A92-ABEB-B63FFA31A72C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D8BA8E62-AD4B-4E0C-9656-D519DB268C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34579C7D-90DF-479B-9625-BB7FBEC1D4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1BA7B40E-16C8-4C40-A04C-51AF4388E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74D5C59F-5712-426C-B00E-9C525DE74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2236C099-DEBF-41E3-BA25-BAAEFF54D3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B32161A5-5E35-47BB-82B3-D355BD2BFE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7DB11CC8-678A-4807-BBA3-B3E6D67077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BC53D49F-A3BA-435A-A52F-0E2BE71CF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0DBFBE9E-2E26-4F0E-B71A-7BA252326F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B41D27C7-B89D-4DD0-A55D-1ACD7261EA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F75C58C0-EAAE-47F7-A4DC-5196E50B95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B3D6C064-4453-430B-B863-25FD3404D9E3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902D102A-DD53-4B77-AEF6-915EEF1EAAFC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D2E73E5B-2943-416A-AA10-211F2AC09762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1723" name="Grupo 463">
            <a:extLst>
              <a:ext uri="{FF2B5EF4-FFF2-40B4-BE49-F238E27FC236}">
                <a16:creationId xmlns:a16="http://schemas.microsoft.com/office/drawing/2014/main" id="{ACE6F507-94E3-4BFC-9B43-3895FD25EFA6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C00A36CE-DC63-4560-95FC-1EDD0CDFCC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4C21C5B0-4C85-45AD-B0A3-B0C96E16E0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EB2F143D-AFCC-47CF-AB3D-1ABCB95A4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9FB92ED7-496B-4BE9-B3C4-059A7E785F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01FCF379-0547-4159-95AB-5B102ED73B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31E7DBF7-CC13-4438-8E7B-4796318274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D25D2DED-DA5E-4F99-BC41-129245ACB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5CA59B0A-F60D-4249-8B3E-A3C801E56BF9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D08A5441-7A7E-498B-B8E7-E418842A13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41724" name="Grupo 473">
            <a:extLst>
              <a:ext uri="{FF2B5EF4-FFF2-40B4-BE49-F238E27FC236}">
                <a16:creationId xmlns:a16="http://schemas.microsoft.com/office/drawing/2014/main" id="{C6ADA7DE-A1C0-4C90-9FD5-C71F91D95CD6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52A676FF-B2EC-415A-89A8-B8F030926E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AF926757-C20D-4693-8198-6B43F1862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62B2CDF9-5C08-4D6F-9B45-573633A845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CD32E8E6-9415-4B14-9D3E-E3EF042AD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A28AFF6C-F9DC-4456-8BD7-6EA6F90214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F6090AD1-0FB5-4989-98B5-25E0FEC031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EA48C3C4-BD88-4B61-9DF7-F7AAEE8649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1D43D0E4-322E-4AE2-A03D-FC0EBA17A0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4B83D42C-981B-4677-A2A8-CBC695AC53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26F84609-FB4A-4996-AC1B-AEAA9D5D4C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3EB9F566-0E5E-4D6F-B439-36C93C0C46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53426037-B8BD-4271-A874-30CB9A62927E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EBE94C29-2141-409B-9514-AABB9847F5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5F779803-ABDA-4129-8E87-F5CC19688C1E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1728" name="Grupo 488">
            <a:extLst>
              <a:ext uri="{FF2B5EF4-FFF2-40B4-BE49-F238E27FC236}">
                <a16:creationId xmlns:a16="http://schemas.microsoft.com/office/drawing/2014/main" id="{CA103692-3BEB-4E16-9E30-6A513DE02EA4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67C2C049-FBEF-414A-B347-EA616AA38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0A514764-425B-4B0B-8BF4-E2F8E8CA18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FE04F642-AA63-40A6-B23F-F51B2C10A2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B7626D64-0105-4339-A250-B06905CCB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22F8934C-1108-45C2-B188-545719B950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B8BC898D-6B0C-4646-AE14-A2BBE48FAF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5D55AD0C-92FA-4289-9F60-47A8FFEC8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0FFA6F2A-BBFE-453D-9B95-25CF14490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37BCFB11-2067-4254-A323-06D3725E0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C5F75678-9FF8-4096-AEF1-D1457A1045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1889112D-5941-405D-960A-31048D7B73E3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1730" name="Grupo 500">
            <a:extLst>
              <a:ext uri="{FF2B5EF4-FFF2-40B4-BE49-F238E27FC236}">
                <a16:creationId xmlns:a16="http://schemas.microsoft.com/office/drawing/2014/main" id="{2F61C862-E45C-4D73-BC48-0B8813CEAB5F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6FD60CAD-836E-4884-93E3-6785CFAE42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FF6B566D-462E-4876-87E9-EB60C7EA9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C50EA23E-7AFB-468B-B9C9-3D8150F8A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4A17C4DB-7083-4B59-AFBA-0481B6135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8A2FE807-46A1-4889-B57D-809C63562C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BDB1CF39-9D46-4A66-80CE-73E507DA38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2BBEC2CA-94E3-41E3-A12C-6C96036842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3CCE2F5F-5E80-45C2-A695-A433BA7974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6A963A3A-C941-4C88-8E8C-ADF6E872E464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C65E3264-88CE-4F16-B3A7-59A1A90B0B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92D318F0-D9FE-4A79-98EF-D6CDD4B3E4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13C507C0-8DD4-44D5-8B56-713C34AC8E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18DA6DEB-679D-46AD-BC12-640FAC02CE06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0F10C90D-4189-4CBD-BBB2-937F15D03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345ECEA6-889C-48C1-86EE-F31ED471FE60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1734" name="Grupo 516">
            <a:extLst>
              <a:ext uri="{FF2B5EF4-FFF2-40B4-BE49-F238E27FC236}">
                <a16:creationId xmlns:a16="http://schemas.microsoft.com/office/drawing/2014/main" id="{4F981B52-9B41-4B29-A029-19342F2B1D4F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A1FB5B92-0120-439F-A3C2-58A658CAD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DB433ECD-0A7A-4C07-80A2-AEDD5A50D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45AA8A3E-1EE5-4DBB-958C-96F63A79B5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98197EB0-C82E-4B59-8152-D095E354AB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D3E2FE6C-41CF-4E6F-8BFA-7C0ED76BE5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F4A8F21F-0A9C-455F-BEF9-8E1CB857DF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73B6B079-2E31-49C1-9A80-9DB646958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CDDE6398-76B4-406C-8572-F5023B74A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9A478E68-78B2-4FCB-8BC5-85F511E00D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224E5F75-2918-4EA0-BE8E-A2BC37A24929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5737C516-CA05-4D7A-B167-F7E6353E50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0A59BC88-8A4A-406D-8BC3-F856028787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CCCC76B3-573A-485A-8C7F-FFA86BA75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655574D4-502A-4EF3-A1C5-19CE5D5C90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D4A216B3-D60E-449F-9EC2-6F7E79970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0476218A-B2AB-41B8-AA1F-31AC8596A5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D0E59068-C5AB-4D6B-880F-F79F4DF0D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D238918A-9A5F-4807-8355-3D845BF579C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A75CB544-F36A-4D4C-B8E1-E0FDBA29F8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AA205C72-34D1-496D-B9D1-C98FC2D73AE1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6F2DEA2D-A807-425C-BCB1-D7306BBEF3B9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8129B9AC-9A66-41AA-90D3-C944820ED6CC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949C79E8-2EB9-428C-A4AD-62651527CC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1AD3F035-A181-453E-B862-8CC04D2BCBC2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EB475928-1AA8-416B-B63B-565E15F228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2BFAB777-52FB-4F18-AA64-5D824A4F1AF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BD50C49D-EB4C-4656-8EAB-426AB1F762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5D66E052-525E-46AE-A495-D2B6D756CD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32BE389E-59CB-4522-A3C9-D33D2520E4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B03F8967-00DA-472B-A23F-7790F0A65A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21A22E6F-0A69-4738-A099-291171A97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001E57AB-99DC-42AC-984F-F61FD52C2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76AF5FAF-9C52-4948-A072-7B8065F8D66E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1751" name="Grupo 550">
            <a:extLst>
              <a:ext uri="{FF2B5EF4-FFF2-40B4-BE49-F238E27FC236}">
                <a16:creationId xmlns:a16="http://schemas.microsoft.com/office/drawing/2014/main" id="{F3A3EE93-334F-4D2B-9333-06ED2AC33B39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B6DFFA94-265D-42B1-8371-3493EE90C622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5BC22742-7449-4EFC-8700-3DB5D90E380A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7CA2283D-50A1-45FA-A45D-D1ECCBFB3204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802F9E90-2F5E-402B-A24A-ED0EF7D08BB3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40CDAF3F-B7EE-4F01-9F55-C9087C31D1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96110576-5AD2-49B9-8504-B0AF24BC7F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A34992EC-235F-4B36-A9C4-92618CEF7D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20FC3770-9D70-40EE-999D-FD8794E56F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8F373C45-9968-45D5-89F8-3CB223868F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B62D860E-7856-4D5F-8D1A-7C37A713C2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4BAA75A7-3125-4E4A-AF35-B1FCE4A7E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17155B6F-BC4F-4186-B4EE-6C9F1EAA4F08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9690BBDC-8862-4FBB-BAEF-6E68135CE8F5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C1EE5444-ADF6-41D8-9E0E-899473E92A6C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B13344FE-2C4D-4189-8D3D-49CBEF843003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43CEC71B-9C9E-46DF-AF7E-DACF947F0EA1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288B4002-A0D2-4439-8EF8-C4BA92A79D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A887EE7C-474E-45B1-A803-D74A2850BCF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98945891-122B-48A5-809D-304532E8E7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F1692818-CF96-42A8-80C7-D7578FD3C0B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8841B31E-5498-4628-BD09-C87D868703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D80FA9F2-7E55-47C2-9F32-A8C427CFBE9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CA0A747F-DA6E-46C9-BEAA-8D78A05D56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5B90AFDF-9FA5-4117-8BD2-B6A7368DC04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2C0F7E3A-2AC8-4578-93C1-04E6CD400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E46695C3-4BE7-4607-836A-CDFC4A4036E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5EA5A787-F960-4127-ABCE-4FFCDF1D6D35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370FCC2B-1252-4163-B907-BF68D74A0DE4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95523F36-EE0E-4996-BB53-2BE75C756DEA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AC2560C1-7417-4A57-BDA8-1EBEA90A3EEA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B023AF25-735E-4536-9C8F-37D74D45D4B0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E58BC4BE-5FB4-4DD6-92EB-1E2CB95DC87F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3190AE4B-6D02-45E9-A3B4-9DAD3A095393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00C4F04A-E73B-440E-BA29-F1BA034503AE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5120A734-BA3D-459E-ACDD-F4E124CAC10E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6336672F-3259-4759-AFAF-8E2F4C6FAB5F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2932C036-D1F4-4687-A21B-B54CBF11F141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4BB64BDC-1F9E-4435-9C6C-4A92113F1333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9908D913-F0CF-4398-ADA8-4EC1507A472D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5466FB93-8321-4F60-80BF-9E41E4FE9095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72BB912F-50FD-4FC2-80BD-4981C93019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3B8CEF26-DC18-46FF-AF22-46A1D5F6EF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090351B8-C81B-4997-9413-E0E82B58213F}"/>
              </a:ext>
            </a:extLst>
          </p:cNvPr>
          <p:cNvSpPr/>
          <p:nvPr/>
        </p:nvSpPr>
        <p:spPr>
          <a:xfrm>
            <a:off x="3673475" y="4122738"/>
            <a:ext cx="471488" cy="927100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760F9A5-268E-4576-A207-3EEC0FA7E29C}"/>
              </a:ext>
            </a:extLst>
          </p:cNvPr>
          <p:cNvSpPr/>
          <p:nvPr/>
        </p:nvSpPr>
        <p:spPr>
          <a:xfrm>
            <a:off x="2319338" y="4413250"/>
            <a:ext cx="214312" cy="407988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90195046-91FB-46A8-8395-625CC928F596}"/>
              </a:ext>
            </a:extLst>
          </p:cNvPr>
          <p:cNvSpPr/>
          <p:nvPr/>
        </p:nvSpPr>
        <p:spPr>
          <a:xfrm>
            <a:off x="5368925" y="4132263"/>
            <a:ext cx="454025" cy="928687"/>
          </a:xfrm>
          <a:prstGeom prst="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Forma libre 6">
            <a:extLst>
              <a:ext uri="{FF2B5EF4-FFF2-40B4-BE49-F238E27FC236}">
                <a16:creationId xmlns:a16="http://schemas.microsoft.com/office/drawing/2014/main" id="{A27674FF-3773-484C-ACD1-F6FE91AD7D05}"/>
              </a:ext>
            </a:extLst>
          </p:cNvPr>
          <p:cNvSpPr/>
          <p:nvPr/>
        </p:nvSpPr>
        <p:spPr>
          <a:xfrm rot="5400000">
            <a:off x="4979988" y="3316288"/>
            <a:ext cx="1590675" cy="47625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Forma libre 7">
            <a:extLst>
              <a:ext uri="{FF2B5EF4-FFF2-40B4-BE49-F238E27FC236}">
                <a16:creationId xmlns:a16="http://schemas.microsoft.com/office/drawing/2014/main" id="{A802771C-2797-4BB1-B6EB-8EB79CAAC8F5}"/>
              </a:ext>
            </a:extLst>
          </p:cNvPr>
          <p:cNvSpPr/>
          <p:nvPr/>
        </p:nvSpPr>
        <p:spPr>
          <a:xfrm>
            <a:off x="4367213" y="4721225"/>
            <a:ext cx="989012" cy="0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313AEBF1-9C05-46C0-9798-C2896C100A69}"/>
              </a:ext>
            </a:extLst>
          </p:cNvPr>
          <p:cNvSpPr/>
          <p:nvPr/>
        </p:nvSpPr>
        <p:spPr>
          <a:xfrm>
            <a:off x="2798763" y="3595688"/>
            <a:ext cx="8205787" cy="1025525"/>
          </a:xfrm>
          <a:custGeom>
            <a:avLst/>
            <a:gdLst>
              <a:gd name="connsiteX0" fmla="*/ 0 w 8204718"/>
              <a:gd name="connsiteY0" fmla="*/ 1026367 h 1026367"/>
              <a:gd name="connsiteX1" fmla="*/ 0 w 8204718"/>
              <a:gd name="connsiteY1" fmla="*/ 217714 h 1026367"/>
              <a:gd name="connsiteX2" fmla="*/ 422987 w 8204718"/>
              <a:gd name="connsiteY2" fmla="*/ 217714 h 1026367"/>
              <a:gd name="connsiteX3" fmla="*/ 640701 w 8204718"/>
              <a:gd name="connsiteY3" fmla="*/ 0 h 1026367"/>
              <a:gd name="connsiteX4" fmla="*/ 7557796 w 8204718"/>
              <a:gd name="connsiteY4" fmla="*/ 0 h 1026367"/>
              <a:gd name="connsiteX5" fmla="*/ 7557796 w 8204718"/>
              <a:gd name="connsiteY5" fmla="*/ 659363 h 1026367"/>
              <a:gd name="connsiteX6" fmla="*/ 8011885 w 8204718"/>
              <a:gd name="connsiteY6" fmla="*/ 659363 h 1026367"/>
              <a:gd name="connsiteX7" fmla="*/ 8204718 w 8204718"/>
              <a:gd name="connsiteY7" fmla="*/ 852196 h 1026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204718" h="1026367">
                <a:moveTo>
                  <a:pt x="0" y="1026367"/>
                </a:moveTo>
                <a:lnTo>
                  <a:pt x="0" y="217714"/>
                </a:lnTo>
                <a:lnTo>
                  <a:pt x="422987" y="217714"/>
                </a:lnTo>
                <a:lnTo>
                  <a:pt x="640701" y="0"/>
                </a:lnTo>
                <a:lnTo>
                  <a:pt x="7557796" y="0"/>
                </a:lnTo>
                <a:lnTo>
                  <a:pt x="7557796" y="659363"/>
                </a:lnTo>
                <a:lnTo>
                  <a:pt x="8011885" y="659363"/>
                </a:lnTo>
                <a:lnTo>
                  <a:pt x="8204718" y="852196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A4A711AB-DE6E-4E94-82CF-BEA05B3A533E}"/>
              </a:ext>
            </a:extLst>
          </p:cNvPr>
          <p:cNvSpPr/>
          <p:nvPr/>
        </p:nvSpPr>
        <p:spPr>
          <a:xfrm>
            <a:off x="2425700" y="2544763"/>
            <a:ext cx="8907463" cy="2779712"/>
          </a:xfrm>
          <a:custGeom>
            <a:avLst/>
            <a:gdLst>
              <a:gd name="connsiteX0" fmla="*/ 0 w 8907625"/>
              <a:gd name="connsiteY0" fmla="*/ 2295331 h 2780522"/>
              <a:gd name="connsiteX1" fmla="*/ 99527 w 8907625"/>
              <a:gd name="connsiteY1" fmla="*/ 2083837 h 2780522"/>
              <a:gd name="connsiteX2" fmla="*/ 1928327 w 8907625"/>
              <a:gd name="connsiteY2" fmla="*/ 2083837 h 2780522"/>
              <a:gd name="connsiteX3" fmla="*/ 1928327 w 8907625"/>
              <a:gd name="connsiteY3" fmla="*/ 1331167 h 2780522"/>
              <a:gd name="connsiteX4" fmla="*/ 1685731 w 8907625"/>
              <a:gd name="connsiteY4" fmla="*/ 1331167 h 2780522"/>
              <a:gd name="connsiteX5" fmla="*/ 1685731 w 8907625"/>
              <a:gd name="connsiteY5" fmla="*/ 0 h 2780522"/>
              <a:gd name="connsiteX6" fmla="*/ 8465976 w 8907625"/>
              <a:gd name="connsiteY6" fmla="*/ 0 h 2780522"/>
              <a:gd name="connsiteX7" fmla="*/ 8465976 w 8907625"/>
              <a:gd name="connsiteY7" fmla="*/ 416767 h 2780522"/>
              <a:gd name="connsiteX8" fmla="*/ 8465976 w 8907625"/>
              <a:gd name="connsiteY8" fmla="*/ 1642188 h 2780522"/>
              <a:gd name="connsiteX9" fmla="*/ 8584163 w 8907625"/>
              <a:gd name="connsiteY9" fmla="*/ 1897224 h 2780522"/>
              <a:gd name="connsiteX10" fmla="*/ 8907625 w 8907625"/>
              <a:gd name="connsiteY10" fmla="*/ 1897224 h 2780522"/>
              <a:gd name="connsiteX11" fmla="*/ 8907625 w 8907625"/>
              <a:gd name="connsiteY11" fmla="*/ 2780522 h 2780522"/>
              <a:gd name="connsiteX12" fmla="*/ 8808098 w 8907625"/>
              <a:gd name="connsiteY12" fmla="*/ 2780522 h 2780522"/>
              <a:gd name="connsiteX13" fmla="*/ 2631233 w 8907625"/>
              <a:gd name="connsiteY13" fmla="*/ 2780522 h 2780522"/>
              <a:gd name="connsiteX14" fmla="*/ 2631233 w 8907625"/>
              <a:gd name="connsiteY14" fmla="*/ 2394857 h 2780522"/>
              <a:gd name="connsiteX15" fmla="*/ 3390123 w 8907625"/>
              <a:gd name="connsiteY15" fmla="*/ 2394857 h 2780522"/>
              <a:gd name="connsiteX16" fmla="*/ 3390123 w 8907625"/>
              <a:gd name="connsiteY16" fmla="*/ 2332653 h 2780522"/>
              <a:gd name="connsiteX0" fmla="*/ 0 w 8907625"/>
              <a:gd name="connsiteY0" fmla="*/ 2295331 h 2780522"/>
              <a:gd name="connsiteX1" fmla="*/ 99527 w 8907625"/>
              <a:gd name="connsiteY1" fmla="*/ 2083837 h 2780522"/>
              <a:gd name="connsiteX2" fmla="*/ 1928327 w 8907625"/>
              <a:gd name="connsiteY2" fmla="*/ 2083837 h 2780522"/>
              <a:gd name="connsiteX3" fmla="*/ 1928327 w 8907625"/>
              <a:gd name="connsiteY3" fmla="*/ 1331167 h 2780522"/>
              <a:gd name="connsiteX4" fmla="*/ 1685731 w 8907625"/>
              <a:gd name="connsiteY4" fmla="*/ 1331167 h 2780522"/>
              <a:gd name="connsiteX5" fmla="*/ 1685731 w 8907625"/>
              <a:gd name="connsiteY5" fmla="*/ 0 h 2780522"/>
              <a:gd name="connsiteX6" fmla="*/ 8465976 w 8907625"/>
              <a:gd name="connsiteY6" fmla="*/ 0 h 2780522"/>
              <a:gd name="connsiteX7" fmla="*/ 8465976 w 8907625"/>
              <a:gd name="connsiteY7" fmla="*/ 416767 h 2780522"/>
              <a:gd name="connsiteX8" fmla="*/ 8465976 w 8907625"/>
              <a:gd name="connsiteY8" fmla="*/ 1642188 h 2780522"/>
              <a:gd name="connsiteX9" fmla="*/ 8584163 w 8907625"/>
              <a:gd name="connsiteY9" fmla="*/ 1897224 h 2780522"/>
              <a:gd name="connsiteX10" fmla="*/ 8907625 w 8907625"/>
              <a:gd name="connsiteY10" fmla="*/ 1897224 h 2780522"/>
              <a:gd name="connsiteX11" fmla="*/ 8907625 w 8907625"/>
              <a:gd name="connsiteY11" fmla="*/ 2780522 h 2780522"/>
              <a:gd name="connsiteX12" fmla="*/ 8808098 w 8907625"/>
              <a:gd name="connsiteY12" fmla="*/ 2780522 h 2780522"/>
              <a:gd name="connsiteX13" fmla="*/ 2631233 w 8907625"/>
              <a:gd name="connsiteY13" fmla="*/ 2780522 h 2780522"/>
              <a:gd name="connsiteX14" fmla="*/ 2631233 w 8907625"/>
              <a:gd name="connsiteY14" fmla="*/ 2394857 h 2780522"/>
              <a:gd name="connsiteX15" fmla="*/ 3390123 w 8907625"/>
              <a:gd name="connsiteY15" fmla="*/ 2394857 h 2780522"/>
              <a:gd name="connsiteX16" fmla="*/ 3377682 w 8907625"/>
              <a:gd name="connsiteY16" fmla="*/ 2407298 h 2780522"/>
              <a:gd name="connsiteX0" fmla="*/ 0 w 8907625"/>
              <a:gd name="connsiteY0" fmla="*/ 2295331 h 2780522"/>
              <a:gd name="connsiteX1" fmla="*/ 99527 w 8907625"/>
              <a:gd name="connsiteY1" fmla="*/ 2083837 h 2780522"/>
              <a:gd name="connsiteX2" fmla="*/ 1928327 w 8907625"/>
              <a:gd name="connsiteY2" fmla="*/ 2083837 h 2780522"/>
              <a:gd name="connsiteX3" fmla="*/ 1928327 w 8907625"/>
              <a:gd name="connsiteY3" fmla="*/ 1331167 h 2780522"/>
              <a:gd name="connsiteX4" fmla="*/ 1685731 w 8907625"/>
              <a:gd name="connsiteY4" fmla="*/ 1331167 h 2780522"/>
              <a:gd name="connsiteX5" fmla="*/ 1685731 w 8907625"/>
              <a:gd name="connsiteY5" fmla="*/ 0 h 2780522"/>
              <a:gd name="connsiteX6" fmla="*/ 8465976 w 8907625"/>
              <a:gd name="connsiteY6" fmla="*/ 0 h 2780522"/>
              <a:gd name="connsiteX7" fmla="*/ 8465976 w 8907625"/>
              <a:gd name="connsiteY7" fmla="*/ 416767 h 2780522"/>
              <a:gd name="connsiteX8" fmla="*/ 8465976 w 8907625"/>
              <a:gd name="connsiteY8" fmla="*/ 1642188 h 2780522"/>
              <a:gd name="connsiteX9" fmla="*/ 8584163 w 8907625"/>
              <a:gd name="connsiteY9" fmla="*/ 1897224 h 2780522"/>
              <a:gd name="connsiteX10" fmla="*/ 8907625 w 8907625"/>
              <a:gd name="connsiteY10" fmla="*/ 1897224 h 2780522"/>
              <a:gd name="connsiteX11" fmla="*/ 8907625 w 8907625"/>
              <a:gd name="connsiteY11" fmla="*/ 2780522 h 2780522"/>
              <a:gd name="connsiteX12" fmla="*/ 8808098 w 8907625"/>
              <a:gd name="connsiteY12" fmla="*/ 2780522 h 2780522"/>
              <a:gd name="connsiteX13" fmla="*/ 2631233 w 8907625"/>
              <a:gd name="connsiteY13" fmla="*/ 2780522 h 2780522"/>
              <a:gd name="connsiteX14" fmla="*/ 2631233 w 8907625"/>
              <a:gd name="connsiteY14" fmla="*/ 2394857 h 2780522"/>
              <a:gd name="connsiteX15" fmla="*/ 3390123 w 8907625"/>
              <a:gd name="connsiteY15" fmla="*/ 2394857 h 2780522"/>
              <a:gd name="connsiteX16" fmla="*/ 3340359 w 8907625"/>
              <a:gd name="connsiteY16" fmla="*/ 2251788 h 2780522"/>
              <a:gd name="connsiteX0" fmla="*/ 0 w 8907625"/>
              <a:gd name="connsiteY0" fmla="*/ 2295331 h 2780522"/>
              <a:gd name="connsiteX1" fmla="*/ 99527 w 8907625"/>
              <a:gd name="connsiteY1" fmla="*/ 2083837 h 2780522"/>
              <a:gd name="connsiteX2" fmla="*/ 1928327 w 8907625"/>
              <a:gd name="connsiteY2" fmla="*/ 2083837 h 2780522"/>
              <a:gd name="connsiteX3" fmla="*/ 1928327 w 8907625"/>
              <a:gd name="connsiteY3" fmla="*/ 1331167 h 2780522"/>
              <a:gd name="connsiteX4" fmla="*/ 1685731 w 8907625"/>
              <a:gd name="connsiteY4" fmla="*/ 1331167 h 2780522"/>
              <a:gd name="connsiteX5" fmla="*/ 1685731 w 8907625"/>
              <a:gd name="connsiteY5" fmla="*/ 0 h 2780522"/>
              <a:gd name="connsiteX6" fmla="*/ 8465976 w 8907625"/>
              <a:gd name="connsiteY6" fmla="*/ 0 h 2780522"/>
              <a:gd name="connsiteX7" fmla="*/ 8465976 w 8907625"/>
              <a:gd name="connsiteY7" fmla="*/ 416767 h 2780522"/>
              <a:gd name="connsiteX8" fmla="*/ 8465976 w 8907625"/>
              <a:gd name="connsiteY8" fmla="*/ 1642188 h 2780522"/>
              <a:gd name="connsiteX9" fmla="*/ 8584163 w 8907625"/>
              <a:gd name="connsiteY9" fmla="*/ 1897224 h 2780522"/>
              <a:gd name="connsiteX10" fmla="*/ 8907625 w 8907625"/>
              <a:gd name="connsiteY10" fmla="*/ 1897224 h 2780522"/>
              <a:gd name="connsiteX11" fmla="*/ 8907625 w 8907625"/>
              <a:gd name="connsiteY11" fmla="*/ 2780522 h 2780522"/>
              <a:gd name="connsiteX12" fmla="*/ 8808098 w 8907625"/>
              <a:gd name="connsiteY12" fmla="*/ 2780522 h 2780522"/>
              <a:gd name="connsiteX13" fmla="*/ 2631233 w 8907625"/>
              <a:gd name="connsiteY13" fmla="*/ 2780522 h 2780522"/>
              <a:gd name="connsiteX14" fmla="*/ 2631233 w 8907625"/>
              <a:gd name="connsiteY14" fmla="*/ 2394857 h 2780522"/>
              <a:gd name="connsiteX15" fmla="*/ 3085323 w 8907625"/>
              <a:gd name="connsiteY15" fmla="*/ 2401078 h 2780522"/>
              <a:gd name="connsiteX16" fmla="*/ 3340359 w 8907625"/>
              <a:gd name="connsiteY16" fmla="*/ 2251788 h 2780522"/>
              <a:gd name="connsiteX0" fmla="*/ 0 w 8907625"/>
              <a:gd name="connsiteY0" fmla="*/ 2295331 h 2780522"/>
              <a:gd name="connsiteX1" fmla="*/ 99527 w 8907625"/>
              <a:gd name="connsiteY1" fmla="*/ 2083837 h 2780522"/>
              <a:gd name="connsiteX2" fmla="*/ 1928327 w 8907625"/>
              <a:gd name="connsiteY2" fmla="*/ 2083837 h 2780522"/>
              <a:gd name="connsiteX3" fmla="*/ 1928327 w 8907625"/>
              <a:gd name="connsiteY3" fmla="*/ 1331167 h 2780522"/>
              <a:gd name="connsiteX4" fmla="*/ 1685731 w 8907625"/>
              <a:gd name="connsiteY4" fmla="*/ 1331167 h 2780522"/>
              <a:gd name="connsiteX5" fmla="*/ 1685731 w 8907625"/>
              <a:gd name="connsiteY5" fmla="*/ 0 h 2780522"/>
              <a:gd name="connsiteX6" fmla="*/ 8465976 w 8907625"/>
              <a:gd name="connsiteY6" fmla="*/ 0 h 2780522"/>
              <a:gd name="connsiteX7" fmla="*/ 8465976 w 8907625"/>
              <a:gd name="connsiteY7" fmla="*/ 416767 h 2780522"/>
              <a:gd name="connsiteX8" fmla="*/ 8465976 w 8907625"/>
              <a:gd name="connsiteY8" fmla="*/ 1642188 h 2780522"/>
              <a:gd name="connsiteX9" fmla="*/ 8584163 w 8907625"/>
              <a:gd name="connsiteY9" fmla="*/ 1897224 h 2780522"/>
              <a:gd name="connsiteX10" fmla="*/ 8907625 w 8907625"/>
              <a:gd name="connsiteY10" fmla="*/ 1897224 h 2780522"/>
              <a:gd name="connsiteX11" fmla="*/ 8907625 w 8907625"/>
              <a:gd name="connsiteY11" fmla="*/ 2780522 h 2780522"/>
              <a:gd name="connsiteX12" fmla="*/ 8808098 w 8907625"/>
              <a:gd name="connsiteY12" fmla="*/ 2780522 h 2780522"/>
              <a:gd name="connsiteX13" fmla="*/ 2631233 w 8907625"/>
              <a:gd name="connsiteY13" fmla="*/ 2780522 h 2780522"/>
              <a:gd name="connsiteX14" fmla="*/ 2631233 w 8907625"/>
              <a:gd name="connsiteY14" fmla="*/ 2394857 h 2780522"/>
              <a:gd name="connsiteX15" fmla="*/ 3085323 w 8907625"/>
              <a:gd name="connsiteY15" fmla="*/ 2401078 h 2780522"/>
              <a:gd name="connsiteX16" fmla="*/ 3396343 w 8907625"/>
              <a:gd name="connsiteY16" fmla="*/ 2382417 h 2780522"/>
              <a:gd name="connsiteX0" fmla="*/ 0 w 8907625"/>
              <a:gd name="connsiteY0" fmla="*/ 2295331 h 2780522"/>
              <a:gd name="connsiteX1" fmla="*/ 99527 w 8907625"/>
              <a:gd name="connsiteY1" fmla="*/ 2083837 h 2780522"/>
              <a:gd name="connsiteX2" fmla="*/ 1928327 w 8907625"/>
              <a:gd name="connsiteY2" fmla="*/ 2083837 h 2780522"/>
              <a:gd name="connsiteX3" fmla="*/ 1928327 w 8907625"/>
              <a:gd name="connsiteY3" fmla="*/ 1331167 h 2780522"/>
              <a:gd name="connsiteX4" fmla="*/ 1685731 w 8907625"/>
              <a:gd name="connsiteY4" fmla="*/ 1331167 h 2780522"/>
              <a:gd name="connsiteX5" fmla="*/ 1685731 w 8907625"/>
              <a:gd name="connsiteY5" fmla="*/ 0 h 2780522"/>
              <a:gd name="connsiteX6" fmla="*/ 8465976 w 8907625"/>
              <a:gd name="connsiteY6" fmla="*/ 0 h 2780522"/>
              <a:gd name="connsiteX7" fmla="*/ 8465976 w 8907625"/>
              <a:gd name="connsiteY7" fmla="*/ 416767 h 2780522"/>
              <a:gd name="connsiteX8" fmla="*/ 8465976 w 8907625"/>
              <a:gd name="connsiteY8" fmla="*/ 1642188 h 2780522"/>
              <a:gd name="connsiteX9" fmla="*/ 8584163 w 8907625"/>
              <a:gd name="connsiteY9" fmla="*/ 1897224 h 2780522"/>
              <a:gd name="connsiteX10" fmla="*/ 8907625 w 8907625"/>
              <a:gd name="connsiteY10" fmla="*/ 1897224 h 2780522"/>
              <a:gd name="connsiteX11" fmla="*/ 8907625 w 8907625"/>
              <a:gd name="connsiteY11" fmla="*/ 2780522 h 2780522"/>
              <a:gd name="connsiteX12" fmla="*/ 8808098 w 8907625"/>
              <a:gd name="connsiteY12" fmla="*/ 2780522 h 2780522"/>
              <a:gd name="connsiteX13" fmla="*/ 2631233 w 8907625"/>
              <a:gd name="connsiteY13" fmla="*/ 2780522 h 2780522"/>
              <a:gd name="connsiteX14" fmla="*/ 2631233 w 8907625"/>
              <a:gd name="connsiteY14" fmla="*/ 2394857 h 2780522"/>
              <a:gd name="connsiteX15" fmla="*/ 3396343 w 8907625"/>
              <a:gd name="connsiteY15" fmla="*/ 2382417 h 2780522"/>
              <a:gd name="connsiteX0" fmla="*/ 0 w 8907625"/>
              <a:gd name="connsiteY0" fmla="*/ 2295331 h 2780522"/>
              <a:gd name="connsiteX1" fmla="*/ 99527 w 8907625"/>
              <a:gd name="connsiteY1" fmla="*/ 2083837 h 2780522"/>
              <a:gd name="connsiteX2" fmla="*/ 1928327 w 8907625"/>
              <a:gd name="connsiteY2" fmla="*/ 2083837 h 2780522"/>
              <a:gd name="connsiteX3" fmla="*/ 1928327 w 8907625"/>
              <a:gd name="connsiteY3" fmla="*/ 1331167 h 2780522"/>
              <a:gd name="connsiteX4" fmla="*/ 1685731 w 8907625"/>
              <a:gd name="connsiteY4" fmla="*/ 1331167 h 2780522"/>
              <a:gd name="connsiteX5" fmla="*/ 1685731 w 8907625"/>
              <a:gd name="connsiteY5" fmla="*/ 0 h 2780522"/>
              <a:gd name="connsiteX6" fmla="*/ 8465976 w 8907625"/>
              <a:gd name="connsiteY6" fmla="*/ 0 h 2780522"/>
              <a:gd name="connsiteX7" fmla="*/ 8465976 w 8907625"/>
              <a:gd name="connsiteY7" fmla="*/ 416767 h 2780522"/>
              <a:gd name="connsiteX8" fmla="*/ 8465976 w 8907625"/>
              <a:gd name="connsiteY8" fmla="*/ 1642188 h 2780522"/>
              <a:gd name="connsiteX9" fmla="*/ 8584163 w 8907625"/>
              <a:gd name="connsiteY9" fmla="*/ 1897224 h 2780522"/>
              <a:gd name="connsiteX10" fmla="*/ 8907625 w 8907625"/>
              <a:gd name="connsiteY10" fmla="*/ 1897224 h 2780522"/>
              <a:gd name="connsiteX11" fmla="*/ 8907625 w 8907625"/>
              <a:gd name="connsiteY11" fmla="*/ 2780522 h 2780522"/>
              <a:gd name="connsiteX12" fmla="*/ 8808098 w 8907625"/>
              <a:gd name="connsiteY12" fmla="*/ 2780522 h 2780522"/>
              <a:gd name="connsiteX13" fmla="*/ 2631233 w 8907625"/>
              <a:gd name="connsiteY13" fmla="*/ 2780522 h 2780522"/>
              <a:gd name="connsiteX14" fmla="*/ 2631233 w 8907625"/>
              <a:gd name="connsiteY14" fmla="*/ 2394857 h 2780522"/>
              <a:gd name="connsiteX15" fmla="*/ 3396343 w 8907625"/>
              <a:gd name="connsiteY15" fmla="*/ 2401078 h 2780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907625" h="2780522">
                <a:moveTo>
                  <a:pt x="0" y="2295331"/>
                </a:moveTo>
                <a:lnTo>
                  <a:pt x="99527" y="2083837"/>
                </a:lnTo>
                <a:lnTo>
                  <a:pt x="1928327" y="2083837"/>
                </a:lnTo>
                <a:lnTo>
                  <a:pt x="1928327" y="1331167"/>
                </a:lnTo>
                <a:lnTo>
                  <a:pt x="1685731" y="1331167"/>
                </a:lnTo>
                <a:lnTo>
                  <a:pt x="1685731" y="0"/>
                </a:lnTo>
                <a:lnTo>
                  <a:pt x="8465976" y="0"/>
                </a:lnTo>
                <a:lnTo>
                  <a:pt x="8465976" y="416767"/>
                </a:lnTo>
                <a:lnTo>
                  <a:pt x="8465976" y="1642188"/>
                </a:lnTo>
                <a:lnTo>
                  <a:pt x="8584163" y="1897224"/>
                </a:lnTo>
                <a:lnTo>
                  <a:pt x="8907625" y="1897224"/>
                </a:lnTo>
                <a:lnTo>
                  <a:pt x="8907625" y="2780522"/>
                </a:lnTo>
                <a:lnTo>
                  <a:pt x="8808098" y="2780522"/>
                </a:lnTo>
                <a:lnTo>
                  <a:pt x="2631233" y="2780522"/>
                </a:lnTo>
                <a:lnTo>
                  <a:pt x="2631233" y="2394857"/>
                </a:lnTo>
                <a:lnTo>
                  <a:pt x="3396343" y="2401078"/>
                </a:lnTo>
              </a:path>
            </a:pathLst>
          </a:custGeom>
          <a:noFill/>
          <a:ln w="6350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F0F77251-2D85-4BD7-B0E9-0B7CDBF1E55E}"/>
              </a:ext>
            </a:extLst>
          </p:cNvPr>
          <p:cNvSpPr txBox="1"/>
          <p:nvPr/>
        </p:nvSpPr>
        <p:spPr>
          <a:xfrm>
            <a:off x="1433513" y="1838325"/>
            <a:ext cx="4522787" cy="3698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dirty="0">
                <a:solidFill>
                  <a:srgbClr val="C00000"/>
                </a:solidFill>
                <a:latin typeface="+mn-lt"/>
              </a:rPr>
              <a:t>150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8500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400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250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700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=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10000 </a:t>
            </a:r>
            <a:r>
              <a:rPr lang="es-ES" dirty="0" err="1">
                <a:solidFill>
                  <a:srgbClr val="C00000"/>
                </a:solidFill>
                <a:latin typeface="+mn-lt"/>
              </a:rPr>
              <a:t>ps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" name="Rectángulo redondeado 11">
            <a:extLst>
              <a:ext uri="{FF2B5EF4-FFF2-40B4-BE49-F238E27FC236}">
                <a16:creationId xmlns:a16="http://schemas.microsoft.com/office/drawing/2014/main" id="{C9C3E601-CF38-43C2-81F0-39731B9324CB}"/>
              </a:ext>
            </a:extLst>
          </p:cNvPr>
          <p:cNvSpPr/>
          <p:nvPr/>
        </p:nvSpPr>
        <p:spPr>
          <a:xfrm>
            <a:off x="4884738" y="1898650"/>
            <a:ext cx="1004887" cy="2587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sz="1100" dirty="0">
              <a:solidFill>
                <a:srgbClr val="C00000"/>
              </a:solidFill>
            </a:endParaRPr>
          </a:p>
        </p:txBody>
      </p:sp>
      <p:sp>
        <p:nvSpPr>
          <p:cNvPr id="13" name="Text Box 50">
            <a:extLst>
              <a:ext uri="{FF2B5EF4-FFF2-40B4-BE49-F238E27FC236}">
                <a16:creationId xmlns:a16="http://schemas.microsoft.com/office/drawing/2014/main" id="{3B1BEAEB-E4B2-4481-A674-FB50F8A80B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7" name="Marcador de número de diapositiva 16">
            <a:extLst>
              <a:ext uri="{FF2B5EF4-FFF2-40B4-BE49-F238E27FC236}">
                <a16:creationId xmlns:a16="http://schemas.microsoft.com/office/drawing/2014/main" id="{2D83B18A-9DDE-46DB-84BE-7953AFE385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7CBF8CF-28F7-47F0-B158-BA9FA2B2A144}" type="slidenum">
              <a:rPr lang="es-ES" altLang="es-ES">
                <a:solidFill>
                  <a:srgbClr val="171717"/>
                </a:solidFill>
              </a:rPr>
              <a:pPr/>
              <a:t>120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E0E744E-76ED-4E11-8D27-2A76111021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9142BDF-32BC-4F91-8A71-A40DC6E3BAEF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236663"/>
            <a:ext cx="10633075" cy="561975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Camino crítico instrucción JAL: </a:t>
            </a:r>
            <a:r>
              <a:rPr lang="es-ES" sz="2800" dirty="0">
                <a:ea typeface="ＭＳ Ｐゴシック" charset="-128"/>
                <a:cs typeface="ＭＳ Ｐゴシック" charset="-128"/>
              </a:rPr>
              <a:t>2.</a:t>
            </a: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 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PC  PC + 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sExt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(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imm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)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08CD81FF-0B95-4855-BF07-0CE0833BEF60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1DBE834E-5EF1-411F-A347-9F5F56945B29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8C1F6D2C-3646-4DD0-B337-296E57655257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34C1D9CF-5E75-4FB7-AE33-D00164B3AAFA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5B898C68-D835-4EF2-BF0A-A2E6339CC0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A890383B-E8FD-4171-86EC-890CEF6FF215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D480A637-EC63-436A-89D5-DCAD06BEC266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B299F985-CE0F-45C3-B7BC-226FFBEAE82F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C92F04A9-C673-419E-85BA-A3DD69300DA9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E26D889D-29A1-4D8E-8462-50F2611F32F3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43725" name="Grupo 340">
            <a:extLst>
              <a:ext uri="{FF2B5EF4-FFF2-40B4-BE49-F238E27FC236}">
                <a16:creationId xmlns:a16="http://schemas.microsoft.com/office/drawing/2014/main" id="{250AD03A-2AFA-41E4-83CA-363D31E7A683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E134776F-1B38-4A38-8F8A-17DE43781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DDF0FBF9-E8EE-45EF-B249-7EC3A82506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DF7F9570-AF2A-420E-9C78-E17FE00F40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92ED6466-5B84-46C8-B9DF-F829CD5B95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6E4F4087-9431-484B-88CC-5D2287EAF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F64F163B-A7E7-4AE1-A1B5-1C11087604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4445C0B8-A8F3-43C0-BAA5-0F974BF23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21C3EB66-15BB-4D6C-8864-0BC7CCE26C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6C6E10FC-B14F-470A-9E10-164152D30C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3221B6D0-DF06-45D6-B09A-7E9768879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CD7680A6-FA5B-460D-8F32-673B0F76DC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919B9BED-493D-4818-AEC5-F1914811C0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07EAD8B4-CEED-4CB1-99AA-7E763D0D2F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949929DB-BF37-4027-A833-8FE75870F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21B2D215-CAFA-49AA-BAAE-DE949A3929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D2E32B6B-4BF6-4422-9F07-776C52DAEF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65ED609B-5615-4E2A-99CA-AF61F572AC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CE63DCD4-1B5F-49CA-85C5-02B22D303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70F856BD-F9EA-4AA0-8C71-763E070527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03008578-9A4A-400C-B178-BA5799BA33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BFB62056-8FC4-404D-B463-3D5AF93492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12C10A35-F26C-4327-9C30-95E3EF6910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0D2D6780-208B-48E5-A85F-9E2E53CCC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7F6CC446-3954-422E-BADF-FE6CF05A0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7E3C89C3-1B6F-4C94-9EFC-4540CA6ABB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13E20327-6240-42B1-943B-81E20F4565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0C6BB953-42FE-4E7C-A73C-CB15839540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236042D5-1F8A-456B-B0B2-B6EAB9FBE9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AE090820-BB5A-435D-89FE-CD2A4684012C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43726" name="Grupo 370">
            <a:extLst>
              <a:ext uri="{FF2B5EF4-FFF2-40B4-BE49-F238E27FC236}">
                <a16:creationId xmlns:a16="http://schemas.microsoft.com/office/drawing/2014/main" id="{FC3115BC-ED2F-47AD-A0DC-9A3A7AFE557F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2A76902B-B6B2-4053-9F8A-1052D3D0A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5F4B8725-A27B-4695-AA24-DC996ABCC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87746AF7-12A4-453A-A618-CB4E54E4F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E8169691-0010-44E4-92C2-B4D4453FC6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B1ED91C2-6660-422C-B767-8D74E61D9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42AC5004-7E12-43E2-A9EB-B1BD65BE19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0D58D9D7-05A2-4AFC-B64C-5053BDEB3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25946B2B-7DE6-4B4F-9396-AE52CFE08C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F5DDEB09-4A8E-45FB-93B6-1E2AB62354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DB9531F4-17D5-49A9-8B6C-912F8EEC10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B0763CC9-3154-4717-AE34-DE4E0F690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FEDF39D0-02FD-4AF8-9BBE-6B2F716EB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D55ECD02-2CA0-430C-82DD-4A5F47A32C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A6E271BB-4C3C-4042-AFDB-93A60EC0A6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C036A5C1-418A-40ED-92B3-45F46CE76C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8A76E014-7580-4D38-B727-88E180B3E1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FCFB609C-23C1-4E76-929E-3B081698D2B3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7F4B3263-4637-4A12-AB3E-2707AB0F8D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C2313A47-D867-48FF-A512-1118E3819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768D47EE-5160-45C1-BEDC-8A0C84E426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4E7CAA71-E649-4528-B2AE-AD45EECF9777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9AF7ED87-93AB-474E-B4B9-97A3E426870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365B0153-85E4-4886-B781-4A8C82C267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6D085C96-BE52-4FC8-A6AC-5CEA7BD265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18DE37D5-027C-4E14-96B0-F2465BEE57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292DD85F-A4F0-4F1C-8487-E82B24A939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023BD635-7426-404E-BBA1-31C1BEA126E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EFB752D2-7BFE-4A76-931A-973BFA0AF5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65915FB3-BD09-44FA-BF28-5D8A5FEE8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B8D9E07D-6A58-4211-8BCB-B81E85CD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2908B9C2-838B-44D6-BC4C-CA94CDD011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CCFE58FA-F47C-4C96-A289-BF5A9B4AED7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8CD9CAB2-A9DD-4365-8C3C-396EB473A3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CD43ED0F-9E5C-4B41-AE1D-4E87C023E3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8C685324-3E15-474F-B7E0-331A4E1E908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9F2C1DA9-A0A4-4B1B-9CD3-6463BF022EA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197825CA-5EF2-4AB2-BEF2-EB8000B7F31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24EA519F-4F34-4492-8097-CC57F234121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43748" name="Grupo 409">
            <a:extLst>
              <a:ext uri="{FF2B5EF4-FFF2-40B4-BE49-F238E27FC236}">
                <a16:creationId xmlns:a16="http://schemas.microsoft.com/office/drawing/2014/main" id="{1131E0EB-1A28-4D95-9055-7362743A291E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7A0B79CB-0D2A-45CF-98A8-0D8E439E8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E570634E-B2AA-40F9-BA71-F7624033F4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C85B0594-F96A-4CC8-90AA-BC65D7FC19B8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EE405215-3467-4D1A-B000-2873137832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72B9A0B9-48A3-43E3-9930-A08B0791F0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5168D80E-D0C7-4A03-9BDC-3E96C89B3F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9C847209-04BF-4A4D-8B4A-3D82CB0A61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E314A502-303C-4E94-9632-B2A68CE60B10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A06E58D6-72A0-4593-9910-FD7FCEAD5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340ACDC9-164B-43F8-8E58-3475DCB5DEE9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90570B66-2CC4-45BF-922F-869E0191BB9E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9232B89F-A776-482E-8327-82AB35EE050D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EBCDCD8B-46CE-4E23-950A-2A4FF9128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CED57A55-0DD6-43D5-B433-D10A954FD1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8EB865D3-CC1A-4CE0-AEDB-BA53813E4AF9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3341C5A9-0314-470F-BC51-E619F444B75B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CD906ADA-3E5D-4B9A-9190-A056B46CE721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3759" name="Grupo 428">
            <a:extLst>
              <a:ext uri="{FF2B5EF4-FFF2-40B4-BE49-F238E27FC236}">
                <a16:creationId xmlns:a16="http://schemas.microsoft.com/office/drawing/2014/main" id="{C6B10CCA-E2C5-4C31-8E60-0DBAD459F308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51A7B248-847B-4A07-8E42-99A1822CC3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A7CCB485-A50D-465F-8A4A-47BDC28A4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CC8039A2-C7A3-4560-996A-0E29E9111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57552BBE-075C-4BCC-87B1-FBB2A29E09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B2E8B50D-CAE3-44D0-955F-C880A02D68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03AE195F-E1E0-411A-BF10-492017C76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260A1B9C-314C-4321-B5DE-1BFE62E2EF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F1F260D3-E821-44C3-ACF5-DF992CAFA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37D1ED4D-BE8D-406D-87BB-2C7347D74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862D2A0B-8B64-45EE-A492-BF1B0167956E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F0D32FBF-C808-4F8D-AFB6-E215869CE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302EAE18-1571-4093-9947-8615F28401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6FB0333A-63EA-44EB-AC06-1595AB3885CE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684E67A3-2AAD-4C74-BA0D-B674021833B5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658D71F2-BF72-4059-ABA5-FD0A4C7AA80A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E115065E-2738-4E37-8E67-FB0EEFCE25DC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94818AD4-5517-4C71-AF1B-C67FA72F7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83F0F641-BCB1-4C41-8883-B40E1B4F403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A31EFD78-1FBC-4932-AFD6-B04D219EAE0D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3767" name="Grupo 448">
            <a:extLst>
              <a:ext uri="{FF2B5EF4-FFF2-40B4-BE49-F238E27FC236}">
                <a16:creationId xmlns:a16="http://schemas.microsoft.com/office/drawing/2014/main" id="{569C307F-A06E-467E-9F17-B485EF9E43C0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EA460A31-5B13-4A74-8C04-A6CAC82C8B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1EA5C4AF-5AB6-4DC6-B341-1A71BB403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C1CAD90D-3E09-4D6C-B17C-0CEAD4F82D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BED4A141-1118-433C-97D8-A98A16F7F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B813DB06-BE6F-43D8-A5B3-2D59E8FD6C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244EB649-5557-4B58-8D26-2C022ADE19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EAAF5B7B-805B-4325-89D4-2DDFCE027C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DD311C34-BA32-4960-8CB1-04E9A09BB9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ABB4CBC5-5F2A-496F-8FEA-0F7F1FAC33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1E01837C-BBCB-46AD-920F-06A1E80B18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8A4F03D0-7E93-49D2-8E2E-EF80E44194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E2131E06-8579-4D94-A1E9-319E556FAFC7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A375E8EB-A541-4240-B835-25C57BFA282A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D7E87B28-0702-4427-AFEF-A1F8CAA31E43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3771" name="Grupo 463">
            <a:extLst>
              <a:ext uri="{FF2B5EF4-FFF2-40B4-BE49-F238E27FC236}">
                <a16:creationId xmlns:a16="http://schemas.microsoft.com/office/drawing/2014/main" id="{A28DBDAF-467A-442F-ABFC-66664AB855DA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A721AD58-729C-47E9-8D0D-5F84D6443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47CABA7F-9298-450A-B09F-3BEE5EA722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66986BA2-C807-48D3-972A-63DEB0FB0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7B4EFD83-2375-483F-A380-6A867FF71F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9C87BC76-610F-46F3-A824-C33FE5585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D1F298C8-3E7F-4406-93F6-97FFE9F152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E16CF083-B6AF-44D1-9C5B-A975794809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652E4E66-480B-4543-B41D-2A284D109430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B6F91E3A-5862-42A2-BE8E-D921A688B0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43772" name="Grupo 473">
            <a:extLst>
              <a:ext uri="{FF2B5EF4-FFF2-40B4-BE49-F238E27FC236}">
                <a16:creationId xmlns:a16="http://schemas.microsoft.com/office/drawing/2014/main" id="{F7CA7B07-085B-4F49-8A11-DEAF71DB8B7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7872FBD3-567B-4BEF-B9B6-1F57CFD79A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9F5D36C0-1EFE-4091-AFC8-22D6362BB2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30275F9B-E109-4290-8C58-A76F0C2783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459A1B74-7F63-4AAD-8AB7-8CEA9EDC7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BE6063F2-5640-4FAA-B864-4AA31EFB8F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B3DC03F4-FB8C-4DE2-BA7E-4E5DA3E2B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5D88BD42-5BBD-4C30-BB37-A4C89FB688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B859EC5F-A1B2-492C-B539-D05851841C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047A9D00-5CCE-4A23-88E5-C531BF2135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435CEF3A-9B7E-40BE-ADB0-7BAC8CD84E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C2045FA2-23BA-4604-83FE-9A06EC4B5B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E1FF872B-DB20-451F-8D47-18C741E26A04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DAEB1AF0-3F8A-4332-AEE4-C62305237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FD3CC5E2-AD9E-41E1-A1FC-AB278C5C617E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3776" name="Grupo 488">
            <a:extLst>
              <a:ext uri="{FF2B5EF4-FFF2-40B4-BE49-F238E27FC236}">
                <a16:creationId xmlns:a16="http://schemas.microsoft.com/office/drawing/2014/main" id="{B9DF1E94-33DC-4DFF-B945-F7123D8B9DA2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22AFB99E-988E-4895-8311-6B55A8C08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14188750-87B8-42A4-92D0-75AB6061B1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DD3149CD-9E08-4E2E-A43D-80D2C5F9E5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0D207717-6EE5-4995-A082-F5AE7CB071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5DC744B4-375A-4203-8CD6-A8CC91F909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92EA482C-FBA4-484D-8747-AF2C3DE568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9A7081CF-1375-4055-89EA-44EFF019D9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3D77DC39-AE83-4E6A-AEEA-DF2596C79D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5BF76C57-8DCA-4339-BF99-CBA61725BC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AB591EB2-4DD6-4D81-A587-A96C2775BE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0E9CD1CF-57FD-4FFB-8DDC-D42A9060DEAD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3778" name="Grupo 500">
            <a:extLst>
              <a:ext uri="{FF2B5EF4-FFF2-40B4-BE49-F238E27FC236}">
                <a16:creationId xmlns:a16="http://schemas.microsoft.com/office/drawing/2014/main" id="{7359C47C-1241-405C-87E3-6DB5C6098B90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CDE6BDCF-A30A-4B8A-81D6-B1A3034951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DED5FC9D-868A-4055-9F73-857BD9824A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877874FA-1AFE-4D93-BC31-C5CFC43AF5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3EB6975B-C8F9-4CD8-9BC4-A13FD9207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58C32C0F-0383-4C18-B6E0-93DC9634AC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060CA600-3D27-4A42-94C9-0C57A90EEF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29582D1B-3394-44DE-B8C1-0E2245F15C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F96D1411-4DEF-4218-B53C-25CBF2587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0D330B98-4C8E-4AE4-B508-B7C57D4C04E8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2BA69E50-242B-40A6-A223-9D30CD350E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3B17E6D8-8A8E-4B5E-8EB9-09A2394381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F9146326-A8E6-4F46-BB87-B4B18A85FB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7BC9D271-555D-496D-A185-AB63AE20BCE4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935B8028-CAB8-4B0B-9624-95C3695E68FE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220DA825-1981-40F5-91BF-95CA37D1B0F3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3782" name="Grupo 516">
            <a:extLst>
              <a:ext uri="{FF2B5EF4-FFF2-40B4-BE49-F238E27FC236}">
                <a16:creationId xmlns:a16="http://schemas.microsoft.com/office/drawing/2014/main" id="{530E000E-3B2F-44C6-9CC3-B32F2620D48F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AE6C20C4-7D6F-455A-B6E9-4700188E7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42B774B6-BABB-41BA-832F-E1E5AA7DF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F6D58741-8B1E-4271-9574-26E68D567F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4B442367-8383-43D8-87DD-514F6A9089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1D052A4F-0526-459C-A0EA-1875B796F2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1203F900-33B0-40A5-B2FA-B1896A760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050EB323-04D3-4052-B558-CD1A5775A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BD0CE15E-DD6F-4BE7-B99D-7FCA894281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67FD5F4D-981F-49BC-8DDA-F0F21CB554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1E295837-B1D5-4D2A-9FC6-3625BF23C971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FC35879B-4E0C-4DDA-8AF0-D30E9C85E9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A4DE91AE-4BD7-449C-99C1-818A89490A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E26C9085-A3A2-48BC-90F9-F1A6C8B8A0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98877942-4EB0-453F-8693-EAE6A49E38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4CB781AA-3A2F-4871-B8FA-701BE2F88E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F8DEC04B-9E04-430B-9FCD-8CA324A11F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B60A06DD-783D-4D59-8B5C-6062E96AE6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2CC12529-256D-4C05-8865-AD2854C4A3A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434DB043-C619-4932-9B44-935DAC51C4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7F924AD1-7188-4DA5-ADDD-AC762F5B93EF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34C2FD89-DA45-430E-AD53-C4462A0F39CE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35726BE1-F4FA-49B7-9F1A-41D7CD2F0A34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D91E6C8C-9A86-4CE2-A622-28DC1BEC9B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5EDC0B5F-4B49-42E9-8A9E-808E25181D55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D6F418DE-7BD4-4E07-885B-33CD17CEFF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0782385C-45D7-4996-A1B4-20F1B79E0E9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A0455209-6CEA-4B7A-8D92-4A4F58B218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285CAB06-B8A8-4A61-A8CE-B4223000A5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CDFED9A9-3D6C-4BF3-8CEC-7D74100092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A8D0B6FE-4624-46E5-B4D9-AB0522443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8BF8D1DD-9B18-4E19-8E51-F04EBFA1A9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CC13E47B-E37F-4273-B5AC-5B5FB999FC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F4D8F9C0-496F-4768-8498-2BCFEE55D45B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799" name="Grupo 550">
            <a:extLst>
              <a:ext uri="{FF2B5EF4-FFF2-40B4-BE49-F238E27FC236}">
                <a16:creationId xmlns:a16="http://schemas.microsoft.com/office/drawing/2014/main" id="{77013E6F-2EF8-4D0D-BC08-49F013963CB2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E3E50F4A-3C9E-416C-94EE-13157122F336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4AC2DBA6-9889-4F25-BED5-B115AB434C90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5A62CAE1-3EBF-45E6-98B2-799E6D431DB9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A71551CE-48BE-4998-909F-A381B956AA43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2326D0B6-A4B9-464F-AA8A-8164CE8FF5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992E56EC-1D89-4BFB-9ECF-FB6D898EBE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9C52F708-3032-4750-BA64-F604F5D900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E81B6595-B798-4263-BBE6-56DEC2CAF5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CACC7915-7775-4F1C-8A05-4DBE95336D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6AF658CF-5159-4656-A777-5BA558B2C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4D6D0736-606C-4A00-9B8E-F714196C17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E3475B59-029E-4791-B41B-ED7423CF2C13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DDA26E3A-7CAF-470E-84E7-1BAB5A16D799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88B444E8-A12F-4A61-9431-4F0F3622A8C1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1F78C81D-DBFA-4706-90CF-64FD712940B7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87C28823-024C-451A-B0C9-3A7E5CB99A4D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090D449C-2B25-42A4-B4C9-D7A900BD73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B8D8ABC5-8EBA-4567-8552-46C37860BD6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A5002842-C045-49C1-8651-209ADDC3C9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B6F16E90-F097-4BD2-BC05-8162ABE60F7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787E0AB4-5F7D-4737-AA86-9019C1C3C4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C5BE20AF-F97E-407D-AF56-F2EB55DCD5B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0EDC7597-CFDE-489D-90DE-DC8EB6D743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4B156B33-4883-4A27-AB89-64BB5E767CC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094D2CF3-5EBE-43AD-BAA2-A9B71A562D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D27A656E-1CA7-4B35-A652-0EEECC336ED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23BB1DB0-2FAA-4159-88C3-FCCEC99DEBE0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C4BE7402-91F9-4E4D-96FB-39722D98F841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D5D88C0F-5FE8-4C2C-9E1C-BFDEE1792F5C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7BDA5BC0-A9E1-4FBB-A12C-E323C84A6611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38A97322-6CAB-4A30-A8F9-8E926AC8E715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BC9A0700-3369-4FE4-A83F-1AE480FE910B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4C7197BD-AC18-4D28-AB16-E09C74662B5A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82B4210E-A602-4B6D-A92C-4E7C8C87DA89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E3CCB5D9-390A-45A9-B053-FFF109CF3BA6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0340CF45-92E2-4E7E-BC17-D5F632C1A3A4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0027F25A-EC09-4FD3-8DE3-0A3F4E7E5DC7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507B23B8-5314-4BDA-9E56-6F6A2DAE5B77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A77D3D44-D116-410E-918D-56560969CEE7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6281CD44-EB6D-4E96-A2D8-200A63AE15EE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57ECCE61-F531-4950-BBC8-EB86DA231C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FA496392-5477-41E5-9D3F-55E0F6B7B5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3" name="Text Box 50">
            <a:extLst>
              <a:ext uri="{FF2B5EF4-FFF2-40B4-BE49-F238E27FC236}">
                <a16:creationId xmlns:a16="http://schemas.microsoft.com/office/drawing/2014/main" id="{EC2A5AA3-20D1-4781-B799-6E8AF9733B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EC61959A-6E1E-400F-8DAE-F02F74E5A2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3990E882-9E06-4A4F-AC5B-3BDAE17EF25B}" type="slidenum">
              <a:rPr lang="es-ES" altLang="es-ES">
                <a:solidFill>
                  <a:srgbClr val="171717"/>
                </a:solidFill>
              </a:rPr>
              <a:pPr/>
              <a:t>121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5544CA0-43C5-47C8-900C-A0E6516AC0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8C50204A-1462-42BB-851F-88DF52DF72C8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236663"/>
            <a:ext cx="10633075" cy="561975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Camino crítico instrucción JAL: </a:t>
            </a:r>
            <a:r>
              <a:rPr lang="es-ES" sz="2800" dirty="0">
                <a:ea typeface="ＭＳ Ｐゴシック" charset="-128"/>
                <a:cs typeface="ＭＳ Ｐゴシック" charset="-128"/>
              </a:rPr>
              <a:t>2.</a:t>
            </a:r>
            <a:r>
              <a:rPr lang="es-ES" sz="2800" dirty="0">
                <a:solidFill>
                  <a:schemeClr val="accent2"/>
                </a:solidFill>
                <a:ea typeface="ＭＳ Ｐゴシック" charset="-128"/>
                <a:cs typeface="ＭＳ Ｐゴシック" charset="-128"/>
              </a:rPr>
              <a:t> 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PC  PC + 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sExt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(</a:t>
            </a:r>
            <a:r>
              <a:rPr lang="es-ES" sz="2800" dirty="0" err="1">
                <a:ea typeface="ＭＳ Ｐゴシック" charset="-128"/>
                <a:cs typeface="ＭＳ Ｐゴシック" charset="-128"/>
                <a:sym typeface="Wingdings" pitchFamily="2" charset="2"/>
              </a:rPr>
              <a:t>imm</a:t>
            </a:r>
            <a:r>
              <a:rPr lang="es-ES" sz="2800" dirty="0">
                <a:ea typeface="ＭＳ Ｐゴシック" charset="-128"/>
                <a:cs typeface="ＭＳ Ｐゴシック" charset="-128"/>
                <a:sym typeface="Wingdings" pitchFamily="2" charset="2"/>
              </a:rPr>
              <a:t>)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9E6B9A69-15A2-412E-AF36-3909C1120536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60" name="Rectángulo redondeado 59">
            <a:extLst>
              <a:ext uri="{FF2B5EF4-FFF2-40B4-BE49-F238E27FC236}">
                <a16:creationId xmlns:a16="http://schemas.microsoft.com/office/drawing/2014/main" id="{8E84690E-EB10-4AF7-A06E-7DBA31CE91FE}"/>
              </a:ext>
            </a:extLst>
          </p:cNvPr>
          <p:cNvSpPr/>
          <p:nvPr/>
        </p:nvSpPr>
        <p:spPr>
          <a:xfrm>
            <a:off x="4530725" y="250983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400</a:t>
            </a:r>
          </a:p>
        </p:txBody>
      </p:sp>
      <p:sp>
        <p:nvSpPr>
          <p:cNvPr id="62" name="Forma libre 61">
            <a:extLst>
              <a:ext uri="{FF2B5EF4-FFF2-40B4-BE49-F238E27FC236}">
                <a16:creationId xmlns:a16="http://schemas.microsoft.com/office/drawing/2014/main" id="{17C9A776-C70B-429C-B092-72D025595147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08" name="Forma libre 207">
            <a:extLst>
              <a:ext uri="{FF2B5EF4-FFF2-40B4-BE49-F238E27FC236}">
                <a16:creationId xmlns:a16="http://schemas.microsoft.com/office/drawing/2014/main" id="{2AC83102-CB9A-47D9-8D33-21B3CFA6C511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1" name="Text Box 72">
            <a:extLst>
              <a:ext uri="{FF2B5EF4-FFF2-40B4-BE49-F238E27FC236}">
                <a16:creationId xmlns:a16="http://schemas.microsoft.com/office/drawing/2014/main" id="{E2DFB7EE-F460-43DF-A075-FCB59A250C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12" name="Line 70">
            <a:extLst>
              <a:ext uri="{FF2B5EF4-FFF2-40B4-BE49-F238E27FC236}">
                <a16:creationId xmlns:a16="http://schemas.microsoft.com/office/drawing/2014/main" id="{89962693-E58B-460B-B7A3-F0D7B6D45BD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9" name="Forma libre 218">
            <a:extLst>
              <a:ext uri="{FF2B5EF4-FFF2-40B4-BE49-F238E27FC236}">
                <a16:creationId xmlns:a16="http://schemas.microsoft.com/office/drawing/2014/main" id="{CF35C945-2169-4000-9C35-973DC42383B5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23" name="Forma libre 222">
            <a:extLst>
              <a:ext uri="{FF2B5EF4-FFF2-40B4-BE49-F238E27FC236}">
                <a16:creationId xmlns:a16="http://schemas.microsoft.com/office/drawing/2014/main" id="{1A274549-4FD0-4D51-A258-15498FCA7611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9" name="Forma libre 338">
            <a:extLst>
              <a:ext uri="{FF2B5EF4-FFF2-40B4-BE49-F238E27FC236}">
                <a16:creationId xmlns:a16="http://schemas.microsoft.com/office/drawing/2014/main" id="{477FEE56-76DE-4666-8CEE-05327735FEE5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40" name="Forma libre 339">
            <a:extLst>
              <a:ext uri="{FF2B5EF4-FFF2-40B4-BE49-F238E27FC236}">
                <a16:creationId xmlns:a16="http://schemas.microsoft.com/office/drawing/2014/main" id="{D87E9288-5CCE-4EFA-A178-ED3C921D4604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45773" name="Grupo 340">
            <a:extLst>
              <a:ext uri="{FF2B5EF4-FFF2-40B4-BE49-F238E27FC236}">
                <a16:creationId xmlns:a16="http://schemas.microsoft.com/office/drawing/2014/main" id="{AB3C4061-6E74-40B6-AE3D-D65850DE06AD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342" name="Text Box 37">
              <a:extLst>
                <a:ext uri="{FF2B5EF4-FFF2-40B4-BE49-F238E27FC236}">
                  <a16:creationId xmlns:a16="http://schemas.microsoft.com/office/drawing/2014/main" id="{912B429A-7C73-4A93-890C-18A3514EDC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3" name="Text Box 32">
              <a:extLst>
                <a:ext uri="{FF2B5EF4-FFF2-40B4-BE49-F238E27FC236}">
                  <a16:creationId xmlns:a16="http://schemas.microsoft.com/office/drawing/2014/main" id="{ACB51D61-6AF4-40E3-B049-659F76CD60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4" name="Text Box 22">
              <a:extLst>
                <a:ext uri="{FF2B5EF4-FFF2-40B4-BE49-F238E27FC236}">
                  <a16:creationId xmlns:a16="http://schemas.microsoft.com/office/drawing/2014/main" id="{492CDE82-43D7-4F03-ACC4-7BD38E0F8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5" name="Text Box 10">
              <a:extLst>
                <a:ext uri="{FF2B5EF4-FFF2-40B4-BE49-F238E27FC236}">
                  <a16:creationId xmlns:a16="http://schemas.microsoft.com/office/drawing/2014/main" id="{7BB9880A-97B8-4861-ADCD-9534372DFE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6" name="Text Box 14">
              <a:extLst>
                <a:ext uri="{FF2B5EF4-FFF2-40B4-BE49-F238E27FC236}">
                  <a16:creationId xmlns:a16="http://schemas.microsoft.com/office/drawing/2014/main" id="{B10CAA09-2801-4FC6-BDBD-4B42E923CF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47" name="Text Box 27">
              <a:extLst>
                <a:ext uri="{FF2B5EF4-FFF2-40B4-BE49-F238E27FC236}">
                  <a16:creationId xmlns:a16="http://schemas.microsoft.com/office/drawing/2014/main" id="{60471961-1926-4B91-8927-0676C51FC5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348" name="Rectangle 6">
              <a:extLst>
                <a:ext uri="{FF2B5EF4-FFF2-40B4-BE49-F238E27FC236}">
                  <a16:creationId xmlns:a16="http://schemas.microsoft.com/office/drawing/2014/main" id="{6FD79579-6E53-46C3-8A75-50466EB61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49" name="Line 8">
              <a:extLst>
                <a:ext uri="{FF2B5EF4-FFF2-40B4-BE49-F238E27FC236}">
                  <a16:creationId xmlns:a16="http://schemas.microsoft.com/office/drawing/2014/main" id="{7E8DA09A-EE9B-44EF-818A-9FB564157A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0" name="Line 9">
              <a:extLst>
                <a:ext uri="{FF2B5EF4-FFF2-40B4-BE49-F238E27FC236}">
                  <a16:creationId xmlns:a16="http://schemas.microsoft.com/office/drawing/2014/main" id="{DACE7006-2D86-4FE3-97C4-0D80E03D1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1" name="Line 12">
              <a:extLst>
                <a:ext uri="{FF2B5EF4-FFF2-40B4-BE49-F238E27FC236}">
                  <a16:creationId xmlns:a16="http://schemas.microsoft.com/office/drawing/2014/main" id="{491FDFD3-2CF1-4EB0-A006-C844CBBAF8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2" name="Line 13">
              <a:extLst>
                <a:ext uri="{FF2B5EF4-FFF2-40B4-BE49-F238E27FC236}">
                  <a16:creationId xmlns:a16="http://schemas.microsoft.com/office/drawing/2014/main" id="{2CFB6B2B-34B6-4766-97BB-3F057372EC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3" name="Text Box 15">
              <a:extLst>
                <a:ext uri="{FF2B5EF4-FFF2-40B4-BE49-F238E27FC236}">
                  <a16:creationId xmlns:a16="http://schemas.microsoft.com/office/drawing/2014/main" id="{564DA92B-2781-4E25-8899-393214217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354" name="Text Box 16">
              <a:extLst>
                <a:ext uri="{FF2B5EF4-FFF2-40B4-BE49-F238E27FC236}">
                  <a16:creationId xmlns:a16="http://schemas.microsoft.com/office/drawing/2014/main" id="{96241156-0A37-47E4-9660-E58E404049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55" name="Text Box 17">
              <a:extLst>
                <a:ext uri="{FF2B5EF4-FFF2-40B4-BE49-F238E27FC236}">
                  <a16:creationId xmlns:a16="http://schemas.microsoft.com/office/drawing/2014/main" id="{7988969C-2029-45D2-A758-7D6F2207EB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6" name="Line 18">
              <a:extLst>
                <a:ext uri="{FF2B5EF4-FFF2-40B4-BE49-F238E27FC236}">
                  <a16:creationId xmlns:a16="http://schemas.microsoft.com/office/drawing/2014/main" id="{5209D941-8E2C-4F21-8B52-5C2E59F104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7" name="Line 20">
              <a:extLst>
                <a:ext uri="{FF2B5EF4-FFF2-40B4-BE49-F238E27FC236}">
                  <a16:creationId xmlns:a16="http://schemas.microsoft.com/office/drawing/2014/main" id="{81330A08-EDCE-486A-843D-10873919F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8" name="Line 21">
              <a:extLst>
                <a:ext uri="{FF2B5EF4-FFF2-40B4-BE49-F238E27FC236}">
                  <a16:creationId xmlns:a16="http://schemas.microsoft.com/office/drawing/2014/main" id="{5DC6EA13-631D-4501-8E2D-AA354BB543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59" name="Text Box 23">
              <a:extLst>
                <a:ext uri="{FF2B5EF4-FFF2-40B4-BE49-F238E27FC236}">
                  <a16:creationId xmlns:a16="http://schemas.microsoft.com/office/drawing/2014/main" id="{C20C1976-5CF4-4946-A0E3-6F73BA2245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360" name="Line 25">
              <a:extLst>
                <a:ext uri="{FF2B5EF4-FFF2-40B4-BE49-F238E27FC236}">
                  <a16:creationId xmlns:a16="http://schemas.microsoft.com/office/drawing/2014/main" id="{D6575FE8-9E1C-479E-90A0-9B1816142D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1" name="Line 26">
              <a:extLst>
                <a:ext uri="{FF2B5EF4-FFF2-40B4-BE49-F238E27FC236}">
                  <a16:creationId xmlns:a16="http://schemas.microsoft.com/office/drawing/2014/main" id="{1A1CDC6D-7963-42B7-8923-722A8858EA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2" name="Text Box 28">
              <a:extLst>
                <a:ext uri="{FF2B5EF4-FFF2-40B4-BE49-F238E27FC236}">
                  <a16:creationId xmlns:a16="http://schemas.microsoft.com/office/drawing/2014/main" id="{C9536F0D-E01B-4150-9438-866CD3DD7D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363" name="Line 30">
              <a:extLst>
                <a:ext uri="{FF2B5EF4-FFF2-40B4-BE49-F238E27FC236}">
                  <a16:creationId xmlns:a16="http://schemas.microsoft.com/office/drawing/2014/main" id="{5A1106FB-4F94-4366-8010-CC50C75CD3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4" name="Line 31">
              <a:extLst>
                <a:ext uri="{FF2B5EF4-FFF2-40B4-BE49-F238E27FC236}">
                  <a16:creationId xmlns:a16="http://schemas.microsoft.com/office/drawing/2014/main" id="{18789975-0EDE-4E6A-A8DD-DBCF0D1085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5" name="Text Box 33">
              <a:extLst>
                <a:ext uri="{FF2B5EF4-FFF2-40B4-BE49-F238E27FC236}">
                  <a16:creationId xmlns:a16="http://schemas.microsoft.com/office/drawing/2014/main" id="{DC49A42A-D8AD-47BB-ADD9-DFDE6E9B40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366" name="Line 35">
              <a:extLst>
                <a:ext uri="{FF2B5EF4-FFF2-40B4-BE49-F238E27FC236}">
                  <a16:creationId xmlns:a16="http://schemas.microsoft.com/office/drawing/2014/main" id="{BFDA65DC-F538-4BB4-88FB-216452D632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7" name="Line 36">
              <a:extLst>
                <a:ext uri="{FF2B5EF4-FFF2-40B4-BE49-F238E27FC236}">
                  <a16:creationId xmlns:a16="http://schemas.microsoft.com/office/drawing/2014/main" id="{5A9945EA-56F8-4B74-AA0B-A8AF38C780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68" name="Text Box 38">
              <a:extLst>
                <a:ext uri="{FF2B5EF4-FFF2-40B4-BE49-F238E27FC236}">
                  <a16:creationId xmlns:a16="http://schemas.microsoft.com/office/drawing/2014/main" id="{8AF89D11-DFFC-4973-AE26-6205F98590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369" name="Text Box 39">
              <a:extLst>
                <a:ext uri="{FF2B5EF4-FFF2-40B4-BE49-F238E27FC236}">
                  <a16:creationId xmlns:a16="http://schemas.microsoft.com/office/drawing/2014/main" id="{C4BA3823-AB3D-4F71-9DC9-788A7052F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370" name="Forma libre 369">
              <a:extLst>
                <a:ext uri="{FF2B5EF4-FFF2-40B4-BE49-F238E27FC236}">
                  <a16:creationId xmlns:a16="http://schemas.microsoft.com/office/drawing/2014/main" id="{0A020841-80AC-4008-92C5-6E66B6DCDF03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45774" name="Grupo 370">
            <a:extLst>
              <a:ext uri="{FF2B5EF4-FFF2-40B4-BE49-F238E27FC236}">
                <a16:creationId xmlns:a16="http://schemas.microsoft.com/office/drawing/2014/main" id="{01FC6D7A-38E0-412B-9590-2CAE9DC3650A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372" name="Text Box 80">
              <a:extLst>
                <a:ext uri="{FF2B5EF4-FFF2-40B4-BE49-F238E27FC236}">
                  <a16:creationId xmlns:a16="http://schemas.microsoft.com/office/drawing/2014/main" id="{AD4C54EE-4611-4748-802E-89EE13599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3" name="Text Box 63">
              <a:extLst>
                <a:ext uri="{FF2B5EF4-FFF2-40B4-BE49-F238E27FC236}">
                  <a16:creationId xmlns:a16="http://schemas.microsoft.com/office/drawing/2014/main" id="{0A81F1AE-7842-4768-AC56-7A53BB57E5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74" name="Rectangle 59">
              <a:extLst>
                <a:ext uri="{FF2B5EF4-FFF2-40B4-BE49-F238E27FC236}">
                  <a16:creationId xmlns:a16="http://schemas.microsoft.com/office/drawing/2014/main" id="{5445B97F-D6DD-400A-B163-F927D8F05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5" name="Line 61">
              <a:extLst>
                <a:ext uri="{FF2B5EF4-FFF2-40B4-BE49-F238E27FC236}">
                  <a16:creationId xmlns:a16="http://schemas.microsoft.com/office/drawing/2014/main" id="{6060CBE4-E28C-43D5-B185-6AAE0A40AB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6" name="Line 62">
              <a:extLst>
                <a:ext uri="{FF2B5EF4-FFF2-40B4-BE49-F238E27FC236}">
                  <a16:creationId xmlns:a16="http://schemas.microsoft.com/office/drawing/2014/main" id="{6185BDC0-2747-4923-BE48-6E4F7BE1FF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7" name="Line 65">
              <a:extLst>
                <a:ext uri="{FF2B5EF4-FFF2-40B4-BE49-F238E27FC236}">
                  <a16:creationId xmlns:a16="http://schemas.microsoft.com/office/drawing/2014/main" id="{11E862D0-6CFD-4B6C-985D-60AEE03771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8" name="Line 66">
              <a:extLst>
                <a:ext uri="{FF2B5EF4-FFF2-40B4-BE49-F238E27FC236}">
                  <a16:creationId xmlns:a16="http://schemas.microsoft.com/office/drawing/2014/main" id="{03878597-1274-435F-BD64-10E9ED12F9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79" name="Text Box 67">
              <a:extLst>
                <a:ext uri="{FF2B5EF4-FFF2-40B4-BE49-F238E27FC236}">
                  <a16:creationId xmlns:a16="http://schemas.microsoft.com/office/drawing/2014/main" id="{DFF8E8F9-CFA1-4D83-8241-C01BFC844B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380" name="Text Box 68">
              <a:extLst>
                <a:ext uri="{FF2B5EF4-FFF2-40B4-BE49-F238E27FC236}">
                  <a16:creationId xmlns:a16="http://schemas.microsoft.com/office/drawing/2014/main" id="{DCDFFB44-AF0C-4501-B8C0-E8E8AD92D5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381" name="Text Box 69">
              <a:extLst>
                <a:ext uri="{FF2B5EF4-FFF2-40B4-BE49-F238E27FC236}">
                  <a16:creationId xmlns:a16="http://schemas.microsoft.com/office/drawing/2014/main" id="{BEF5B643-2792-4E9C-8470-6F41219C54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382" name="Text Box 70">
              <a:extLst>
                <a:ext uri="{FF2B5EF4-FFF2-40B4-BE49-F238E27FC236}">
                  <a16:creationId xmlns:a16="http://schemas.microsoft.com/office/drawing/2014/main" id="{864956E7-E363-43E0-8A84-B8B3BF2BB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383" name="Text Box 71">
              <a:extLst>
                <a:ext uri="{FF2B5EF4-FFF2-40B4-BE49-F238E27FC236}">
                  <a16:creationId xmlns:a16="http://schemas.microsoft.com/office/drawing/2014/main" id="{1082FA10-D2F3-4C50-8B13-F04E3F9E66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384" name="Line 73">
              <a:extLst>
                <a:ext uri="{FF2B5EF4-FFF2-40B4-BE49-F238E27FC236}">
                  <a16:creationId xmlns:a16="http://schemas.microsoft.com/office/drawing/2014/main" id="{83068B39-869E-47B5-AF6C-ECFFA8B2D5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5" name="Text Box 76">
              <a:extLst>
                <a:ext uri="{FF2B5EF4-FFF2-40B4-BE49-F238E27FC236}">
                  <a16:creationId xmlns:a16="http://schemas.microsoft.com/office/drawing/2014/main" id="{276C16AF-6B2C-43A4-97EA-E1A6798D6F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12872DED-3834-4168-B952-B83C0A9D57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7" name="Line 79">
              <a:extLst>
                <a:ext uri="{FF2B5EF4-FFF2-40B4-BE49-F238E27FC236}">
                  <a16:creationId xmlns:a16="http://schemas.microsoft.com/office/drawing/2014/main" id="{E5F63F9F-B4FA-4F6D-8EDA-7CB98D2A6A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88" name="Forma libre 387">
              <a:extLst>
                <a:ext uri="{FF2B5EF4-FFF2-40B4-BE49-F238E27FC236}">
                  <a16:creationId xmlns:a16="http://schemas.microsoft.com/office/drawing/2014/main" id="{925A6879-844D-4943-A3E2-AE5C4A1DE0E4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389" name="Text Box 48">
            <a:extLst>
              <a:ext uri="{FF2B5EF4-FFF2-40B4-BE49-F238E27FC236}">
                <a16:creationId xmlns:a16="http://schemas.microsoft.com/office/drawing/2014/main" id="{6DA38E6E-16A7-4149-85A4-9B346DCD20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0" name="Text Box 53">
            <a:extLst>
              <a:ext uri="{FF2B5EF4-FFF2-40B4-BE49-F238E27FC236}">
                <a16:creationId xmlns:a16="http://schemas.microsoft.com/office/drawing/2014/main" id="{3902F03C-AE39-4A09-A58C-576E1655B2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1" name="Text Box 57">
            <a:extLst>
              <a:ext uri="{FF2B5EF4-FFF2-40B4-BE49-F238E27FC236}">
                <a16:creationId xmlns:a16="http://schemas.microsoft.com/office/drawing/2014/main" id="{B2C7B746-D093-469E-AED7-7B689FF5FF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392" name="Freeform 44">
            <a:extLst>
              <a:ext uri="{FF2B5EF4-FFF2-40B4-BE49-F238E27FC236}">
                <a16:creationId xmlns:a16="http://schemas.microsoft.com/office/drawing/2014/main" id="{41E4825E-12D7-45BB-AA42-179EE6F745C9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3" name="Line 46">
            <a:extLst>
              <a:ext uri="{FF2B5EF4-FFF2-40B4-BE49-F238E27FC236}">
                <a16:creationId xmlns:a16="http://schemas.microsoft.com/office/drawing/2014/main" id="{56D2F410-B888-4D5C-BD92-6A0A9EE57B0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4" name="Line 47">
            <a:extLst>
              <a:ext uri="{FF2B5EF4-FFF2-40B4-BE49-F238E27FC236}">
                <a16:creationId xmlns:a16="http://schemas.microsoft.com/office/drawing/2014/main" id="{3C4DBBF1-22CB-4BC4-B1A3-7CF6D05B9F2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5" name="Text Box 49">
            <a:extLst>
              <a:ext uri="{FF2B5EF4-FFF2-40B4-BE49-F238E27FC236}">
                <a16:creationId xmlns:a16="http://schemas.microsoft.com/office/drawing/2014/main" id="{5C24144A-D695-4CC4-9D04-E1F081965B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396" name="Line 52">
            <a:extLst>
              <a:ext uri="{FF2B5EF4-FFF2-40B4-BE49-F238E27FC236}">
                <a16:creationId xmlns:a16="http://schemas.microsoft.com/office/drawing/2014/main" id="{9FD2A3BF-415A-4720-B0C7-C2E2F3BF4D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7" name="Line 56">
            <a:extLst>
              <a:ext uri="{FF2B5EF4-FFF2-40B4-BE49-F238E27FC236}">
                <a16:creationId xmlns:a16="http://schemas.microsoft.com/office/drawing/2014/main" id="{3B8CE5DF-C8E2-4141-AACB-8A4A7910ED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8" name="Line 60">
            <a:extLst>
              <a:ext uri="{FF2B5EF4-FFF2-40B4-BE49-F238E27FC236}">
                <a16:creationId xmlns:a16="http://schemas.microsoft.com/office/drawing/2014/main" id="{31F19F33-E563-4A24-B6CE-A079CC537E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99" name="Text Box 61">
            <a:extLst>
              <a:ext uri="{FF2B5EF4-FFF2-40B4-BE49-F238E27FC236}">
                <a16:creationId xmlns:a16="http://schemas.microsoft.com/office/drawing/2014/main" id="{4B4FA4C1-E6E5-4AD4-B6AC-E69DC0AF97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400" name="Text Box 62">
            <a:extLst>
              <a:ext uri="{FF2B5EF4-FFF2-40B4-BE49-F238E27FC236}">
                <a16:creationId xmlns:a16="http://schemas.microsoft.com/office/drawing/2014/main" id="{002B60F7-47CF-4C0A-9EDE-CF557FAE47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401" name="Text Box 63">
            <a:extLst>
              <a:ext uri="{FF2B5EF4-FFF2-40B4-BE49-F238E27FC236}">
                <a16:creationId xmlns:a16="http://schemas.microsoft.com/office/drawing/2014/main" id="{A69A5191-A848-4E50-AF57-9F5B401370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402" name="Text Box 64">
            <a:extLst>
              <a:ext uri="{FF2B5EF4-FFF2-40B4-BE49-F238E27FC236}">
                <a16:creationId xmlns:a16="http://schemas.microsoft.com/office/drawing/2014/main" id="{0CF1BE75-6467-403D-BA7C-A698F47AFC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403" name="Line 71">
            <a:extLst>
              <a:ext uri="{FF2B5EF4-FFF2-40B4-BE49-F238E27FC236}">
                <a16:creationId xmlns:a16="http://schemas.microsoft.com/office/drawing/2014/main" id="{86B6FA0F-2EA6-45E4-8E0C-CD551955835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4" name="Text Box 72">
            <a:extLst>
              <a:ext uri="{FF2B5EF4-FFF2-40B4-BE49-F238E27FC236}">
                <a16:creationId xmlns:a16="http://schemas.microsoft.com/office/drawing/2014/main" id="{3D836B0D-E539-498E-9FA8-74B2681550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405" name="Text Box 144">
            <a:extLst>
              <a:ext uri="{FF2B5EF4-FFF2-40B4-BE49-F238E27FC236}">
                <a16:creationId xmlns:a16="http://schemas.microsoft.com/office/drawing/2014/main" id="{FE564EB2-5CDF-4098-B4B7-B28CF8A6EC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406" name="Line 51">
            <a:extLst>
              <a:ext uri="{FF2B5EF4-FFF2-40B4-BE49-F238E27FC236}">
                <a16:creationId xmlns:a16="http://schemas.microsoft.com/office/drawing/2014/main" id="{97E0DDA2-8E89-445B-9514-0573532914F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7" name="Line 55">
            <a:extLst>
              <a:ext uri="{FF2B5EF4-FFF2-40B4-BE49-F238E27FC236}">
                <a16:creationId xmlns:a16="http://schemas.microsoft.com/office/drawing/2014/main" id="{BE4957A4-E654-4ADD-B7AB-229ACFF50F84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8" name="Line 70">
            <a:extLst>
              <a:ext uri="{FF2B5EF4-FFF2-40B4-BE49-F238E27FC236}">
                <a16:creationId xmlns:a16="http://schemas.microsoft.com/office/drawing/2014/main" id="{DCA6C31A-21E3-4C86-8502-860ACDF4233D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09" name="Line 59">
            <a:extLst>
              <a:ext uri="{FF2B5EF4-FFF2-40B4-BE49-F238E27FC236}">
                <a16:creationId xmlns:a16="http://schemas.microsoft.com/office/drawing/2014/main" id="{7F0DFA46-3A2F-4285-97F1-41F5EC3774D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45796" name="Grupo 409">
            <a:extLst>
              <a:ext uri="{FF2B5EF4-FFF2-40B4-BE49-F238E27FC236}">
                <a16:creationId xmlns:a16="http://schemas.microsoft.com/office/drawing/2014/main" id="{0C2D9A3C-9404-4D44-9BF9-68D6E028FF47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411" name="Text Box 48">
              <a:extLst>
                <a:ext uri="{FF2B5EF4-FFF2-40B4-BE49-F238E27FC236}">
                  <a16:creationId xmlns:a16="http://schemas.microsoft.com/office/drawing/2014/main" id="{F660555C-855E-47D9-981F-697DA86A7B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2" name="Text Box 57">
              <a:extLst>
                <a:ext uri="{FF2B5EF4-FFF2-40B4-BE49-F238E27FC236}">
                  <a16:creationId xmlns:a16="http://schemas.microsoft.com/office/drawing/2014/main" id="{692D5D6F-9A7A-4C25-A668-66082B34B9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13" name="Forma libre 412">
              <a:extLst>
                <a:ext uri="{FF2B5EF4-FFF2-40B4-BE49-F238E27FC236}">
                  <a16:creationId xmlns:a16="http://schemas.microsoft.com/office/drawing/2014/main" id="{CB07BE70-4040-4896-A612-657F52DBF96E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414" name="Line 46">
              <a:extLst>
                <a:ext uri="{FF2B5EF4-FFF2-40B4-BE49-F238E27FC236}">
                  <a16:creationId xmlns:a16="http://schemas.microsoft.com/office/drawing/2014/main" id="{CFA0D821-30BC-44A3-A210-6BABFDE83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5" name="Line 47">
              <a:extLst>
                <a:ext uri="{FF2B5EF4-FFF2-40B4-BE49-F238E27FC236}">
                  <a16:creationId xmlns:a16="http://schemas.microsoft.com/office/drawing/2014/main" id="{FB7DBFBA-2A64-4439-BFC1-06FF43EF35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6" name="Line 55">
              <a:extLst>
                <a:ext uri="{FF2B5EF4-FFF2-40B4-BE49-F238E27FC236}">
                  <a16:creationId xmlns:a16="http://schemas.microsoft.com/office/drawing/2014/main" id="{EBCDCAF0-846D-49B0-AFAA-1C66D6FF60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17" name="Line 56">
              <a:extLst>
                <a:ext uri="{FF2B5EF4-FFF2-40B4-BE49-F238E27FC236}">
                  <a16:creationId xmlns:a16="http://schemas.microsoft.com/office/drawing/2014/main" id="{8A07B20A-56DE-40EE-9789-C1CD4862C1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18" name="Forma libre 417">
            <a:extLst>
              <a:ext uri="{FF2B5EF4-FFF2-40B4-BE49-F238E27FC236}">
                <a16:creationId xmlns:a16="http://schemas.microsoft.com/office/drawing/2014/main" id="{4E896D9E-9D7E-4997-A298-8056E3BE52B6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9" name="Text Box 50">
            <a:extLst>
              <a:ext uri="{FF2B5EF4-FFF2-40B4-BE49-F238E27FC236}">
                <a16:creationId xmlns:a16="http://schemas.microsoft.com/office/drawing/2014/main" id="{E6873ECB-2592-4271-98F0-592253FEC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420" name="Forma libre 419">
            <a:extLst>
              <a:ext uri="{FF2B5EF4-FFF2-40B4-BE49-F238E27FC236}">
                <a16:creationId xmlns:a16="http://schemas.microsoft.com/office/drawing/2014/main" id="{0AFBFF05-EFAF-461E-8B37-98B44CBF8937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2" name="Forma libre 421">
            <a:extLst>
              <a:ext uri="{FF2B5EF4-FFF2-40B4-BE49-F238E27FC236}">
                <a16:creationId xmlns:a16="http://schemas.microsoft.com/office/drawing/2014/main" id="{705E1A11-4DEF-4339-853A-2827ADEF2CB1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3" name="Forma libre 422">
            <a:extLst>
              <a:ext uri="{FF2B5EF4-FFF2-40B4-BE49-F238E27FC236}">
                <a16:creationId xmlns:a16="http://schemas.microsoft.com/office/drawing/2014/main" id="{C4A42683-DDBF-4956-A5F4-0F911E59FA75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4" name="Text Box 50">
            <a:extLst>
              <a:ext uri="{FF2B5EF4-FFF2-40B4-BE49-F238E27FC236}">
                <a16:creationId xmlns:a16="http://schemas.microsoft.com/office/drawing/2014/main" id="{C4E633E1-1727-44E1-91FA-C50B5A931A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425" name="Text Box 50">
            <a:extLst>
              <a:ext uri="{FF2B5EF4-FFF2-40B4-BE49-F238E27FC236}">
                <a16:creationId xmlns:a16="http://schemas.microsoft.com/office/drawing/2014/main" id="{BB985C27-7300-4E30-9E1E-E55A20B22A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426" name="Forma libre 425">
            <a:extLst>
              <a:ext uri="{FF2B5EF4-FFF2-40B4-BE49-F238E27FC236}">
                <a16:creationId xmlns:a16="http://schemas.microsoft.com/office/drawing/2014/main" id="{E04DA722-5404-40C5-BB23-17FF896F20EF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7" name="Forma libre 426">
            <a:extLst>
              <a:ext uri="{FF2B5EF4-FFF2-40B4-BE49-F238E27FC236}">
                <a16:creationId xmlns:a16="http://schemas.microsoft.com/office/drawing/2014/main" id="{216A908C-7C8C-45AA-A047-B69CB516C26C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28" name="Forma libre 427">
            <a:extLst>
              <a:ext uri="{FF2B5EF4-FFF2-40B4-BE49-F238E27FC236}">
                <a16:creationId xmlns:a16="http://schemas.microsoft.com/office/drawing/2014/main" id="{FA1FD0D1-9BB0-4870-987C-86D1CCCAE99E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5807" name="Grupo 428">
            <a:extLst>
              <a:ext uri="{FF2B5EF4-FFF2-40B4-BE49-F238E27FC236}">
                <a16:creationId xmlns:a16="http://schemas.microsoft.com/office/drawing/2014/main" id="{58FA18F6-66DE-41D9-BB1A-B2EFE248EF9A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430" name="Text Box 49">
              <a:extLst>
                <a:ext uri="{FF2B5EF4-FFF2-40B4-BE49-F238E27FC236}">
                  <a16:creationId xmlns:a16="http://schemas.microsoft.com/office/drawing/2014/main" id="{E71262E7-9E02-451E-87DB-0775CA98AE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1" name="Text Box 47">
              <a:extLst>
                <a:ext uri="{FF2B5EF4-FFF2-40B4-BE49-F238E27FC236}">
                  <a16:creationId xmlns:a16="http://schemas.microsoft.com/office/drawing/2014/main" id="{DFF7E6BB-B367-4C58-B403-F0304C2BEC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2" name="Rectangle 43">
              <a:extLst>
                <a:ext uri="{FF2B5EF4-FFF2-40B4-BE49-F238E27FC236}">
                  <a16:creationId xmlns:a16="http://schemas.microsoft.com/office/drawing/2014/main" id="{36AC302D-6C3D-4CE3-BBB6-950840B83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3" name="Line 44">
              <a:extLst>
                <a:ext uri="{FF2B5EF4-FFF2-40B4-BE49-F238E27FC236}">
                  <a16:creationId xmlns:a16="http://schemas.microsoft.com/office/drawing/2014/main" id="{AACCF9FA-71A7-4D21-A42C-0DCA3AD5C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4" name="Line 46">
              <a:extLst>
                <a:ext uri="{FF2B5EF4-FFF2-40B4-BE49-F238E27FC236}">
                  <a16:creationId xmlns:a16="http://schemas.microsoft.com/office/drawing/2014/main" id="{93C01DF9-5ED8-47E0-8E7C-AAC31D04FB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5" name="Text Box 47">
              <a:extLst>
                <a:ext uri="{FF2B5EF4-FFF2-40B4-BE49-F238E27FC236}">
                  <a16:creationId xmlns:a16="http://schemas.microsoft.com/office/drawing/2014/main" id="{A0443710-C084-4AE1-825F-BB52FADD76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36" name="Line 48">
              <a:extLst>
                <a:ext uri="{FF2B5EF4-FFF2-40B4-BE49-F238E27FC236}">
                  <a16:creationId xmlns:a16="http://schemas.microsoft.com/office/drawing/2014/main" id="{28CE7C29-E368-4DEC-8EEF-0D3FF8177C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7" name="Line 44">
              <a:extLst>
                <a:ext uri="{FF2B5EF4-FFF2-40B4-BE49-F238E27FC236}">
                  <a16:creationId xmlns:a16="http://schemas.microsoft.com/office/drawing/2014/main" id="{A91562EC-7BF8-4659-B115-23BBD2ABF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8" name="Line 46">
              <a:extLst>
                <a:ext uri="{FF2B5EF4-FFF2-40B4-BE49-F238E27FC236}">
                  <a16:creationId xmlns:a16="http://schemas.microsoft.com/office/drawing/2014/main" id="{7980B7B0-FCAA-4FB1-AA4C-13F5289D7C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9" name="Forma libre 438">
              <a:extLst>
                <a:ext uri="{FF2B5EF4-FFF2-40B4-BE49-F238E27FC236}">
                  <a16:creationId xmlns:a16="http://schemas.microsoft.com/office/drawing/2014/main" id="{EBEC2FEE-C642-4E8B-A963-18F4FC7B7477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40" name="Text Box 47">
              <a:extLst>
                <a:ext uri="{FF2B5EF4-FFF2-40B4-BE49-F238E27FC236}">
                  <a16:creationId xmlns:a16="http://schemas.microsoft.com/office/drawing/2014/main" id="{126106BB-29E7-4986-BCAF-2FDF37A85F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441" name="Line 45">
              <a:extLst>
                <a:ext uri="{FF2B5EF4-FFF2-40B4-BE49-F238E27FC236}">
                  <a16:creationId xmlns:a16="http://schemas.microsoft.com/office/drawing/2014/main" id="{39E862A9-B9B6-4288-A847-29E9067E52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42" name="Forma libre 441">
            <a:extLst>
              <a:ext uri="{FF2B5EF4-FFF2-40B4-BE49-F238E27FC236}">
                <a16:creationId xmlns:a16="http://schemas.microsoft.com/office/drawing/2014/main" id="{184CAD19-D59D-437E-8584-D4343ECA556A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3" name="Forma libre 442">
            <a:extLst>
              <a:ext uri="{FF2B5EF4-FFF2-40B4-BE49-F238E27FC236}">
                <a16:creationId xmlns:a16="http://schemas.microsoft.com/office/drawing/2014/main" id="{A95340E1-1C7D-49EB-9F77-E9E6336F1F25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4" name="Elipse 443">
            <a:extLst>
              <a:ext uri="{FF2B5EF4-FFF2-40B4-BE49-F238E27FC236}">
                <a16:creationId xmlns:a16="http://schemas.microsoft.com/office/drawing/2014/main" id="{7DE89244-3976-47DD-90BF-4318DFC7E8DB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5" name="Elipse 444">
            <a:extLst>
              <a:ext uri="{FF2B5EF4-FFF2-40B4-BE49-F238E27FC236}">
                <a16:creationId xmlns:a16="http://schemas.microsoft.com/office/drawing/2014/main" id="{F8A42EFA-77BE-48C4-923A-8262C0E23E29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46" name="Line 18">
            <a:extLst>
              <a:ext uri="{FF2B5EF4-FFF2-40B4-BE49-F238E27FC236}">
                <a16:creationId xmlns:a16="http://schemas.microsoft.com/office/drawing/2014/main" id="{6B7FA898-9427-4043-9565-242ED3AC7B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7" name="Line 56">
            <a:extLst>
              <a:ext uri="{FF2B5EF4-FFF2-40B4-BE49-F238E27FC236}">
                <a16:creationId xmlns:a16="http://schemas.microsoft.com/office/drawing/2014/main" id="{3BE3DD21-AC3F-4AB9-9214-BD891433FC6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48" name="Forma libre 447">
            <a:extLst>
              <a:ext uri="{FF2B5EF4-FFF2-40B4-BE49-F238E27FC236}">
                <a16:creationId xmlns:a16="http://schemas.microsoft.com/office/drawing/2014/main" id="{C2FE4172-4AE6-4A5C-8441-CF349AC9FA62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5815" name="Grupo 448">
            <a:extLst>
              <a:ext uri="{FF2B5EF4-FFF2-40B4-BE49-F238E27FC236}">
                <a16:creationId xmlns:a16="http://schemas.microsoft.com/office/drawing/2014/main" id="{5147DD2C-BD2E-4340-BDC9-448676771DB4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450" name="Text Box 48">
              <a:extLst>
                <a:ext uri="{FF2B5EF4-FFF2-40B4-BE49-F238E27FC236}">
                  <a16:creationId xmlns:a16="http://schemas.microsoft.com/office/drawing/2014/main" id="{1BFF5931-6F5C-4E80-B47B-2A5292F718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1" name="Text Box 57">
              <a:extLst>
                <a:ext uri="{FF2B5EF4-FFF2-40B4-BE49-F238E27FC236}">
                  <a16:creationId xmlns:a16="http://schemas.microsoft.com/office/drawing/2014/main" id="{E1995E8B-EA6B-44CA-8558-417CF31B50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2" name="Text Box 53">
              <a:extLst>
                <a:ext uri="{FF2B5EF4-FFF2-40B4-BE49-F238E27FC236}">
                  <a16:creationId xmlns:a16="http://schemas.microsoft.com/office/drawing/2014/main" id="{1BC4592E-F80C-4E88-940B-0B0AE8F2C1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53" name="Freeform 44">
              <a:extLst>
                <a:ext uri="{FF2B5EF4-FFF2-40B4-BE49-F238E27FC236}">
                  <a16:creationId xmlns:a16="http://schemas.microsoft.com/office/drawing/2014/main" id="{3DC63C52-487B-4D27-A4C5-421A01CC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4" name="Line 47">
              <a:extLst>
                <a:ext uri="{FF2B5EF4-FFF2-40B4-BE49-F238E27FC236}">
                  <a16:creationId xmlns:a16="http://schemas.microsoft.com/office/drawing/2014/main" id="{D2C68048-9B3C-4B4F-9A2F-2A82B15334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5" name="Text Box 49">
              <a:extLst>
                <a:ext uri="{FF2B5EF4-FFF2-40B4-BE49-F238E27FC236}">
                  <a16:creationId xmlns:a16="http://schemas.microsoft.com/office/drawing/2014/main" id="{A3C81AF5-3D19-4CD7-9EE7-D725946C4D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6" name="Line 52">
              <a:extLst>
                <a:ext uri="{FF2B5EF4-FFF2-40B4-BE49-F238E27FC236}">
                  <a16:creationId xmlns:a16="http://schemas.microsoft.com/office/drawing/2014/main" id="{D12AB640-A201-47CE-BFD4-E45FDCBB0B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7" name="Line 56">
              <a:extLst>
                <a:ext uri="{FF2B5EF4-FFF2-40B4-BE49-F238E27FC236}">
                  <a16:creationId xmlns:a16="http://schemas.microsoft.com/office/drawing/2014/main" id="{2D205327-E375-4BC8-AA95-61388C2699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8" name="Line 55">
              <a:extLst>
                <a:ext uri="{FF2B5EF4-FFF2-40B4-BE49-F238E27FC236}">
                  <a16:creationId xmlns:a16="http://schemas.microsoft.com/office/drawing/2014/main" id="{94D7F035-FD54-4DF6-A211-CB51979B0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59" name="Line 51">
              <a:extLst>
                <a:ext uri="{FF2B5EF4-FFF2-40B4-BE49-F238E27FC236}">
                  <a16:creationId xmlns:a16="http://schemas.microsoft.com/office/drawing/2014/main" id="{550178CF-1D06-470D-B8A5-F4D171999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0" name="Line 46">
              <a:extLst>
                <a:ext uri="{FF2B5EF4-FFF2-40B4-BE49-F238E27FC236}">
                  <a16:creationId xmlns:a16="http://schemas.microsoft.com/office/drawing/2014/main" id="{73B11949-A079-485B-A360-36F55AC062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61" name="Forma libre 460">
            <a:extLst>
              <a:ext uri="{FF2B5EF4-FFF2-40B4-BE49-F238E27FC236}">
                <a16:creationId xmlns:a16="http://schemas.microsoft.com/office/drawing/2014/main" id="{7AA09C74-EF88-405A-8C2F-E706DB43EFAA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2" name="Forma libre 461">
            <a:extLst>
              <a:ext uri="{FF2B5EF4-FFF2-40B4-BE49-F238E27FC236}">
                <a16:creationId xmlns:a16="http://schemas.microsoft.com/office/drawing/2014/main" id="{4848046B-7A61-4148-8345-FBA3C7194411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63" name="Forma libre 462">
            <a:extLst>
              <a:ext uri="{FF2B5EF4-FFF2-40B4-BE49-F238E27FC236}">
                <a16:creationId xmlns:a16="http://schemas.microsoft.com/office/drawing/2014/main" id="{CEF76078-2ACF-439D-B9FE-DD22E35C9AA0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5819" name="Grupo 463">
            <a:extLst>
              <a:ext uri="{FF2B5EF4-FFF2-40B4-BE49-F238E27FC236}">
                <a16:creationId xmlns:a16="http://schemas.microsoft.com/office/drawing/2014/main" id="{FE7A698A-742B-4B18-B5EB-69504C6ED218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465" name="Text Box 49">
              <a:extLst>
                <a:ext uri="{FF2B5EF4-FFF2-40B4-BE49-F238E27FC236}">
                  <a16:creationId xmlns:a16="http://schemas.microsoft.com/office/drawing/2014/main" id="{29E3BA23-E743-499E-BDF2-62F37B4635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6" name="Text Box 47">
              <a:extLst>
                <a:ext uri="{FF2B5EF4-FFF2-40B4-BE49-F238E27FC236}">
                  <a16:creationId xmlns:a16="http://schemas.microsoft.com/office/drawing/2014/main" id="{B5F2825C-E27A-4B4F-A148-4A99B01861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67" name="Rectangle 43">
              <a:extLst>
                <a:ext uri="{FF2B5EF4-FFF2-40B4-BE49-F238E27FC236}">
                  <a16:creationId xmlns:a16="http://schemas.microsoft.com/office/drawing/2014/main" id="{184FFE9B-0535-40B0-9500-96112624A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8" name="Line 44">
              <a:extLst>
                <a:ext uri="{FF2B5EF4-FFF2-40B4-BE49-F238E27FC236}">
                  <a16:creationId xmlns:a16="http://schemas.microsoft.com/office/drawing/2014/main" id="{2DA435B1-F1B0-4478-BC5B-A50038466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9" name="Line 46">
              <a:extLst>
                <a:ext uri="{FF2B5EF4-FFF2-40B4-BE49-F238E27FC236}">
                  <a16:creationId xmlns:a16="http://schemas.microsoft.com/office/drawing/2014/main" id="{2FE3683F-7B2E-4B60-B1C2-9EC3A1D7A0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0" name="Line 48">
              <a:extLst>
                <a:ext uri="{FF2B5EF4-FFF2-40B4-BE49-F238E27FC236}">
                  <a16:creationId xmlns:a16="http://schemas.microsoft.com/office/drawing/2014/main" id="{4522E37D-13D3-4CE3-96D3-7C156F0B8E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1" name="Text Box 53">
              <a:extLst>
                <a:ext uri="{FF2B5EF4-FFF2-40B4-BE49-F238E27FC236}">
                  <a16:creationId xmlns:a16="http://schemas.microsoft.com/office/drawing/2014/main" id="{79AB0CA0-AB11-4F03-B80D-5360163E4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472" name="Forma libre 471">
              <a:extLst>
                <a:ext uri="{FF2B5EF4-FFF2-40B4-BE49-F238E27FC236}">
                  <a16:creationId xmlns:a16="http://schemas.microsoft.com/office/drawing/2014/main" id="{6EEE0ED4-678F-4C75-8772-721736B3A77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473" name="Line 45">
              <a:extLst>
                <a:ext uri="{FF2B5EF4-FFF2-40B4-BE49-F238E27FC236}">
                  <a16:creationId xmlns:a16="http://schemas.microsoft.com/office/drawing/2014/main" id="{C3E2D8F9-4ABF-4973-BC72-479BECD050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45820" name="Grupo 473">
            <a:extLst>
              <a:ext uri="{FF2B5EF4-FFF2-40B4-BE49-F238E27FC236}">
                <a16:creationId xmlns:a16="http://schemas.microsoft.com/office/drawing/2014/main" id="{5B974AD9-A0B9-4DC8-9E19-300461C7B61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475" name="Text Box 48">
              <a:extLst>
                <a:ext uri="{FF2B5EF4-FFF2-40B4-BE49-F238E27FC236}">
                  <a16:creationId xmlns:a16="http://schemas.microsoft.com/office/drawing/2014/main" id="{204F1AE5-3C24-4102-B183-7EBE854267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6" name="Text Box 57">
              <a:extLst>
                <a:ext uri="{FF2B5EF4-FFF2-40B4-BE49-F238E27FC236}">
                  <a16:creationId xmlns:a16="http://schemas.microsoft.com/office/drawing/2014/main" id="{45177420-85A3-4E88-B16F-2E0C7E48AC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7" name="Text Box 53">
              <a:extLst>
                <a:ext uri="{FF2B5EF4-FFF2-40B4-BE49-F238E27FC236}">
                  <a16:creationId xmlns:a16="http://schemas.microsoft.com/office/drawing/2014/main" id="{1F26EF8A-5222-4E51-9128-6411EDA143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78" name="Freeform 44">
              <a:extLst>
                <a:ext uri="{FF2B5EF4-FFF2-40B4-BE49-F238E27FC236}">
                  <a16:creationId xmlns:a16="http://schemas.microsoft.com/office/drawing/2014/main" id="{DBB66AC4-8B69-447A-B6CB-2B871F9EA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9" name="Line 47">
              <a:extLst>
                <a:ext uri="{FF2B5EF4-FFF2-40B4-BE49-F238E27FC236}">
                  <a16:creationId xmlns:a16="http://schemas.microsoft.com/office/drawing/2014/main" id="{B50AD055-8486-4749-B81D-2E09F484FE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0" name="Text Box 49">
              <a:extLst>
                <a:ext uri="{FF2B5EF4-FFF2-40B4-BE49-F238E27FC236}">
                  <a16:creationId xmlns:a16="http://schemas.microsoft.com/office/drawing/2014/main" id="{9EDE74A5-229B-4841-BF5F-807724337E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1" name="Line 52">
              <a:extLst>
                <a:ext uri="{FF2B5EF4-FFF2-40B4-BE49-F238E27FC236}">
                  <a16:creationId xmlns:a16="http://schemas.microsoft.com/office/drawing/2014/main" id="{2F4B2C38-0645-4B4E-87B0-8D0634637F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2" name="Line 56">
              <a:extLst>
                <a:ext uri="{FF2B5EF4-FFF2-40B4-BE49-F238E27FC236}">
                  <a16:creationId xmlns:a16="http://schemas.microsoft.com/office/drawing/2014/main" id="{A153B434-B53A-4B7F-A2FD-70F3926B69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3" name="Line 46">
              <a:extLst>
                <a:ext uri="{FF2B5EF4-FFF2-40B4-BE49-F238E27FC236}">
                  <a16:creationId xmlns:a16="http://schemas.microsoft.com/office/drawing/2014/main" id="{68D86417-6DA6-4085-A3CD-E898F6A8F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4" name="Line 55">
              <a:extLst>
                <a:ext uri="{FF2B5EF4-FFF2-40B4-BE49-F238E27FC236}">
                  <a16:creationId xmlns:a16="http://schemas.microsoft.com/office/drawing/2014/main" id="{4371695C-30AD-466A-B531-93DD9DE336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85" name="Line 51">
              <a:extLst>
                <a:ext uri="{FF2B5EF4-FFF2-40B4-BE49-F238E27FC236}">
                  <a16:creationId xmlns:a16="http://schemas.microsoft.com/office/drawing/2014/main" id="{A256EEF6-85BC-46E0-97F9-604C6516DE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486" name="Forma libre 485">
            <a:extLst>
              <a:ext uri="{FF2B5EF4-FFF2-40B4-BE49-F238E27FC236}">
                <a16:creationId xmlns:a16="http://schemas.microsoft.com/office/drawing/2014/main" id="{7CDC3C33-2E6B-4CE4-A797-0A521D577F9C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87" name="Text Box 46">
            <a:extLst>
              <a:ext uri="{FF2B5EF4-FFF2-40B4-BE49-F238E27FC236}">
                <a16:creationId xmlns:a16="http://schemas.microsoft.com/office/drawing/2014/main" id="{D1E4C0D6-3BC4-4076-93FA-9D3B0C5227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488" name="Elipse 487">
            <a:extLst>
              <a:ext uri="{FF2B5EF4-FFF2-40B4-BE49-F238E27FC236}">
                <a16:creationId xmlns:a16="http://schemas.microsoft.com/office/drawing/2014/main" id="{352349DA-23DD-4210-A37C-578DEBC4859E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5824" name="Grupo 488">
            <a:extLst>
              <a:ext uri="{FF2B5EF4-FFF2-40B4-BE49-F238E27FC236}">
                <a16:creationId xmlns:a16="http://schemas.microsoft.com/office/drawing/2014/main" id="{23C322AD-C680-49C2-B313-6B9881F13436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490" name="Rectangle 42">
              <a:extLst>
                <a:ext uri="{FF2B5EF4-FFF2-40B4-BE49-F238E27FC236}">
                  <a16:creationId xmlns:a16="http://schemas.microsoft.com/office/drawing/2014/main" id="{2A3360DD-A84E-4301-B609-BB3F08ACD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1" name="Line 44">
              <a:extLst>
                <a:ext uri="{FF2B5EF4-FFF2-40B4-BE49-F238E27FC236}">
                  <a16:creationId xmlns:a16="http://schemas.microsoft.com/office/drawing/2014/main" id="{D49FB536-9DD2-4BF8-BD9F-3B5D2E273E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2" name="Line 45">
              <a:extLst>
                <a:ext uri="{FF2B5EF4-FFF2-40B4-BE49-F238E27FC236}">
                  <a16:creationId xmlns:a16="http://schemas.microsoft.com/office/drawing/2014/main" id="{30852AA9-DBCB-414D-A5DF-0B19A9FC2D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3" name="Text Box 46">
              <a:extLst>
                <a:ext uri="{FF2B5EF4-FFF2-40B4-BE49-F238E27FC236}">
                  <a16:creationId xmlns:a16="http://schemas.microsoft.com/office/drawing/2014/main" id="{B37789CE-0B40-4812-85D7-EC33DD3C8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4" name="Line 48">
              <a:extLst>
                <a:ext uri="{FF2B5EF4-FFF2-40B4-BE49-F238E27FC236}">
                  <a16:creationId xmlns:a16="http://schemas.microsoft.com/office/drawing/2014/main" id="{80578BAC-27DF-4269-83D0-C89C2A23CD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5" name="Line 49">
              <a:extLst>
                <a:ext uri="{FF2B5EF4-FFF2-40B4-BE49-F238E27FC236}">
                  <a16:creationId xmlns:a16="http://schemas.microsoft.com/office/drawing/2014/main" id="{ABC4A7E4-EB6C-41FE-951F-1246DB07B8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6" name="Text Box 50">
              <a:extLst>
                <a:ext uri="{FF2B5EF4-FFF2-40B4-BE49-F238E27FC236}">
                  <a16:creationId xmlns:a16="http://schemas.microsoft.com/office/drawing/2014/main" id="{324CC280-CE85-4C64-B659-58F26DD882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497" name="Text Box 51">
              <a:extLst>
                <a:ext uri="{FF2B5EF4-FFF2-40B4-BE49-F238E27FC236}">
                  <a16:creationId xmlns:a16="http://schemas.microsoft.com/office/drawing/2014/main" id="{D8F0FD33-B9AA-48F3-9FF8-06700F5BFD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498" name="Text Box 52">
              <a:extLst>
                <a:ext uri="{FF2B5EF4-FFF2-40B4-BE49-F238E27FC236}">
                  <a16:creationId xmlns:a16="http://schemas.microsoft.com/office/drawing/2014/main" id="{8EF8E01F-5FFB-4D1D-86DC-775198DE9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9" name="Text Box 53">
              <a:extLst>
                <a:ext uri="{FF2B5EF4-FFF2-40B4-BE49-F238E27FC236}">
                  <a16:creationId xmlns:a16="http://schemas.microsoft.com/office/drawing/2014/main" id="{979F9779-42CA-4773-B6ED-DCCCBD2CEF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500" name="Forma libre 499">
            <a:extLst>
              <a:ext uri="{FF2B5EF4-FFF2-40B4-BE49-F238E27FC236}">
                <a16:creationId xmlns:a16="http://schemas.microsoft.com/office/drawing/2014/main" id="{3F3E1DD1-4962-4C06-A189-FAB761F1A172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5826" name="Grupo 500">
            <a:extLst>
              <a:ext uri="{FF2B5EF4-FFF2-40B4-BE49-F238E27FC236}">
                <a16:creationId xmlns:a16="http://schemas.microsoft.com/office/drawing/2014/main" id="{55826E87-1312-45D5-BEB8-2C696D900986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502" name="Text Box 49">
              <a:extLst>
                <a:ext uri="{FF2B5EF4-FFF2-40B4-BE49-F238E27FC236}">
                  <a16:creationId xmlns:a16="http://schemas.microsoft.com/office/drawing/2014/main" id="{3F4C1C7F-EE63-4590-ABEE-FD8D7BBB51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3" name="Text Box 47">
              <a:extLst>
                <a:ext uri="{FF2B5EF4-FFF2-40B4-BE49-F238E27FC236}">
                  <a16:creationId xmlns:a16="http://schemas.microsoft.com/office/drawing/2014/main" id="{0325D6BB-4818-4AE3-B096-18C30726BB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4" name="Text Box 47">
              <a:extLst>
                <a:ext uri="{FF2B5EF4-FFF2-40B4-BE49-F238E27FC236}">
                  <a16:creationId xmlns:a16="http://schemas.microsoft.com/office/drawing/2014/main" id="{5F205832-3ADA-4BF0-AC8D-C270D994B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05" name="Rectangle 43">
              <a:extLst>
                <a:ext uri="{FF2B5EF4-FFF2-40B4-BE49-F238E27FC236}">
                  <a16:creationId xmlns:a16="http://schemas.microsoft.com/office/drawing/2014/main" id="{D38CB996-729A-48F4-9444-434BF517E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6" name="Line 45">
              <a:extLst>
                <a:ext uri="{FF2B5EF4-FFF2-40B4-BE49-F238E27FC236}">
                  <a16:creationId xmlns:a16="http://schemas.microsoft.com/office/drawing/2014/main" id="{0F212E3C-14A3-4246-8641-40AC56E988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7" name="Line 46">
              <a:extLst>
                <a:ext uri="{FF2B5EF4-FFF2-40B4-BE49-F238E27FC236}">
                  <a16:creationId xmlns:a16="http://schemas.microsoft.com/office/drawing/2014/main" id="{DD5EBF9D-F1E1-43B5-82F6-668CEBEF75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8" name="Line 48">
              <a:extLst>
                <a:ext uri="{FF2B5EF4-FFF2-40B4-BE49-F238E27FC236}">
                  <a16:creationId xmlns:a16="http://schemas.microsoft.com/office/drawing/2014/main" id="{FB58118E-7443-4FB2-98C8-EC4C75E660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9" name="Line 46">
              <a:extLst>
                <a:ext uri="{FF2B5EF4-FFF2-40B4-BE49-F238E27FC236}">
                  <a16:creationId xmlns:a16="http://schemas.microsoft.com/office/drawing/2014/main" id="{79DA930B-BE5B-4990-A2D0-CE98ABB1DC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0" name="Forma libre 509">
              <a:extLst>
                <a:ext uri="{FF2B5EF4-FFF2-40B4-BE49-F238E27FC236}">
                  <a16:creationId xmlns:a16="http://schemas.microsoft.com/office/drawing/2014/main" id="{A0D932F1-94B9-486D-B2C7-ADF76770D72C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11" name="Text Box 47">
              <a:extLst>
                <a:ext uri="{FF2B5EF4-FFF2-40B4-BE49-F238E27FC236}">
                  <a16:creationId xmlns:a16="http://schemas.microsoft.com/office/drawing/2014/main" id="{9E904AA8-274F-4695-9CB5-B5F4379253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12" name="Line 44">
              <a:extLst>
                <a:ext uri="{FF2B5EF4-FFF2-40B4-BE49-F238E27FC236}">
                  <a16:creationId xmlns:a16="http://schemas.microsoft.com/office/drawing/2014/main" id="{55D26B6D-5830-4EC8-AAF6-15F42C18B1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13" name="Line 44">
              <a:extLst>
                <a:ext uri="{FF2B5EF4-FFF2-40B4-BE49-F238E27FC236}">
                  <a16:creationId xmlns:a16="http://schemas.microsoft.com/office/drawing/2014/main" id="{A247EFEC-D1CE-4BC8-A4AA-B0E84F4066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14" name="Forma libre 513">
            <a:extLst>
              <a:ext uri="{FF2B5EF4-FFF2-40B4-BE49-F238E27FC236}">
                <a16:creationId xmlns:a16="http://schemas.microsoft.com/office/drawing/2014/main" id="{3FC65301-E419-4DFF-BB86-E5002D8B4325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15" name="Line 18">
            <a:extLst>
              <a:ext uri="{FF2B5EF4-FFF2-40B4-BE49-F238E27FC236}">
                <a16:creationId xmlns:a16="http://schemas.microsoft.com/office/drawing/2014/main" id="{9A32E365-61F5-4C57-9294-8045BAF07F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16" name="Elipse 515">
            <a:extLst>
              <a:ext uri="{FF2B5EF4-FFF2-40B4-BE49-F238E27FC236}">
                <a16:creationId xmlns:a16="http://schemas.microsoft.com/office/drawing/2014/main" id="{050DD6E6-BC36-4F81-991B-AE9F0DBEFEA1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45830" name="Grupo 516">
            <a:extLst>
              <a:ext uri="{FF2B5EF4-FFF2-40B4-BE49-F238E27FC236}">
                <a16:creationId xmlns:a16="http://schemas.microsoft.com/office/drawing/2014/main" id="{FF394F01-33FD-4369-AC1E-5905EBEE63CC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518" name="Text Box 49">
              <a:extLst>
                <a:ext uri="{FF2B5EF4-FFF2-40B4-BE49-F238E27FC236}">
                  <a16:creationId xmlns:a16="http://schemas.microsoft.com/office/drawing/2014/main" id="{CB547F93-C6CD-403A-9C71-EB563D3B70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19" name="Rectangle 43">
              <a:extLst>
                <a:ext uri="{FF2B5EF4-FFF2-40B4-BE49-F238E27FC236}">
                  <a16:creationId xmlns:a16="http://schemas.microsoft.com/office/drawing/2014/main" id="{0D9B386A-909C-42EA-9287-E644C9C22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0" name="Line 44">
              <a:extLst>
                <a:ext uri="{FF2B5EF4-FFF2-40B4-BE49-F238E27FC236}">
                  <a16:creationId xmlns:a16="http://schemas.microsoft.com/office/drawing/2014/main" id="{1E45AC15-87A0-40FE-8965-A79D5DD850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1" name="Line 46">
              <a:extLst>
                <a:ext uri="{FF2B5EF4-FFF2-40B4-BE49-F238E27FC236}">
                  <a16:creationId xmlns:a16="http://schemas.microsoft.com/office/drawing/2014/main" id="{717A1ECB-2597-442B-86AA-F61EB95C32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2" name="Text Box 47">
              <a:extLst>
                <a:ext uri="{FF2B5EF4-FFF2-40B4-BE49-F238E27FC236}">
                  <a16:creationId xmlns:a16="http://schemas.microsoft.com/office/drawing/2014/main" id="{63E51EF4-8971-4CDF-B9F4-EF1E0A8CA5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3" name="Line 48">
              <a:extLst>
                <a:ext uri="{FF2B5EF4-FFF2-40B4-BE49-F238E27FC236}">
                  <a16:creationId xmlns:a16="http://schemas.microsoft.com/office/drawing/2014/main" id="{E26BF722-7487-4B86-977B-89D1267538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4" name="Line 44">
              <a:extLst>
                <a:ext uri="{FF2B5EF4-FFF2-40B4-BE49-F238E27FC236}">
                  <a16:creationId xmlns:a16="http://schemas.microsoft.com/office/drawing/2014/main" id="{B842237D-2E51-4B63-8874-D61B913BDD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5" name="Line 46">
              <a:extLst>
                <a:ext uri="{FF2B5EF4-FFF2-40B4-BE49-F238E27FC236}">
                  <a16:creationId xmlns:a16="http://schemas.microsoft.com/office/drawing/2014/main" id="{4DD662CA-A950-46DF-85BB-53E51D7D7C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26" name="Text Box 47">
              <a:extLst>
                <a:ext uri="{FF2B5EF4-FFF2-40B4-BE49-F238E27FC236}">
                  <a16:creationId xmlns:a16="http://schemas.microsoft.com/office/drawing/2014/main" id="{8975BD15-DFE3-4180-A81A-BC51F9741D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27" name="Forma libre 526">
              <a:extLst>
                <a:ext uri="{FF2B5EF4-FFF2-40B4-BE49-F238E27FC236}">
                  <a16:creationId xmlns:a16="http://schemas.microsoft.com/office/drawing/2014/main" id="{82CC3EE4-5862-4CA1-BD65-26A8B8F752C6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28" name="Text Box 47">
              <a:extLst>
                <a:ext uri="{FF2B5EF4-FFF2-40B4-BE49-F238E27FC236}">
                  <a16:creationId xmlns:a16="http://schemas.microsoft.com/office/drawing/2014/main" id="{A915C68B-3556-457B-B261-CE09E23239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529" name="Line 46">
              <a:extLst>
                <a:ext uri="{FF2B5EF4-FFF2-40B4-BE49-F238E27FC236}">
                  <a16:creationId xmlns:a16="http://schemas.microsoft.com/office/drawing/2014/main" id="{E8790824-8297-4D25-88F4-D6DB83C45D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0" name="Text Box 47">
              <a:extLst>
                <a:ext uri="{FF2B5EF4-FFF2-40B4-BE49-F238E27FC236}">
                  <a16:creationId xmlns:a16="http://schemas.microsoft.com/office/drawing/2014/main" id="{A5EA86E4-7F87-4E84-AE84-D58A3D657F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531" name="Text Box 47">
              <a:extLst>
                <a:ext uri="{FF2B5EF4-FFF2-40B4-BE49-F238E27FC236}">
                  <a16:creationId xmlns:a16="http://schemas.microsoft.com/office/drawing/2014/main" id="{DF4FF8D5-A62E-4C21-8669-CB514DA2F9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532" name="Text Box 47">
              <a:extLst>
                <a:ext uri="{FF2B5EF4-FFF2-40B4-BE49-F238E27FC236}">
                  <a16:creationId xmlns:a16="http://schemas.microsoft.com/office/drawing/2014/main" id="{4F4CE749-4D07-418C-B2DD-AA91CFCE1D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533" name="Line 44">
              <a:extLst>
                <a:ext uri="{FF2B5EF4-FFF2-40B4-BE49-F238E27FC236}">
                  <a16:creationId xmlns:a16="http://schemas.microsoft.com/office/drawing/2014/main" id="{1A0C0478-2BF3-42CB-96BD-6FE05540F6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34" name="Line 45">
              <a:extLst>
                <a:ext uri="{FF2B5EF4-FFF2-40B4-BE49-F238E27FC236}">
                  <a16:creationId xmlns:a16="http://schemas.microsoft.com/office/drawing/2014/main" id="{2199E5E9-169A-428E-B572-182F59C58B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535" name="Line 71">
            <a:extLst>
              <a:ext uri="{FF2B5EF4-FFF2-40B4-BE49-F238E27FC236}">
                <a16:creationId xmlns:a16="http://schemas.microsoft.com/office/drawing/2014/main" id="{F69B93DA-CBD2-492C-A5CC-4FC6ED72599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6" name="Text Box 72">
            <a:extLst>
              <a:ext uri="{FF2B5EF4-FFF2-40B4-BE49-F238E27FC236}">
                <a16:creationId xmlns:a16="http://schemas.microsoft.com/office/drawing/2014/main" id="{1526B894-CCE3-4C38-988C-2FD83F8BBC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37" name="Line 70">
            <a:extLst>
              <a:ext uri="{FF2B5EF4-FFF2-40B4-BE49-F238E27FC236}">
                <a16:creationId xmlns:a16="http://schemas.microsoft.com/office/drawing/2014/main" id="{EBC4E841-524D-4FA7-AA7A-B72F571C6577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38" name="Forma libre 537">
            <a:extLst>
              <a:ext uri="{FF2B5EF4-FFF2-40B4-BE49-F238E27FC236}">
                <a16:creationId xmlns:a16="http://schemas.microsoft.com/office/drawing/2014/main" id="{410C0C49-9A67-4813-9CC3-8E93A4EDC8F5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39" name="Elipse 538">
            <a:extLst>
              <a:ext uri="{FF2B5EF4-FFF2-40B4-BE49-F238E27FC236}">
                <a16:creationId xmlns:a16="http://schemas.microsoft.com/office/drawing/2014/main" id="{8BF0319A-433E-413E-85DC-5A2FA5016E1C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40" name="Text Box 50">
            <a:extLst>
              <a:ext uri="{FF2B5EF4-FFF2-40B4-BE49-F238E27FC236}">
                <a16:creationId xmlns:a16="http://schemas.microsoft.com/office/drawing/2014/main" id="{ABCFAAB1-95DA-4F36-B9EB-72E8A40B8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41" name="Conector recto de flecha 540">
            <a:extLst>
              <a:ext uri="{FF2B5EF4-FFF2-40B4-BE49-F238E27FC236}">
                <a16:creationId xmlns:a16="http://schemas.microsoft.com/office/drawing/2014/main" id="{7DA2926B-17A6-4486-87B8-0E14E7BA1B34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" name="Text Box 72">
            <a:extLst>
              <a:ext uri="{FF2B5EF4-FFF2-40B4-BE49-F238E27FC236}">
                <a16:creationId xmlns:a16="http://schemas.microsoft.com/office/drawing/2014/main" id="{F33D8013-7A2C-459B-A9B6-75DDF72EB5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43" name="Line 71">
            <a:extLst>
              <a:ext uri="{FF2B5EF4-FFF2-40B4-BE49-F238E27FC236}">
                <a16:creationId xmlns:a16="http://schemas.microsoft.com/office/drawing/2014/main" id="{65DD808A-CB53-4F4D-8FB6-73E7C70A927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44" name="Text Box 50">
            <a:extLst>
              <a:ext uri="{FF2B5EF4-FFF2-40B4-BE49-F238E27FC236}">
                <a16:creationId xmlns:a16="http://schemas.microsoft.com/office/drawing/2014/main" id="{DC92393A-0B4C-42FD-AD8F-6321839A2D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545" name="Text Box 50">
            <a:extLst>
              <a:ext uri="{FF2B5EF4-FFF2-40B4-BE49-F238E27FC236}">
                <a16:creationId xmlns:a16="http://schemas.microsoft.com/office/drawing/2014/main" id="{404AC1F5-256D-4FF5-860E-974B3EF29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46" name="Text Box 50">
            <a:extLst>
              <a:ext uri="{FF2B5EF4-FFF2-40B4-BE49-F238E27FC236}">
                <a16:creationId xmlns:a16="http://schemas.microsoft.com/office/drawing/2014/main" id="{12B2E7FD-657F-42D4-BFB3-99F61D4DB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547" name="Text Box 50">
            <a:extLst>
              <a:ext uri="{FF2B5EF4-FFF2-40B4-BE49-F238E27FC236}">
                <a16:creationId xmlns:a16="http://schemas.microsoft.com/office/drawing/2014/main" id="{DA51152E-561A-4DD4-A394-59BC407922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548" name="Text Box 50">
            <a:extLst>
              <a:ext uri="{FF2B5EF4-FFF2-40B4-BE49-F238E27FC236}">
                <a16:creationId xmlns:a16="http://schemas.microsoft.com/office/drawing/2014/main" id="{0D109436-C9C2-4ACC-92F2-E4F56284DF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549" name="Text Box 50">
            <a:extLst>
              <a:ext uri="{FF2B5EF4-FFF2-40B4-BE49-F238E27FC236}">
                <a16:creationId xmlns:a16="http://schemas.microsoft.com/office/drawing/2014/main" id="{DE812AE3-DE6B-4782-AFF0-454F9CE78F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550" name="Conector recto 549">
            <a:extLst>
              <a:ext uri="{FF2B5EF4-FFF2-40B4-BE49-F238E27FC236}">
                <a16:creationId xmlns:a16="http://schemas.microsoft.com/office/drawing/2014/main" id="{679AD64E-69DC-467D-95E7-72BA44D09BE6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5847" name="Grupo 550">
            <a:extLst>
              <a:ext uri="{FF2B5EF4-FFF2-40B4-BE49-F238E27FC236}">
                <a16:creationId xmlns:a16="http://schemas.microsoft.com/office/drawing/2014/main" id="{1B2240EB-2E1E-48CC-9A1F-21F2EF14FF36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552" name="Forma libre 551">
              <a:extLst>
                <a:ext uri="{FF2B5EF4-FFF2-40B4-BE49-F238E27FC236}">
                  <a16:creationId xmlns:a16="http://schemas.microsoft.com/office/drawing/2014/main" id="{956336CA-E2E8-492F-8928-A044BE89E9CB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3" name="Forma libre 552">
              <a:extLst>
                <a:ext uri="{FF2B5EF4-FFF2-40B4-BE49-F238E27FC236}">
                  <a16:creationId xmlns:a16="http://schemas.microsoft.com/office/drawing/2014/main" id="{A4D3F33B-1D56-4A21-85F9-3B38E039B636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4" name="Forma libre 553">
              <a:extLst>
                <a:ext uri="{FF2B5EF4-FFF2-40B4-BE49-F238E27FC236}">
                  <a16:creationId xmlns:a16="http://schemas.microsoft.com/office/drawing/2014/main" id="{C99E36B2-DFDF-430D-BB61-C59CA15821B4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555" name="Forma libre 554">
              <a:extLst>
                <a:ext uri="{FF2B5EF4-FFF2-40B4-BE49-F238E27FC236}">
                  <a16:creationId xmlns:a16="http://schemas.microsoft.com/office/drawing/2014/main" id="{BDFCBC0A-87F0-4B31-BA3A-0BE4040E5037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556" name="Text Box 50">
            <a:extLst>
              <a:ext uri="{FF2B5EF4-FFF2-40B4-BE49-F238E27FC236}">
                <a16:creationId xmlns:a16="http://schemas.microsoft.com/office/drawing/2014/main" id="{793BB8EE-DC51-4A1A-8EDC-A6AEFB02C5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7" name="Text Box 72">
            <a:extLst>
              <a:ext uri="{FF2B5EF4-FFF2-40B4-BE49-F238E27FC236}">
                <a16:creationId xmlns:a16="http://schemas.microsoft.com/office/drawing/2014/main" id="{439A18DF-4199-4E16-9333-3E9C0C117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58" name="Text Box 50">
            <a:extLst>
              <a:ext uri="{FF2B5EF4-FFF2-40B4-BE49-F238E27FC236}">
                <a16:creationId xmlns:a16="http://schemas.microsoft.com/office/drawing/2014/main" id="{517C19FA-4C34-4F48-9241-40C4E1492B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59" name="Text Box 50">
            <a:extLst>
              <a:ext uri="{FF2B5EF4-FFF2-40B4-BE49-F238E27FC236}">
                <a16:creationId xmlns:a16="http://schemas.microsoft.com/office/drawing/2014/main" id="{3C8B5059-3FB2-4A45-B544-5B518E25DD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0" name="Text Box 50">
            <a:extLst>
              <a:ext uri="{FF2B5EF4-FFF2-40B4-BE49-F238E27FC236}">
                <a16:creationId xmlns:a16="http://schemas.microsoft.com/office/drawing/2014/main" id="{A6A5A7EF-A73E-4061-8CC8-130CDBEE0A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1" name="Text Box 50">
            <a:extLst>
              <a:ext uri="{FF2B5EF4-FFF2-40B4-BE49-F238E27FC236}">
                <a16:creationId xmlns:a16="http://schemas.microsoft.com/office/drawing/2014/main" id="{0EF639ED-12CD-440F-99DF-37F2B26CB1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2" name="Text Box 50">
            <a:extLst>
              <a:ext uri="{FF2B5EF4-FFF2-40B4-BE49-F238E27FC236}">
                <a16:creationId xmlns:a16="http://schemas.microsoft.com/office/drawing/2014/main" id="{DFFF1676-BF9C-423E-B897-4EDAF732EF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563" name="Conector recto de flecha 562">
            <a:extLst>
              <a:ext uri="{FF2B5EF4-FFF2-40B4-BE49-F238E27FC236}">
                <a16:creationId xmlns:a16="http://schemas.microsoft.com/office/drawing/2014/main" id="{49ABE0A1-EBC1-4D6D-8C56-8A8641B7E3F5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Conector recto de flecha 563">
            <a:extLst>
              <a:ext uri="{FF2B5EF4-FFF2-40B4-BE49-F238E27FC236}">
                <a16:creationId xmlns:a16="http://schemas.microsoft.com/office/drawing/2014/main" id="{DFF2A508-C4ED-4DC2-8286-2C4A8286CA7B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Conector recto de flecha 564">
            <a:extLst>
              <a:ext uri="{FF2B5EF4-FFF2-40B4-BE49-F238E27FC236}">
                <a16:creationId xmlns:a16="http://schemas.microsoft.com/office/drawing/2014/main" id="{94868174-6A69-4F2E-BAD1-074A4B65F8E8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Conector recto de flecha 565">
            <a:extLst>
              <a:ext uri="{FF2B5EF4-FFF2-40B4-BE49-F238E27FC236}">
                <a16:creationId xmlns:a16="http://schemas.microsoft.com/office/drawing/2014/main" id="{67295C33-1AB5-4D16-B705-40DDE14AE73C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Conector recto de flecha 566">
            <a:extLst>
              <a:ext uri="{FF2B5EF4-FFF2-40B4-BE49-F238E27FC236}">
                <a16:creationId xmlns:a16="http://schemas.microsoft.com/office/drawing/2014/main" id="{A36F4F6E-BDC2-4E14-BC92-4F0266BCB3B8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50">
            <a:extLst>
              <a:ext uri="{FF2B5EF4-FFF2-40B4-BE49-F238E27FC236}">
                <a16:creationId xmlns:a16="http://schemas.microsoft.com/office/drawing/2014/main" id="{B8A23982-3D93-488F-BE96-D374756FAC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69" name="Line 71">
            <a:extLst>
              <a:ext uri="{FF2B5EF4-FFF2-40B4-BE49-F238E27FC236}">
                <a16:creationId xmlns:a16="http://schemas.microsoft.com/office/drawing/2014/main" id="{7032ED27-C7D5-4ADA-AD51-E220FE7AE6F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0" name="Text Box 72">
            <a:extLst>
              <a:ext uri="{FF2B5EF4-FFF2-40B4-BE49-F238E27FC236}">
                <a16:creationId xmlns:a16="http://schemas.microsoft.com/office/drawing/2014/main" id="{0F40C52F-0894-47C8-85D0-4D0F60E049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571" name="Line 71">
            <a:extLst>
              <a:ext uri="{FF2B5EF4-FFF2-40B4-BE49-F238E27FC236}">
                <a16:creationId xmlns:a16="http://schemas.microsoft.com/office/drawing/2014/main" id="{1600D2C0-AA9C-4B97-81D4-21B6DC9D2B7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2" name="Text Box 72">
            <a:extLst>
              <a:ext uri="{FF2B5EF4-FFF2-40B4-BE49-F238E27FC236}">
                <a16:creationId xmlns:a16="http://schemas.microsoft.com/office/drawing/2014/main" id="{26F541D0-0B4A-4B1C-B1EF-EE1CFB8AB0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3" name="Line 71">
            <a:extLst>
              <a:ext uri="{FF2B5EF4-FFF2-40B4-BE49-F238E27FC236}">
                <a16:creationId xmlns:a16="http://schemas.microsoft.com/office/drawing/2014/main" id="{9E9A6A94-0845-4AF6-9C79-695F1D5A5B8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4" name="Text Box 72">
            <a:extLst>
              <a:ext uri="{FF2B5EF4-FFF2-40B4-BE49-F238E27FC236}">
                <a16:creationId xmlns:a16="http://schemas.microsoft.com/office/drawing/2014/main" id="{E1B0F8AA-F34F-4220-AFF2-2B35034F9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575" name="Line 71">
            <a:extLst>
              <a:ext uri="{FF2B5EF4-FFF2-40B4-BE49-F238E27FC236}">
                <a16:creationId xmlns:a16="http://schemas.microsoft.com/office/drawing/2014/main" id="{9301B659-A769-46BF-864D-91CFEE535FC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576" name="Text Box 72">
            <a:extLst>
              <a:ext uri="{FF2B5EF4-FFF2-40B4-BE49-F238E27FC236}">
                <a16:creationId xmlns:a16="http://schemas.microsoft.com/office/drawing/2014/main" id="{C5D0AF87-8A4A-4541-ACFA-5C6EAE1E8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577" name="Line 71">
            <a:extLst>
              <a:ext uri="{FF2B5EF4-FFF2-40B4-BE49-F238E27FC236}">
                <a16:creationId xmlns:a16="http://schemas.microsoft.com/office/drawing/2014/main" id="{8E7400FB-03EC-440E-B8E4-D160B8CC6CF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578" name="Forma libre 577">
            <a:extLst>
              <a:ext uri="{FF2B5EF4-FFF2-40B4-BE49-F238E27FC236}">
                <a16:creationId xmlns:a16="http://schemas.microsoft.com/office/drawing/2014/main" id="{74F7F518-4097-423C-A0AB-FB02A21B39BA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79" name="Forma libre 578">
            <a:extLst>
              <a:ext uri="{FF2B5EF4-FFF2-40B4-BE49-F238E27FC236}">
                <a16:creationId xmlns:a16="http://schemas.microsoft.com/office/drawing/2014/main" id="{65E098CE-5921-4FC5-A81F-BC460C7DD6D8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80" name="Rectángulo redondeado 579">
            <a:extLst>
              <a:ext uri="{FF2B5EF4-FFF2-40B4-BE49-F238E27FC236}">
                <a16:creationId xmlns:a16="http://schemas.microsoft.com/office/drawing/2014/main" id="{6205FBFF-6F89-4107-9675-A248BB67121C}"/>
              </a:ext>
            </a:extLst>
          </p:cNvPr>
          <p:cNvSpPr/>
          <p:nvPr/>
        </p:nvSpPr>
        <p:spPr>
          <a:xfrm>
            <a:off x="1354138" y="481488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200</a:t>
            </a:r>
          </a:p>
        </p:txBody>
      </p:sp>
      <p:sp>
        <p:nvSpPr>
          <p:cNvPr id="581" name="Rectángulo redondeado 580">
            <a:extLst>
              <a:ext uri="{FF2B5EF4-FFF2-40B4-BE49-F238E27FC236}">
                <a16:creationId xmlns:a16="http://schemas.microsoft.com/office/drawing/2014/main" id="{6174B9D8-3D87-4764-A0B3-F0A623E61342}"/>
              </a:ext>
            </a:extLst>
          </p:cNvPr>
          <p:cNvSpPr/>
          <p:nvPr/>
        </p:nvSpPr>
        <p:spPr>
          <a:xfrm>
            <a:off x="2241550" y="4822825"/>
            <a:ext cx="395288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150</a:t>
            </a:r>
          </a:p>
        </p:txBody>
      </p:sp>
      <p:sp>
        <p:nvSpPr>
          <p:cNvPr id="582" name="Rectángulo redondeado 581">
            <a:extLst>
              <a:ext uri="{FF2B5EF4-FFF2-40B4-BE49-F238E27FC236}">
                <a16:creationId xmlns:a16="http://schemas.microsoft.com/office/drawing/2014/main" id="{737A787E-222B-410F-A61F-6F5F77C2B847}"/>
              </a:ext>
            </a:extLst>
          </p:cNvPr>
          <p:cNvSpPr/>
          <p:nvPr/>
        </p:nvSpPr>
        <p:spPr>
          <a:xfrm>
            <a:off x="3317875" y="3779838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7000</a:t>
            </a:r>
          </a:p>
        </p:txBody>
      </p:sp>
      <p:sp>
        <p:nvSpPr>
          <p:cNvPr id="583" name="Rectángulo redondeado 582">
            <a:extLst>
              <a:ext uri="{FF2B5EF4-FFF2-40B4-BE49-F238E27FC236}">
                <a16:creationId xmlns:a16="http://schemas.microsoft.com/office/drawing/2014/main" id="{0147BFCA-EE7E-47C3-BEE9-977A27102D2E}"/>
              </a:ext>
            </a:extLst>
          </p:cNvPr>
          <p:cNvSpPr/>
          <p:nvPr/>
        </p:nvSpPr>
        <p:spPr>
          <a:xfrm>
            <a:off x="3475038" y="5022850"/>
            <a:ext cx="395287" cy="1952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8500</a:t>
            </a:r>
          </a:p>
        </p:txBody>
      </p:sp>
      <p:sp>
        <p:nvSpPr>
          <p:cNvPr id="584" name="Rectángulo redondeado 583">
            <a:extLst>
              <a:ext uri="{FF2B5EF4-FFF2-40B4-BE49-F238E27FC236}">
                <a16:creationId xmlns:a16="http://schemas.microsoft.com/office/drawing/2014/main" id="{8CC6963A-2E49-4F33-BDA0-22D30B604375}"/>
              </a:ext>
            </a:extLst>
          </p:cNvPr>
          <p:cNvSpPr/>
          <p:nvPr/>
        </p:nvSpPr>
        <p:spPr>
          <a:xfrm>
            <a:off x="5908675" y="5691188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450</a:t>
            </a:r>
          </a:p>
        </p:txBody>
      </p:sp>
      <p:sp>
        <p:nvSpPr>
          <p:cNvPr id="585" name="Rectángulo redondeado 584">
            <a:extLst>
              <a:ext uri="{FF2B5EF4-FFF2-40B4-BE49-F238E27FC236}">
                <a16:creationId xmlns:a16="http://schemas.microsoft.com/office/drawing/2014/main" id="{79BEA485-D209-46A6-BFD8-2C09B6FDE768}"/>
              </a:ext>
            </a:extLst>
          </p:cNvPr>
          <p:cNvSpPr/>
          <p:nvPr/>
        </p:nvSpPr>
        <p:spPr>
          <a:xfrm>
            <a:off x="7248525" y="4737100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200</a:t>
            </a:r>
          </a:p>
        </p:txBody>
      </p:sp>
      <p:sp>
        <p:nvSpPr>
          <p:cNvPr id="586" name="Rectángulo redondeado 585">
            <a:extLst>
              <a:ext uri="{FF2B5EF4-FFF2-40B4-BE49-F238E27FC236}">
                <a16:creationId xmlns:a16="http://schemas.microsoft.com/office/drawing/2014/main" id="{D6FDF4D8-D371-4FA7-8D28-8ECEC2B48D8F}"/>
              </a:ext>
            </a:extLst>
          </p:cNvPr>
          <p:cNvSpPr/>
          <p:nvPr/>
        </p:nvSpPr>
        <p:spPr>
          <a:xfrm>
            <a:off x="7991475" y="5445125"/>
            <a:ext cx="393700" cy="19367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rgbClr val="C00000"/>
                </a:solidFill>
              </a:rPr>
              <a:t>7000</a:t>
            </a:r>
          </a:p>
        </p:txBody>
      </p:sp>
      <p:sp>
        <p:nvSpPr>
          <p:cNvPr id="587" name="Rectángulo redondeado 586">
            <a:extLst>
              <a:ext uri="{FF2B5EF4-FFF2-40B4-BE49-F238E27FC236}">
                <a16:creationId xmlns:a16="http://schemas.microsoft.com/office/drawing/2014/main" id="{3CD0BF63-EE0F-4875-B69C-9CE03060A6A2}"/>
              </a:ext>
            </a:extLst>
          </p:cNvPr>
          <p:cNvSpPr/>
          <p:nvPr/>
        </p:nvSpPr>
        <p:spPr>
          <a:xfrm>
            <a:off x="7962900" y="4559300"/>
            <a:ext cx="395288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8000</a:t>
            </a:r>
          </a:p>
        </p:txBody>
      </p:sp>
      <p:sp>
        <p:nvSpPr>
          <p:cNvPr id="588" name="Rectángulo redondeado 587">
            <a:extLst>
              <a:ext uri="{FF2B5EF4-FFF2-40B4-BE49-F238E27FC236}">
                <a16:creationId xmlns:a16="http://schemas.microsoft.com/office/drawing/2014/main" id="{0ABA3D27-0528-442E-85DF-249C5610D62F}"/>
              </a:ext>
            </a:extLst>
          </p:cNvPr>
          <p:cNvSpPr/>
          <p:nvPr/>
        </p:nvSpPr>
        <p:spPr>
          <a:xfrm>
            <a:off x="9321800" y="50339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8500</a:t>
            </a:r>
          </a:p>
        </p:txBody>
      </p:sp>
      <p:sp>
        <p:nvSpPr>
          <p:cNvPr id="589" name="Rectángulo redondeado 588">
            <a:extLst>
              <a:ext uri="{FF2B5EF4-FFF2-40B4-BE49-F238E27FC236}">
                <a16:creationId xmlns:a16="http://schemas.microsoft.com/office/drawing/2014/main" id="{6CC13FCD-7117-4C97-B07F-CC8AF472E154}"/>
              </a:ext>
            </a:extLst>
          </p:cNvPr>
          <p:cNvSpPr/>
          <p:nvPr/>
        </p:nvSpPr>
        <p:spPr>
          <a:xfrm>
            <a:off x="10731500" y="4678363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250</a:t>
            </a:r>
          </a:p>
        </p:txBody>
      </p:sp>
      <p:sp>
        <p:nvSpPr>
          <p:cNvPr id="590" name="Rectángulo redondeado 589">
            <a:extLst>
              <a:ext uri="{FF2B5EF4-FFF2-40B4-BE49-F238E27FC236}">
                <a16:creationId xmlns:a16="http://schemas.microsoft.com/office/drawing/2014/main" id="{4A791A8E-A07C-4CF9-AD62-C9B0932792DB}"/>
              </a:ext>
            </a:extLst>
          </p:cNvPr>
          <p:cNvSpPr/>
          <p:nvPr/>
        </p:nvSpPr>
        <p:spPr>
          <a:xfrm>
            <a:off x="5357813" y="5029200"/>
            <a:ext cx="395287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700</a:t>
            </a:r>
          </a:p>
        </p:txBody>
      </p:sp>
      <p:sp>
        <p:nvSpPr>
          <p:cNvPr id="591" name="Rectángulo redondeado 590">
            <a:extLst>
              <a:ext uri="{FF2B5EF4-FFF2-40B4-BE49-F238E27FC236}">
                <a16:creationId xmlns:a16="http://schemas.microsoft.com/office/drawing/2014/main" id="{DFB50245-0F1A-4826-8B08-2CF319F6A5FA}"/>
              </a:ext>
            </a:extLst>
          </p:cNvPr>
          <p:cNvSpPr/>
          <p:nvPr/>
        </p:nvSpPr>
        <p:spPr>
          <a:xfrm>
            <a:off x="5892800" y="3965575"/>
            <a:ext cx="393700" cy="193675"/>
          </a:xfrm>
          <a:prstGeom prst="roundRect">
            <a:avLst/>
          </a:prstGeom>
          <a:solidFill>
            <a:schemeClr val="accent2">
              <a:alpha val="2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100" dirty="0">
                <a:solidFill>
                  <a:schemeClr val="accent2"/>
                </a:solidFill>
              </a:rPr>
              <a:t>750</a:t>
            </a:r>
          </a:p>
        </p:txBody>
      </p:sp>
      <p:sp>
        <p:nvSpPr>
          <p:cNvPr id="592" name="Text Box 50">
            <a:extLst>
              <a:ext uri="{FF2B5EF4-FFF2-40B4-BE49-F238E27FC236}">
                <a16:creationId xmlns:a16="http://schemas.microsoft.com/office/drawing/2014/main" id="{3BF39DF9-D6EF-4D7F-AE84-9E14447650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3850" y="4845050"/>
            <a:ext cx="4349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write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593" name="Text Box 50">
            <a:extLst>
              <a:ext uri="{FF2B5EF4-FFF2-40B4-BE49-F238E27FC236}">
                <a16:creationId xmlns:a16="http://schemas.microsoft.com/office/drawing/2014/main" id="{E33C36CA-5F13-4B99-B5A2-2DA1BD437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775075"/>
            <a:ext cx="4222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accent2"/>
                </a:solidFill>
                <a:latin typeface="+mn-lt"/>
              </a:rPr>
              <a:t>read</a:t>
            </a:r>
            <a:endParaRPr lang="es-ES" sz="1050" i="1" dirty="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4" name="Forma libre 3">
            <a:extLst>
              <a:ext uri="{FF2B5EF4-FFF2-40B4-BE49-F238E27FC236}">
                <a16:creationId xmlns:a16="http://schemas.microsoft.com/office/drawing/2014/main" id="{E72452E9-8779-4093-93E8-74EC8C5B46AE}"/>
              </a:ext>
            </a:extLst>
          </p:cNvPr>
          <p:cNvSpPr/>
          <p:nvPr/>
        </p:nvSpPr>
        <p:spPr>
          <a:xfrm flipV="1">
            <a:off x="4357688" y="5608638"/>
            <a:ext cx="1944687" cy="46037"/>
          </a:xfrm>
          <a:custGeom>
            <a:avLst/>
            <a:gdLst>
              <a:gd name="connsiteX0" fmla="*/ 0 w 989044"/>
              <a:gd name="connsiteY0" fmla="*/ 0 h 0"/>
              <a:gd name="connsiteX1" fmla="*/ 989044 w 989044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89044">
                <a:moveTo>
                  <a:pt x="0" y="0"/>
                </a:moveTo>
                <a:lnTo>
                  <a:pt x="989044" y="0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3703DEC3-7A47-47F3-92A6-38BA04A79485}"/>
              </a:ext>
            </a:extLst>
          </p:cNvPr>
          <p:cNvSpPr/>
          <p:nvPr/>
        </p:nvSpPr>
        <p:spPr>
          <a:xfrm>
            <a:off x="1549400" y="2544763"/>
            <a:ext cx="2555875" cy="1865312"/>
          </a:xfrm>
          <a:custGeom>
            <a:avLst/>
            <a:gdLst>
              <a:gd name="connsiteX0" fmla="*/ 2556587 w 2556587"/>
              <a:gd name="connsiteY0" fmla="*/ 0 h 1866122"/>
              <a:gd name="connsiteX1" fmla="*/ 0 w 2556587"/>
              <a:gd name="connsiteY1" fmla="*/ 0 h 1866122"/>
              <a:gd name="connsiteX2" fmla="*/ 0 w 2556587"/>
              <a:gd name="connsiteY2" fmla="*/ 1866122 h 1866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56587" h="1866122">
                <a:moveTo>
                  <a:pt x="2556587" y="0"/>
                </a:moveTo>
                <a:lnTo>
                  <a:pt x="0" y="0"/>
                </a:lnTo>
                <a:lnTo>
                  <a:pt x="0" y="1866122"/>
                </a:lnTo>
              </a:path>
            </a:pathLst>
          </a:custGeom>
          <a:noFill/>
          <a:ln w="50800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DE4395AB-0BFA-4D1E-8E13-E4142D833BA2}"/>
              </a:ext>
            </a:extLst>
          </p:cNvPr>
          <p:cNvSpPr/>
          <p:nvPr/>
        </p:nvSpPr>
        <p:spPr>
          <a:xfrm>
            <a:off x="1076325" y="2538413"/>
            <a:ext cx="10642600" cy="4011612"/>
          </a:xfrm>
          <a:custGeom>
            <a:avLst/>
            <a:gdLst>
              <a:gd name="connsiteX0" fmla="*/ 1349828 w 10643118"/>
              <a:gd name="connsiteY0" fmla="*/ 2295330 h 4012163"/>
              <a:gd name="connsiteX1" fmla="*/ 1449355 w 10643118"/>
              <a:gd name="connsiteY1" fmla="*/ 2096277 h 4012163"/>
              <a:gd name="connsiteX2" fmla="*/ 3278155 w 10643118"/>
              <a:gd name="connsiteY2" fmla="*/ 2096277 h 4012163"/>
              <a:gd name="connsiteX3" fmla="*/ 3278155 w 10643118"/>
              <a:gd name="connsiteY3" fmla="*/ 1337387 h 4012163"/>
              <a:gd name="connsiteX4" fmla="*/ 3041779 w 10643118"/>
              <a:gd name="connsiteY4" fmla="*/ 1337387 h 4012163"/>
              <a:gd name="connsiteX5" fmla="*/ 3041779 w 10643118"/>
              <a:gd name="connsiteY5" fmla="*/ 0 h 4012163"/>
              <a:gd name="connsiteX6" fmla="*/ 10643118 w 10643118"/>
              <a:gd name="connsiteY6" fmla="*/ 0 h 4012163"/>
              <a:gd name="connsiteX7" fmla="*/ 10643118 w 10643118"/>
              <a:gd name="connsiteY7" fmla="*/ 4012163 h 4012163"/>
              <a:gd name="connsiteX8" fmla="*/ 10562253 w 10643118"/>
              <a:gd name="connsiteY8" fmla="*/ 4012163 h 4012163"/>
              <a:gd name="connsiteX9" fmla="*/ 4733730 w 10643118"/>
              <a:gd name="connsiteY9" fmla="*/ 4012163 h 4012163"/>
              <a:gd name="connsiteX10" fmla="*/ 4733730 w 10643118"/>
              <a:gd name="connsiteY10" fmla="*/ 3122644 h 4012163"/>
              <a:gd name="connsiteX11" fmla="*/ 6848669 w 10643118"/>
              <a:gd name="connsiteY11" fmla="*/ 3122644 h 4012163"/>
              <a:gd name="connsiteX12" fmla="*/ 7010400 w 10643118"/>
              <a:gd name="connsiteY12" fmla="*/ 3284375 h 4012163"/>
              <a:gd name="connsiteX13" fmla="*/ 7495591 w 10643118"/>
              <a:gd name="connsiteY13" fmla="*/ 3284375 h 4012163"/>
              <a:gd name="connsiteX14" fmla="*/ 7495591 w 10643118"/>
              <a:gd name="connsiteY14" fmla="*/ 3782008 h 4012163"/>
              <a:gd name="connsiteX15" fmla="*/ 0 w 10643118"/>
              <a:gd name="connsiteY15" fmla="*/ 3782008 h 4012163"/>
              <a:gd name="connsiteX16" fmla="*/ 0 w 10643118"/>
              <a:gd name="connsiteY16" fmla="*/ 2226906 h 4012163"/>
              <a:gd name="connsiteX17" fmla="*/ 373224 w 10643118"/>
              <a:gd name="connsiteY17" fmla="*/ 2226906 h 4012163"/>
              <a:gd name="connsiteX18" fmla="*/ 503853 w 10643118"/>
              <a:gd name="connsiteY18" fmla="*/ 2096277 h 4012163"/>
              <a:gd name="connsiteX19" fmla="*/ 1237861 w 10643118"/>
              <a:gd name="connsiteY19" fmla="*/ 2096277 h 4012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643118" h="4012163">
                <a:moveTo>
                  <a:pt x="1349828" y="2295330"/>
                </a:moveTo>
                <a:lnTo>
                  <a:pt x="1449355" y="2096277"/>
                </a:lnTo>
                <a:lnTo>
                  <a:pt x="3278155" y="2096277"/>
                </a:lnTo>
                <a:lnTo>
                  <a:pt x="3278155" y="1337387"/>
                </a:lnTo>
                <a:lnTo>
                  <a:pt x="3041779" y="1337387"/>
                </a:lnTo>
                <a:lnTo>
                  <a:pt x="3041779" y="0"/>
                </a:lnTo>
                <a:lnTo>
                  <a:pt x="10643118" y="0"/>
                </a:lnTo>
                <a:lnTo>
                  <a:pt x="10643118" y="4012163"/>
                </a:lnTo>
                <a:lnTo>
                  <a:pt x="10562253" y="4012163"/>
                </a:lnTo>
                <a:lnTo>
                  <a:pt x="4733730" y="4012163"/>
                </a:lnTo>
                <a:lnTo>
                  <a:pt x="4733730" y="3122644"/>
                </a:lnTo>
                <a:lnTo>
                  <a:pt x="6848669" y="3122644"/>
                </a:lnTo>
                <a:lnTo>
                  <a:pt x="7010400" y="3284375"/>
                </a:lnTo>
                <a:lnTo>
                  <a:pt x="7495591" y="3284375"/>
                </a:lnTo>
                <a:lnTo>
                  <a:pt x="7495591" y="3782008"/>
                </a:lnTo>
                <a:lnTo>
                  <a:pt x="0" y="3782008"/>
                </a:lnTo>
                <a:lnTo>
                  <a:pt x="0" y="2226906"/>
                </a:lnTo>
                <a:lnTo>
                  <a:pt x="373224" y="2226906"/>
                </a:lnTo>
                <a:lnTo>
                  <a:pt x="503853" y="2096277"/>
                </a:lnTo>
                <a:lnTo>
                  <a:pt x="1237861" y="2096277"/>
                </a:lnTo>
              </a:path>
            </a:pathLst>
          </a:custGeom>
          <a:noFill/>
          <a:ln w="6350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861493DE-7B03-4B16-BB8D-764123688F30}"/>
              </a:ext>
            </a:extLst>
          </p:cNvPr>
          <p:cNvSpPr txBox="1"/>
          <p:nvPr/>
        </p:nvSpPr>
        <p:spPr>
          <a:xfrm>
            <a:off x="1433513" y="1838325"/>
            <a:ext cx="5311775" cy="3698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dirty="0">
                <a:solidFill>
                  <a:srgbClr val="C00000"/>
                </a:solidFill>
                <a:latin typeface="+mn-lt"/>
              </a:rPr>
              <a:t>150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8500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400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450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 7000 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+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200</a:t>
            </a:r>
            <a:r>
              <a:rPr lang="es-ES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= </a:t>
            </a:r>
            <a:r>
              <a:rPr lang="es-ES" dirty="0">
                <a:solidFill>
                  <a:srgbClr val="C00000"/>
                </a:solidFill>
                <a:latin typeface="+mn-lt"/>
              </a:rPr>
              <a:t>16700 </a:t>
            </a:r>
            <a:r>
              <a:rPr lang="es-ES" dirty="0" err="1">
                <a:solidFill>
                  <a:srgbClr val="C00000"/>
                </a:solidFill>
                <a:latin typeface="+mn-lt"/>
              </a:rPr>
              <a:t>ps</a:t>
            </a:r>
            <a:endParaRPr lang="es-ES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7" name="Rectángulo redondeado 6">
            <a:extLst>
              <a:ext uri="{FF2B5EF4-FFF2-40B4-BE49-F238E27FC236}">
                <a16:creationId xmlns:a16="http://schemas.microsoft.com/office/drawing/2014/main" id="{0D306E40-43FA-4089-A414-0B1F9CCE4CD0}"/>
              </a:ext>
            </a:extLst>
          </p:cNvPr>
          <p:cNvSpPr/>
          <p:nvPr/>
        </p:nvSpPr>
        <p:spPr>
          <a:xfrm>
            <a:off x="5656263" y="1898650"/>
            <a:ext cx="1004887" cy="25876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sz="1100" dirty="0">
              <a:solidFill>
                <a:srgbClr val="C00000"/>
              </a:solidFill>
            </a:endParaRPr>
          </a:p>
        </p:txBody>
      </p:sp>
      <p:sp>
        <p:nvSpPr>
          <p:cNvPr id="8" name="Text Box 50">
            <a:extLst>
              <a:ext uri="{FF2B5EF4-FFF2-40B4-BE49-F238E27FC236}">
                <a16:creationId xmlns:a16="http://schemas.microsoft.com/office/drawing/2014/main" id="{73DFE17C-F482-495E-9B1C-0D6439279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12" name="Marcador de número de diapositiva 11">
            <a:extLst>
              <a:ext uri="{FF2B5EF4-FFF2-40B4-BE49-F238E27FC236}">
                <a16:creationId xmlns:a16="http://schemas.microsoft.com/office/drawing/2014/main" id="{6ACC7A61-C9B6-4396-8F5F-12D679A17F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30EEC50-131B-401A-AFAD-5E0452EA8189}" type="slidenum">
              <a:rPr lang="es-ES" altLang="es-ES">
                <a:solidFill>
                  <a:srgbClr val="171717"/>
                </a:solidFill>
              </a:rPr>
              <a:pPr/>
              <a:t>122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4E2ABD3-8540-427A-B409-96E940F9AE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graphicFrame>
        <p:nvGraphicFramePr>
          <p:cNvPr id="3" name="Marcador de contenido 5">
            <a:extLst>
              <a:ext uri="{FF2B5EF4-FFF2-40B4-BE49-F238E27FC236}">
                <a16:creationId xmlns:a16="http://schemas.microsoft.com/office/drawing/2014/main" id="{C114D88C-1B88-43B7-AAE9-352D9CA89893}"/>
              </a:ext>
            </a:extLst>
          </p:cNvPr>
          <p:cNvGraphicFramePr>
            <a:graphicFrameLocks/>
          </p:cNvGraphicFramePr>
          <p:nvPr/>
        </p:nvGraphicFramePr>
        <p:xfrm>
          <a:off x="1576388" y="2747963"/>
          <a:ext cx="6516687" cy="338296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095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62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09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33350">
                <a:tc>
                  <a:txBody>
                    <a:bodyPr/>
                    <a:lstStyle/>
                    <a:p>
                      <a:pPr algn="ctr"/>
                      <a:r>
                        <a:rPr lang="es-ES" sz="1600" b="1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Transferencia entre registros</a:t>
                      </a:r>
                    </a:p>
                  </a:txBody>
                  <a:tcPr marL="91451" marR="91451" marT="0" marB="45716" anchor="ctr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Instrucción</a:t>
                      </a:r>
                    </a:p>
                  </a:txBody>
                  <a:tcPr marL="91451" marR="91451" marT="0" marB="45716" anchor="ctr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</a:rPr>
                        <a:t>Camino crítico</a:t>
                      </a:r>
                    </a:p>
                  </a:txBody>
                  <a:tcPr marL="91451" marR="91451" marT="0" marB="45716" anchor="ctr"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9533">
                <a:tc>
                  <a:txBody>
                    <a:bodyPr/>
                    <a:lstStyle/>
                    <a:p>
                      <a:pPr algn="ct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 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PC + 4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varias</a:t>
                      </a: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9250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ps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9533">
                <a:tc>
                  <a:txBody>
                    <a:bodyPr/>
                    <a:lstStyle/>
                    <a:p>
                      <a:pPr algn="ct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BR[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] 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MEM[BR[rs1] +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sExt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(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imm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LW</a:t>
                      </a: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27150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ps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533">
                <a:tc>
                  <a:txBody>
                    <a:bodyPr/>
                    <a:lstStyle/>
                    <a:p>
                      <a:pPr algn="ct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MEM[BR[rs1] +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sExt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(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imm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)]  BR[rs2]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SW</a:t>
                      </a: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26200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ps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5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BR[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] 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BR[rs1] +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sExt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(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imm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ADDI</a:t>
                      </a: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18650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ps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5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BR[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] 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BR[rs1]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op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BR[rs2]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tipo-R (ADD...)</a:t>
                      </a: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18550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ps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3335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 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if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(BR[rs1] = BR[rs2])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then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(PC +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sExt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(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imm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))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else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 (PC + 4)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BEQ</a:t>
                      </a: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18200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ps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533">
                <a:tc>
                  <a:txBody>
                    <a:bodyPr/>
                    <a:lstStyle/>
                    <a:p>
                      <a:pPr algn="ct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BR[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rd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] 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PC + 4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JAL</a:t>
                      </a: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10000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ps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533">
                <a:tc>
                  <a:txBody>
                    <a:bodyPr/>
                    <a:lstStyle/>
                    <a:p>
                      <a:pPr algn="ctr"/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PC 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 PC +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sExt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(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imm</a:t>
                      </a: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  <a:sym typeface="Wingdings" pitchFamily="2" charset="2"/>
                        </a:rPr>
                        <a:t>)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T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0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16700 </a:t>
                      </a:r>
                      <a:r>
                        <a:rPr lang="es-ES" sz="1600" b="0" i="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+mn-lt"/>
                          <a:cs typeface="Courier New" panose="02070309020205020404" pitchFamily="49" charset="0"/>
                        </a:rPr>
                        <a:t>ps</a:t>
                      </a:r>
                      <a:endParaRPr lang="es-ES" sz="1600" b="0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53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6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</a:rPr>
                        <a:t>máximo</a:t>
                      </a: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dirty="0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</a:rPr>
                        <a:t>27150 </a:t>
                      </a:r>
                      <a:r>
                        <a:rPr lang="es-ES" sz="1600" b="1" i="0" dirty="0" err="1">
                          <a:solidFill>
                            <a:srgbClr val="C00000"/>
                          </a:solidFill>
                          <a:latin typeface="+mn-lt"/>
                          <a:cs typeface="Courier New" panose="02070309020205020404" pitchFamily="49" charset="0"/>
                        </a:rPr>
                        <a:t>ps</a:t>
                      </a:r>
                      <a:endParaRPr lang="es-ES" sz="1600" b="1" i="0" dirty="0">
                        <a:solidFill>
                          <a:srgbClr val="C00000"/>
                        </a:solidFill>
                        <a:latin typeface="+mn-lt"/>
                        <a:cs typeface="Courier New" panose="02070309020205020404" pitchFamily="49" charset="0"/>
                      </a:endParaRPr>
                    </a:p>
                  </a:txBody>
                  <a:tcPr marL="91451" marR="91451" marT="0" marB="45716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247844" name="Rectangle 3">
            <a:extLst>
              <a:ext uri="{FF2B5EF4-FFF2-40B4-BE49-F238E27FC236}">
                <a16:creationId xmlns:a16="http://schemas.microsoft.com/office/drawing/2014/main" id="{45D238C0-B1D4-4B46-8926-4E8F7558C3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075" y="1492250"/>
            <a:ext cx="10633075" cy="522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6858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fontAlgn="base">
              <a:lnSpc>
                <a:spcPct val="120000"/>
              </a:lnSpc>
              <a:spcBef>
                <a:spcPts val="500"/>
              </a:spcBef>
              <a:spcAft>
                <a:spcPct val="0"/>
              </a:spcAft>
              <a:buSzPct val="125000"/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defTabSz="914400" eaLnBrk="1" hangingPunct="1"/>
            <a:r>
              <a:rPr lang="es-ES" altLang="es-ES" sz="2800">
                <a:solidFill>
                  <a:srgbClr val="171717"/>
                </a:solidFill>
              </a:rPr>
              <a:t>El tiempo de ciclo (</a:t>
            </a:r>
            <a:r>
              <a:rPr lang="es-ES" altLang="es-ES" sz="2800" b="1">
                <a:solidFill>
                  <a:schemeClr val="accent2"/>
                </a:solidFill>
              </a:rPr>
              <a:t>T</a:t>
            </a:r>
            <a:r>
              <a:rPr lang="es-ES" altLang="es-ES" sz="2800">
                <a:solidFill>
                  <a:srgbClr val="171717"/>
                </a:solidFill>
              </a:rPr>
              <a:t>) será el </a:t>
            </a:r>
            <a:r>
              <a:rPr lang="es-ES" altLang="es-ES" sz="2800">
                <a:solidFill>
                  <a:schemeClr val="accent2"/>
                </a:solidFill>
              </a:rPr>
              <a:t>máximo de los caminos críticos </a:t>
            </a:r>
            <a:r>
              <a:rPr lang="es-ES" altLang="es-ES" sz="2800">
                <a:solidFill>
                  <a:srgbClr val="171717"/>
                </a:solidFill>
              </a:rPr>
              <a:t>de las transferencias entre registros que se realizan en el procesador</a:t>
            </a: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0957F0FA-551B-4387-B4AD-B87B964341E8}"/>
              </a:ext>
            </a:extLst>
          </p:cNvPr>
          <p:cNvSpPr txBox="1"/>
          <p:nvPr/>
        </p:nvSpPr>
        <p:spPr>
          <a:xfrm>
            <a:off x="8434388" y="3978275"/>
            <a:ext cx="3346450" cy="46196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2400" b="1" dirty="0">
                <a:solidFill>
                  <a:schemeClr val="accent2"/>
                </a:solidFill>
                <a:latin typeface="+mn-lt"/>
              </a:rPr>
              <a:t>T</a:t>
            </a:r>
            <a:r>
              <a:rPr lang="es-ES" sz="2400" dirty="0">
                <a:solidFill>
                  <a:srgbClr val="C00000"/>
                </a:solidFill>
                <a:latin typeface="+mn-lt"/>
              </a:rPr>
              <a:t> </a:t>
            </a:r>
            <a:r>
              <a:rPr lang="es-ES" sz="24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= 27150 </a:t>
            </a:r>
            <a:r>
              <a:rPr lang="es-ES" sz="24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ps</a:t>
            </a:r>
            <a:r>
              <a:rPr lang="es-ES" sz="24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 = 27.15 </a:t>
            </a:r>
            <a:r>
              <a:rPr lang="es-ES" sz="2400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ns</a:t>
            </a:r>
            <a:endParaRPr lang="es-ES" sz="24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54F56128-7FC7-4FFE-B371-BD006D708E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3797A00-6A24-4EBE-94FE-C5F0C50A2621}" type="slidenum">
              <a:rPr lang="es-ES" altLang="es-ES">
                <a:solidFill>
                  <a:srgbClr val="171717"/>
                </a:solidFill>
              </a:rPr>
              <a:pPr/>
              <a:t>123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466708E-8C11-49AE-8C46-ECADB547C6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Tiempo de ciclo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63DD4B0C-FD17-4FC4-AD26-BAF0E3394A61}"/>
              </a:ext>
            </a:extLst>
          </p:cNvPr>
          <p:cNvSpPr txBox="1">
            <a:spLocks noChangeArrowheads="1"/>
          </p:cNvSpPr>
          <p:nvPr/>
        </p:nvSpPr>
        <p:spPr>
          <a:xfrm>
            <a:off x="1235075" y="1492250"/>
            <a:ext cx="10633075" cy="1285875"/>
          </a:xfrm>
          <a:prstGeom prst="rect">
            <a:avLst/>
          </a:prstGeom>
        </p:spPr>
        <p:txBody>
          <a:bodyPr>
            <a:normAutofit fontScale="85000" lnSpcReduction="10000"/>
          </a:bodyPr>
          <a:lstStyle>
            <a:lvl1pPr marL="228600" indent="-228600" algn="l" defTabSz="914400" rtl="0" eaLnBrk="1" latinLnBrk="0" hangingPunct="1">
              <a:lnSpc>
                <a:spcPct val="120000"/>
              </a:lnSpc>
              <a:spcBef>
                <a:spcPts val="1000"/>
              </a:spcBef>
              <a:buSzPct val="125000"/>
              <a:buFont typeface="Arial" panose="020B0604020202020204" pitchFamily="34" charset="0"/>
              <a:buChar char="•"/>
              <a:defRPr sz="24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20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8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600" kern="1200">
                <a:solidFill>
                  <a:schemeClr val="bg1">
                    <a:lumMod val="1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120000"/>
              </a:lnSpc>
              <a:spcBef>
                <a:spcPts val="500"/>
              </a:spcBef>
              <a:buSzPct val="125000"/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es-ES" sz="2800" dirty="0"/>
              <a:t>El tiempo de ciclo (</a:t>
            </a:r>
            <a:r>
              <a:rPr lang="es-ES" sz="2800" b="1" dirty="0">
                <a:solidFill>
                  <a:schemeClr val="accent2"/>
                </a:solidFill>
              </a:rPr>
              <a:t>T</a:t>
            </a:r>
            <a:r>
              <a:rPr lang="es-ES" sz="2800" dirty="0"/>
              <a:t>) viene marcado por la </a:t>
            </a:r>
            <a:r>
              <a:rPr lang="es-ES" sz="2800" dirty="0">
                <a:solidFill>
                  <a:schemeClr val="accent2"/>
                </a:solidFill>
              </a:rPr>
              <a:t>instrucción más lenta</a:t>
            </a:r>
          </a:p>
          <a:p>
            <a:pPr fontAlgn="auto">
              <a:spcAft>
                <a:spcPts val="0"/>
              </a:spcAft>
              <a:defRPr/>
            </a:pPr>
            <a:r>
              <a:rPr lang="es-ES" sz="2800" dirty="0">
                <a:solidFill>
                  <a:schemeClr val="accent2"/>
                </a:solidFill>
              </a:rPr>
              <a:t>Todas las instrucciones tardan lo mismo </a:t>
            </a:r>
            <a:r>
              <a:rPr lang="es-ES" sz="2800" dirty="0">
                <a:sym typeface="Wingdings" pitchFamily="2" charset="2"/>
              </a:rPr>
              <a:t> se desperdicia tiempo en las más rápidas</a:t>
            </a:r>
            <a:endParaRPr lang="es-ES" sz="2800" dirty="0"/>
          </a:p>
        </p:txBody>
      </p:sp>
      <p:grpSp>
        <p:nvGrpSpPr>
          <p:cNvPr id="249859" name="Grupo 13">
            <a:extLst>
              <a:ext uri="{FF2B5EF4-FFF2-40B4-BE49-F238E27FC236}">
                <a16:creationId xmlns:a16="http://schemas.microsoft.com/office/drawing/2014/main" id="{166257CB-0AE0-4611-847D-6FEF569521DF}"/>
              </a:ext>
            </a:extLst>
          </p:cNvPr>
          <p:cNvGrpSpPr>
            <a:grpSpLocks/>
          </p:cNvGrpSpPr>
          <p:nvPr/>
        </p:nvGrpSpPr>
        <p:grpSpPr bwMode="auto">
          <a:xfrm>
            <a:off x="1501775" y="2955925"/>
            <a:ext cx="9769475" cy="269875"/>
            <a:chOff x="1078050" y="2943808"/>
            <a:chExt cx="9768958" cy="270000"/>
          </a:xfrm>
        </p:grpSpPr>
        <p:sp>
          <p:nvSpPr>
            <p:cNvPr id="4" name="Rectángulo 3">
              <a:extLst>
                <a:ext uri="{FF2B5EF4-FFF2-40B4-BE49-F238E27FC236}">
                  <a16:creationId xmlns:a16="http://schemas.microsoft.com/office/drawing/2014/main" id="{8E631D85-5984-4D32-A602-B135EDCB8246}"/>
                </a:ext>
              </a:extLst>
            </p:cNvPr>
            <p:cNvSpPr/>
            <p:nvPr/>
          </p:nvSpPr>
          <p:spPr>
            <a:xfrm>
              <a:off x="1078050" y="2943808"/>
              <a:ext cx="53972" cy="270000"/>
            </a:xfrm>
            <a:prstGeom prst="rect">
              <a:avLst/>
            </a:prstGeom>
            <a:pattFill prst="dkUpDiag">
              <a:fgClr>
                <a:schemeClr val="bg1">
                  <a:lumMod val="10000"/>
                </a:schemeClr>
              </a:fgClr>
              <a:bgClr>
                <a:schemeClr val="accent2">
                  <a:lumMod val="20000"/>
                  <a:lumOff val="80000"/>
                </a:schemeClr>
              </a:bgClr>
            </a:patt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sp>
          <p:nvSpPr>
            <p:cNvPr id="5" name="Rectángulo 4">
              <a:extLst>
                <a:ext uri="{FF2B5EF4-FFF2-40B4-BE49-F238E27FC236}">
                  <a16:creationId xmlns:a16="http://schemas.microsoft.com/office/drawing/2014/main" id="{234DEB31-A010-434A-8F67-A728A5A39B69}"/>
                </a:ext>
              </a:extLst>
            </p:cNvPr>
            <p:cNvSpPr/>
            <p:nvPr/>
          </p:nvSpPr>
          <p:spPr>
            <a:xfrm>
              <a:off x="1132022" y="2943808"/>
              <a:ext cx="3060538" cy="270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dirty="0" err="1">
                  <a:solidFill>
                    <a:schemeClr val="bg1">
                      <a:lumMod val="10000"/>
                    </a:schemeClr>
                  </a:solidFill>
                </a:rPr>
                <a:t>MEM</a:t>
              </a:r>
              <a:r>
                <a:rPr lang="es-ES" baseline="-25000" dirty="0" err="1">
                  <a:solidFill>
                    <a:schemeClr val="bg1">
                      <a:lumMod val="10000"/>
                    </a:schemeClr>
                  </a:solidFill>
                </a:rPr>
                <a:t>i</a:t>
              </a:r>
              <a:endParaRPr lang="es-ES" dirty="0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85B3CDB3-D3D2-43CC-868E-8BA47E91A2B0}"/>
                </a:ext>
              </a:extLst>
            </p:cNvPr>
            <p:cNvSpPr/>
            <p:nvPr/>
          </p:nvSpPr>
          <p:spPr>
            <a:xfrm>
              <a:off x="4192560" y="2943808"/>
              <a:ext cx="304784" cy="270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400" dirty="0" err="1">
                  <a:solidFill>
                    <a:schemeClr val="bg1">
                      <a:lumMod val="10000"/>
                    </a:schemeClr>
                  </a:solidFill>
                </a:rPr>
                <a:t>sExt</a:t>
              </a:r>
              <a:endParaRPr lang="es-ES" dirty="0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F67F2B32-6CAB-46B0-A188-0CA7D3CE0F71}"/>
                </a:ext>
              </a:extLst>
            </p:cNvPr>
            <p:cNvSpPr/>
            <p:nvPr/>
          </p:nvSpPr>
          <p:spPr>
            <a:xfrm>
              <a:off x="4497344" y="2943808"/>
              <a:ext cx="73021" cy="270000"/>
            </a:xfrm>
            <a:prstGeom prst="rect">
              <a:avLst/>
            </a:prstGeom>
            <a:pattFill prst="dkUpDiag">
              <a:fgClr>
                <a:schemeClr val="bg1">
                  <a:lumMod val="10000"/>
                </a:schemeClr>
              </a:fgClr>
              <a:bgClr>
                <a:schemeClr val="accent2">
                  <a:lumMod val="20000"/>
                  <a:lumOff val="80000"/>
                </a:schemeClr>
              </a:bgClr>
            </a:patt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F5B7603E-250E-4B46-BCEA-23B63762284E}"/>
                </a:ext>
              </a:extLst>
            </p:cNvPr>
            <p:cNvSpPr/>
            <p:nvPr/>
          </p:nvSpPr>
          <p:spPr>
            <a:xfrm>
              <a:off x="4568778" y="2943808"/>
              <a:ext cx="2879573" cy="270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dirty="0">
                  <a:solidFill>
                    <a:schemeClr val="bg1">
                      <a:lumMod val="10000"/>
                    </a:schemeClr>
                  </a:solidFill>
                </a:rPr>
                <a:t>ALU</a:t>
              </a:r>
            </a:p>
          </p:txBody>
        </p:sp>
        <p:sp>
          <p:nvSpPr>
            <p:cNvPr id="11" name="Rectángulo 10">
              <a:extLst>
                <a:ext uri="{FF2B5EF4-FFF2-40B4-BE49-F238E27FC236}">
                  <a16:creationId xmlns:a16="http://schemas.microsoft.com/office/drawing/2014/main" id="{7EB98B7D-2549-4AFB-BED3-1CDFCF02C53F}"/>
                </a:ext>
              </a:extLst>
            </p:cNvPr>
            <p:cNvSpPr/>
            <p:nvPr/>
          </p:nvSpPr>
          <p:spPr>
            <a:xfrm>
              <a:off x="7448351" y="2943808"/>
              <a:ext cx="3060538" cy="270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dirty="0" err="1">
                  <a:solidFill>
                    <a:schemeClr val="bg1">
                      <a:lumMod val="10000"/>
                    </a:schemeClr>
                  </a:solidFill>
                </a:rPr>
                <a:t>MEM</a:t>
              </a:r>
              <a:r>
                <a:rPr lang="es-ES" baseline="30000" dirty="0" err="1">
                  <a:solidFill>
                    <a:schemeClr val="bg1">
                      <a:lumMod val="10000"/>
                    </a:schemeClr>
                  </a:solidFill>
                </a:rPr>
                <a:t>r</a:t>
              </a:r>
              <a:endParaRPr lang="es-ES" dirty="0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sp>
          <p:nvSpPr>
            <p:cNvPr id="12" name="Rectángulo 11">
              <a:extLst>
                <a:ext uri="{FF2B5EF4-FFF2-40B4-BE49-F238E27FC236}">
                  <a16:creationId xmlns:a16="http://schemas.microsoft.com/office/drawing/2014/main" id="{B1DFAD63-87A9-492E-AAD6-93226C2A2BCE}"/>
                </a:ext>
              </a:extLst>
            </p:cNvPr>
            <p:cNvSpPr/>
            <p:nvPr/>
          </p:nvSpPr>
          <p:spPr>
            <a:xfrm>
              <a:off x="10505714" y="2943808"/>
              <a:ext cx="88895" cy="270000"/>
            </a:xfrm>
            <a:prstGeom prst="rect">
              <a:avLst/>
            </a:prstGeom>
            <a:pattFill prst="dkUpDiag">
              <a:fgClr>
                <a:schemeClr val="bg1">
                  <a:lumMod val="10000"/>
                </a:schemeClr>
              </a:fgClr>
              <a:bgClr>
                <a:schemeClr val="accent2">
                  <a:lumMod val="20000"/>
                  <a:lumOff val="80000"/>
                </a:schemeClr>
              </a:bgClr>
            </a:patt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sp>
          <p:nvSpPr>
            <p:cNvPr id="13" name="Rectángulo 12">
              <a:extLst>
                <a:ext uri="{FF2B5EF4-FFF2-40B4-BE49-F238E27FC236}">
                  <a16:creationId xmlns:a16="http://schemas.microsoft.com/office/drawing/2014/main" id="{6C58747C-E02F-42FF-8EBF-4888AA9AF5EF}"/>
                </a:ext>
              </a:extLst>
            </p:cNvPr>
            <p:cNvSpPr/>
            <p:nvPr/>
          </p:nvSpPr>
          <p:spPr>
            <a:xfrm>
              <a:off x="10594609" y="2943808"/>
              <a:ext cx="252399" cy="270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dirty="0">
                  <a:solidFill>
                    <a:schemeClr val="bg1">
                      <a:lumMod val="10000"/>
                    </a:schemeClr>
                  </a:solidFill>
                </a:rPr>
                <a:t>BR</a:t>
              </a:r>
            </a:p>
          </p:txBody>
        </p:sp>
      </p:grpSp>
      <p:grpSp>
        <p:nvGrpSpPr>
          <p:cNvPr id="249860" name="Grupo 160">
            <a:extLst>
              <a:ext uri="{FF2B5EF4-FFF2-40B4-BE49-F238E27FC236}">
                <a16:creationId xmlns:a16="http://schemas.microsoft.com/office/drawing/2014/main" id="{8941EF4B-C802-4EF8-8827-81D67C5D772A}"/>
              </a:ext>
            </a:extLst>
          </p:cNvPr>
          <p:cNvGrpSpPr>
            <a:grpSpLocks/>
          </p:cNvGrpSpPr>
          <p:nvPr/>
        </p:nvGrpSpPr>
        <p:grpSpPr bwMode="auto">
          <a:xfrm>
            <a:off x="1501775" y="3324225"/>
            <a:ext cx="9769475" cy="269875"/>
            <a:chOff x="1502289" y="3323796"/>
            <a:chExt cx="9768957" cy="27000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F6D332D6-5D8B-4D3C-8DC8-0DB732EA82E0}"/>
                </a:ext>
              </a:extLst>
            </p:cNvPr>
            <p:cNvSpPr/>
            <p:nvPr/>
          </p:nvSpPr>
          <p:spPr>
            <a:xfrm>
              <a:off x="10929952" y="3323796"/>
              <a:ext cx="341294" cy="270000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>
              <a:solidFill>
                <a:schemeClr val="tx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i="1" dirty="0">
                  <a:solidFill>
                    <a:srgbClr val="C00000"/>
                  </a:solidFill>
                </a:rPr>
                <a:t>3%</a:t>
              </a:r>
              <a:endParaRPr lang="es-ES" sz="1100" dirty="0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grpSp>
          <p:nvGrpSpPr>
            <p:cNvPr id="249999" name="Grupo 14">
              <a:extLst>
                <a:ext uri="{FF2B5EF4-FFF2-40B4-BE49-F238E27FC236}">
                  <a16:creationId xmlns:a16="http://schemas.microsoft.com/office/drawing/2014/main" id="{9D2B643F-7B42-4907-8AB2-22EDF1C5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289" y="3323796"/>
              <a:ext cx="9431079" cy="270000"/>
              <a:chOff x="1078050" y="2943808"/>
              <a:chExt cx="9431079" cy="270000"/>
            </a:xfrm>
          </p:grpSpPr>
          <p:sp>
            <p:nvSpPr>
              <p:cNvPr id="16" name="Rectángulo 15">
                <a:extLst>
                  <a:ext uri="{FF2B5EF4-FFF2-40B4-BE49-F238E27FC236}">
                    <a16:creationId xmlns:a16="http://schemas.microsoft.com/office/drawing/2014/main" id="{E48C115F-BA40-47C4-819C-101712C45332}"/>
                  </a:ext>
                </a:extLst>
              </p:cNvPr>
              <p:cNvSpPr/>
              <p:nvPr/>
            </p:nvSpPr>
            <p:spPr>
              <a:xfrm>
                <a:off x="1078050" y="2943808"/>
                <a:ext cx="53972" cy="270000"/>
              </a:xfrm>
              <a:prstGeom prst="rect">
                <a:avLst/>
              </a:prstGeom>
              <a:pattFill prst="dkUpDiag">
                <a:fgClr>
                  <a:schemeClr val="bg1">
                    <a:lumMod val="10000"/>
                  </a:schemeClr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17" name="Rectángulo 16">
                <a:extLst>
                  <a:ext uri="{FF2B5EF4-FFF2-40B4-BE49-F238E27FC236}">
                    <a16:creationId xmlns:a16="http://schemas.microsoft.com/office/drawing/2014/main" id="{11486721-F9D7-49AE-83E2-198B83F33CAD}"/>
                  </a:ext>
                </a:extLst>
              </p:cNvPr>
              <p:cNvSpPr/>
              <p:nvPr/>
            </p:nvSpPr>
            <p:spPr>
              <a:xfrm>
                <a:off x="1132022" y="2943808"/>
                <a:ext cx="3060538" cy="2700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dirty="0" err="1">
                    <a:solidFill>
                      <a:schemeClr val="bg1">
                        <a:lumMod val="10000"/>
                      </a:schemeClr>
                    </a:solidFill>
                  </a:rPr>
                  <a:t>MEM</a:t>
                </a:r>
                <a:r>
                  <a:rPr lang="es-ES" baseline="-25000" dirty="0" err="1">
                    <a:solidFill>
                      <a:schemeClr val="bg1">
                        <a:lumMod val="10000"/>
                      </a:schemeClr>
                    </a:solidFill>
                  </a:rPr>
                  <a:t>i</a:t>
                </a:r>
                <a:endParaRPr lang="es-ES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18" name="Rectángulo 17">
                <a:extLst>
                  <a:ext uri="{FF2B5EF4-FFF2-40B4-BE49-F238E27FC236}">
                    <a16:creationId xmlns:a16="http://schemas.microsoft.com/office/drawing/2014/main" id="{0AE34DC1-B056-4498-8C9E-D9CD8A8FEC31}"/>
                  </a:ext>
                </a:extLst>
              </p:cNvPr>
              <p:cNvSpPr/>
              <p:nvPr/>
            </p:nvSpPr>
            <p:spPr>
              <a:xfrm>
                <a:off x="4192560" y="2943808"/>
                <a:ext cx="304784" cy="2700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1400" dirty="0" err="1">
                    <a:solidFill>
                      <a:schemeClr val="bg1">
                        <a:lumMod val="10000"/>
                      </a:schemeClr>
                    </a:solidFill>
                  </a:rPr>
                  <a:t>sExt</a:t>
                </a:r>
                <a:endParaRPr lang="es-ES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19" name="Rectángulo 18">
                <a:extLst>
                  <a:ext uri="{FF2B5EF4-FFF2-40B4-BE49-F238E27FC236}">
                    <a16:creationId xmlns:a16="http://schemas.microsoft.com/office/drawing/2014/main" id="{8516B38E-7E4F-42D0-841C-20B51FE9A449}"/>
                  </a:ext>
                </a:extLst>
              </p:cNvPr>
              <p:cNvSpPr/>
              <p:nvPr/>
            </p:nvSpPr>
            <p:spPr>
              <a:xfrm>
                <a:off x="4497344" y="2943808"/>
                <a:ext cx="73021" cy="270000"/>
              </a:xfrm>
              <a:prstGeom prst="rect">
                <a:avLst/>
              </a:prstGeom>
              <a:pattFill prst="dkUpDiag">
                <a:fgClr>
                  <a:schemeClr val="bg1">
                    <a:lumMod val="10000"/>
                  </a:schemeClr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20" name="Rectángulo 19">
                <a:extLst>
                  <a:ext uri="{FF2B5EF4-FFF2-40B4-BE49-F238E27FC236}">
                    <a16:creationId xmlns:a16="http://schemas.microsoft.com/office/drawing/2014/main" id="{8C152A64-282F-4C13-BACA-D467B48AB3B8}"/>
                  </a:ext>
                </a:extLst>
              </p:cNvPr>
              <p:cNvSpPr/>
              <p:nvPr/>
            </p:nvSpPr>
            <p:spPr>
              <a:xfrm>
                <a:off x="4568778" y="2943808"/>
                <a:ext cx="2879572" cy="2700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dirty="0">
                    <a:solidFill>
                      <a:schemeClr val="bg1">
                        <a:lumMod val="10000"/>
                      </a:schemeClr>
                    </a:solidFill>
                  </a:rPr>
                  <a:t>ALU</a:t>
                </a:r>
              </a:p>
            </p:txBody>
          </p:sp>
          <p:sp>
            <p:nvSpPr>
              <p:cNvPr id="21" name="Rectángulo 20">
                <a:extLst>
                  <a:ext uri="{FF2B5EF4-FFF2-40B4-BE49-F238E27FC236}">
                    <a16:creationId xmlns:a16="http://schemas.microsoft.com/office/drawing/2014/main" id="{C43D6B6C-29B4-45C3-B75B-C8E67ECD1E08}"/>
                  </a:ext>
                </a:extLst>
              </p:cNvPr>
              <p:cNvSpPr/>
              <p:nvPr/>
            </p:nvSpPr>
            <p:spPr>
              <a:xfrm>
                <a:off x="7448350" y="2943808"/>
                <a:ext cx="3060538" cy="2700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dirty="0" err="1">
                    <a:solidFill>
                      <a:schemeClr val="bg1">
                        <a:lumMod val="10000"/>
                      </a:schemeClr>
                    </a:solidFill>
                  </a:rPr>
                  <a:t>MEM</a:t>
                </a:r>
                <a:r>
                  <a:rPr lang="es-ES" baseline="30000" dirty="0" err="1">
                    <a:solidFill>
                      <a:schemeClr val="bg1">
                        <a:lumMod val="10000"/>
                      </a:schemeClr>
                    </a:solidFill>
                  </a:rPr>
                  <a:t>w</a:t>
                </a:r>
                <a:endParaRPr lang="es-ES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</p:grpSp>
      </p:grpSp>
      <p:grpSp>
        <p:nvGrpSpPr>
          <p:cNvPr id="249861" name="Grupo 161">
            <a:extLst>
              <a:ext uri="{FF2B5EF4-FFF2-40B4-BE49-F238E27FC236}">
                <a16:creationId xmlns:a16="http://schemas.microsoft.com/office/drawing/2014/main" id="{07ADC415-1A15-4BA9-83D3-902D3A81BB17}"/>
              </a:ext>
            </a:extLst>
          </p:cNvPr>
          <p:cNvGrpSpPr>
            <a:grpSpLocks/>
          </p:cNvGrpSpPr>
          <p:nvPr/>
        </p:nvGrpSpPr>
        <p:grpSpPr bwMode="auto">
          <a:xfrm>
            <a:off x="1501775" y="3690938"/>
            <a:ext cx="9767888" cy="269875"/>
            <a:chOff x="1502289" y="3690379"/>
            <a:chExt cx="9767805" cy="270965"/>
          </a:xfrm>
        </p:grpSpPr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F1662428-4753-4953-AFC3-DD0612EA02BB}"/>
                </a:ext>
              </a:extLst>
            </p:cNvPr>
            <p:cNvSpPr/>
            <p:nvPr/>
          </p:nvSpPr>
          <p:spPr>
            <a:xfrm>
              <a:off x="8209420" y="3690379"/>
              <a:ext cx="3060674" cy="269371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>
              <a:solidFill>
                <a:schemeClr val="tx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i="1" dirty="0">
                  <a:solidFill>
                    <a:srgbClr val="C00000"/>
                  </a:solidFill>
                </a:rPr>
                <a:t>desperdicio (31%)</a:t>
              </a:r>
              <a:endParaRPr lang="es-ES" sz="1600" i="1" dirty="0">
                <a:solidFill>
                  <a:srgbClr val="C00000"/>
                </a:solidFill>
              </a:endParaRPr>
            </a:p>
          </p:txBody>
        </p:sp>
        <p:grpSp>
          <p:nvGrpSpPr>
            <p:cNvPr id="249990" name="Grupo 23">
              <a:extLst>
                <a:ext uri="{FF2B5EF4-FFF2-40B4-BE49-F238E27FC236}">
                  <a16:creationId xmlns:a16="http://schemas.microsoft.com/office/drawing/2014/main" id="{A4F5C119-EFC2-447E-808C-722FDD6A5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289" y="3691344"/>
              <a:ext cx="6708524" cy="270000"/>
              <a:chOff x="1078050" y="2943808"/>
              <a:chExt cx="6708524" cy="270000"/>
            </a:xfrm>
          </p:grpSpPr>
          <p:sp>
            <p:nvSpPr>
              <p:cNvPr id="25" name="Rectángulo 24">
                <a:extLst>
                  <a:ext uri="{FF2B5EF4-FFF2-40B4-BE49-F238E27FC236}">
                    <a16:creationId xmlns:a16="http://schemas.microsoft.com/office/drawing/2014/main" id="{6A00DF10-3584-4A46-89A2-76361F89633E}"/>
                  </a:ext>
                </a:extLst>
              </p:cNvPr>
              <p:cNvSpPr/>
              <p:nvPr/>
            </p:nvSpPr>
            <p:spPr>
              <a:xfrm>
                <a:off x="1078050" y="2944437"/>
                <a:ext cx="53975" cy="269371"/>
              </a:xfrm>
              <a:prstGeom prst="rect">
                <a:avLst/>
              </a:prstGeom>
              <a:pattFill prst="dkUpDiag">
                <a:fgClr>
                  <a:schemeClr val="bg1">
                    <a:lumMod val="10000"/>
                  </a:schemeClr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26" name="Rectángulo 25">
                <a:extLst>
                  <a:ext uri="{FF2B5EF4-FFF2-40B4-BE49-F238E27FC236}">
                    <a16:creationId xmlns:a16="http://schemas.microsoft.com/office/drawing/2014/main" id="{5DA872D3-2208-4792-B917-3B071016A491}"/>
                  </a:ext>
                </a:extLst>
              </p:cNvPr>
              <p:cNvSpPr/>
              <p:nvPr/>
            </p:nvSpPr>
            <p:spPr>
              <a:xfrm>
                <a:off x="1132025" y="2944437"/>
                <a:ext cx="3060674" cy="26937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dirty="0" err="1">
                    <a:solidFill>
                      <a:schemeClr val="bg1">
                        <a:lumMod val="10000"/>
                      </a:schemeClr>
                    </a:solidFill>
                  </a:rPr>
                  <a:t>MEM</a:t>
                </a:r>
                <a:r>
                  <a:rPr lang="es-ES" baseline="-25000" dirty="0" err="1">
                    <a:solidFill>
                      <a:schemeClr val="bg1">
                        <a:lumMod val="10000"/>
                      </a:schemeClr>
                    </a:solidFill>
                  </a:rPr>
                  <a:t>i</a:t>
                </a:r>
                <a:endParaRPr lang="es-ES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27" name="Rectángulo 26">
                <a:extLst>
                  <a:ext uri="{FF2B5EF4-FFF2-40B4-BE49-F238E27FC236}">
                    <a16:creationId xmlns:a16="http://schemas.microsoft.com/office/drawing/2014/main" id="{D967F1AF-BC7A-41DE-8FC1-C4C81422DE26}"/>
                  </a:ext>
                </a:extLst>
              </p:cNvPr>
              <p:cNvSpPr/>
              <p:nvPr/>
            </p:nvSpPr>
            <p:spPr>
              <a:xfrm>
                <a:off x="4192699" y="2944437"/>
                <a:ext cx="304797" cy="26937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1400" dirty="0" err="1">
                    <a:solidFill>
                      <a:schemeClr val="bg1">
                        <a:lumMod val="10000"/>
                      </a:schemeClr>
                    </a:solidFill>
                  </a:rPr>
                  <a:t>sExt</a:t>
                </a:r>
                <a:endParaRPr lang="es-ES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28" name="Rectángulo 27">
                <a:extLst>
                  <a:ext uri="{FF2B5EF4-FFF2-40B4-BE49-F238E27FC236}">
                    <a16:creationId xmlns:a16="http://schemas.microsoft.com/office/drawing/2014/main" id="{C545806E-249E-4AE7-BE09-EDE04D5B6B55}"/>
                  </a:ext>
                </a:extLst>
              </p:cNvPr>
              <p:cNvSpPr/>
              <p:nvPr/>
            </p:nvSpPr>
            <p:spPr>
              <a:xfrm>
                <a:off x="4497496" y="2944437"/>
                <a:ext cx="73024" cy="269371"/>
              </a:xfrm>
              <a:prstGeom prst="rect">
                <a:avLst/>
              </a:prstGeom>
              <a:pattFill prst="dkUpDiag">
                <a:fgClr>
                  <a:schemeClr val="bg1">
                    <a:lumMod val="10000"/>
                  </a:schemeClr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29" name="Rectángulo 28">
                <a:extLst>
                  <a:ext uri="{FF2B5EF4-FFF2-40B4-BE49-F238E27FC236}">
                    <a16:creationId xmlns:a16="http://schemas.microsoft.com/office/drawing/2014/main" id="{58C0A017-2F43-40AF-8C61-9D17F608E6B4}"/>
                  </a:ext>
                </a:extLst>
              </p:cNvPr>
              <p:cNvSpPr/>
              <p:nvPr/>
            </p:nvSpPr>
            <p:spPr>
              <a:xfrm>
                <a:off x="4568933" y="2944437"/>
                <a:ext cx="2879701" cy="26937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dirty="0">
                    <a:solidFill>
                      <a:schemeClr val="bg1">
                        <a:lumMod val="10000"/>
                      </a:schemeClr>
                    </a:solidFill>
                  </a:rPr>
                  <a:t>ALU</a:t>
                </a:r>
              </a:p>
            </p:txBody>
          </p:sp>
          <p:sp>
            <p:nvSpPr>
              <p:cNvPr id="31" name="Rectángulo 30">
                <a:extLst>
                  <a:ext uri="{FF2B5EF4-FFF2-40B4-BE49-F238E27FC236}">
                    <a16:creationId xmlns:a16="http://schemas.microsoft.com/office/drawing/2014/main" id="{6CB56FFA-76B8-4F0F-8407-3CAF9B01E83C}"/>
                  </a:ext>
                </a:extLst>
              </p:cNvPr>
              <p:cNvSpPr/>
              <p:nvPr/>
            </p:nvSpPr>
            <p:spPr>
              <a:xfrm>
                <a:off x="7445459" y="2944437"/>
                <a:ext cx="88899" cy="269371"/>
              </a:xfrm>
              <a:prstGeom prst="rect">
                <a:avLst/>
              </a:prstGeom>
              <a:pattFill prst="dkUpDiag">
                <a:fgClr>
                  <a:schemeClr val="bg1">
                    <a:lumMod val="10000"/>
                  </a:schemeClr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32" name="Rectángulo 31">
                <a:extLst>
                  <a:ext uri="{FF2B5EF4-FFF2-40B4-BE49-F238E27FC236}">
                    <a16:creationId xmlns:a16="http://schemas.microsoft.com/office/drawing/2014/main" id="{1E20C53D-84A9-465E-A3B9-A89AEE462B75}"/>
                  </a:ext>
                </a:extLst>
              </p:cNvPr>
              <p:cNvSpPr/>
              <p:nvPr/>
            </p:nvSpPr>
            <p:spPr>
              <a:xfrm>
                <a:off x="7534358" y="2944437"/>
                <a:ext cx="252410" cy="26937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1200" dirty="0" err="1">
                    <a:solidFill>
                      <a:schemeClr val="bg1">
                        <a:lumMod val="10000"/>
                      </a:schemeClr>
                    </a:solidFill>
                  </a:rPr>
                  <a:t>BR</a:t>
                </a:r>
                <a:r>
                  <a:rPr lang="es-ES" sz="1200" baseline="30000" dirty="0" err="1">
                    <a:solidFill>
                      <a:schemeClr val="bg1">
                        <a:lumMod val="10000"/>
                      </a:schemeClr>
                    </a:solidFill>
                  </a:rPr>
                  <a:t>w</a:t>
                </a:r>
                <a:endParaRPr lang="es-ES" sz="1200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</p:grpSp>
      </p:grpSp>
      <p:grpSp>
        <p:nvGrpSpPr>
          <p:cNvPr id="249862" name="Grupo 162">
            <a:extLst>
              <a:ext uri="{FF2B5EF4-FFF2-40B4-BE49-F238E27FC236}">
                <a16:creationId xmlns:a16="http://schemas.microsoft.com/office/drawing/2014/main" id="{BC0C9524-8931-40E3-99B4-03DE886D6156}"/>
              </a:ext>
            </a:extLst>
          </p:cNvPr>
          <p:cNvGrpSpPr>
            <a:grpSpLocks/>
          </p:cNvGrpSpPr>
          <p:nvPr/>
        </p:nvGrpSpPr>
        <p:grpSpPr bwMode="auto">
          <a:xfrm>
            <a:off x="1501775" y="4059238"/>
            <a:ext cx="9767888" cy="269875"/>
            <a:chOff x="1502289" y="4058892"/>
            <a:chExt cx="9767796" cy="270000"/>
          </a:xfrm>
        </p:grpSpPr>
        <p:sp>
          <p:nvSpPr>
            <p:cNvPr id="90" name="Rectángulo 89">
              <a:extLst>
                <a:ext uri="{FF2B5EF4-FFF2-40B4-BE49-F238E27FC236}">
                  <a16:creationId xmlns:a16="http://schemas.microsoft.com/office/drawing/2014/main" id="{E3BFEFC6-5EB5-492A-8D3B-B1236D179AA9}"/>
                </a:ext>
              </a:extLst>
            </p:cNvPr>
            <p:cNvSpPr/>
            <p:nvPr/>
          </p:nvSpPr>
          <p:spPr>
            <a:xfrm>
              <a:off x="8155439" y="4058892"/>
              <a:ext cx="3114646" cy="270000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>
              <a:solidFill>
                <a:schemeClr val="tx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i="1" dirty="0">
                  <a:solidFill>
                    <a:srgbClr val="C00000"/>
                  </a:solidFill>
                </a:rPr>
                <a:t>desperdicio (32%)</a:t>
              </a:r>
              <a:endParaRPr lang="es-ES" sz="1600" i="1" dirty="0">
                <a:solidFill>
                  <a:srgbClr val="C00000"/>
                </a:solidFill>
              </a:endParaRPr>
            </a:p>
          </p:txBody>
        </p:sp>
        <p:grpSp>
          <p:nvGrpSpPr>
            <p:cNvPr id="249980" name="Grupo 58">
              <a:extLst>
                <a:ext uri="{FF2B5EF4-FFF2-40B4-BE49-F238E27FC236}">
                  <a16:creationId xmlns:a16="http://schemas.microsoft.com/office/drawing/2014/main" id="{ACBAF9D0-5B3B-4B48-9F5A-D84F9AA4A0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289" y="4058892"/>
              <a:ext cx="6652544" cy="270000"/>
              <a:chOff x="1209933" y="4023930"/>
              <a:chExt cx="6652544" cy="270000"/>
            </a:xfrm>
          </p:grpSpPr>
          <p:grpSp>
            <p:nvGrpSpPr>
              <p:cNvPr id="249981" name="Grupo 41">
                <a:extLst>
                  <a:ext uri="{FF2B5EF4-FFF2-40B4-BE49-F238E27FC236}">
                    <a16:creationId xmlns:a16="http://schemas.microsoft.com/office/drawing/2014/main" id="{BD33961F-0D95-443D-8D8A-22D6A67FA6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09933" y="4023930"/>
                <a:ext cx="6652544" cy="270000"/>
                <a:chOff x="1078050" y="2943808"/>
                <a:chExt cx="6652544" cy="270000"/>
              </a:xfrm>
            </p:grpSpPr>
            <p:sp>
              <p:nvSpPr>
                <p:cNvPr id="43" name="Rectángulo 42">
                  <a:extLst>
                    <a:ext uri="{FF2B5EF4-FFF2-40B4-BE49-F238E27FC236}">
                      <a16:creationId xmlns:a16="http://schemas.microsoft.com/office/drawing/2014/main" id="{456523BA-251D-429C-AA0E-23FDF43AF276}"/>
                    </a:ext>
                  </a:extLst>
                </p:cNvPr>
                <p:cNvSpPr/>
                <p:nvPr/>
              </p:nvSpPr>
              <p:spPr>
                <a:xfrm>
                  <a:off x="1078050" y="2943808"/>
                  <a:ext cx="53974" cy="270000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44" name="Rectángulo 43">
                  <a:extLst>
                    <a:ext uri="{FF2B5EF4-FFF2-40B4-BE49-F238E27FC236}">
                      <a16:creationId xmlns:a16="http://schemas.microsoft.com/office/drawing/2014/main" id="{CCA67981-B088-4A0E-BEAA-9F2688D20502}"/>
                    </a:ext>
                  </a:extLst>
                </p:cNvPr>
                <p:cNvSpPr/>
                <p:nvPr/>
              </p:nvSpPr>
              <p:spPr>
                <a:xfrm>
                  <a:off x="1132024" y="2943808"/>
                  <a:ext cx="3060671" cy="270000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dirty="0" err="1">
                      <a:solidFill>
                        <a:schemeClr val="bg1">
                          <a:lumMod val="10000"/>
                        </a:schemeClr>
                      </a:solidFill>
                    </a:rPr>
                    <a:t>MEM</a:t>
                  </a:r>
                  <a:r>
                    <a:rPr lang="es-ES" baseline="-25000" dirty="0" err="1">
                      <a:solidFill>
                        <a:schemeClr val="bg1">
                          <a:lumMod val="10000"/>
                        </a:schemeClr>
                      </a:solidFill>
                    </a:rPr>
                    <a:t>i</a:t>
                  </a:r>
                  <a:endParaRPr lang="es-ES" dirty="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46" name="Rectángulo 45">
                  <a:extLst>
                    <a:ext uri="{FF2B5EF4-FFF2-40B4-BE49-F238E27FC236}">
                      <a16:creationId xmlns:a16="http://schemas.microsoft.com/office/drawing/2014/main" id="{7059F291-EC40-485D-957D-C721FC4D16D6}"/>
                    </a:ext>
                  </a:extLst>
                </p:cNvPr>
                <p:cNvSpPr/>
                <p:nvPr/>
              </p:nvSpPr>
              <p:spPr>
                <a:xfrm>
                  <a:off x="4441931" y="2943808"/>
                  <a:ext cx="73024" cy="270000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47" name="Rectángulo 46">
                  <a:extLst>
                    <a:ext uri="{FF2B5EF4-FFF2-40B4-BE49-F238E27FC236}">
                      <a16:creationId xmlns:a16="http://schemas.microsoft.com/office/drawing/2014/main" id="{A9C5F832-ADE0-4696-9A86-1DAF566BBD0D}"/>
                    </a:ext>
                  </a:extLst>
                </p:cNvPr>
                <p:cNvSpPr/>
                <p:nvPr/>
              </p:nvSpPr>
              <p:spPr>
                <a:xfrm>
                  <a:off x="4513367" y="2943808"/>
                  <a:ext cx="2879698" cy="270000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dirty="0">
                      <a:solidFill>
                        <a:schemeClr val="bg1">
                          <a:lumMod val="10000"/>
                        </a:schemeClr>
                      </a:solidFill>
                    </a:rPr>
                    <a:t>ALU</a:t>
                  </a:r>
                </a:p>
              </p:txBody>
            </p:sp>
            <p:sp>
              <p:nvSpPr>
                <p:cNvPr id="48" name="Rectángulo 47">
                  <a:extLst>
                    <a:ext uri="{FF2B5EF4-FFF2-40B4-BE49-F238E27FC236}">
                      <a16:creationId xmlns:a16="http://schemas.microsoft.com/office/drawing/2014/main" id="{C78C855F-666A-44ED-A25A-5572B2C16507}"/>
                    </a:ext>
                  </a:extLst>
                </p:cNvPr>
                <p:cNvSpPr/>
                <p:nvPr/>
              </p:nvSpPr>
              <p:spPr>
                <a:xfrm>
                  <a:off x="7389890" y="2943808"/>
                  <a:ext cx="88899" cy="270000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 dirty="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49" name="Rectángulo 48">
                  <a:extLst>
                    <a:ext uri="{FF2B5EF4-FFF2-40B4-BE49-F238E27FC236}">
                      <a16:creationId xmlns:a16="http://schemas.microsoft.com/office/drawing/2014/main" id="{6F30E411-5A5F-467A-9B34-87113D13A008}"/>
                    </a:ext>
                  </a:extLst>
                </p:cNvPr>
                <p:cNvSpPr/>
                <p:nvPr/>
              </p:nvSpPr>
              <p:spPr>
                <a:xfrm>
                  <a:off x="7478789" y="2943808"/>
                  <a:ext cx="252411" cy="270000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sz="1200" dirty="0" err="1">
                      <a:solidFill>
                        <a:schemeClr val="bg1">
                          <a:lumMod val="10000"/>
                        </a:schemeClr>
                      </a:solidFill>
                    </a:rPr>
                    <a:t>BR</a:t>
                  </a:r>
                  <a:r>
                    <a:rPr lang="es-ES" sz="1200" baseline="30000" dirty="0" err="1">
                      <a:solidFill>
                        <a:schemeClr val="bg1">
                          <a:lumMod val="10000"/>
                        </a:schemeClr>
                      </a:solidFill>
                    </a:rPr>
                    <a:t>w</a:t>
                  </a:r>
                  <a:endParaRPr lang="es-ES" sz="1200" dirty="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</p:grpSp>
          <p:sp>
            <p:nvSpPr>
              <p:cNvPr id="50" name="Rectángulo 49">
                <a:extLst>
                  <a:ext uri="{FF2B5EF4-FFF2-40B4-BE49-F238E27FC236}">
                    <a16:creationId xmlns:a16="http://schemas.microsoft.com/office/drawing/2014/main" id="{A0038A4A-2C0E-423C-BFEF-174D1C3F45B0}"/>
                  </a:ext>
                </a:extLst>
              </p:cNvPr>
              <p:cNvSpPr/>
              <p:nvPr/>
            </p:nvSpPr>
            <p:spPr>
              <a:xfrm>
                <a:off x="4322992" y="4023930"/>
                <a:ext cx="252410" cy="2700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1200" dirty="0" err="1">
                    <a:solidFill>
                      <a:schemeClr val="bg1">
                        <a:lumMod val="10000"/>
                      </a:schemeClr>
                    </a:solidFill>
                  </a:rPr>
                  <a:t>BR</a:t>
                </a:r>
                <a:r>
                  <a:rPr lang="es-ES" sz="1200" baseline="30000" dirty="0" err="1">
                    <a:solidFill>
                      <a:schemeClr val="bg1">
                        <a:lumMod val="10000"/>
                      </a:schemeClr>
                    </a:solidFill>
                  </a:rPr>
                  <a:t>r</a:t>
                </a:r>
                <a:endParaRPr lang="es-ES" sz="1600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</p:grpSp>
      </p:grpSp>
      <p:grpSp>
        <p:nvGrpSpPr>
          <p:cNvPr id="249863" name="Grupo 163">
            <a:extLst>
              <a:ext uri="{FF2B5EF4-FFF2-40B4-BE49-F238E27FC236}">
                <a16:creationId xmlns:a16="http://schemas.microsoft.com/office/drawing/2014/main" id="{CC97C77F-8413-4816-B541-B962974D0572}"/>
              </a:ext>
            </a:extLst>
          </p:cNvPr>
          <p:cNvGrpSpPr>
            <a:grpSpLocks/>
          </p:cNvGrpSpPr>
          <p:nvPr/>
        </p:nvGrpSpPr>
        <p:grpSpPr bwMode="auto">
          <a:xfrm>
            <a:off x="1501775" y="4425950"/>
            <a:ext cx="9767888" cy="269875"/>
            <a:chOff x="1502289" y="4425929"/>
            <a:chExt cx="9767795" cy="270511"/>
          </a:xfrm>
        </p:grpSpPr>
        <p:sp>
          <p:nvSpPr>
            <p:cNvPr id="91" name="Rectángulo 90">
              <a:extLst>
                <a:ext uri="{FF2B5EF4-FFF2-40B4-BE49-F238E27FC236}">
                  <a16:creationId xmlns:a16="http://schemas.microsoft.com/office/drawing/2014/main" id="{F49BBF60-F09F-405A-A705-F60B4463B218}"/>
                </a:ext>
              </a:extLst>
            </p:cNvPr>
            <p:cNvSpPr/>
            <p:nvPr/>
          </p:nvSpPr>
          <p:spPr>
            <a:xfrm>
              <a:off x="8030027" y="4425929"/>
              <a:ext cx="3240057" cy="270511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>
              <a:solidFill>
                <a:schemeClr val="tx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i="1" dirty="0">
                  <a:solidFill>
                    <a:srgbClr val="C00000"/>
                  </a:solidFill>
                </a:rPr>
                <a:t>desperdicio (33%)</a:t>
              </a:r>
              <a:endParaRPr lang="es-ES" sz="1600" i="1" dirty="0">
                <a:solidFill>
                  <a:srgbClr val="C00000"/>
                </a:solidFill>
              </a:endParaRPr>
            </a:p>
          </p:txBody>
        </p:sp>
        <p:grpSp>
          <p:nvGrpSpPr>
            <p:cNvPr id="249971" name="Grupo 59">
              <a:extLst>
                <a:ext uri="{FF2B5EF4-FFF2-40B4-BE49-F238E27FC236}">
                  <a16:creationId xmlns:a16="http://schemas.microsoft.com/office/drawing/2014/main" id="{A6464000-975D-4083-BD92-2AD3DB171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289" y="4426440"/>
              <a:ext cx="6526545" cy="270000"/>
              <a:chOff x="1209933" y="4023930"/>
              <a:chExt cx="6526545" cy="270000"/>
            </a:xfrm>
          </p:grpSpPr>
          <p:grpSp>
            <p:nvGrpSpPr>
              <p:cNvPr id="249972" name="Grupo 60">
                <a:extLst>
                  <a:ext uri="{FF2B5EF4-FFF2-40B4-BE49-F238E27FC236}">
                    <a16:creationId xmlns:a16="http://schemas.microsoft.com/office/drawing/2014/main" id="{D6A07AD1-404B-42A5-B78B-A70E9D3D1C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09933" y="4023930"/>
                <a:ext cx="6526545" cy="270000"/>
                <a:chOff x="1078050" y="2943808"/>
                <a:chExt cx="6526545" cy="270000"/>
              </a:xfrm>
            </p:grpSpPr>
            <p:sp>
              <p:nvSpPr>
                <p:cNvPr id="63" name="Rectángulo 62">
                  <a:extLst>
                    <a:ext uri="{FF2B5EF4-FFF2-40B4-BE49-F238E27FC236}">
                      <a16:creationId xmlns:a16="http://schemas.microsoft.com/office/drawing/2014/main" id="{70B54537-091F-4550-B81F-B71E05081D80}"/>
                    </a:ext>
                  </a:extLst>
                </p:cNvPr>
                <p:cNvSpPr/>
                <p:nvPr/>
              </p:nvSpPr>
              <p:spPr>
                <a:xfrm>
                  <a:off x="1078050" y="2943297"/>
                  <a:ext cx="53974" cy="270511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64" name="Rectángulo 63">
                  <a:extLst>
                    <a:ext uri="{FF2B5EF4-FFF2-40B4-BE49-F238E27FC236}">
                      <a16:creationId xmlns:a16="http://schemas.microsoft.com/office/drawing/2014/main" id="{39C4264C-745E-4A49-AB32-A10DB35667E6}"/>
                    </a:ext>
                  </a:extLst>
                </p:cNvPr>
                <p:cNvSpPr/>
                <p:nvPr/>
              </p:nvSpPr>
              <p:spPr>
                <a:xfrm>
                  <a:off x="1132024" y="2943297"/>
                  <a:ext cx="3059084" cy="270511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dirty="0" err="1">
                      <a:solidFill>
                        <a:schemeClr val="bg1">
                          <a:lumMod val="10000"/>
                        </a:schemeClr>
                      </a:solidFill>
                    </a:rPr>
                    <a:t>MEM</a:t>
                  </a:r>
                  <a:r>
                    <a:rPr lang="es-ES" baseline="-25000" dirty="0" err="1">
                      <a:solidFill>
                        <a:schemeClr val="bg1">
                          <a:lumMod val="10000"/>
                        </a:schemeClr>
                      </a:solidFill>
                    </a:rPr>
                    <a:t>i</a:t>
                  </a:r>
                  <a:endParaRPr lang="es-ES" dirty="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65" name="Rectángulo 64">
                  <a:extLst>
                    <a:ext uri="{FF2B5EF4-FFF2-40B4-BE49-F238E27FC236}">
                      <a16:creationId xmlns:a16="http://schemas.microsoft.com/office/drawing/2014/main" id="{80E713D1-8F96-41D4-A678-17B27A827B22}"/>
                    </a:ext>
                  </a:extLst>
                </p:cNvPr>
                <p:cNvSpPr/>
                <p:nvPr/>
              </p:nvSpPr>
              <p:spPr>
                <a:xfrm>
                  <a:off x="4441931" y="2943297"/>
                  <a:ext cx="71436" cy="270511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66" name="Rectángulo 65">
                  <a:extLst>
                    <a:ext uri="{FF2B5EF4-FFF2-40B4-BE49-F238E27FC236}">
                      <a16:creationId xmlns:a16="http://schemas.microsoft.com/office/drawing/2014/main" id="{369F9479-F273-451D-AAB4-AAA820B89197}"/>
                    </a:ext>
                  </a:extLst>
                </p:cNvPr>
                <p:cNvSpPr/>
                <p:nvPr/>
              </p:nvSpPr>
              <p:spPr>
                <a:xfrm>
                  <a:off x="4513367" y="2943297"/>
                  <a:ext cx="2879698" cy="270511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dirty="0">
                      <a:solidFill>
                        <a:schemeClr val="bg1">
                          <a:lumMod val="10000"/>
                        </a:schemeClr>
                      </a:solidFill>
                    </a:rPr>
                    <a:t>ALU</a:t>
                  </a:r>
                </a:p>
              </p:txBody>
            </p:sp>
            <p:sp>
              <p:nvSpPr>
                <p:cNvPr id="67" name="Rectángulo 66">
                  <a:extLst>
                    <a:ext uri="{FF2B5EF4-FFF2-40B4-BE49-F238E27FC236}">
                      <a16:creationId xmlns:a16="http://schemas.microsoft.com/office/drawing/2014/main" id="{10633758-5D8E-4C07-8C3A-DB22BBE1D36F}"/>
                    </a:ext>
                  </a:extLst>
                </p:cNvPr>
                <p:cNvSpPr/>
                <p:nvPr/>
              </p:nvSpPr>
              <p:spPr>
                <a:xfrm>
                  <a:off x="7388303" y="2943297"/>
                  <a:ext cx="215898" cy="270511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 dirty="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</p:grpSp>
          <p:sp>
            <p:nvSpPr>
              <p:cNvPr id="62" name="Rectángulo 61">
                <a:extLst>
                  <a:ext uri="{FF2B5EF4-FFF2-40B4-BE49-F238E27FC236}">
                    <a16:creationId xmlns:a16="http://schemas.microsoft.com/office/drawing/2014/main" id="{A6135428-7B62-4177-B084-17806F23531C}"/>
                  </a:ext>
                </a:extLst>
              </p:cNvPr>
              <p:cNvSpPr/>
              <p:nvPr/>
            </p:nvSpPr>
            <p:spPr>
              <a:xfrm>
                <a:off x="4322991" y="4023419"/>
                <a:ext cx="250823" cy="27051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1200" dirty="0" err="1">
                    <a:solidFill>
                      <a:schemeClr val="bg1">
                        <a:lumMod val="10000"/>
                      </a:schemeClr>
                    </a:solidFill>
                  </a:rPr>
                  <a:t>BR</a:t>
                </a:r>
                <a:r>
                  <a:rPr lang="es-ES" sz="1200" baseline="30000" dirty="0" err="1">
                    <a:solidFill>
                      <a:schemeClr val="bg1">
                        <a:lumMod val="10000"/>
                      </a:schemeClr>
                    </a:solidFill>
                  </a:rPr>
                  <a:t>r</a:t>
                </a:r>
                <a:endParaRPr lang="es-ES" sz="1600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</p:grpSp>
      </p:grpSp>
      <p:grpSp>
        <p:nvGrpSpPr>
          <p:cNvPr id="249864" name="Grupo 164">
            <a:extLst>
              <a:ext uri="{FF2B5EF4-FFF2-40B4-BE49-F238E27FC236}">
                <a16:creationId xmlns:a16="http://schemas.microsoft.com/office/drawing/2014/main" id="{03646614-8822-4628-AA25-CF09B0042902}"/>
              </a:ext>
            </a:extLst>
          </p:cNvPr>
          <p:cNvGrpSpPr>
            <a:grpSpLocks/>
          </p:cNvGrpSpPr>
          <p:nvPr/>
        </p:nvGrpSpPr>
        <p:grpSpPr bwMode="auto">
          <a:xfrm>
            <a:off x="1501775" y="4792663"/>
            <a:ext cx="9767888" cy="271462"/>
            <a:chOff x="1502289" y="4792966"/>
            <a:chExt cx="9767794" cy="271024"/>
          </a:xfrm>
        </p:grpSpPr>
        <p:sp>
          <p:nvSpPr>
            <p:cNvPr id="92" name="Rectángulo 91">
              <a:extLst>
                <a:ext uri="{FF2B5EF4-FFF2-40B4-BE49-F238E27FC236}">
                  <a16:creationId xmlns:a16="http://schemas.microsoft.com/office/drawing/2014/main" id="{CC2F990E-75E0-40FC-B4DB-D995E97BF819}"/>
                </a:ext>
              </a:extLst>
            </p:cNvPr>
            <p:cNvSpPr/>
            <p:nvPr/>
          </p:nvSpPr>
          <p:spPr>
            <a:xfrm>
              <a:off x="7882391" y="4792966"/>
              <a:ext cx="3387692" cy="269440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>
              <a:solidFill>
                <a:schemeClr val="tx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i="1" dirty="0">
                  <a:solidFill>
                    <a:srgbClr val="C00000"/>
                  </a:solidFill>
                </a:rPr>
                <a:t>desperdicio (38%)</a:t>
              </a:r>
              <a:endParaRPr lang="es-ES" sz="1600" i="1" dirty="0">
                <a:solidFill>
                  <a:srgbClr val="C00000"/>
                </a:solidFill>
              </a:endParaRPr>
            </a:p>
          </p:txBody>
        </p:sp>
        <p:grpSp>
          <p:nvGrpSpPr>
            <p:cNvPr id="249964" name="Grupo 68">
              <a:extLst>
                <a:ext uri="{FF2B5EF4-FFF2-40B4-BE49-F238E27FC236}">
                  <a16:creationId xmlns:a16="http://schemas.microsoft.com/office/drawing/2014/main" id="{8DDA7C55-5B0D-48F4-88A9-0E552AD7D8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289" y="4793990"/>
              <a:ext cx="6374658" cy="270000"/>
              <a:chOff x="1078050" y="2943808"/>
              <a:chExt cx="6374658" cy="270000"/>
            </a:xfrm>
          </p:grpSpPr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1422E024-4FA8-4516-92CB-98F7108A85F5}"/>
                  </a:ext>
                </a:extLst>
              </p:cNvPr>
              <p:cNvSpPr/>
              <p:nvPr/>
            </p:nvSpPr>
            <p:spPr>
              <a:xfrm>
                <a:off x="1078050" y="2944368"/>
                <a:ext cx="53974" cy="269440"/>
              </a:xfrm>
              <a:prstGeom prst="rect">
                <a:avLst/>
              </a:prstGeom>
              <a:pattFill prst="dkUpDiag">
                <a:fgClr>
                  <a:schemeClr val="bg1">
                    <a:lumMod val="10000"/>
                  </a:schemeClr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71" name="Rectángulo 70">
                <a:extLst>
                  <a:ext uri="{FF2B5EF4-FFF2-40B4-BE49-F238E27FC236}">
                    <a16:creationId xmlns:a16="http://schemas.microsoft.com/office/drawing/2014/main" id="{5248481B-FF51-436C-958E-13DD52D582C5}"/>
                  </a:ext>
                </a:extLst>
              </p:cNvPr>
              <p:cNvSpPr/>
              <p:nvPr/>
            </p:nvSpPr>
            <p:spPr>
              <a:xfrm>
                <a:off x="1132024" y="2944368"/>
                <a:ext cx="3060671" cy="26944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dirty="0" err="1">
                    <a:solidFill>
                      <a:schemeClr val="bg1">
                        <a:lumMod val="10000"/>
                      </a:schemeClr>
                    </a:solidFill>
                  </a:rPr>
                  <a:t>MEM</a:t>
                </a:r>
                <a:r>
                  <a:rPr lang="es-ES" baseline="-25000" dirty="0" err="1">
                    <a:solidFill>
                      <a:schemeClr val="bg1">
                        <a:lumMod val="10000"/>
                      </a:schemeClr>
                    </a:solidFill>
                  </a:rPr>
                  <a:t>i</a:t>
                </a:r>
                <a:endParaRPr lang="es-ES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72" name="Rectángulo 71">
                <a:extLst>
                  <a:ext uri="{FF2B5EF4-FFF2-40B4-BE49-F238E27FC236}">
                    <a16:creationId xmlns:a16="http://schemas.microsoft.com/office/drawing/2014/main" id="{9D7102A1-F567-4177-B532-CCE6BF45F209}"/>
                  </a:ext>
                </a:extLst>
              </p:cNvPr>
              <p:cNvSpPr/>
              <p:nvPr/>
            </p:nvSpPr>
            <p:spPr>
              <a:xfrm>
                <a:off x="4192695" y="2944368"/>
                <a:ext cx="306385" cy="26944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1400" dirty="0" err="1">
                    <a:solidFill>
                      <a:schemeClr val="bg1">
                        <a:lumMod val="10000"/>
                      </a:schemeClr>
                    </a:solidFill>
                  </a:rPr>
                  <a:t>sExt</a:t>
                </a:r>
                <a:endParaRPr lang="es-ES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73" name="Rectángulo 72">
                <a:extLst>
                  <a:ext uri="{FF2B5EF4-FFF2-40B4-BE49-F238E27FC236}">
                    <a16:creationId xmlns:a16="http://schemas.microsoft.com/office/drawing/2014/main" id="{A0ED2CE0-1ECE-4775-B4B4-46D4EEA628AD}"/>
                  </a:ext>
                </a:extLst>
              </p:cNvPr>
              <p:cNvSpPr/>
              <p:nvPr/>
            </p:nvSpPr>
            <p:spPr>
              <a:xfrm>
                <a:off x="7381953" y="2944368"/>
                <a:ext cx="71436" cy="269440"/>
              </a:xfrm>
              <a:prstGeom prst="rect">
                <a:avLst/>
              </a:prstGeom>
              <a:pattFill prst="dkUpDiag">
                <a:fgClr>
                  <a:schemeClr val="bg1">
                    <a:lumMod val="10000"/>
                  </a:schemeClr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74" name="Rectángulo 73">
                <a:extLst>
                  <a:ext uri="{FF2B5EF4-FFF2-40B4-BE49-F238E27FC236}">
                    <a16:creationId xmlns:a16="http://schemas.microsoft.com/office/drawing/2014/main" id="{C9BF4052-62D7-47D6-9002-6E47AAA01EC9}"/>
                  </a:ext>
                </a:extLst>
              </p:cNvPr>
              <p:cNvSpPr/>
              <p:nvPr/>
            </p:nvSpPr>
            <p:spPr>
              <a:xfrm>
                <a:off x="4500667" y="2944368"/>
                <a:ext cx="2881285" cy="26944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dirty="0">
                    <a:solidFill>
                      <a:schemeClr val="bg1">
                        <a:lumMod val="10000"/>
                      </a:schemeClr>
                    </a:solidFill>
                  </a:rPr>
                  <a:t>+</a:t>
                </a:r>
              </a:p>
            </p:txBody>
          </p:sp>
        </p:grpSp>
      </p:grpSp>
      <p:cxnSp>
        <p:nvCxnSpPr>
          <p:cNvPr id="78" name="Conector recto 77">
            <a:extLst>
              <a:ext uri="{FF2B5EF4-FFF2-40B4-BE49-F238E27FC236}">
                <a16:creationId xmlns:a16="http://schemas.microsoft.com/office/drawing/2014/main" id="{42D900B2-9F1C-4063-85BC-DEC398208A17}"/>
              </a:ext>
            </a:extLst>
          </p:cNvPr>
          <p:cNvCxnSpPr>
            <a:cxnSpLocks/>
          </p:cNvCxnSpPr>
          <p:nvPr/>
        </p:nvCxnSpPr>
        <p:spPr>
          <a:xfrm>
            <a:off x="1482725" y="2625725"/>
            <a:ext cx="0" cy="2535238"/>
          </a:xfrm>
          <a:prstGeom prst="line">
            <a:avLst/>
          </a:prstGeom>
          <a:ln w="2540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Conector recto 81">
            <a:extLst>
              <a:ext uri="{FF2B5EF4-FFF2-40B4-BE49-F238E27FC236}">
                <a16:creationId xmlns:a16="http://schemas.microsoft.com/office/drawing/2014/main" id="{264C3419-6CD7-4FD1-915F-71D6C3A9C2E3}"/>
              </a:ext>
            </a:extLst>
          </p:cNvPr>
          <p:cNvCxnSpPr>
            <a:cxnSpLocks/>
          </p:cNvCxnSpPr>
          <p:nvPr/>
        </p:nvCxnSpPr>
        <p:spPr>
          <a:xfrm>
            <a:off x="11288713" y="2625725"/>
            <a:ext cx="0" cy="2535238"/>
          </a:xfrm>
          <a:prstGeom prst="line">
            <a:avLst/>
          </a:prstGeom>
          <a:ln w="2540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Conector recto 83">
            <a:extLst>
              <a:ext uri="{FF2B5EF4-FFF2-40B4-BE49-F238E27FC236}">
                <a16:creationId xmlns:a16="http://schemas.microsoft.com/office/drawing/2014/main" id="{6321CB07-D246-48C9-B4EE-560857A6C934}"/>
              </a:ext>
            </a:extLst>
          </p:cNvPr>
          <p:cNvCxnSpPr>
            <a:cxnSpLocks/>
          </p:cNvCxnSpPr>
          <p:nvPr/>
        </p:nvCxnSpPr>
        <p:spPr>
          <a:xfrm>
            <a:off x="1501775" y="2836863"/>
            <a:ext cx="9783763" cy="0"/>
          </a:xfrm>
          <a:prstGeom prst="line">
            <a:avLst/>
          </a:prstGeom>
          <a:ln w="25400">
            <a:solidFill>
              <a:schemeClr val="accent5"/>
            </a:solidFill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CuadroTexto 85">
            <a:extLst>
              <a:ext uri="{FF2B5EF4-FFF2-40B4-BE49-F238E27FC236}">
                <a16:creationId xmlns:a16="http://schemas.microsoft.com/office/drawing/2014/main" id="{1D416E3E-617E-4C42-AEBD-8DE300AC058E}"/>
              </a:ext>
            </a:extLst>
          </p:cNvPr>
          <p:cNvSpPr txBox="1"/>
          <p:nvPr/>
        </p:nvSpPr>
        <p:spPr>
          <a:xfrm>
            <a:off x="5684838" y="2471738"/>
            <a:ext cx="1508125" cy="4000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2000" b="1" dirty="0">
                <a:solidFill>
                  <a:schemeClr val="accent5"/>
                </a:solidFill>
                <a:latin typeface="+mn-lt"/>
              </a:rPr>
              <a:t>T</a:t>
            </a:r>
            <a:r>
              <a:rPr lang="es-ES" sz="2000" dirty="0">
                <a:solidFill>
                  <a:schemeClr val="accent5"/>
                </a:solidFill>
                <a:latin typeface="+mn-lt"/>
              </a:rPr>
              <a:t> = 27.15 </a:t>
            </a:r>
            <a:r>
              <a:rPr lang="es-ES" sz="2000" dirty="0" err="1">
                <a:solidFill>
                  <a:schemeClr val="accent5"/>
                </a:solidFill>
                <a:latin typeface="+mn-lt"/>
              </a:rPr>
              <a:t>ns</a:t>
            </a:r>
            <a:endParaRPr lang="es-ES" sz="2000" dirty="0">
              <a:solidFill>
                <a:schemeClr val="accent5"/>
              </a:solidFill>
              <a:latin typeface="+mn-lt"/>
            </a:endParaRPr>
          </a:p>
        </p:txBody>
      </p:sp>
      <p:cxnSp>
        <p:nvCxnSpPr>
          <p:cNvPr id="94" name="Conector recto de flecha 93">
            <a:extLst>
              <a:ext uri="{FF2B5EF4-FFF2-40B4-BE49-F238E27FC236}">
                <a16:creationId xmlns:a16="http://schemas.microsoft.com/office/drawing/2014/main" id="{E08E17E3-330F-4E6D-80E2-2025BD0FA5AE}"/>
              </a:ext>
            </a:extLst>
          </p:cNvPr>
          <p:cNvCxnSpPr>
            <a:cxnSpLocks/>
          </p:cNvCxnSpPr>
          <p:nvPr/>
        </p:nvCxnSpPr>
        <p:spPr>
          <a:xfrm>
            <a:off x="8210550" y="3900488"/>
            <a:ext cx="3059113" cy="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Conector recto de flecha 96">
            <a:extLst>
              <a:ext uri="{FF2B5EF4-FFF2-40B4-BE49-F238E27FC236}">
                <a16:creationId xmlns:a16="http://schemas.microsoft.com/office/drawing/2014/main" id="{39D136F1-01EE-448F-ADF3-0437F49A06A1}"/>
              </a:ext>
            </a:extLst>
          </p:cNvPr>
          <p:cNvCxnSpPr>
            <a:cxnSpLocks/>
          </p:cNvCxnSpPr>
          <p:nvPr/>
        </p:nvCxnSpPr>
        <p:spPr>
          <a:xfrm>
            <a:off x="8154988" y="4268788"/>
            <a:ext cx="3114675" cy="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Conector recto de flecha 99">
            <a:extLst>
              <a:ext uri="{FF2B5EF4-FFF2-40B4-BE49-F238E27FC236}">
                <a16:creationId xmlns:a16="http://schemas.microsoft.com/office/drawing/2014/main" id="{7C1C0F96-515B-49C6-8A9C-B335E6CBDB6A}"/>
              </a:ext>
            </a:extLst>
          </p:cNvPr>
          <p:cNvCxnSpPr>
            <a:cxnSpLocks/>
          </p:cNvCxnSpPr>
          <p:nvPr/>
        </p:nvCxnSpPr>
        <p:spPr>
          <a:xfrm>
            <a:off x="8029575" y="4635500"/>
            <a:ext cx="3240088" cy="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Conector recto de flecha 102">
            <a:extLst>
              <a:ext uri="{FF2B5EF4-FFF2-40B4-BE49-F238E27FC236}">
                <a16:creationId xmlns:a16="http://schemas.microsoft.com/office/drawing/2014/main" id="{664324DA-C25D-47BF-962B-88158EAE2CAE}"/>
              </a:ext>
            </a:extLst>
          </p:cNvPr>
          <p:cNvCxnSpPr>
            <a:cxnSpLocks/>
          </p:cNvCxnSpPr>
          <p:nvPr/>
        </p:nvCxnSpPr>
        <p:spPr>
          <a:xfrm>
            <a:off x="7883525" y="4995863"/>
            <a:ext cx="3386138" cy="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Conector recto de flecha 105">
            <a:extLst>
              <a:ext uri="{FF2B5EF4-FFF2-40B4-BE49-F238E27FC236}">
                <a16:creationId xmlns:a16="http://schemas.microsoft.com/office/drawing/2014/main" id="{0AA316F3-E3EA-4909-857D-E51357AF79CE}"/>
              </a:ext>
            </a:extLst>
          </p:cNvPr>
          <p:cNvCxnSpPr>
            <a:cxnSpLocks/>
          </p:cNvCxnSpPr>
          <p:nvPr/>
        </p:nvCxnSpPr>
        <p:spPr>
          <a:xfrm>
            <a:off x="10933113" y="3527425"/>
            <a:ext cx="338137" cy="0"/>
          </a:xfrm>
          <a:prstGeom prst="straightConnector1">
            <a:avLst/>
          </a:prstGeom>
          <a:ln w="12700">
            <a:solidFill>
              <a:srgbClr val="C00000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9874" name="CuadroTexto 109">
            <a:extLst>
              <a:ext uri="{FF2B5EF4-FFF2-40B4-BE49-F238E27FC236}">
                <a16:creationId xmlns:a16="http://schemas.microsoft.com/office/drawing/2014/main" id="{566D2ABA-AD57-47CA-9742-2C9EEB3ABF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5525" y="2871788"/>
            <a:ext cx="4921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2000" b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lw</a:t>
            </a:r>
          </a:p>
        </p:txBody>
      </p:sp>
      <p:sp>
        <p:nvSpPr>
          <p:cNvPr id="249875" name="CuadroTexto 110">
            <a:extLst>
              <a:ext uri="{FF2B5EF4-FFF2-40B4-BE49-F238E27FC236}">
                <a16:creationId xmlns:a16="http://schemas.microsoft.com/office/drawing/2014/main" id="{D2A3151A-8D21-40DA-BC41-882ECA92DF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5525" y="3244850"/>
            <a:ext cx="4921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2000" b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sw</a:t>
            </a:r>
          </a:p>
        </p:txBody>
      </p:sp>
      <p:sp>
        <p:nvSpPr>
          <p:cNvPr id="249876" name="CuadroTexto 111">
            <a:extLst>
              <a:ext uri="{FF2B5EF4-FFF2-40B4-BE49-F238E27FC236}">
                <a16:creationId xmlns:a16="http://schemas.microsoft.com/office/drawing/2014/main" id="{992B6884-8635-433D-9310-339FEF9FB4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550" y="3619500"/>
            <a:ext cx="8001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2000" b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addi</a:t>
            </a:r>
          </a:p>
        </p:txBody>
      </p:sp>
      <p:sp>
        <p:nvSpPr>
          <p:cNvPr id="249877" name="CuadroTexto 112">
            <a:extLst>
              <a:ext uri="{FF2B5EF4-FFF2-40B4-BE49-F238E27FC236}">
                <a16:creationId xmlns:a16="http://schemas.microsoft.com/office/drawing/2014/main" id="{E1FC02DD-5C43-4FB6-88A2-BD5EC47B59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575" y="3992563"/>
            <a:ext cx="11080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2000" b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tipo-R</a:t>
            </a:r>
          </a:p>
        </p:txBody>
      </p:sp>
      <p:sp>
        <p:nvSpPr>
          <p:cNvPr id="249878" name="CuadroTexto 113">
            <a:extLst>
              <a:ext uri="{FF2B5EF4-FFF2-40B4-BE49-F238E27FC236}">
                <a16:creationId xmlns:a16="http://schemas.microsoft.com/office/drawing/2014/main" id="{417C3723-5B6D-4371-88D6-41B5AF8EF2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1538" y="4367213"/>
            <a:ext cx="6461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2000" b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</a:p>
        </p:txBody>
      </p:sp>
      <p:sp>
        <p:nvSpPr>
          <p:cNvPr id="249879" name="CuadroTexto 114">
            <a:extLst>
              <a:ext uri="{FF2B5EF4-FFF2-40B4-BE49-F238E27FC236}">
                <a16:creationId xmlns:a16="http://schemas.microsoft.com/office/drawing/2014/main" id="{8F89016F-DE0C-4F51-8947-1574E3FC45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1538" y="4740275"/>
            <a:ext cx="6461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2000" b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jal</a:t>
            </a:r>
          </a:p>
        </p:txBody>
      </p:sp>
      <p:sp>
        <p:nvSpPr>
          <p:cNvPr id="119" name="Freeform 87">
            <a:extLst>
              <a:ext uri="{FF2B5EF4-FFF2-40B4-BE49-F238E27FC236}">
                <a16:creationId xmlns:a16="http://schemas.microsoft.com/office/drawing/2014/main" id="{9EB39811-7E30-4347-9CBE-43080DBF97AD}"/>
              </a:ext>
            </a:extLst>
          </p:cNvPr>
          <p:cNvSpPr>
            <a:spLocks/>
          </p:cNvSpPr>
          <p:nvPr/>
        </p:nvSpPr>
        <p:spPr bwMode="auto">
          <a:xfrm flipV="1">
            <a:off x="6110288" y="535305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1" name="Text Box 26">
            <a:extLst>
              <a:ext uri="{FF2B5EF4-FFF2-40B4-BE49-F238E27FC236}">
                <a16:creationId xmlns:a16="http://schemas.microsoft.com/office/drawing/2014/main" id="{6DBAE767-5D91-47C7-B65E-BB84A0D92B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1925" y="5392738"/>
            <a:ext cx="523875" cy="29210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16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CLK</a:t>
            </a:r>
          </a:p>
        </p:txBody>
      </p:sp>
      <p:sp>
        <p:nvSpPr>
          <p:cNvPr id="132" name="Freeform 87">
            <a:extLst>
              <a:ext uri="{FF2B5EF4-FFF2-40B4-BE49-F238E27FC236}">
                <a16:creationId xmlns:a16="http://schemas.microsoft.com/office/drawing/2014/main" id="{C5DA7477-084D-453F-945A-27CCBB6122BE}"/>
              </a:ext>
            </a:extLst>
          </p:cNvPr>
          <p:cNvSpPr>
            <a:spLocks/>
          </p:cNvSpPr>
          <p:nvPr/>
        </p:nvSpPr>
        <p:spPr bwMode="auto">
          <a:xfrm flipV="1">
            <a:off x="3517900" y="535305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3" name="Freeform 87">
            <a:extLst>
              <a:ext uri="{FF2B5EF4-FFF2-40B4-BE49-F238E27FC236}">
                <a16:creationId xmlns:a16="http://schemas.microsoft.com/office/drawing/2014/main" id="{D8106C08-FC59-42DE-9ED1-B2BE475C7249}"/>
              </a:ext>
            </a:extLst>
          </p:cNvPr>
          <p:cNvSpPr>
            <a:spLocks/>
          </p:cNvSpPr>
          <p:nvPr/>
        </p:nvSpPr>
        <p:spPr bwMode="auto">
          <a:xfrm flipV="1">
            <a:off x="4381500" y="535305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4" name="Freeform 87">
            <a:extLst>
              <a:ext uri="{FF2B5EF4-FFF2-40B4-BE49-F238E27FC236}">
                <a16:creationId xmlns:a16="http://schemas.microsoft.com/office/drawing/2014/main" id="{458605EB-527C-43FC-B802-FD836E24F184}"/>
              </a:ext>
            </a:extLst>
          </p:cNvPr>
          <p:cNvSpPr>
            <a:spLocks/>
          </p:cNvSpPr>
          <p:nvPr/>
        </p:nvSpPr>
        <p:spPr bwMode="auto">
          <a:xfrm flipV="1">
            <a:off x="5246688" y="535305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5" name="Freeform 87">
            <a:extLst>
              <a:ext uri="{FF2B5EF4-FFF2-40B4-BE49-F238E27FC236}">
                <a16:creationId xmlns:a16="http://schemas.microsoft.com/office/drawing/2014/main" id="{D2D5634D-5926-4242-8230-616DB26BF470}"/>
              </a:ext>
            </a:extLst>
          </p:cNvPr>
          <p:cNvSpPr>
            <a:spLocks/>
          </p:cNvSpPr>
          <p:nvPr/>
        </p:nvSpPr>
        <p:spPr bwMode="auto">
          <a:xfrm flipV="1">
            <a:off x="6973888" y="535305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36" name="Freeform 87">
            <a:extLst>
              <a:ext uri="{FF2B5EF4-FFF2-40B4-BE49-F238E27FC236}">
                <a16:creationId xmlns:a16="http://schemas.microsoft.com/office/drawing/2014/main" id="{8FC26501-95B3-4BC8-B505-A70667C649A7}"/>
              </a:ext>
            </a:extLst>
          </p:cNvPr>
          <p:cNvSpPr>
            <a:spLocks/>
          </p:cNvSpPr>
          <p:nvPr/>
        </p:nvSpPr>
        <p:spPr bwMode="auto">
          <a:xfrm flipV="1">
            <a:off x="7839075" y="5353050"/>
            <a:ext cx="863600" cy="360363"/>
          </a:xfrm>
          <a:custGeom>
            <a:avLst/>
            <a:gdLst>
              <a:gd name="T0" fmla="*/ 0 w 454"/>
              <a:gd name="T1" fmla="*/ 2147483647 h 227"/>
              <a:gd name="T2" fmla="*/ 2147483647 w 454"/>
              <a:gd name="T3" fmla="*/ 2147483647 h 227"/>
              <a:gd name="T4" fmla="*/ 2147483647 w 454"/>
              <a:gd name="T5" fmla="*/ 0 h 227"/>
              <a:gd name="T6" fmla="*/ 2147483647 w 454"/>
              <a:gd name="T7" fmla="*/ 0 h 227"/>
              <a:gd name="T8" fmla="*/ 2147483647 w 454"/>
              <a:gd name="T9" fmla="*/ 2147483647 h 22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4"/>
              <a:gd name="T16" fmla="*/ 0 h 227"/>
              <a:gd name="T17" fmla="*/ 454 w 454"/>
              <a:gd name="T18" fmla="*/ 227 h 22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4" h="227">
                <a:moveTo>
                  <a:pt x="0" y="227"/>
                </a:moveTo>
                <a:lnTo>
                  <a:pt x="227" y="227"/>
                </a:lnTo>
                <a:lnTo>
                  <a:pt x="227" y="0"/>
                </a:lnTo>
                <a:lnTo>
                  <a:pt x="454" y="0"/>
                </a:lnTo>
                <a:lnTo>
                  <a:pt x="454" y="227"/>
                </a:lnTo>
              </a:path>
            </a:pathLst>
          </a:custGeom>
          <a:noFill/>
          <a:ln w="2857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137" name="Conector recto 136">
            <a:extLst>
              <a:ext uri="{FF2B5EF4-FFF2-40B4-BE49-F238E27FC236}">
                <a16:creationId xmlns:a16="http://schemas.microsoft.com/office/drawing/2014/main" id="{070FB158-4EAF-4313-8E81-F15FDF1CEB7D}"/>
              </a:ext>
            </a:extLst>
          </p:cNvPr>
          <p:cNvCxnSpPr>
            <a:cxnSpLocks/>
          </p:cNvCxnSpPr>
          <p:nvPr/>
        </p:nvCxnSpPr>
        <p:spPr>
          <a:xfrm>
            <a:off x="3252788" y="5715000"/>
            <a:ext cx="5803900" cy="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Conector recto 137">
            <a:extLst>
              <a:ext uri="{FF2B5EF4-FFF2-40B4-BE49-F238E27FC236}">
                <a16:creationId xmlns:a16="http://schemas.microsoft.com/office/drawing/2014/main" id="{2F33DA27-DADA-42D1-BE59-FAE125CFB309}"/>
              </a:ext>
            </a:extLst>
          </p:cNvPr>
          <p:cNvCxnSpPr>
            <a:cxnSpLocks/>
          </p:cNvCxnSpPr>
          <p:nvPr/>
        </p:nvCxnSpPr>
        <p:spPr>
          <a:xfrm>
            <a:off x="3243263" y="5351463"/>
            <a:ext cx="5803900" cy="0"/>
          </a:xfrm>
          <a:prstGeom prst="line">
            <a:avLst/>
          </a:prstGeom>
          <a:ln>
            <a:solidFill>
              <a:schemeClr val="bg1">
                <a:lumMod val="1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 Box 26">
            <a:extLst>
              <a:ext uri="{FF2B5EF4-FFF2-40B4-BE49-F238E27FC236}">
                <a16:creationId xmlns:a16="http://schemas.microsoft.com/office/drawing/2014/main" id="{C07620E4-9157-402D-BDEF-E5B40E6297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2138" y="5621338"/>
            <a:ext cx="165100" cy="1920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0</a:t>
            </a:r>
            <a:endParaRPr lang="es-ES" sz="16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40" name="Text Box 26">
            <a:extLst>
              <a:ext uri="{FF2B5EF4-FFF2-40B4-BE49-F238E27FC236}">
                <a16:creationId xmlns:a16="http://schemas.microsoft.com/office/drawing/2014/main" id="{B85A91CD-5C68-416A-8BB3-8B6C112BF0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2613" y="5256213"/>
            <a:ext cx="165100" cy="1920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  <a:endParaRPr lang="es-ES" sz="1600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141" name="Conector recto de flecha 140">
            <a:extLst>
              <a:ext uri="{FF2B5EF4-FFF2-40B4-BE49-F238E27FC236}">
                <a16:creationId xmlns:a16="http://schemas.microsoft.com/office/drawing/2014/main" id="{7C90FBBC-4B13-4FFE-9860-EB369F64EF44}"/>
              </a:ext>
            </a:extLst>
          </p:cNvPr>
          <p:cNvCxnSpPr>
            <a:cxnSpLocks/>
            <a:stCxn id="121" idx="0"/>
          </p:cNvCxnSpPr>
          <p:nvPr/>
        </p:nvCxnSpPr>
        <p:spPr>
          <a:xfrm flipH="1" flipV="1">
            <a:off x="3517900" y="5351463"/>
            <a:ext cx="0" cy="358775"/>
          </a:xfrm>
          <a:prstGeom prst="straightConnector1">
            <a:avLst/>
          </a:prstGeom>
          <a:ln w="28575">
            <a:solidFill>
              <a:schemeClr val="bg1">
                <a:lumMod val="1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9892" name="Text Box 26">
            <a:extLst>
              <a:ext uri="{FF2B5EF4-FFF2-40B4-BE49-F238E27FC236}">
                <a16:creationId xmlns:a16="http://schemas.microsoft.com/office/drawing/2014/main" id="{D0AB4D8F-0919-481F-916C-2109890BBF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8888" y="6365875"/>
            <a:ext cx="282575" cy="29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SzPct val="100000"/>
              <a:buFont typeface="Wingdings" panose="05000000000000000000" pitchFamily="2" charset="2"/>
              <a:buNone/>
            </a:pPr>
            <a:r>
              <a:rPr lang="es-ES" altLang="es-ES" sz="1600" b="1">
                <a:solidFill>
                  <a:schemeClr val="accent2"/>
                </a:solidFill>
              </a:rPr>
              <a:t>T</a:t>
            </a:r>
          </a:p>
        </p:txBody>
      </p:sp>
      <p:cxnSp>
        <p:nvCxnSpPr>
          <p:cNvPr id="143" name="Conector recto de flecha 142">
            <a:extLst>
              <a:ext uri="{FF2B5EF4-FFF2-40B4-BE49-F238E27FC236}">
                <a16:creationId xmlns:a16="http://schemas.microsoft.com/office/drawing/2014/main" id="{24B94A6A-A25A-4EF4-969E-8E2056E75171}"/>
              </a:ext>
            </a:extLst>
          </p:cNvPr>
          <p:cNvCxnSpPr>
            <a:stCxn id="249892" idx="1"/>
          </p:cNvCxnSpPr>
          <p:nvPr/>
        </p:nvCxnSpPr>
        <p:spPr>
          <a:xfrm flipH="1" flipV="1">
            <a:off x="3513138" y="6513513"/>
            <a:ext cx="285750" cy="0"/>
          </a:xfrm>
          <a:prstGeom prst="straightConnector1">
            <a:avLst/>
          </a:prstGeom>
          <a:ln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Conector recto de flecha 143">
            <a:extLst>
              <a:ext uri="{FF2B5EF4-FFF2-40B4-BE49-F238E27FC236}">
                <a16:creationId xmlns:a16="http://schemas.microsoft.com/office/drawing/2014/main" id="{BE106E3A-B8B1-47E1-B9F2-9A61EF3E4507}"/>
              </a:ext>
            </a:extLst>
          </p:cNvPr>
          <p:cNvCxnSpPr>
            <a:cxnSpLocks/>
            <a:stCxn id="249892" idx="3"/>
          </p:cNvCxnSpPr>
          <p:nvPr/>
        </p:nvCxnSpPr>
        <p:spPr>
          <a:xfrm>
            <a:off x="4081463" y="6513513"/>
            <a:ext cx="285750" cy="0"/>
          </a:xfrm>
          <a:prstGeom prst="straightConnector1">
            <a:avLst/>
          </a:prstGeom>
          <a:ln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9895" name="Grupo 144">
            <a:extLst>
              <a:ext uri="{FF2B5EF4-FFF2-40B4-BE49-F238E27FC236}">
                <a16:creationId xmlns:a16="http://schemas.microsoft.com/office/drawing/2014/main" id="{8D8B1EC9-90CE-429E-A95D-810756AEDFF7}"/>
              </a:ext>
            </a:extLst>
          </p:cNvPr>
          <p:cNvGrpSpPr>
            <a:grpSpLocks/>
          </p:cNvGrpSpPr>
          <p:nvPr/>
        </p:nvGrpSpPr>
        <p:grpSpPr bwMode="auto">
          <a:xfrm>
            <a:off x="3517900" y="5872163"/>
            <a:ext cx="852488" cy="269875"/>
            <a:chOff x="1078050" y="2943808"/>
            <a:chExt cx="9768958" cy="270000"/>
          </a:xfrm>
        </p:grpSpPr>
        <p:sp>
          <p:nvSpPr>
            <p:cNvPr id="146" name="Rectángulo 145">
              <a:extLst>
                <a:ext uri="{FF2B5EF4-FFF2-40B4-BE49-F238E27FC236}">
                  <a16:creationId xmlns:a16="http://schemas.microsoft.com/office/drawing/2014/main" id="{7FF38474-108F-4659-97F4-BF4E14657FC4}"/>
                </a:ext>
              </a:extLst>
            </p:cNvPr>
            <p:cNvSpPr/>
            <p:nvPr/>
          </p:nvSpPr>
          <p:spPr>
            <a:xfrm>
              <a:off x="1078050" y="2943808"/>
              <a:ext cx="54581" cy="270000"/>
            </a:xfrm>
            <a:prstGeom prst="rect">
              <a:avLst/>
            </a:prstGeom>
            <a:pattFill prst="dkUpDiag">
              <a:fgClr>
                <a:schemeClr val="bg1">
                  <a:lumMod val="10000"/>
                </a:schemeClr>
              </a:fgClr>
              <a:bgClr>
                <a:schemeClr val="accent2">
                  <a:lumMod val="20000"/>
                  <a:lumOff val="80000"/>
                </a:schemeClr>
              </a:bgClr>
            </a:patt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600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sp>
          <p:nvSpPr>
            <p:cNvPr id="147" name="Rectángulo 146">
              <a:extLst>
                <a:ext uri="{FF2B5EF4-FFF2-40B4-BE49-F238E27FC236}">
                  <a16:creationId xmlns:a16="http://schemas.microsoft.com/office/drawing/2014/main" id="{7B24F68E-566D-4827-968A-18BD809D8FA5}"/>
                </a:ext>
              </a:extLst>
            </p:cNvPr>
            <p:cNvSpPr/>
            <p:nvPr/>
          </p:nvSpPr>
          <p:spPr>
            <a:xfrm>
              <a:off x="1132631" y="2943808"/>
              <a:ext cx="3056209" cy="270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600" dirty="0">
                  <a:solidFill>
                    <a:schemeClr val="bg1">
                      <a:lumMod val="10000"/>
                    </a:schemeClr>
                  </a:solidFill>
                </a:rPr>
                <a:t>MEM</a:t>
              </a:r>
            </a:p>
          </p:txBody>
        </p:sp>
        <p:sp>
          <p:nvSpPr>
            <p:cNvPr id="148" name="Rectángulo 147">
              <a:extLst>
                <a:ext uri="{FF2B5EF4-FFF2-40B4-BE49-F238E27FC236}">
                  <a16:creationId xmlns:a16="http://schemas.microsoft.com/office/drawing/2014/main" id="{BF1853C7-7D3F-4647-BCC2-2D033ECC3C38}"/>
                </a:ext>
              </a:extLst>
            </p:cNvPr>
            <p:cNvSpPr/>
            <p:nvPr/>
          </p:nvSpPr>
          <p:spPr>
            <a:xfrm>
              <a:off x="4188839" y="2943808"/>
              <a:ext cx="309253" cy="270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400" dirty="0" err="1">
                  <a:solidFill>
                    <a:schemeClr val="bg1">
                      <a:lumMod val="10000"/>
                    </a:schemeClr>
                  </a:solidFill>
                </a:rPr>
                <a:t>sExt</a:t>
              </a:r>
              <a:endParaRPr lang="es-ES" sz="600" dirty="0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sp>
          <p:nvSpPr>
            <p:cNvPr id="149" name="Rectángulo 148">
              <a:extLst>
                <a:ext uri="{FF2B5EF4-FFF2-40B4-BE49-F238E27FC236}">
                  <a16:creationId xmlns:a16="http://schemas.microsoft.com/office/drawing/2014/main" id="{692CBE0E-90E1-43FE-BA4A-782CE6C882C5}"/>
                </a:ext>
              </a:extLst>
            </p:cNvPr>
            <p:cNvSpPr/>
            <p:nvPr/>
          </p:nvSpPr>
          <p:spPr>
            <a:xfrm>
              <a:off x="4498093" y="2943808"/>
              <a:ext cx="72767" cy="270000"/>
            </a:xfrm>
            <a:prstGeom prst="rect">
              <a:avLst/>
            </a:prstGeom>
            <a:pattFill prst="dkUpDiag">
              <a:fgClr>
                <a:schemeClr val="bg1">
                  <a:lumMod val="10000"/>
                </a:schemeClr>
              </a:fgClr>
              <a:bgClr>
                <a:schemeClr val="accent2">
                  <a:lumMod val="20000"/>
                  <a:lumOff val="80000"/>
                </a:schemeClr>
              </a:bgClr>
            </a:patt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600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sp>
          <p:nvSpPr>
            <p:cNvPr id="150" name="Rectángulo 149">
              <a:extLst>
                <a:ext uri="{FF2B5EF4-FFF2-40B4-BE49-F238E27FC236}">
                  <a16:creationId xmlns:a16="http://schemas.microsoft.com/office/drawing/2014/main" id="{949E8B4A-1AC0-472B-8557-1844F78D3A86}"/>
                </a:ext>
              </a:extLst>
            </p:cNvPr>
            <p:cNvSpPr/>
            <p:nvPr/>
          </p:nvSpPr>
          <p:spPr>
            <a:xfrm>
              <a:off x="4570860" y="2943808"/>
              <a:ext cx="2874291" cy="270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600" dirty="0">
                  <a:solidFill>
                    <a:schemeClr val="bg1">
                      <a:lumMod val="10000"/>
                    </a:schemeClr>
                  </a:solidFill>
                </a:rPr>
                <a:t>ALU</a:t>
              </a:r>
            </a:p>
          </p:txBody>
        </p:sp>
        <p:sp>
          <p:nvSpPr>
            <p:cNvPr id="151" name="Rectángulo 150">
              <a:extLst>
                <a:ext uri="{FF2B5EF4-FFF2-40B4-BE49-F238E27FC236}">
                  <a16:creationId xmlns:a16="http://schemas.microsoft.com/office/drawing/2014/main" id="{8D00C7EF-ACC1-4016-BEF9-19009327F0AB}"/>
                </a:ext>
              </a:extLst>
            </p:cNvPr>
            <p:cNvSpPr/>
            <p:nvPr/>
          </p:nvSpPr>
          <p:spPr>
            <a:xfrm>
              <a:off x="7445151" y="2943808"/>
              <a:ext cx="3056209" cy="270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600" dirty="0">
                  <a:solidFill>
                    <a:schemeClr val="bg1">
                      <a:lumMod val="10000"/>
                    </a:schemeClr>
                  </a:solidFill>
                </a:rPr>
                <a:t>MEM</a:t>
              </a:r>
            </a:p>
          </p:txBody>
        </p:sp>
        <p:sp>
          <p:nvSpPr>
            <p:cNvPr id="152" name="Rectángulo 151">
              <a:extLst>
                <a:ext uri="{FF2B5EF4-FFF2-40B4-BE49-F238E27FC236}">
                  <a16:creationId xmlns:a16="http://schemas.microsoft.com/office/drawing/2014/main" id="{BBE6234E-C674-4880-A841-28BBC0DBD29A}"/>
                </a:ext>
              </a:extLst>
            </p:cNvPr>
            <p:cNvSpPr/>
            <p:nvPr/>
          </p:nvSpPr>
          <p:spPr>
            <a:xfrm>
              <a:off x="10501360" y="2943808"/>
              <a:ext cx="90964" cy="270000"/>
            </a:xfrm>
            <a:prstGeom prst="rect">
              <a:avLst/>
            </a:prstGeom>
            <a:pattFill prst="dkUpDiag">
              <a:fgClr>
                <a:schemeClr val="bg1">
                  <a:lumMod val="10000"/>
                </a:schemeClr>
              </a:fgClr>
              <a:bgClr>
                <a:schemeClr val="accent2">
                  <a:lumMod val="20000"/>
                  <a:lumOff val="80000"/>
                </a:schemeClr>
              </a:bgClr>
            </a:patt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600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sp>
          <p:nvSpPr>
            <p:cNvPr id="153" name="Rectángulo 152">
              <a:extLst>
                <a:ext uri="{FF2B5EF4-FFF2-40B4-BE49-F238E27FC236}">
                  <a16:creationId xmlns:a16="http://schemas.microsoft.com/office/drawing/2014/main" id="{49FFD549-9562-44A9-9FAC-0DA50935CAD9}"/>
                </a:ext>
              </a:extLst>
            </p:cNvPr>
            <p:cNvSpPr/>
            <p:nvPr/>
          </p:nvSpPr>
          <p:spPr>
            <a:xfrm>
              <a:off x="10592324" y="2943808"/>
              <a:ext cx="254684" cy="27000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500" dirty="0">
                  <a:solidFill>
                    <a:schemeClr val="bg1">
                      <a:lumMod val="10000"/>
                    </a:schemeClr>
                  </a:solidFill>
                </a:rPr>
                <a:t>BR</a:t>
              </a:r>
            </a:p>
          </p:txBody>
        </p:sp>
      </p:grpSp>
      <p:grpSp>
        <p:nvGrpSpPr>
          <p:cNvPr id="249896" name="Grupo 165">
            <a:extLst>
              <a:ext uri="{FF2B5EF4-FFF2-40B4-BE49-F238E27FC236}">
                <a16:creationId xmlns:a16="http://schemas.microsoft.com/office/drawing/2014/main" id="{D0F317BD-CC59-4373-9ADB-2DAD47B8C48E}"/>
              </a:ext>
            </a:extLst>
          </p:cNvPr>
          <p:cNvGrpSpPr>
            <a:grpSpLocks/>
          </p:cNvGrpSpPr>
          <p:nvPr/>
        </p:nvGrpSpPr>
        <p:grpSpPr bwMode="auto">
          <a:xfrm>
            <a:off x="4391025" y="5872163"/>
            <a:ext cx="842963" cy="269875"/>
            <a:chOff x="1502289" y="3323796"/>
            <a:chExt cx="9768957" cy="270000"/>
          </a:xfrm>
        </p:grpSpPr>
        <p:sp>
          <p:nvSpPr>
            <p:cNvPr id="167" name="Rectángulo 166">
              <a:extLst>
                <a:ext uri="{FF2B5EF4-FFF2-40B4-BE49-F238E27FC236}">
                  <a16:creationId xmlns:a16="http://schemas.microsoft.com/office/drawing/2014/main" id="{99C9D412-4EA5-4870-AFE1-B8B0AA79AF53}"/>
                </a:ext>
              </a:extLst>
            </p:cNvPr>
            <p:cNvSpPr/>
            <p:nvPr/>
          </p:nvSpPr>
          <p:spPr>
            <a:xfrm>
              <a:off x="10921692" y="3323796"/>
              <a:ext cx="349554" cy="270000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>
              <a:solidFill>
                <a:schemeClr val="tx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600" dirty="0">
                <a:solidFill>
                  <a:schemeClr val="bg1">
                    <a:lumMod val="10000"/>
                  </a:schemeClr>
                </a:solidFill>
              </a:endParaRPr>
            </a:p>
          </p:txBody>
        </p:sp>
        <p:grpSp>
          <p:nvGrpSpPr>
            <p:cNvPr id="249948" name="Grupo 167">
              <a:extLst>
                <a:ext uri="{FF2B5EF4-FFF2-40B4-BE49-F238E27FC236}">
                  <a16:creationId xmlns:a16="http://schemas.microsoft.com/office/drawing/2014/main" id="{76E75D02-0520-4F6B-9235-D643D24576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289" y="3323796"/>
              <a:ext cx="9431079" cy="270000"/>
              <a:chOff x="1078050" y="2943808"/>
              <a:chExt cx="9431079" cy="270000"/>
            </a:xfrm>
          </p:grpSpPr>
          <p:sp>
            <p:nvSpPr>
              <p:cNvPr id="169" name="Rectángulo 168">
                <a:extLst>
                  <a:ext uri="{FF2B5EF4-FFF2-40B4-BE49-F238E27FC236}">
                    <a16:creationId xmlns:a16="http://schemas.microsoft.com/office/drawing/2014/main" id="{C5103227-2359-4ECA-BF18-7EDE09CA7B8B}"/>
                  </a:ext>
                </a:extLst>
              </p:cNvPr>
              <p:cNvSpPr/>
              <p:nvPr/>
            </p:nvSpPr>
            <p:spPr>
              <a:xfrm>
                <a:off x="1078050" y="2943808"/>
                <a:ext cx="55198" cy="270000"/>
              </a:xfrm>
              <a:prstGeom prst="rect">
                <a:avLst/>
              </a:prstGeom>
              <a:pattFill prst="dkUpDiag">
                <a:fgClr>
                  <a:schemeClr val="bg1">
                    <a:lumMod val="10000"/>
                  </a:schemeClr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60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170" name="Rectángulo 169">
                <a:extLst>
                  <a:ext uri="{FF2B5EF4-FFF2-40B4-BE49-F238E27FC236}">
                    <a16:creationId xmlns:a16="http://schemas.microsoft.com/office/drawing/2014/main" id="{50349D4F-2D09-4242-8F17-83B9DAC232A3}"/>
                  </a:ext>
                </a:extLst>
              </p:cNvPr>
              <p:cNvSpPr/>
              <p:nvPr/>
            </p:nvSpPr>
            <p:spPr>
              <a:xfrm>
                <a:off x="1133248" y="2943808"/>
                <a:ext cx="3053945" cy="2700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600" dirty="0">
                    <a:solidFill>
                      <a:schemeClr val="bg1">
                        <a:lumMod val="10000"/>
                      </a:schemeClr>
                    </a:solidFill>
                  </a:rPr>
                  <a:t>MEM</a:t>
                </a:r>
              </a:p>
            </p:txBody>
          </p:sp>
          <p:sp>
            <p:nvSpPr>
              <p:cNvPr id="171" name="Rectángulo 170">
                <a:extLst>
                  <a:ext uri="{FF2B5EF4-FFF2-40B4-BE49-F238E27FC236}">
                    <a16:creationId xmlns:a16="http://schemas.microsoft.com/office/drawing/2014/main" id="{89164B8D-E414-446F-8AB1-1CD23A5DB23F}"/>
                  </a:ext>
                </a:extLst>
              </p:cNvPr>
              <p:cNvSpPr/>
              <p:nvPr/>
            </p:nvSpPr>
            <p:spPr>
              <a:xfrm>
                <a:off x="4187193" y="2943808"/>
                <a:ext cx="312748" cy="2700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600" dirty="0" err="1">
                    <a:solidFill>
                      <a:schemeClr val="bg1">
                        <a:lumMod val="10000"/>
                      </a:schemeClr>
                    </a:solidFill>
                  </a:rPr>
                  <a:t>sExt</a:t>
                </a:r>
                <a:endParaRPr lang="es-ES" sz="600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172" name="Rectángulo 171">
                <a:extLst>
                  <a:ext uri="{FF2B5EF4-FFF2-40B4-BE49-F238E27FC236}">
                    <a16:creationId xmlns:a16="http://schemas.microsoft.com/office/drawing/2014/main" id="{5FFC4E0F-DB3A-4472-8E56-917DE409CA35}"/>
                  </a:ext>
                </a:extLst>
              </p:cNvPr>
              <p:cNvSpPr/>
              <p:nvPr/>
            </p:nvSpPr>
            <p:spPr>
              <a:xfrm>
                <a:off x="4499940" y="2943808"/>
                <a:ext cx="73589" cy="270000"/>
              </a:xfrm>
              <a:prstGeom prst="rect">
                <a:avLst/>
              </a:prstGeom>
              <a:pattFill prst="dkUpDiag">
                <a:fgClr>
                  <a:schemeClr val="bg1">
                    <a:lumMod val="10000"/>
                  </a:schemeClr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60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173" name="Rectángulo 172">
                <a:extLst>
                  <a:ext uri="{FF2B5EF4-FFF2-40B4-BE49-F238E27FC236}">
                    <a16:creationId xmlns:a16="http://schemas.microsoft.com/office/drawing/2014/main" id="{03227A7A-40E7-4D87-969D-283A98853CF7}"/>
                  </a:ext>
                </a:extLst>
              </p:cNvPr>
              <p:cNvSpPr/>
              <p:nvPr/>
            </p:nvSpPr>
            <p:spPr>
              <a:xfrm>
                <a:off x="4573530" y="2943808"/>
                <a:ext cx="2888376" cy="2700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600" dirty="0">
                    <a:solidFill>
                      <a:schemeClr val="bg1">
                        <a:lumMod val="10000"/>
                      </a:schemeClr>
                    </a:solidFill>
                  </a:rPr>
                  <a:t>ALU</a:t>
                </a:r>
              </a:p>
            </p:txBody>
          </p:sp>
          <p:sp>
            <p:nvSpPr>
              <p:cNvPr id="174" name="Rectángulo 173">
                <a:extLst>
                  <a:ext uri="{FF2B5EF4-FFF2-40B4-BE49-F238E27FC236}">
                    <a16:creationId xmlns:a16="http://schemas.microsoft.com/office/drawing/2014/main" id="{68005286-0D85-4206-9F97-987ABF67D2C6}"/>
                  </a:ext>
                </a:extLst>
              </p:cNvPr>
              <p:cNvSpPr/>
              <p:nvPr/>
            </p:nvSpPr>
            <p:spPr>
              <a:xfrm>
                <a:off x="7461905" y="2943808"/>
                <a:ext cx="3053945" cy="2700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600" dirty="0">
                    <a:solidFill>
                      <a:schemeClr val="bg1">
                        <a:lumMod val="10000"/>
                      </a:schemeClr>
                    </a:solidFill>
                  </a:rPr>
                  <a:t>MEM</a:t>
                </a:r>
              </a:p>
            </p:txBody>
          </p:sp>
        </p:grpSp>
      </p:grpSp>
      <p:grpSp>
        <p:nvGrpSpPr>
          <p:cNvPr id="249897" name="Grupo 174">
            <a:extLst>
              <a:ext uri="{FF2B5EF4-FFF2-40B4-BE49-F238E27FC236}">
                <a16:creationId xmlns:a16="http://schemas.microsoft.com/office/drawing/2014/main" id="{016525B6-A419-4617-8DAF-A91CE58C1130}"/>
              </a:ext>
            </a:extLst>
          </p:cNvPr>
          <p:cNvGrpSpPr>
            <a:grpSpLocks/>
          </p:cNvGrpSpPr>
          <p:nvPr/>
        </p:nvGrpSpPr>
        <p:grpSpPr bwMode="auto">
          <a:xfrm>
            <a:off x="5256213" y="5878513"/>
            <a:ext cx="836612" cy="271462"/>
            <a:chOff x="1502289" y="4792966"/>
            <a:chExt cx="9767794" cy="271024"/>
          </a:xfrm>
        </p:grpSpPr>
        <p:sp>
          <p:nvSpPr>
            <p:cNvPr id="176" name="Rectángulo 175">
              <a:extLst>
                <a:ext uri="{FF2B5EF4-FFF2-40B4-BE49-F238E27FC236}">
                  <a16:creationId xmlns:a16="http://schemas.microsoft.com/office/drawing/2014/main" id="{EA12C562-EA5A-475A-80F4-3E06D25FC394}"/>
                </a:ext>
              </a:extLst>
            </p:cNvPr>
            <p:cNvSpPr/>
            <p:nvPr/>
          </p:nvSpPr>
          <p:spPr>
            <a:xfrm>
              <a:off x="7878234" y="4792966"/>
              <a:ext cx="3391849" cy="269440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>
              <a:solidFill>
                <a:schemeClr val="tx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600" i="1" dirty="0">
                <a:solidFill>
                  <a:srgbClr val="C00000"/>
                </a:solidFill>
              </a:endParaRPr>
            </a:p>
          </p:txBody>
        </p:sp>
        <p:grpSp>
          <p:nvGrpSpPr>
            <p:cNvPr id="249941" name="Grupo 176">
              <a:extLst>
                <a:ext uri="{FF2B5EF4-FFF2-40B4-BE49-F238E27FC236}">
                  <a16:creationId xmlns:a16="http://schemas.microsoft.com/office/drawing/2014/main" id="{CCE7F342-2785-4180-A1C0-4B7C710B33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289" y="4793990"/>
              <a:ext cx="6374658" cy="270000"/>
              <a:chOff x="1078050" y="2943808"/>
              <a:chExt cx="6374658" cy="270000"/>
            </a:xfrm>
          </p:grpSpPr>
          <p:sp>
            <p:nvSpPr>
              <p:cNvPr id="178" name="Rectángulo 177">
                <a:extLst>
                  <a:ext uri="{FF2B5EF4-FFF2-40B4-BE49-F238E27FC236}">
                    <a16:creationId xmlns:a16="http://schemas.microsoft.com/office/drawing/2014/main" id="{90F9298A-13D6-495C-ACD7-7FEC140AE1D4}"/>
                  </a:ext>
                </a:extLst>
              </p:cNvPr>
              <p:cNvSpPr/>
              <p:nvPr/>
            </p:nvSpPr>
            <p:spPr>
              <a:xfrm>
                <a:off x="1078050" y="2944368"/>
                <a:ext cx="55598" cy="269440"/>
              </a:xfrm>
              <a:prstGeom prst="rect">
                <a:avLst/>
              </a:prstGeom>
              <a:pattFill prst="dkUpDiag">
                <a:fgClr>
                  <a:schemeClr val="bg1">
                    <a:lumMod val="10000"/>
                  </a:schemeClr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60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179" name="Rectángulo 178">
                <a:extLst>
                  <a:ext uri="{FF2B5EF4-FFF2-40B4-BE49-F238E27FC236}">
                    <a16:creationId xmlns:a16="http://schemas.microsoft.com/office/drawing/2014/main" id="{5CCE1521-5856-4F7C-9B41-684D1B8526AA}"/>
                  </a:ext>
                </a:extLst>
              </p:cNvPr>
              <p:cNvSpPr/>
              <p:nvPr/>
            </p:nvSpPr>
            <p:spPr>
              <a:xfrm>
                <a:off x="1133648" y="2944368"/>
                <a:ext cx="3058234" cy="26944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600" dirty="0">
                    <a:solidFill>
                      <a:schemeClr val="bg1">
                        <a:lumMod val="10000"/>
                      </a:schemeClr>
                    </a:solidFill>
                  </a:rPr>
                  <a:t>MEM</a:t>
                </a:r>
              </a:p>
            </p:txBody>
          </p:sp>
          <p:sp>
            <p:nvSpPr>
              <p:cNvPr id="180" name="Rectángulo 179">
                <a:extLst>
                  <a:ext uri="{FF2B5EF4-FFF2-40B4-BE49-F238E27FC236}">
                    <a16:creationId xmlns:a16="http://schemas.microsoft.com/office/drawing/2014/main" id="{183B095D-FBAF-426E-ACC6-4386B74129BB}"/>
                  </a:ext>
                </a:extLst>
              </p:cNvPr>
              <p:cNvSpPr/>
              <p:nvPr/>
            </p:nvSpPr>
            <p:spPr>
              <a:xfrm>
                <a:off x="4191882" y="2944368"/>
                <a:ext cx="315084" cy="26944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600" dirty="0" err="1">
                    <a:solidFill>
                      <a:schemeClr val="bg1">
                        <a:lumMod val="10000"/>
                      </a:schemeClr>
                    </a:solidFill>
                  </a:rPr>
                  <a:t>sExt</a:t>
                </a:r>
                <a:endParaRPr lang="es-ES" sz="600" dirty="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181" name="Rectángulo 180">
                <a:extLst>
                  <a:ext uri="{FF2B5EF4-FFF2-40B4-BE49-F238E27FC236}">
                    <a16:creationId xmlns:a16="http://schemas.microsoft.com/office/drawing/2014/main" id="{11ED6234-AC48-4251-8978-EEDF6F066DF0}"/>
                  </a:ext>
                </a:extLst>
              </p:cNvPr>
              <p:cNvSpPr/>
              <p:nvPr/>
            </p:nvSpPr>
            <p:spPr>
              <a:xfrm>
                <a:off x="7379853" y="2944368"/>
                <a:ext cx="74139" cy="269440"/>
              </a:xfrm>
              <a:prstGeom prst="rect">
                <a:avLst/>
              </a:prstGeom>
              <a:pattFill prst="dkUpDiag">
                <a:fgClr>
                  <a:schemeClr val="bg1">
                    <a:lumMod val="10000"/>
                  </a:schemeClr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600">
                  <a:solidFill>
                    <a:schemeClr val="bg1">
                      <a:lumMod val="10000"/>
                    </a:schemeClr>
                  </a:solidFill>
                </a:endParaRPr>
              </a:p>
            </p:txBody>
          </p:sp>
          <p:sp>
            <p:nvSpPr>
              <p:cNvPr id="182" name="Rectángulo 181">
                <a:extLst>
                  <a:ext uri="{FF2B5EF4-FFF2-40B4-BE49-F238E27FC236}">
                    <a16:creationId xmlns:a16="http://schemas.microsoft.com/office/drawing/2014/main" id="{E11F82E2-4C2C-4015-BAD6-26B358268449}"/>
                  </a:ext>
                </a:extLst>
              </p:cNvPr>
              <p:cNvSpPr/>
              <p:nvPr/>
            </p:nvSpPr>
            <p:spPr>
              <a:xfrm>
                <a:off x="4506967" y="2944368"/>
                <a:ext cx="2872887" cy="26944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600" dirty="0">
                    <a:solidFill>
                      <a:schemeClr val="bg1">
                        <a:lumMod val="10000"/>
                      </a:schemeClr>
                    </a:solidFill>
                  </a:rPr>
                  <a:t>+</a:t>
                </a:r>
              </a:p>
            </p:txBody>
          </p:sp>
        </p:grpSp>
      </p:grpSp>
      <p:grpSp>
        <p:nvGrpSpPr>
          <p:cNvPr id="249898" name="Grupo 182">
            <a:extLst>
              <a:ext uri="{FF2B5EF4-FFF2-40B4-BE49-F238E27FC236}">
                <a16:creationId xmlns:a16="http://schemas.microsoft.com/office/drawing/2014/main" id="{F2D15B70-6DA8-450D-9CD7-8BD0C0C235E2}"/>
              </a:ext>
            </a:extLst>
          </p:cNvPr>
          <p:cNvGrpSpPr>
            <a:grpSpLocks/>
          </p:cNvGrpSpPr>
          <p:nvPr/>
        </p:nvGrpSpPr>
        <p:grpSpPr bwMode="auto">
          <a:xfrm>
            <a:off x="6116638" y="5878513"/>
            <a:ext cx="846137" cy="269875"/>
            <a:chOff x="1502289" y="4058892"/>
            <a:chExt cx="9767796" cy="270000"/>
          </a:xfrm>
        </p:grpSpPr>
        <p:sp>
          <p:nvSpPr>
            <p:cNvPr id="184" name="Rectángulo 183">
              <a:extLst>
                <a:ext uri="{FF2B5EF4-FFF2-40B4-BE49-F238E27FC236}">
                  <a16:creationId xmlns:a16="http://schemas.microsoft.com/office/drawing/2014/main" id="{98B5F1DD-CE3A-4A63-90EA-091418F4F85F}"/>
                </a:ext>
              </a:extLst>
            </p:cNvPr>
            <p:cNvSpPr/>
            <p:nvPr/>
          </p:nvSpPr>
          <p:spPr>
            <a:xfrm>
              <a:off x="8154651" y="4058892"/>
              <a:ext cx="3115434" cy="270000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>
              <a:solidFill>
                <a:schemeClr val="tx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600" i="1" dirty="0">
                <a:solidFill>
                  <a:srgbClr val="C00000"/>
                </a:solidFill>
              </a:endParaRPr>
            </a:p>
          </p:txBody>
        </p:sp>
        <p:grpSp>
          <p:nvGrpSpPr>
            <p:cNvPr id="249931" name="Grupo 184">
              <a:extLst>
                <a:ext uri="{FF2B5EF4-FFF2-40B4-BE49-F238E27FC236}">
                  <a16:creationId xmlns:a16="http://schemas.microsoft.com/office/drawing/2014/main" id="{977D4946-6C97-4850-ABCA-7384CE66CB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289" y="4058892"/>
              <a:ext cx="6652544" cy="270000"/>
              <a:chOff x="1209933" y="4023930"/>
              <a:chExt cx="6652544" cy="270000"/>
            </a:xfrm>
          </p:grpSpPr>
          <p:grpSp>
            <p:nvGrpSpPr>
              <p:cNvPr id="249932" name="Grupo 185">
                <a:extLst>
                  <a:ext uri="{FF2B5EF4-FFF2-40B4-BE49-F238E27FC236}">
                    <a16:creationId xmlns:a16="http://schemas.microsoft.com/office/drawing/2014/main" id="{9F33FF24-996A-417E-A27D-0CCADC6B65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09933" y="4023930"/>
                <a:ext cx="6652544" cy="270000"/>
                <a:chOff x="1078050" y="2943808"/>
                <a:chExt cx="6652544" cy="270000"/>
              </a:xfrm>
            </p:grpSpPr>
            <p:sp>
              <p:nvSpPr>
                <p:cNvPr id="188" name="Rectángulo 187">
                  <a:extLst>
                    <a:ext uri="{FF2B5EF4-FFF2-40B4-BE49-F238E27FC236}">
                      <a16:creationId xmlns:a16="http://schemas.microsoft.com/office/drawing/2014/main" id="{A9532ACA-0CA8-4BEA-81CA-B7A386781D40}"/>
                    </a:ext>
                  </a:extLst>
                </p:cNvPr>
                <p:cNvSpPr/>
                <p:nvPr/>
              </p:nvSpPr>
              <p:spPr>
                <a:xfrm>
                  <a:off x="1078050" y="2943808"/>
                  <a:ext cx="54972" cy="270000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 sz="60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189" name="Rectángulo 188">
                  <a:extLst>
                    <a:ext uri="{FF2B5EF4-FFF2-40B4-BE49-F238E27FC236}">
                      <a16:creationId xmlns:a16="http://schemas.microsoft.com/office/drawing/2014/main" id="{F981FF71-1066-48A6-925C-9816F3D2092E}"/>
                    </a:ext>
                  </a:extLst>
                </p:cNvPr>
                <p:cNvSpPr/>
                <p:nvPr/>
              </p:nvSpPr>
              <p:spPr>
                <a:xfrm>
                  <a:off x="1133022" y="2943808"/>
                  <a:ext cx="3060460" cy="270000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sz="600" dirty="0">
                      <a:solidFill>
                        <a:schemeClr val="bg1">
                          <a:lumMod val="10000"/>
                        </a:schemeClr>
                      </a:solidFill>
                    </a:rPr>
                    <a:t>MEM</a:t>
                  </a:r>
                </a:p>
              </p:txBody>
            </p:sp>
            <p:sp>
              <p:nvSpPr>
                <p:cNvPr id="190" name="Rectángulo 189">
                  <a:extLst>
                    <a:ext uri="{FF2B5EF4-FFF2-40B4-BE49-F238E27FC236}">
                      <a16:creationId xmlns:a16="http://schemas.microsoft.com/office/drawing/2014/main" id="{9B167689-03D3-41CE-ACC3-9CD84EED0CD5}"/>
                    </a:ext>
                  </a:extLst>
                </p:cNvPr>
                <p:cNvSpPr/>
                <p:nvPr/>
              </p:nvSpPr>
              <p:spPr>
                <a:xfrm>
                  <a:off x="4450048" y="2943808"/>
                  <a:ext cx="54972" cy="270000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 sz="60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191" name="Rectángulo 190">
                  <a:extLst>
                    <a:ext uri="{FF2B5EF4-FFF2-40B4-BE49-F238E27FC236}">
                      <a16:creationId xmlns:a16="http://schemas.microsoft.com/office/drawing/2014/main" id="{C6BB4E1F-83BE-4910-B61B-5F426BB41228}"/>
                    </a:ext>
                  </a:extLst>
                </p:cNvPr>
                <p:cNvSpPr/>
                <p:nvPr/>
              </p:nvSpPr>
              <p:spPr>
                <a:xfrm>
                  <a:off x="4505020" y="2943808"/>
                  <a:ext cx="2895520" cy="270000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sz="600" dirty="0">
                      <a:solidFill>
                        <a:schemeClr val="bg1">
                          <a:lumMod val="10000"/>
                        </a:schemeClr>
                      </a:solidFill>
                    </a:rPr>
                    <a:t>ALU</a:t>
                  </a:r>
                </a:p>
              </p:txBody>
            </p:sp>
            <p:sp>
              <p:nvSpPr>
                <p:cNvPr id="192" name="Rectángulo 191">
                  <a:extLst>
                    <a:ext uri="{FF2B5EF4-FFF2-40B4-BE49-F238E27FC236}">
                      <a16:creationId xmlns:a16="http://schemas.microsoft.com/office/drawing/2014/main" id="{23C7DC5D-7844-4B34-8A60-3017DBDD1064}"/>
                    </a:ext>
                  </a:extLst>
                </p:cNvPr>
                <p:cNvSpPr/>
                <p:nvPr/>
              </p:nvSpPr>
              <p:spPr>
                <a:xfrm>
                  <a:off x="7382220" y="2943808"/>
                  <a:ext cx="91625" cy="270000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 sz="600" dirty="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193" name="Rectángulo 192">
                  <a:extLst>
                    <a:ext uri="{FF2B5EF4-FFF2-40B4-BE49-F238E27FC236}">
                      <a16:creationId xmlns:a16="http://schemas.microsoft.com/office/drawing/2014/main" id="{4A7D6A75-137C-4850-B68F-4882FD6B422E}"/>
                    </a:ext>
                  </a:extLst>
                </p:cNvPr>
                <p:cNvSpPr/>
                <p:nvPr/>
              </p:nvSpPr>
              <p:spPr>
                <a:xfrm>
                  <a:off x="7473844" y="2943808"/>
                  <a:ext cx="256565" cy="270000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sz="600" dirty="0">
                      <a:solidFill>
                        <a:schemeClr val="bg1">
                          <a:lumMod val="10000"/>
                        </a:schemeClr>
                      </a:solidFill>
                    </a:rPr>
                    <a:t>BR</a:t>
                  </a:r>
                </a:p>
              </p:txBody>
            </p:sp>
          </p:grpSp>
          <p:sp>
            <p:nvSpPr>
              <p:cNvPr id="187" name="Rectángulo 186">
                <a:extLst>
                  <a:ext uri="{FF2B5EF4-FFF2-40B4-BE49-F238E27FC236}">
                    <a16:creationId xmlns:a16="http://schemas.microsoft.com/office/drawing/2014/main" id="{B1E75E14-B1D6-435D-986B-03B4C3C23DAD}"/>
                  </a:ext>
                </a:extLst>
              </p:cNvPr>
              <p:cNvSpPr/>
              <p:nvPr/>
            </p:nvSpPr>
            <p:spPr>
              <a:xfrm>
                <a:off x="4325366" y="4023930"/>
                <a:ext cx="256565" cy="2700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600" dirty="0">
                    <a:solidFill>
                      <a:schemeClr val="bg1">
                        <a:lumMod val="10000"/>
                      </a:schemeClr>
                    </a:solidFill>
                  </a:rPr>
                  <a:t>BR</a:t>
                </a:r>
              </a:p>
            </p:txBody>
          </p:sp>
        </p:grpSp>
      </p:grpSp>
      <p:grpSp>
        <p:nvGrpSpPr>
          <p:cNvPr id="249899" name="Grupo 193">
            <a:extLst>
              <a:ext uri="{FF2B5EF4-FFF2-40B4-BE49-F238E27FC236}">
                <a16:creationId xmlns:a16="http://schemas.microsoft.com/office/drawing/2014/main" id="{005A3A3C-C339-4F1D-9ED5-29D61F9FA306}"/>
              </a:ext>
            </a:extLst>
          </p:cNvPr>
          <p:cNvGrpSpPr>
            <a:grpSpLocks/>
          </p:cNvGrpSpPr>
          <p:nvPr/>
        </p:nvGrpSpPr>
        <p:grpSpPr bwMode="auto">
          <a:xfrm>
            <a:off x="6985000" y="5878513"/>
            <a:ext cx="844550" cy="269875"/>
            <a:chOff x="1502289" y="4058892"/>
            <a:chExt cx="9767796" cy="270000"/>
          </a:xfrm>
        </p:grpSpPr>
        <p:sp>
          <p:nvSpPr>
            <p:cNvPr id="195" name="Rectángulo 194">
              <a:extLst>
                <a:ext uri="{FF2B5EF4-FFF2-40B4-BE49-F238E27FC236}">
                  <a16:creationId xmlns:a16="http://schemas.microsoft.com/office/drawing/2014/main" id="{E702560B-55BF-44C3-83A3-3D94D6417BAB}"/>
                </a:ext>
              </a:extLst>
            </p:cNvPr>
            <p:cNvSpPr/>
            <p:nvPr/>
          </p:nvSpPr>
          <p:spPr>
            <a:xfrm>
              <a:off x="8148797" y="4058892"/>
              <a:ext cx="3121288" cy="270000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>
              <a:solidFill>
                <a:schemeClr val="tx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600" i="1" dirty="0">
                <a:solidFill>
                  <a:srgbClr val="C00000"/>
                </a:solidFill>
              </a:endParaRPr>
            </a:p>
          </p:txBody>
        </p:sp>
        <p:grpSp>
          <p:nvGrpSpPr>
            <p:cNvPr id="249921" name="Grupo 195">
              <a:extLst>
                <a:ext uri="{FF2B5EF4-FFF2-40B4-BE49-F238E27FC236}">
                  <a16:creationId xmlns:a16="http://schemas.microsoft.com/office/drawing/2014/main" id="{51C37D58-287E-4F04-AD8B-D8AF2AB834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289" y="4058892"/>
              <a:ext cx="6652544" cy="270000"/>
              <a:chOff x="1209933" y="4023930"/>
              <a:chExt cx="6652544" cy="270000"/>
            </a:xfrm>
          </p:grpSpPr>
          <p:grpSp>
            <p:nvGrpSpPr>
              <p:cNvPr id="249922" name="Grupo 196">
                <a:extLst>
                  <a:ext uri="{FF2B5EF4-FFF2-40B4-BE49-F238E27FC236}">
                    <a16:creationId xmlns:a16="http://schemas.microsoft.com/office/drawing/2014/main" id="{CECDA714-9842-41B8-8D0A-77446DC751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09933" y="4023930"/>
                <a:ext cx="6652544" cy="270000"/>
                <a:chOff x="1078050" y="2943808"/>
                <a:chExt cx="6652544" cy="270000"/>
              </a:xfrm>
            </p:grpSpPr>
            <p:sp>
              <p:nvSpPr>
                <p:cNvPr id="199" name="Rectángulo 198">
                  <a:extLst>
                    <a:ext uri="{FF2B5EF4-FFF2-40B4-BE49-F238E27FC236}">
                      <a16:creationId xmlns:a16="http://schemas.microsoft.com/office/drawing/2014/main" id="{23D01E7F-0E83-405A-9D0D-454E766D2C77}"/>
                    </a:ext>
                  </a:extLst>
                </p:cNvPr>
                <p:cNvSpPr/>
                <p:nvPr/>
              </p:nvSpPr>
              <p:spPr>
                <a:xfrm>
                  <a:off x="1078050" y="2943808"/>
                  <a:ext cx="55087" cy="270000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 sz="60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200" name="Rectángulo 199">
                  <a:extLst>
                    <a:ext uri="{FF2B5EF4-FFF2-40B4-BE49-F238E27FC236}">
                      <a16:creationId xmlns:a16="http://schemas.microsoft.com/office/drawing/2014/main" id="{A229A0F8-7CCF-489F-95F4-1F173CB40C7B}"/>
                    </a:ext>
                  </a:extLst>
                </p:cNvPr>
                <p:cNvSpPr/>
                <p:nvPr/>
              </p:nvSpPr>
              <p:spPr>
                <a:xfrm>
                  <a:off x="1133137" y="2943808"/>
                  <a:ext cx="3047846" cy="270000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sz="600" dirty="0">
                      <a:solidFill>
                        <a:schemeClr val="bg1">
                          <a:lumMod val="10000"/>
                        </a:schemeClr>
                      </a:solidFill>
                    </a:rPr>
                    <a:t>MEM</a:t>
                  </a:r>
                </a:p>
              </p:txBody>
            </p:sp>
            <p:sp>
              <p:nvSpPr>
                <p:cNvPr id="201" name="Rectángulo 200">
                  <a:extLst>
                    <a:ext uri="{FF2B5EF4-FFF2-40B4-BE49-F238E27FC236}">
                      <a16:creationId xmlns:a16="http://schemas.microsoft.com/office/drawing/2014/main" id="{252C25E5-74CD-4906-9B4B-725D978940B1}"/>
                    </a:ext>
                  </a:extLst>
                </p:cNvPr>
                <p:cNvSpPr/>
                <p:nvPr/>
              </p:nvSpPr>
              <p:spPr>
                <a:xfrm>
                  <a:off x="4438030" y="2943808"/>
                  <a:ext cx="73442" cy="270000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 sz="60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202" name="Rectángulo 201">
                  <a:extLst>
                    <a:ext uri="{FF2B5EF4-FFF2-40B4-BE49-F238E27FC236}">
                      <a16:creationId xmlns:a16="http://schemas.microsoft.com/office/drawing/2014/main" id="{004FA1C4-CFB7-4261-B5E6-316208177C26}"/>
                    </a:ext>
                  </a:extLst>
                </p:cNvPr>
                <p:cNvSpPr/>
                <p:nvPr/>
              </p:nvSpPr>
              <p:spPr>
                <a:xfrm>
                  <a:off x="4511472" y="2943808"/>
                  <a:ext cx="2882595" cy="270000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sz="600" dirty="0">
                      <a:solidFill>
                        <a:schemeClr val="bg1">
                          <a:lumMod val="10000"/>
                        </a:schemeClr>
                      </a:solidFill>
                    </a:rPr>
                    <a:t>ALU</a:t>
                  </a:r>
                </a:p>
              </p:txBody>
            </p:sp>
            <p:sp>
              <p:nvSpPr>
                <p:cNvPr id="203" name="Rectángulo 202">
                  <a:extLst>
                    <a:ext uri="{FF2B5EF4-FFF2-40B4-BE49-F238E27FC236}">
                      <a16:creationId xmlns:a16="http://schemas.microsoft.com/office/drawing/2014/main" id="{FEF1BE6C-FFCF-4751-8217-182F3ECBB0D6}"/>
                    </a:ext>
                  </a:extLst>
                </p:cNvPr>
                <p:cNvSpPr/>
                <p:nvPr/>
              </p:nvSpPr>
              <p:spPr>
                <a:xfrm>
                  <a:off x="7375713" y="2943808"/>
                  <a:ext cx="91797" cy="270000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 sz="600" dirty="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204" name="Rectángulo 203">
                  <a:extLst>
                    <a:ext uri="{FF2B5EF4-FFF2-40B4-BE49-F238E27FC236}">
                      <a16:creationId xmlns:a16="http://schemas.microsoft.com/office/drawing/2014/main" id="{6633AA00-6B28-494C-BDAD-4689928F9D7F}"/>
                    </a:ext>
                  </a:extLst>
                </p:cNvPr>
                <p:cNvSpPr/>
                <p:nvPr/>
              </p:nvSpPr>
              <p:spPr>
                <a:xfrm>
                  <a:off x="7467509" y="2943808"/>
                  <a:ext cx="257047" cy="270000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sz="600" dirty="0">
                      <a:solidFill>
                        <a:schemeClr val="bg1">
                          <a:lumMod val="10000"/>
                        </a:schemeClr>
                      </a:solidFill>
                    </a:rPr>
                    <a:t>BR</a:t>
                  </a:r>
                </a:p>
              </p:txBody>
            </p:sp>
          </p:grpSp>
          <p:sp>
            <p:nvSpPr>
              <p:cNvPr id="198" name="Rectángulo 197">
                <a:extLst>
                  <a:ext uri="{FF2B5EF4-FFF2-40B4-BE49-F238E27FC236}">
                    <a16:creationId xmlns:a16="http://schemas.microsoft.com/office/drawing/2014/main" id="{93CAED84-488A-491D-A4CD-14552297CB65}"/>
                  </a:ext>
                </a:extLst>
              </p:cNvPr>
              <p:cNvSpPr/>
              <p:nvPr/>
            </p:nvSpPr>
            <p:spPr>
              <a:xfrm>
                <a:off x="4312866" y="4023930"/>
                <a:ext cx="257047" cy="2700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600" dirty="0">
                    <a:solidFill>
                      <a:schemeClr val="bg1">
                        <a:lumMod val="10000"/>
                      </a:schemeClr>
                    </a:solidFill>
                  </a:rPr>
                  <a:t>BR</a:t>
                </a:r>
              </a:p>
            </p:txBody>
          </p:sp>
        </p:grpSp>
      </p:grpSp>
      <p:grpSp>
        <p:nvGrpSpPr>
          <p:cNvPr id="249900" name="Grupo 204">
            <a:extLst>
              <a:ext uri="{FF2B5EF4-FFF2-40B4-BE49-F238E27FC236}">
                <a16:creationId xmlns:a16="http://schemas.microsoft.com/office/drawing/2014/main" id="{76ABA6B5-E51E-458B-9CA2-2D532D43088F}"/>
              </a:ext>
            </a:extLst>
          </p:cNvPr>
          <p:cNvGrpSpPr>
            <a:grpSpLocks/>
          </p:cNvGrpSpPr>
          <p:nvPr/>
        </p:nvGrpSpPr>
        <p:grpSpPr bwMode="auto">
          <a:xfrm>
            <a:off x="7851775" y="5878513"/>
            <a:ext cx="846138" cy="271462"/>
            <a:chOff x="1502289" y="4425929"/>
            <a:chExt cx="9767795" cy="270511"/>
          </a:xfrm>
        </p:grpSpPr>
        <p:sp>
          <p:nvSpPr>
            <p:cNvPr id="206" name="Rectángulo 205">
              <a:extLst>
                <a:ext uri="{FF2B5EF4-FFF2-40B4-BE49-F238E27FC236}">
                  <a16:creationId xmlns:a16="http://schemas.microsoft.com/office/drawing/2014/main" id="{5924DAC4-6B8E-47B1-8C68-D8EFF3371735}"/>
                </a:ext>
              </a:extLst>
            </p:cNvPr>
            <p:cNvSpPr/>
            <p:nvPr/>
          </p:nvSpPr>
          <p:spPr>
            <a:xfrm>
              <a:off x="8026366" y="4425929"/>
              <a:ext cx="3243718" cy="270511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>
              <a:solidFill>
                <a:schemeClr val="tx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600" i="1" dirty="0">
                <a:solidFill>
                  <a:srgbClr val="C00000"/>
                </a:solidFill>
              </a:endParaRPr>
            </a:p>
          </p:txBody>
        </p:sp>
        <p:grpSp>
          <p:nvGrpSpPr>
            <p:cNvPr id="249912" name="Grupo 206">
              <a:extLst>
                <a:ext uri="{FF2B5EF4-FFF2-40B4-BE49-F238E27FC236}">
                  <a16:creationId xmlns:a16="http://schemas.microsoft.com/office/drawing/2014/main" id="{EEECEB93-BFBA-439F-BC28-B361636955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289" y="4426440"/>
              <a:ext cx="6526545" cy="270000"/>
              <a:chOff x="1209933" y="4023930"/>
              <a:chExt cx="6526545" cy="270000"/>
            </a:xfrm>
          </p:grpSpPr>
          <p:grpSp>
            <p:nvGrpSpPr>
              <p:cNvPr id="249913" name="Grupo 207">
                <a:extLst>
                  <a:ext uri="{FF2B5EF4-FFF2-40B4-BE49-F238E27FC236}">
                    <a16:creationId xmlns:a16="http://schemas.microsoft.com/office/drawing/2014/main" id="{3E280B2F-2E6B-45EE-83C3-FE680470B8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09933" y="4023930"/>
                <a:ext cx="6526545" cy="270000"/>
                <a:chOff x="1078050" y="2943808"/>
                <a:chExt cx="6526545" cy="270000"/>
              </a:xfrm>
            </p:grpSpPr>
            <p:sp>
              <p:nvSpPr>
                <p:cNvPr id="210" name="Rectángulo 209">
                  <a:extLst>
                    <a:ext uri="{FF2B5EF4-FFF2-40B4-BE49-F238E27FC236}">
                      <a16:creationId xmlns:a16="http://schemas.microsoft.com/office/drawing/2014/main" id="{7117A920-F1AB-4853-9740-33044DEBCC08}"/>
                    </a:ext>
                  </a:extLst>
                </p:cNvPr>
                <p:cNvSpPr/>
                <p:nvPr/>
              </p:nvSpPr>
              <p:spPr>
                <a:xfrm>
                  <a:off x="1078050" y="2943297"/>
                  <a:ext cx="54984" cy="270511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 sz="60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211" name="Rectángulo 210">
                  <a:extLst>
                    <a:ext uri="{FF2B5EF4-FFF2-40B4-BE49-F238E27FC236}">
                      <a16:creationId xmlns:a16="http://schemas.microsoft.com/office/drawing/2014/main" id="{D60E6C65-F074-48DD-8AFB-27BBF30653E8}"/>
                    </a:ext>
                  </a:extLst>
                </p:cNvPr>
                <p:cNvSpPr/>
                <p:nvPr/>
              </p:nvSpPr>
              <p:spPr>
                <a:xfrm>
                  <a:off x="1133034" y="2943297"/>
                  <a:ext cx="3060445" cy="270511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sz="600" dirty="0">
                      <a:solidFill>
                        <a:schemeClr val="bg1">
                          <a:lumMod val="10000"/>
                        </a:schemeClr>
                      </a:solidFill>
                    </a:rPr>
                    <a:t>MEM</a:t>
                  </a:r>
                </a:p>
              </p:txBody>
            </p:sp>
            <p:sp>
              <p:nvSpPr>
                <p:cNvPr id="212" name="Rectángulo 211">
                  <a:extLst>
                    <a:ext uri="{FF2B5EF4-FFF2-40B4-BE49-F238E27FC236}">
                      <a16:creationId xmlns:a16="http://schemas.microsoft.com/office/drawing/2014/main" id="{6785E9B8-4BB6-435C-8B45-3BAB66044FC8}"/>
                    </a:ext>
                  </a:extLst>
                </p:cNvPr>
                <p:cNvSpPr/>
                <p:nvPr/>
              </p:nvSpPr>
              <p:spPr>
                <a:xfrm>
                  <a:off x="4431723" y="2943297"/>
                  <a:ext cx="73304" cy="270511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 sz="60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  <p:sp>
              <p:nvSpPr>
                <p:cNvPr id="213" name="Rectángulo 212">
                  <a:extLst>
                    <a:ext uri="{FF2B5EF4-FFF2-40B4-BE49-F238E27FC236}">
                      <a16:creationId xmlns:a16="http://schemas.microsoft.com/office/drawing/2014/main" id="{503A4478-7D94-4EED-B670-C605BF8BBFEB}"/>
                    </a:ext>
                  </a:extLst>
                </p:cNvPr>
                <p:cNvSpPr/>
                <p:nvPr/>
              </p:nvSpPr>
              <p:spPr>
                <a:xfrm>
                  <a:off x="4505028" y="2943297"/>
                  <a:ext cx="2877184" cy="270511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s-ES" sz="600" dirty="0">
                      <a:solidFill>
                        <a:schemeClr val="bg1">
                          <a:lumMod val="10000"/>
                        </a:schemeClr>
                      </a:solidFill>
                    </a:rPr>
                    <a:t>ALU</a:t>
                  </a:r>
                </a:p>
              </p:txBody>
            </p:sp>
            <p:sp>
              <p:nvSpPr>
                <p:cNvPr id="214" name="Rectángulo 213">
                  <a:extLst>
                    <a:ext uri="{FF2B5EF4-FFF2-40B4-BE49-F238E27FC236}">
                      <a16:creationId xmlns:a16="http://schemas.microsoft.com/office/drawing/2014/main" id="{D1C48234-DC86-4B9B-8DFA-0B45F4705803}"/>
                    </a:ext>
                  </a:extLst>
                </p:cNvPr>
                <p:cNvSpPr/>
                <p:nvPr/>
              </p:nvSpPr>
              <p:spPr>
                <a:xfrm>
                  <a:off x="7382212" y="2943297"/>
                  <a:ext cx="219913" cy="270511"/>
                </a:xfrm>
                <a:prstGeom prst="rect">
                  <a:avLst/>
                </a:prstGeom>
                <a:pattFill prst="dkUpDiag">
                  <a:fgClr>
                    <a:schemeClr val="bg1">
                      <a:lumMod val="10000"/>
                    </a:schemeClr>
                  </a:fgClr>
                  <a:bgClr>
                    <a:schemeClr val="accent2">
                      <a:lumMod val="20000"/>
                      <a:lumOff val="80000"/>
                    </a:schemeClr>
                  </a:bgClr>
                </a:patt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s-ES" sz="600" dirty="0">
                    <a:solidFill>
                      <a:schemeClr val="bg1">
                        <a:lumMod val="10000"/>
                      </a:schemeClr>
                    </a:solidFill>
                  </a:endParaRPr>
                </a:p>
              </p:txBody>
            </p:sp>
          </p:grpSp>
          <p:sp>
            <p:nvSpPr>
              <p:cNvPr id="209" name="Rectángulo 208">
                <a:extLst>
                  <a:ext uri="{FF2B5EF4-FFF2-40B4-BE49-F238E27FC236}">
                    <a16:creationId xmlns:a16="http://schemas.microsoft.com/office/drawing/2014/main" id="{21084FDD-B872-42DD-AD31-097F652EAA14}"/>
                  </a:ext>
                </a:extLst>
              </p:cNvPr>
              <p:cNvSpPr/>
              <p:nvPr/>
            </p:nvSpPr>
            <p:spPr>
              <a:xfrm>
                <a:off x="4325362" y="4023419"/>
                <a:ext cx="256565" cy="27051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s-ES" sz="600" dirty="0">
                    <a:solidFill>
                      <a:schemeClr val="bg1">
                        <a:lumMod val="10000"/>
                      </a:schemeClr>
                    </a:solidFill>
                  </a:rPr>
                  <a:t>BR</a:t>
                </a:r>
              </a:p>
            </p:txBody>
          </p:sp>
        </p:grpSp>
      </p:grpSp>
      <p:grpSp>
        <p:nvGrpSpPr>
          <p:cNvPr id="249901" name="Grupo 119">
            <a:extLst>
              <a:ext uri="{FF2B5EF4-FFF2-40B4-BE49-F238E27FC236}">
                <a16:creationId xmlns:a16="http://schemas.microsoft.com/office/drawing/2014/main" id="{0D2D6036-D5D1-4D28-9BE2-1DA0EC718DC3}"/>
              </a:ext>
            </a:extLst>
          </p:cNvPr>
          <p:cNvGrpSpPr>
            <a:grpSpLocks/>
          </p:cNvGrpSpPr>
          <p:nvPr/>
        </p:nvGrpSpPr>
        <p:grpSpPr bwMode="auto">
          <a:xfrm>
            <a:off x="3517900" y="5710238"/>
            <a:ext cx="5186363" cy="901700"/>
            <a:chOff x="3605128" y="3426569"/>
            <a:chExt cx="5185966" cy="938212"/>
          </a:xfrm>
        </p:grpSpPr>
        <p:sp>
          <p:nvSpPr>
            <p:cNvPr id="121" name="Line 72">
              <a:extLst>
                <a:ext uri="{FF2B5EF4-FFF2-40B4-BE49-F238E27FC236}">
                  <a16:creationId xmlns:a16="http://schemas.microsoft.com/office/drawing/2014/main" id="{46D596CE-0DA3-4011-A21F-4D05A9411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128" y="3426569"/>
              <a:ext cx="0" cy="936560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2" name="Line 73">
              <a:extLst>
                <a:ext uri="{FF2B5EF4-FFF2-40B4-BE49-F238E27FC236}">
                  <a16:creationId xmlns:a16="http://schemas.microsoft.com/office/drawing/2014/main" id="{03B7861D-30BD-4FB3-B42A-8F5906053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67075" y="3431524"/>
              <a:ext cx="1587" cy="929954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3" name="Line 80">
              <a:extLst>
                <a:ext uri="{FF2B5EF4-FFF2-40B4-BE49-F238E27FC236}">
                  <a16:creationId xmlns:a16="http://schemas.microsoft.com/office/drawing/2014/main" id="{4391D81F-4CA6-46C1-9E99-CB58CE93BA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32196" y="3433176"/>
              <a:ext cx="1588" cy="929953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4" name="Line 82">
              <a:extLst>
                <a:ext uri="{FF2B5EF4-FFF2-40B4-BE49-F238E27FC236}">
                  <a16:creationId xmlns:a16="http://schemas.microsoft.com/office/drawing/2014/main" id="{FCC28755-AD02-424A-8DDB-6DADB6918E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95730" y="3431524"/>
              <a:ext cx="1588" cy="929954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5" name="Line 84">
              <a:extLst>
                <a:ext uri="{FF2B5EF4-FFF2-40B4-BE49-F238E27FC236}">
                  <a16:creationId xmlns:a16="http://schemas.microsoft.com/office/drawing/2014/main" id="{9D3CD779-B357-4618-840D-A4C19BCDD8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59264" y="3433176"/>
              <a:ext cx="1588" cy="929953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6" name="Line 86">
              <a:extLst>
                <a:ext uri="{FF2B5EF4-FFF2-40B4-BE49-F238E27FC236}">
                  <a16:creationId xmlns:a16="http://schemas.microsoft.com/office/drawing/2014/main" id="{5F8D8DC0-986C-44C9-8E12-75414D170D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24385" y="3433176"/>
              <a:ext cx="1587" cy="929953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7" name="Line 88">
              <a:extLst>
                <a:ext uri="{FF2B5EF4-FFF2-40B4-BE49-F238E27FC236}">
                  <a16:creationId xmlns:a16="http://schemas.microsoft.com/office/drawing/2014/main" id="{9761B14E-E4B1-45D8-8B99-E1926B3729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89506" y="3434827"/>
              <a:ext cx="1588" cy="929954"/>
            </a:xfrm>
            <a:prstGeom prst="line">
              <a:avLst/>
            </a:prstGeom>
            <a:noFill/>
            <a:ln w="19050">
              <a:solidFill>
                <a:srgbClr val="CC33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49902" name="CuadroTexto 214">
            <a:extLst>
              <a:ext uri="{FF2B5EF4-FFF2-40B4-BE49-F238E27FC236}">
                <a16:creationId xmlns:a16="http://schemas.microsoft.com/office/drawing/2014/main" id="{8AFA3216-A5B2-4C9F-BBEF-30589503E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8088" y="6151563"/>
            <a:ext cx="48021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 b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lw      sw      jal     add     sub     beq</a:t>
            </a:r>
            <a:endParaRPr lang="es-ES" altLang="es-ES" sz="2000" b="1">
              <a:solidFill>
                <a:schemeClr val="accent2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2" name="Marcador de número de diapositiva 21">
            <a:extLst>
              <a:ext uri="{FF2B5EF4-FFF2-40B4-BE49-F238E27FC236}">
                <a16:creationId xmlns:a16="http://schemas.microsoft.com/office/drawing/2014/main" id="{4C8E7C27-AD44-4D42-8CAB-4A2441FB39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B4BD82A-BB97-4EB3-8E4F-791C81037AEB}" type="slidenum">
              <a:rPr lang="es-ES" altLang="es-ES">
                <a:solidFill>
                  <a:srgbClr val="171717"/>
                </a:solidFill>
              </a:rPr>
              <a:pPr/>
              <a:t>124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>
            <a:extLst>
              <a:ext uri="{FF2B5EF4-FFF2-40B4-BE49-F238E27FC236}">
                <a16:creationId xmlns:a16="http://schemas.microsoft.com/office/drawing/2014/main" id="{E8A4DE12-6AB7-44B4-85B6-8AB51D0158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1419225"/>
            <a:ext cx="9906000" cy="2852738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b="1" dirty="0">
                <a:solidFill>
                  <a:schemeClr val="accent2">
                    <a:lumMod val="75000"/>
                  </a:schemeClr>
                </a:solidFill>
              </a:rPr>
              <a:t>procesador monociclo:</a:t>
            </a:r>
            <a:br>
              <a:rPr lang="es-ES" b="1" dirty="0">
                <a:solidFill>
                  <a:schemeClr val="accent2">
                    <a:lumMod val="75000"/>
                  </a:schemeClr>
                </a:solidFill>
              </a:rPr>
            </a:br>
            <a:r>
              <a:rPr lang="es-ES" b="1" dirty="0">
                <a:solidFill>
                  <a:schemeClr val="accent2">
                    <a:lumMod val="75000"/>
                  </a:schemeClr>
                </a:solidFill>
              </a:rPr>
              <a:t>Ejemplo de ejecución de instrucciones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D6DFEB1C-3D69-47C3-80C9-7CB9EE17889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41413" y="4424363"/>
            <a:ext cx="9906000" cy="1374775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2000" dirty="0">
                <a:latin typeface="Rockwell" panose="02060603020205020403" pitchFamily="18" charset="0"/>
              </a:rPr>
              <a:t>Tema 3: Implementación del procesador monociclo</a:t>
            </a:r>
            <a:endParaRPr lang="es-ES" dirty="0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8703A4EB-1734-4AC3-8A36-E5D85F82DD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16973684-CFFE-4EF5-B3FF-5B5D88FDB956}" type="slidenum">
              <a:rPr lang="es-ES" altLang="es-ES">
                <a:solidFill>
                  <a:srgbClr val="F1F1F1"/>
                </a:solidFill>
              </a:rPr>
              <a:pPr/>
              <a:t>125</a:t>
            </a:fld>
            <a:endParaRPr lang="es-ES" altLang="es-ES">
              <a:solidFill>
                <a:srgbClr val="F1F1F1"/>
              </a:solidFill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C1B05CD8-5F67-4379-9D8B-36417B4110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grpSp>
        <p:nvGrpSpPr>
          <p:cNvPr id="252930" name="Grupo 34">
            <a:extLst>
              <a:ext uri="{FF2B5EF4-FFF2-40B4-BE49-F238E27FC236}">
                <a16:creationId xmlns:a16="http://schemas.microsoft.com/office/drawing/2014/main" id="{614C4B18-922F-4489-8438-4D2141194C28}"/>
              </a:ext>
            </a:extLst>
          </p:cNvPr>
          <p:cNvGrpSpPr>
            <a:grpSpLocks/>
          </p:cNvGrpSpPr>
          <p:nvPr/>
        </p:nvGrpSpPr>
        <p:grpSpPr bwMode="auto">
          <a:xfrm>
            <a:off x="739775" y="1955800"/>
            <a:ext cx="2001838" cy="1695450"/>
            <a:chOff x="1224694" y="1378517"/>
            <a:chExt cx="2002384" cy="1694767"/>
          </a:xfrm>
        </p:grpSpPr>
        <p:sp>
          <p:nvSpPr>
            <p:cNvPr id="7" name="Esquina doblada 6">
              <a:extLst>
                <a:ext uri="{FF2B5EF4-FFF2-40B4-BE49-F238E27FC236}">
                  <a16:creationId xmlns:a16="http://schemas.microsoft.com/office/drawing/2014/main" id="{A91CCAF1-7B7C-4846-BDCE-06E950B43ACB}"/>
                </a:ext>
              </a:extLst>
            </p:cNvPr>
            <p:cNvSpPr/>
            <p:nvPr/>
          </p:nvSpPr>
          <p:spPr>
            <a:xfrm>
              <a:off x="1224694" y="1519748"/>
              <a:ext cx="1922987" cy="1553536"/>
            </a:xfrm>
            <a:prstGeom prst="foldedCorner">
              <a:avLst>
                <a:gd name="adj" fmla="val 8249"/>
              </a:avLst>
            </a:prstGeom>
            <a:solidFill>
              <a:schemeClr val="tx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0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400" b="1" dirty="0">
                  <a:solidFill>
                    <a:schemeClr val="bg1">
                      <a:lumMod val="10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…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400" b="1" dirty="0">
                  <a:solidFill>
                    <a:srgbClr val="C0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L7</a:t>
              </a:r>
              <a:r>
                <a:rPr lang="es-ES" sz="1400" b="1" dirty="0">
                  <a:solidFill>
                    <a:schemeClr val="bg1">
                      <a:lumMod val="10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: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400" b="1" dirty="0">
                  <a:solidFill>
                    <a:schemeClr val="accent2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  </a:t>
              </a:r>
              <a:r>
                <a:rPr lang="es-ES" sz="1400" b="1" dirty="0" err="1">
                  <a:solidFill>
                    <a:schemeClr val="accent2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lw</a:t>
              </a:r>
              <a:r>
                <a:rPr lang="es-ES" sz="1400" b="1" dirty="0">
                  <a:solidFill>
                    <a:schemeClr val="bg1">
                      <a:lumMod val="10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  x8, -4(x9)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400" b="1" dirty="0">
                  <a:solidFill>
                    <a:schemeClr val="bg1">
                      <a:lumMod val="10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  </a:t>
              </a:r>
              <a:r>
                <a:rPr lang="es-ES" sz="1400" b="1" dirty="0" err="1">
                  <a:solidFill>
                    <a:schemeClr val="accent2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sw</a:t>
              </a:r>
              <a:r>
                <a:rPr lang="es-ES" sz="1400" b="1" dirty="0">
                  <a:solidFill>
                    <a:schemeClr val="bg1">
                      <a:lumMod val="10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  x8, 8(x9)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400" b="1" dirty="0">
                  <a:solidFill>
                    <a:schemeClr val="bg1">
                      <a:lumMod val="10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  </a:t>
              </a:r>
              <a:r>
                <a:rPr lang="es-ES" sz="1400" b="1" dirty="0" err="1">
                  <a:solidFill>
                    <a:schemeClr val="accent2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or</a:t>
              </a:r>
              <a:r>
                <a:rPr lang="es-ES" sz="1400" b="1" dirty="0">
                  <a:solidFill>
                    <a:schemeClr val="bg1">
                      <a:lumMod val="10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  x7, x7, x8  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400" b="1" dirty="0">
                  <a:solidFill>
                    <a:schemeClr val="bg1">
                      <a:lumMod val="10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  </a:t>
              </a:r>
              <a:r>
                <a:rPr lang="es-ES" sz="1400" b="1" dirty="0" err="1">
                  <a:solidFill>
                    <a:schemeClr val="accent2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beq</a:t>
              </a:r>
              <a:r>
                <a:rPr lang="es-ES" sz="1400" b="1" dirty="0">
                  <a:solidFill>
                    <a:schemeClr val="bg1">
                      <a:lumMod val="10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 x7, x7, </a:t>
              </a:r>
              <a:r>
                <a:rPr lang="es-ES" sz="1400" b="1" dirty="0">
                  <a:solidFill>
                    <a:srgbClr val="C0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L7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400" b="1" dirty="0">
                  <a:solidFill>
                    <a:schemeClr val="bg1">
                      <a:lumMod val="10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…  </a:t>
              </a:r>
            </a:p>
          </p:txBody>
        </p:sp>
        <p:sp>
          <p:nvSpPr>
            <p:cNvPr id="22" name="Rectángulo redondeado 21">
              <a:extLst>
                <a:ext uri="{FF2B5EF4-FFF2-40B4-BE49-F238E27FC236}">
                  <a16:creationId xmlns:a16="http://schemas.microsoft.com/office/drawing/2014/main" id="{E7EA27F4-8262-4A45-8365-6A6C08680F84}"/>
                </a:ext>
              </a:extLst>
            </p:cNvPr>
            <p:cNvSpPr/>
            <p:nvPr/>
          </p:nvSpPr>
          <p:spPr>
            <a:xfrm>
              <a:off x="2774517" y="1378517"/>
              <a:ext cx="452561" cy="280875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400" dirty="0">
                  <a:solidFill>
                    <a:schemeClr val="accent5"/>
                  </a:solidFill>
                </a:rPr>
                <a:t>ASM</a:t>
              </a:r>
            </a:p>
          </p:txBody>
        </p:sp>
      </p:grpSp>
      <p:graphicFrame>
        <p:nvGraphicFramePr>
          <p:cNvPr id="23" name="Tabla 22">
            <a:extLst>
              <a:ext uri="{FF2B5EF4-FFF2-40B4-BE49-F238E27FC236}">
                <a16:creationId xmlns:a16="http://schemas.microsoft.com/office/drawing/2014/main" id="{8065EE45-26FD-4FBF-8D76-FFBFF4774A97}"/>
              </a:ext>
            </a:extLst>
          </p:cNvPr>
          <p:cNvGraphicFramePr>
            <a:graphicFrameLocks noGrp="1"/>
          </p:cNvGraphicFramePr>
          <p:nvPr/>
        </p:nvGraphicFramePr>
        <p:xfrm>
          <a:off x="3260725" y="1965325"/>
          <a:ext cx="6835775" cy="44450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04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51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7251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756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4513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4263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200572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b="1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900" b="1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11:0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fun3</a:t>
                      </a:r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9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3928">
                <a:tc gridSpan="3">
                  <a:txBody>
                    <a:bodyPr/>
                    <a:lstStyle/>
                    <a:p>
                      <a:pPr algn="ctr"/>
                      <a:r>
                        <a:rPr lang="es-ES" sz="16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111111111100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600" b="1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01001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600" b="1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600" b="1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01000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s-ES" sz="1600" b="1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0000011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30" name="Tabla 29">
            <a:extLst>
              <a:ext uri="{FF2B5EF4-FFF2-40B4-BE49-F238E27FC236}">
                <a16:creationId xmlns:a16="http://schemas.microsoft.com/office/drawing/2014/main" id="{1F446BC0-255F-4908-9D34-FC221EB2B933}"/>
              </a:ext>
            </a:extLst>
          </p:cNvPr>
          <p:cNvGraphicFramePr>
            <a:graphicFrameLocks noGrp="1"/>
          </p:cNvGraphicFramePr>
          <p:nvPr/>
        </p:nvGraphicFramePr>
        <p:xfrm>
          <a:off x="3260725" y="2390775"/>
          <a:ext cx="6835775" cy="44450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51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4513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4032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8976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4513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04263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00572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9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11:5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fun3</a:t>
                      </a:r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9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4:0</a:t>
                      </a:r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3928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0000000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01000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01001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01000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0100011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33" name="Tabla 32">
            <a:extLst>
              <a:ext uri="{FF2B5EF4-FFF2-40B4-BE49-F238E27FC236}">
                <a16:creationId xmlns:a16="http://schemas.microsoft.com/office/drawing/2014/main" id="{351C8F84-CF27-4A7F-AB94-0C7802C7532D}"/>
              </a:ext>
            </a:extLst>
          </p:cNvPr>
          <p:cNvGraphicFramePr>
            <a:graphicFrameLocks noGrp="1"/>
          </p:cNvGraphicFramePr>
          <p:nvPr/>
        </p:nvGraphicFramePr>
        <p:xfrm>
          <a:off x="3260725" y="2817813"/>
          <a:ext cx="6835775" cy="44450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51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4513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4032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8976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4513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04263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00572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funct7</a:t>
                      </a:r>
                      <a:endParaRPr lang="es-ES" sz="900" baseline="-2500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fun3</a:t>
                      </a:r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rd</a:t>
                      </a:r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3928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0000000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01000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00111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110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00111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0110011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34" name="Tabla 33">
            <a:extLst>
              <a:ext uri="{FF2B5EF4-FFF2-40B4-BE49-F238E27FC236}">
                <a16:creationId xmlns:a16="http://schemas.microsoft.com/office/drawing/2014/main" id="{EC5829CE-2C23-4AA1-B8A1-E2C6ABF9AC98}"/>
              </a:ext>
            </a:extLst>
          </p:cNvPr>
          <p:cNvGraphicFramePr>
            <a:graphicFrameLocks noGrp="1"/>
          </p:cNvGraphicFramePr>
          <p:nvPr/>
        </p:nvGraphicFramePr>
        <p:xfrm>
          <a:off x="3260725" y="3244850"/>
          <a:ext cx="6835775" cy="442913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5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51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4513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4032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8976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4513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15043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04263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0852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199856"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31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9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12,10:5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19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rs1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14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fun3</a:t>
                      </a:r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12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imm</a:t>
                      </a:r>
                      <a:r>
                        <a:rPr lang="es-ES" sz="900" baseline="-2500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4:1,11</a:t>
                      </a:r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7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6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dirty="0" err="1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op</a:t>
                      </a:r>
                      <a:endParaRPr lang="es-ES" sz="900" b="0" dirty="0">
                        <a:solidFill>
                          <a:schemeClr val="bg1">
                            <a:lumMod val="10000"/>
                          </a:schemeClr>
                        </a:solidFill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900" b="0" dirty="0">
                          <a:solidFill>
                            <a:schemeClr val="bg1">
                              <a:lumMod val="1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3057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1111111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00111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00111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10101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s-ES" sz="1600" b="1" i="0" kern="120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1100011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 sz="1400" dirty="0"/>
                    </a:p>
                  </a:txBody>
                  <a:tcPr marT="0" anchor="ctr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53062" name="CuadroTexto 35">
            <a:extLst>
              <a:ext uri="{FF2B5EF4-FFF2-40B4-BE49-F238E27FC236}">
                <a16:creationId xmlns:a16="http://schemas.microsoft.com/office/drawing/2014/main" id="{D245D374-6A0C-45F7-B68A-7F08B67DC9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175" y="1319213"/>
            <a:ext cx="151606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2000">
                <a:solidFill>
                  <a:schemeClr val="accent2"/>
                </a:solidFill>
              </a:rPr>
              <a:t>Programa </a:t>
            </a:r>
          </a:p>
          <a:p>
            <a:pPr algn="ctr" eaLnBrk="1" hangingPunct="1"/>
            <a:r>
              <a:rPr lang="es-ES" altLang="es-ES" sz="2000">
                <a:solidFill>
                  <a:schemeClr val="accent2"/>
                </a:solidFill>
              </a:rPr>
              <a:t>ensamblador</a:t>
            </a:r>
          </a:p>
        </p:txBody>
      </p:sp>
      <p:sp>
        <p:nvSpPr>
          <p:cNvPr id="253063" name="CuadroTexto 36">
            <a:extLst>
              <a:ext uri="{FF2B5EF4-FFF2-40B4-BE49-F238E27FC236}">
                <a16:creationId xmlns:a16="http://schemas.microsoft.com/office/drawing/2014/main" id="{9ED87241-FB41-4A6F-9D3A-9F43AB6331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8500" y="1627188"/>
            <a:ext cx="43418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2000">
                <a:solidFill>
                  <a:schemeClr val="accent2"/>
                </a:solidFill>
              </a:rPr>
              <a:t>Codificación binaria de las instrucciones</a:t>
            </a:r>
          </a:p>
        </p:txBody>
      </p:sp>
      <p:sp>
        <p:nvSpPr>
          <p:cNvPr id="253064" name="CuadroTexto 37">
            <a:extLst>
              <a:ext uri="{FF2B5EF4-FFF2-40B4-BE49-F238E27FC236}">
                <a16:creationId xmlns:a16="http://schemas.microsoft.com/office/drawing/2014/main" id="{07FC065E-9B94-4C60-9649-A0F092C41F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47338" y="1319213"/>
            <a:ext cx="15652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2000">
                <a:solidFill>
                  <a:schemeClr val="accent2"/>
                </a:solidFill>
              </a:rPr>
              <a:t>Codificación </a:t>
            </a:r>
          </a:p>
          <a:p>
            <a:pPr algn="ctr" eaLnBrk="1" hangingPunct="1"/>
            <a:r>
              <a:rPr lang="es-ES" altLang="es-ES" sz="2000">
                <a:solidFill>
                  <a:schemeClr val="accent2"/>
                </a:solidFill>
              </a:rPr>
              <a:t>hexadecimal</a:t>
            </a:r>
          </a:p>
        </p:txBody>
      </p:sp>
      <p:sp>
        <p:nvSpPr>
          <p:cNvPr id="40" name="CuadroTexto 39">
            <a:extLst>
              <a:ext uri="{FF2B5EF4-FFF2-40B4-BE49-F238E27FC236}">
                <a16:creationId xmlns:a16="http://schemas.microsoft.com/office/drawing/2014/main" id="{015487DB-DEF1-4DC8-B8C1-5A50F7D014C1}"/>
              </a:ext>
            </a:extLst>
          </p:cNvPr>
          <p:cNvSpPr txBox="1"/>
          <p:nvPr/>
        </p:nvSpPr>
        <p:spPr>
          <a:xfrm>
            <a:off x="10439400" y="2101850"/>
            <a:ext cx="1581150" cy="36988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0xFFC4A403</a:t>
            </a:r>
          </a:p>
        </p:txBody>
      </p:sp>
      <p:sp>
        <p:nvSpPr>
          <p:cNvPr id="41" name="CuadroTexto 40">
            <a:extLst>
              <a:ext uri="{FF2B5EF4-FFF2-40B4-BE49-F238E27FC236}">
                <a16:creationId xmlns:a16="http://schemas.microsoft.com/office/drawing/2014/main" id="{B4C061AD-5021-4731-97E3-E1595B4966F2}"/>
              </a:ext>
            </a:extLst>
          </p:cNvPr>
          <p:cNvSpPr txBox="1"/>
          <p:nvPr/>
        </p:nvSpPr>
        <p:spPr>
          <a:xfrm>
            <a:off x="10439400" y="2528888"/>
            <a:ext cx="1581150" cy="36830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0x0084A423</a:t>
            </a:r>
          </a:p>
        </p:txBody>
      </p:sp>
      <p:sp>
        <p:nvSpPr>
          <p:cNvPr id="45" name="CuadroTexto 44">
            <a:extLst>
              <a:ext uri="{FF2B5EF4-FFF2-40B4-BE49-F238E27FC236}">
                <a16:creationId xmlns:a16="http://schemas.microsoft.com/office/drawing/2014/main" id="{B6D56BFE-8B44-40EF-884B-AEDE38B29C85}"/>
              </a:ext>
            </a:extLst>
          </p:cNvPr>
          <p:cNvSpPr txBox="1"/>
          <p:nvPr/>
        </p:nvSpPr>
        <p:spPr>
          <a:xfrm>
            <a:off x="10439400" y="2954338"/>
            <a:ext cx="1581150" cy="36988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0x0083E3B3</a:t>
            </a:r>
          </a:p>
        </p:txBody>
      </p:sp>
      <p:sp>
        <p:nvSpPr>
          <p:cNvPr id="51" name="CuadroTexto 50">
            <a:extLst>
              <a:ext uri="{FF2B5EF4-FFF2-40B4-BE49-F238E27FC236}">
                <a16:creationId xmlns:a16="http://schemas.microsoft.com/office/drawing/2014/main" id="{BA80C20B-7CCD-4187-9732-E042B09F92C6}"/>
              </a:ext>
            </a:extLst>
          </p:cNvPr>
          <p:cNvSpPr txBox="1"/>
          <p:nvPr/>
        </p:nvSpPr>
        <p:spPr>
          <a:xfrm>
            <a:off x="10439400" y="3381375"/>
            <a:ext cx="1581150" cy="36988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0xFE738AE3</a:t>
            </a:r>
          </a:p>
        </p:txBody>
      </p:sp>
      <p:sp>
        <p:nvSpPr>
          <p:cNvPr id="52" name="Forma libre 51">
            <a:extLst>
              <a:ext uri="{FF2B5EF4-FFF2-40B4-BE49-F238E27FC236}">
                <a16:creationId xmlns:a16="http://schemas.microsoft.com/office/drawing/2014/main" id="{3B05C0F2-E488-43B0-BBA5-1CBD59432E0C}"/>
              </a:ext>
            </a:extLst>
          </p:cNvPr>
          <p:cNvSpPr/>
          <p:nvPr/>
        </p:nvSpPr>
        <p:spPr>
          <a:xfrm>
            <a:off x="2551113" y="2687638"/>
            <a:ext cx="292100" cy="622300"/>
          </a:xfrm>
          <a:custGeom>
            <a:avLst/>
            <a:gdLst>
              <a:gd name="connsiteX0" fmla="*/ 24882 w 292452"/>
              <a:gd name="connsiteY0" fmla="*/ 622041 h 622041"/>
              <a:gd name="connsiteX1" fmla="*/ 292360 w 292452"/>
              <a:gd name="connsiteY1" fmla="*/ 311021 h 622041"/>
              <a:gd name="connsiteX2" fmla="*/ 0 w 292452"/>
              <a:gd name="connsiteY2" fmla="*/ 0 h 622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2452" h="622041">
                <a:moveTo>
                  <a:pt x="24882" y="622041"/>
                </a:moveTo>
                <a:cubicBezTo>
                  <a:pt x="160694" y="518367"/>
                  <a:pt x="296507" y="414694"/>
                  <a:pt x="292360" y="311021"/>
                </a:cubicBezTo>
                <a:cubicBezTo>
                  <a:pt x="288213" y="207348"/>
                  <a:pt x="144106" y="103674"/>
                  <a:pt x="0" y="0"/>
                </a:cubicBezTo>
              </a:path>
            </a:pathLst>
          </a:custGeom>
          <a:noFill/>
          <a:ln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3070" name="CuadroTexto 52">
            <a:extLst>
              <a:ext uri="{FF2B5EF4-FFF2-40B4-BE49-F238E27FC236}">
                <a16:creationId xmlns:a16="http://schemas.microsoft.com/office/drawing/2014/main" id="{271798F3-CA7D-4A4B-9F1A-76715D888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7788" y="2582863"/>
            <a:ext cx="387350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100">
                <a:solidFill>
                  <a:srgbClr val="C00000"/>
                </a:solidFill>
              </a:rPr>
              <a:t>-12</a:t>
            </a:r>
            <a:endParaRPr lang="es-ES" altLang="es-ES">
              <a:solidFill>
                <a:srgbClr val="C00000"/>
              </a:solidFill>
            </a:endParaRPr>
          </a:p>
        </p:txBody>
      </p:sp>
      <p:sp>
        <p:nvSpPr>
          <p:cNvPr id="253071" name="CuadroTexto 54">
            <a:extLst>
              <a:ext uri="{FF2B5EF4-FFF2-40B4-BE49-F238E27FC236}">
                <a16:creationId xmlns:a16="http://schemas.microsoft.com/office/drawing/2014/main" id="{400D7CE5-65F7-4C69-89B7-F4E1577DD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6075" y="2149475"/>
            <a:ext cx="3762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1200" b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lw</a:t>
            </a:r>
            <a:endParaRPr lang="es-ES" altLang="es-ES" sz="1200"/>
          </a:p>
        </p:txBody>
      </p:sp>
      <p:sp>
        <p:nvSpPr>
          <p:cNvPr id="253072" name="CuadroTexto 55">
            <a:extLst>
              <a:ext uri="{FF2B5EF4-FFF2-40B4-BE49-F238E27FC236}">
                <a16:creationId xmlns:a16="http://schemas.microsoft.com/office/drawing/2014/main" id="{FB143E9F-A3C5-48E9-A4E7-205EEBE1C8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2900" y="2568575"/>
            <a:ext cx="376238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1200" b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sw</a:t>
            </a:r>
            <a:endParaRPr lang="es-ES" altLang="es-ES" sz="1200"/>
          </a:p>
        </p:txBody>
      </p:sp>
      <p:sp>
        <p:nvSpPr>
          <p:cNvPr id="253073" name="CuadroTexto 56">
            <a:extLst>
              <a:ext uri="{FF2B5EF4-FFF2-40B4-BE49-F238E27FC236}">
                <a16:creationId xmlns:a16="http://schemas.microsoft.com/office/drawing/2014/main" id="{98DD92E0-12CC-42DA-A0FB-3AE4CF127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6075" y="3001963"/>
            <a:ext cx="3762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1200" b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or</a:t>
            </a:r>
            <a:endParaRPr lang="es-ES" altLang="es-ES" sz="1200"/>
          </a:p>
        </p:txBody>
      </p:sp>
      <p:sp>
        <p:nvSpPr>
          <p:cNvPr id="253074" name="CuadroTexto 57">
            <a:extLst>
              <a:ext uri="{FF2B5EF4-FFF2-40B4-BE49-F238E27FC236}">
                <a16:creationId xmlns:a16="http://schemas.microsoft.com/office/drawing/2014/main" id="{0F2D0CDD-52C7-4D56-A432-B90F76524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0350" y="3421063"/>
            <a:ext cx="45878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1200" b="1">
                <a:solidFill>
                  <a:schemeClr val="accent2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beq</a:t>
            </a:r>
            <a:endParaRPr lang="es-ES" altLang="es-ES" sz="1200"/>
          </a:p>
        </p:txBody>
      </p:sp>
      <p:grpSp>
        <p:nvGrpSpPr>
          <p:cNvPr id="253075" name="Grupo 67">
            <a:extLst>
              <a:ext uri="{FF2B5EF4-FFF2-40B4-BE49-F238E27FC236}">
                <a16:creationId xmlns:a16="http://schemas.microsoft.com/office/drawing/2014/main" id="{95563458-41E3-465E-A6E7-9FDD1C30BE47}"/>
              </a:ext>
            </a:extLst>
          </p:cNvPr>
          <p:cNvGrpSpPr>
            <a:grpSpLocks/>
          </p:cNvGrpSpPr>
          <p:nvPr/>
        </p:nvGrpSpPr>
        <p:grpSpPr bwMode="auto">
          <a:xfrm>
            <a:off x="5816600" y="4194175"/>
            <a:ext cx="1438275" cy="1117600"/>
            <a:chOff x="5082577" y="3984167"/>
            <a:chExt cx="1438275" cy="1117601"/>
          </a:xfrm>
        </p:grpSpPr>
        <p:sp>
          <p:nvSpPr>
            <p:cNvPr id="75" name="Text Box 37">
              <a:extLst>
                <a:ext uri="{FF2B5EF4-FFF2-40B4-BE49-F238E27FC236}">
                  <a16:creationId xmlns:a16="http://schemas.microsoft.com/office/drawing/2014/main" id="{45C705D9-A17B-4929-8AE7-E7540A7A69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6" name="Text Box 32">
              <a:extLst>
                <a:ext uri="{FF2B5EF4-FFF2-40B4-BE49-F238E27FC236}">
                  <a16:creationId xmlns:a16="http://schemas.microsoft.com/office/drawing/2014/main" id="{A2D911BA-B996-4BB5-A154-0841FDE07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77" name="Text Box 22">
              <a:extLst>
                <a:ext uri="{FF2B5EF4-FFF2-40B4-BE49-F238E27FC236}">
                  <a16:creationId xmlns:a16="http://schemas.microsoft.com/office/drawing/2014/main" id="{6CA24787-FE36-4EB6-983A-BBAA2AD87B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9" name="Text Box 10">
              <a:extLst>
                <a:ext uri="{FF2B5EF4-FFF2-40B4-BE49-F238E27FC236}">
                  <a16:creationId xmlns:a16="http://schemas.microsoft.com/office/drawing/2014/main" id="{972D1FAF-7CFC-4379-80C5-4BF5CB6594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80" name="Text Box 14">
              <a:extLst>
                <a:ext uri="{FF2B5EF4-FFF2-40B4-BE49-F238E27FC236}">
                  <a16:creationId xmlns:a16="http://schemas.microsoft.com/office/drawing/2014/main" id="{59A81CD9-D031-4483-8AE6-A3E14FB45D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81" name="Text Box 27">
              <a:extLst>
                <a:ext uri="{FF2B5EF4-FFF2-40B4-BE49-F238E27FC236}">
                  <a16:creationId xmlns:a16="http://schemas.microsoft.com/office/drawing/2014/main" id="{D3CDAFD0-290A-46DB-A56D-CFFBA780F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83" name="Rectangle 6">
              <a:extLst>
                <a:ext uri="{FF2B5EF4-FFF2-40B4-BE49-F238E27FC236}">
                  <a16:creationId xmlns:a16="http://schemas.microsoft.com/office/drawing/2014/main" id="{CC6D9F8E-8D94-4944-AAB9-CBA8AD553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5" name="Line 8">
              <a:extLst>
                <a:ext uri="{FF2B5EF4-FFF2-40B4-BE49-F238E27FC236}">
                  <a16:creationId xmlns:a16="http://schemas.microsoft.com/office/drawing/2014/main" id="{F4451608-A828-48CE-A5A6-A6B41C7FA4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7" name="Line 9">
              <a:extLst>
                <a:ext uri="{FF2B5EF4-FFF2-40B4-BE49-F238E27FC236}">
                  <a16:creationId xmlns:a16="http://schemas.microsoft.com/office/drawing/2014/main" id="{2CA15C8A-601C-4243-835A-FA2E892313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3" name="Line 12">
              <a:extLst>
                <a:ext uri="{FF2B5EF4-FFF2-40B4-BE49-F238E27FC236}">
                  <a16:creationId xmlns:a16="http://schemas.microsoft.com/office/drawing/2014/main" id="{646D3F60-C6EC-4F5F-9632-C24477A806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5" name="Line 13">
              <a:extLst>
                <a:ext uri="{FF2B5EF4-FFF2-40B4-BE49-F238E27FC236}">
                  <a16:creationId xmlns:a16="http://schemas.microsoft.com/office/drawing/2014/main" id="{786CF2BD-1693-4025-83B7-AF1C45FA58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6" name="Text Box 15">
              <a:extLst>
                <a:ext uri="{FF2B5EF4-FFF2-40B4-BE49-F238E27FC236}">
                  <a16:creationId xmlns:a16="http://schemas.microsoft.com/office/drawing/2014/main" id="{8F60AEBD-7030-4AFA-BFFC-47C741E041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98" name="Text Box 16">
              <a:extLst>
                <a:ext uri="{FF2B5EF4-FFF2-40B4-BE49-F238E27FC236}">
                  <a16:creationId xmlns:a16="http://schemas.microsoft.com/office/drawing/2014/main" id="{F14DB280-19FE-4740-8B87-ED4EC544A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99" name="Text Box 17">
              <a:extLst>
                <a:ext uri="{FF2B5EF4-FFF2-40B4-BE49-F238E27FC236}">
                  <a16:creationId xmlns:a16="http://schemas.microsoft.com/office/drawing/2014/main" id="{0B32BD70-3338-4B59-BCC4-E8BE96D9E9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1" name="Line 18">
              <a:extLst>
                <a:ext uri="{FF2B5EF4-FFF2-40B4-BE49-F238E27FC236}">
                  <a16:creationId xmlns:a16="http://schemas.microsoft.com/office/drawing/2014/main" id="{57686310-2605-4E82-A978-F525C9EBDE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2" name="Line 20">
              <a:extLst>
                <a:ext uri="{FF2B5EF4-FFF2-40B4-BE49-F238E27FC236}">
                  <a16:creationId xmlns:a16="http://schemas.microsoft.com/office/drawing/2014/main" id="{53E7D8B3-66D0-4A67-8154-73E5742E3C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4" name="Line 21">
              <a:extLst>
                <a:ext uri="{FF2B5EF4-FFF2-40B4-BE49-F238E27FC236}">
                  <a16:creationId xmlns:a16="http://schemas.microsoft.com/office/drawing/2014/main" id="{1CE27C76-4D52-4A9D-9989-72E7C0EE0E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5" name="Text Box 23">
              <a:extLst>
                <a:ext uri="{FF2B5EF4-FFF2-40B4-BE49-F238E27FC236}">
                  <a16:creationId xmlns:a16="http://schemas.microsoft.com/office/drawing/2014/main" id="{DA2BF161-548D-4CA1-A4A8-FE7D3F8CFC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107" name="Line 25">
              <a:extLst>
                <a:ext uri="{FF2B5EF4-FFF2-40B4-BE49-F238E27FC236}">
                  <a16:creationId xmlns:a16="http://schemas.microsoft.com/office/drawing/2014/main" id="{EBB2F464-75CD-4BE5-9409-95C8188F7F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8" name="Line 26">
              <a:extLst>
                <a:ext uri="{FF2B5EF4-FFF2-40B4-BE49-F238E27FC236}">
                  <a16:creationId xmlns:a16="http://schemas.microsoft.com/office/drawing/2014/main" id="{7207DF70-0E2D-4BE3-9723-4FAAB0BA80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09" name="Text Box 28">
              <a:extLst>
                <a:ext uri="{FF2B5EF4-FFF2-40B4-BE49-F238E27FC236}">
                  <a16:creationId xmlns:a16="http://schemas.microsoft.com/office/drawing/2014/main" id="{7EF5942E-842D-40F7-96C1-298324FC6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116" name="Line 30">
              <a:extLst>
                <a:ext uri="{FF2B5EF4-FFF2-40B4-BE49-F238E27FC236}">
                  <a16:creationId xmlns:a16="http://schemas.microsoft.com/office/drawing/2014/main" id="{9B5813D2-938F-40BA-83AE-6232F97BF5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7" name="Line 31">
              <a:extLst>
                <a:ext uri="{FF2B5EF4-FFF2-40B4-BE49-F238E27FC236}">
                  <a16:creationId xmlns:a16="http://schemas.microsoft.com/office/drawing/2014/main" id="{580A8E50-D952-42B8-90F6-45D6FF14BD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18" name="Text Box 33">
              <a:extLst>
                <a:ext uri="{FF2B5EF4-FFF2-40B4-BE49-F238E27FC236}">
                  <a16:creationId xmlns:a16="http://schemas.microsoft.com/office/drawing/2014/main" id="{2BCBC040-4E70-442F-9B41-1743E10FDE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128" name="Line 35">
              <a:extLst>
                <a:ext uri="{FF2B5EF4-FFF2-40B4-BE49-F238E27FC236}">
                  <a16:creationId xmlns:a16="http://schemas.microsoft.com/office/drawing/2014/main" id="{11E25636-E8A0-4853-A189-674A707549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29" name="Line 36">
              <a:extLst>
                <a:ext uri="{FF2B5EF4-FFF2-40B4-BE49-F238E27FC236}">
                  <a16:creationId xmlns:a16="http://schemas.microsoft.com/office/drawing/2014/main" id="{4E7B018C-D39A-4AB3-B34B-9C92E9969D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0" name="Text Box 38">
              <a:extLst>
                <a:ext uri="{FF2B5EF4-FFF2-40B4-BE49-F238E27FC236}">
                  <a16:creationId xmlns:a16="http://schemas.microsoft.com/office/drawing/2014/main" id="{6D442DDA-3610-48D2-9ADB-C80E5D0056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154" name="Text Box 39">
              <a:extLst>
                <a:ext uri="{FF2B5EF4-FFF2-40B4-BE49-F238E27FC236}">
                  <a16:creationId xmlns:a16="http://schemas.microsoft.com/office/drawing/2014/main" id="{68ABCDEE-9A70-46D7-A0D8-442B553C51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155" name="Forma libre 154">
              <a:extLst>
                <a:ext uri="{FF2B5EF4-FFF2-40B4-BE49-F238E27FC236}">
                  <a16:creationId xmlns:a16="http://schemas.microsoft.com/office/drawing/2014/main" id="{F9D3C39A-14B7-477A-AAB5-10B1DACA9298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53076" name="Grupo 155">
            <a:extLst>
              <a:ext uri="{FF2B5EF4-FFF2-40B4-BE49-F238E27FC236}">
                <a16:creationId xmlns:a16="http://schemas.microsoft.com/office/drawing/2014/main" id="{CE8C343A-4E53-4085-AE42-658A6244D500}"/>
              </a:ext>
            </a:extLst>
          </p:cNvPr>
          <p:cNvGrpSpPr>
            <a:grpSpLocks/>
          </p:cNvGrpSpPr>
          <p:nvPr/>
        </p:nvGrpSpPr>
        <p:grpSpPr bwMode="auto">
          <a:xfrm>
            <a:off x="8408988" y="4192588"/>
            <a:ext cx="1431925" cy="1119187"/>
            <a:chOff x="9014555" y="3984525"/>
            <a:chExt cx="1431925" cy="1119023"/>
          </a:xfrm>
        </p:grpSpPr>
        <p:sp>
          <p:nvSpPr>
            <p:cNvPr id="157" name="Text Box 80">
              <a:extLst>
                <a:ext uri="{FF2B5EF4-FFF2-40B4-BE49-F238E27FC236}">
                  <a16:creationId xmlns:a16="http://schemas.microsoft.com/office/drawing/2014/main" id="{35EDDC67-F948-438B-9D84-452F58BE67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8" name="Text Box 63">
              <a:extLst>
                <a:ext uri="{FF2B5EF4-FFF2-40B4-BE49-F238E27FC236}">
                  <a16:creationId xmlns:a16="http://schemas.microsoft.com/office/drawing/2014/main" id="{22EA6EC2-8057-4810-BE0D-2F4168CA93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9" name="Rectangle 59">
              <a:extLst>
                <a:ext uri="{FF2B5EF4-FFF2-40B4-BE49-F238E27FC236}">
                  <a16:creationId xmlns:a16="http://schemas.microsoft.com/office/drawing/2014/main" id="{F372ECF7-D579-44E3-AB17-A0166E0AB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7" y="4128966"/>
              <a:ext cx="936625" cy="934901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0" name="Line 61">
              <a:extLst>
                <a:ext uri="{FF2B5EF4-FFF2-40B4-BE49-F238E27FC236}">
                  <a16:creationId xmlns:a16="http://schemas.microsoft.com/office/drawing/2014/main" id="{1E42B95B-E0C0-4391-B267-49C4FE44F8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7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6" name="Line 62">
              <a:extLst>
                <a:ext uri="{FF2B5EF4-FFF2-40B4-BE49-F238E27FC236}">
                  <a16:creationId xmlns:a16="http://schemas.microsoft.com/office/drawing/2014/main" id="{A9B289C3-DC1B-4FF6-A018-DD89ECFB02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7" y="4348009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7" name="Line 65">
              <a:extLst>
                <a:ext uri="{FF2B5EF4-FFF2-40B4-BE49-F238E27FC236}">
                  <a16:creationId xmlns:a16="http://schemas.microsoft.com/office/drawing/2014/main" id="{358237CE-9950-46C6-8DFD-0C2A15B24B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2" y="4633717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8" name="Line 66">
              <a:extLst>
                <a:ext uri="{FF2B5EF4-FFF2-40B4-BE49-F238E27FC236}">
                  <a16:creationId xmlns:a16="http://schemas.microsoft.com/office/drawing/2014/main" id="{B84239E3-8BB6-4599-9C51-A34AB08CC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9" name="Text Box 67">
              <a:extLst>
                <a:ext uri="{FF2B5EF4-FFF2-40B4-BE49-F238E27FC236}">
                  <a16:creationId xmlns:a16="http://schemas.microsoft.com/office/drawing/2014/main" id="{504E5FD9-B70B-4AB2-A8F9-632CB0E6A1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7" y="4471816"/>
              <a:ext cx="298450" cy="2142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20" name="Text Box 68">
              <a:extLst>
                <a:ext uri="{FF2B5EF4-FFF2-40B4-BE49-F238E27FC236}">
                  <a16:creationId xmlns:a16="http://schemas.microsoft.com/office/drawing/2014/main" id="{0FA77E24-6010-4854-8CC2-A3A8C8686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2" y="4328962"/>
              <a:ext cx="325438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21" name="Text Box 69">
              <a:extLst>
                <a:ext uri="{FF2B5EF4-FFF2-40B4-BE49-F238E27FC236}">
                  <a16:creationId xmlns:a16="http://schemas.microsoft.com/office/drawing/2014/main" id="{E8734685-4C81-47CE-8219-D2CF72549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2" y="4516259"/>
              <a:ext cx="461963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222" name="Text Box 70">
              <a:extLst>
                <a:ext uri="{FF2B5EF4-FFF2-40B4-BE49-F238E27FC236}">
                  <a16:creationId xmlns:a16="http://schemas.microsoft.com/office/drawing/2014/main" id="{45D9F2AE-0B2E-4493-8334-54DBA3022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7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223" name="Text Box 71">
              <a:extLst>
                <a:ext uri="{FF2B5EF4-FFF2-40B4-BE49-F238E27FC236}">
                  <a16:creationId xmlns:a16="http://schemas.microsoft.com/office/drawing/2014/main" id="{D8C9631E-0D7D-4F07-ACC6-7B995AE789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7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224" name="Line 73">
              <a:extLst>
                <a:ext uri="{FF2B5EF4-FFF2-40B4-BE49-F238E27FC236}">
                  <a16:creationId xmlns:a16="http://schemas.microsoft.com/office/drawing/2014/main" id="{7D5F0391-E620-4482-95D8-E15E609EE0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2" y="3984525"/>
              <a:ext cx="0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5" name="Text Box 76">
              <a:extLst>
                <a:ext uri="{FF2B5EF4-FFF2-40B4-BE49-F238E27FC236}">
                  <a16:creationId xmlns:a16="http://schemas.microsoft.com/office/drawing/2014/main" id="{9CAA9429-7F55-4740-AE3C-E243EF8484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7" y="4830538"/>
              <a:ext cx="523875" cy="2142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226" name="Line 78">
              <a:extLst>
                <a:ext uri="{FF2B5EF4-FFF2-40B4-BE49-F238E27FC236}">
                  <a16:creationId xmlns:a16="http://schemas.microsoft.com/office/drawing/2014/main" id="{E5022C3C-C826-4D2E-B672-F90E2ED64E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7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7" name="Line 79">
              <a:extLst>
                <a:ext uri="{FF2B5EF4-FFF2-40B4-BE49-F238E27FC236}">
                  <a16:creationId xmlns:a16="http://schemas.microsoft.com/office/drawing/2014/main" id="{8C0BAA35-C936-4C8A-A406-784E17FB88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7" y="4871807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28" name="Forma libre 227">
              <a:extLst>
                <a:ext uri="{FF2B5EF4-FFF2-40B4-BE49-F238E27FC236}">
                  <a16:creationId xmlns:a16="http://schemas.microsoft.com/office/drawing/2014/main" id="{C56B1799-F9F5-41EA-9F05-1D3ED4114DFA}"/>
                </a:ext>
              </a:extLst>
            </p:cNvPr>
            <p:cNvSpPr/>
            <p:nvPr/>
          </p:nvSpPr>
          <p:spPr>
            <a:xfrm>
              <a:off x="9698767" y="5009900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grpSp>
        <p:nvGrpSpPr>
          <p:cNvPr id="253077" name="Grupo 228">
            <a:extLst>
              <a:ext uri="{FF2B5EF4-FFF2-40B4-BE49-F238E27FC236}">
                <a16:creationId xmlns:a16="http://schemas.microsoft.com/office/drawing/2014/main" id="{DEB36572-118A-45D4-A3C1-6EC3E75F6326}"/>
              </a:ext>
            </a:extLst>
          </p:cNvPr>
          <p:cNvGrpSpPr>
            <a:grpSpLocks/>
          </p:cNvGrpSpPr>
          <p:nvPr/>
        </p:nvGrpSpPr>
        <p:grpSpPr bwMode="auto">
          <a:xfrm>
            <a:off x="3232150" y="4364038"/>
            <a:ext cx="1431925" cy="947737"/>
            <a:chOff x="8825463" y="2824067"/>
            <a:chExt cx="1431926" cy="947737"/>
          </a:xfrm>
        </p:grpSpPr>
        <p:sp>
          <p:nvSpPr>
            <p:cNvPr id="230" name="Rectangle 42">
              <a:extLst>
                <a:ext uri="{FF2B5EF4-FFF2-40B4-BE49-F238E27FC236}">
                  <a16:creationId xmlns:a16="http://schemas.microsoft.com/office/drawing/2014/main" id="{6D6B8512-B2CA-4AA3-A725-B0A51CE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1" name="Line 44">
              <a:extLst>
                <a:ext uri="{FF2B5EF4-FFF2-40B4-BE49-F238E27FC236}">
                  <a16:creationId xmlns:a16="http://schemas.microsoft.com/office/drawing/2014/main" id="{AF830B2E-9234-49F1-9D38-F341232B6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2" name="Line 45">
              <a:extLst>
                <a:ext uri="{FF2B5EF4-FFF2-40B4-BE49-F238E27FC236}">
                  <a16:creationId xmlns:a16="http://schemas.microsoft.com/office/drawing/2014/main" id="{FACA0CC7-14FE-409A-88C0-7ECAD323F5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4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3" name="Text Box 46">
              <a:extLst>
                <a:ext uri="{FF2B5EF4-FFF2-40B4-BE49-F238E27FC236}">
                  <a16:creationId xmlns:a16="http://schemas.microsoft.com/office/drawing/2014/main" id="{4362C256-C738-4A85-ABFE-9858F61497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4" name="Line 48">
              <a:extLst>
                <a:ext uri="{FF2B5EF4-FFF2-40B4-BE49-F238E27FC236}">
                  <a16:creationId xmlns:a16="http://schemas.microsoft.com/office/drawing/2014/main" id="{A6E1A2B6-46A4-445B-B7C8-7FF6BFA17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2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5" name="Line 49">
              <a:extLst>
                <a:ext uri="{FF2B5EF4-FFF2-40B4-BE49-F238E27FC236}">
                  <a16:creationId xmlns:a16="http://schemas.microsoft.com/office/drawing/2014/main" id="{AB27C465-2028-443C-9C20-7D07C1AE28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4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6" name="Text Box 50">
              <a:extLst>
                <a:ext uri="{FF2B5EF4-FFF2-40B4-BE49-F238E27FC236}">
                  <a16:creationId xmlns:a16="http://schemas.microsoft.com/office/drawing/2014/main" id="{9BCD969A-0B1C-438D-B7E2-C1F7A5E98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37" name="Text Box 51">
              <a:extLst>
                <a:ext uri="{FF2B5EF4-FFF2-40B4-BE49-F238E27FC236}">
                  <a16:creationId xmlns:a16="http://schemas.microsoft.com/office/drawing/2014/main" id="{74CFE1EB-2ECD-4432-806A-5E972B831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4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38" name="Text Box 52">
              <a:extLst>
                <a:ext uri="{FF2B5EF4-FFF2-40B4-BE49-F238E27FC236}">
                  <a16:creationId xmlns:a16="http://schemas.microsoft.com/office/drawing/2014/main" id="{990B2038-CAC2-4CB4-A104-E9CAEA5FFF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39" name="Text Box 53">
              <a:extLst>
                <a:ext uri="{FF2B5EF4-FFF2-40B4-BE49-F238E27FC236}">
                  <a16:creationId xmlns:a16="http://schemas.microsoft.com/office/drawing/2014/main" id="{BC187BA5-E005-4EE7-B250-D61EEB9DA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graphicFrame>
        <p:nvGraphicFramePr>
          <p:cNvPr id="241" name="Tabla 240">
            <a:extLst>
              <a:ext uri="{FF2B5EF4-FFF2-40B4-BE49-F238E27FC236}">
                <a16:creationId xmlns:a16="http://schemas.microsoft.com/office/drawing/2014/main" id="{5D343E56-5377-4790-837E-4CC1F9704064}"/>
              </a:ext>
            </a:extLst>
          </p:cNvPr>
          <p:cNvGraphicFramePr>
            <a:graphicFrameLocks noGrp="1"/>
          </p:cNvGraphicFramePr>
          <p:nvPr/>
        </p:nvGraphicFramePr>
        <p:xfrm>
          <a:off x="4759325" y="5508625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0x00000006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42" name="Tabla 241">
            <a:extLst>
              <a:ext uri="{FF2B5EF4-FFF2-40B4-BE49-F238E27FC236}">
                <a16:creationId xmlns:a16="http://schemas.microsoft.com/office/drawing/2014/main" id="{E79F301D-2B04-4ED2-8963-73BD01C2B384}"/>
              </a:ext>
            </a:extLst>
          </p:cNvPr>
          <p:cNvGraphicFramePr>
            <a:graphicFrameLocks noGrp="1"/>
          </p:cNvGraphicFramePr>
          <p:nvPr/>
        </p:nvGraphicFramePr>
        <p:xfrm>
          <a:off x="2159000" y="5465763"/>
          <a:ext cx="2595563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243" name="Tabla 242">
            <a:extLst>
              <a:ext uri="{FF2B5EF4-FFF2-40B4-BE49-F238E27FC236}">
                <a16:creationId xmlns:a16="http://schemas.microsoft.com/office/drawing/2014/main" id="{6CE269FE-EA7F-4497-B58F-2F48E3D54371}"/>
              </a:ext>
            </a:extLst>
          </p:cNvPr>
          <p:cNvGraphicFramePr>
            <a:graphicFrameLocks noGrp="1"/>
          </p:cNvGraphicFramePr>
          <p:nvPr/>
        </p:nvGraphicFramePr>
        <p:xfrm>
          <a:off x="7615238" y="5457825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253183" name="Grupo 243">
            <a:extLst>
              <a:ext uri="{FF2B5EF4-FFF2-40B4-BE49-F238E27FC236}">
                <a16:creationId xmlns:a16="http://schemas.microsoft.com/office/drawing/2014/main" id="{E48328CE-5EEC-442F-9BF8-320B336A39B9}"/>
              </a:ext>
            </a:extLst>
          </p:cNvPr>
          <p:cNvGrpSpPr>
            <a:grpSpLocks/>
          </p:cNvGrpSpPr>
          <p:nvPr/>
        </p:nvGrpSpPr>
        <p:grpSpPr bwMode="auto">
          <a:xfrm>
            <a:off x="1211263" y="4560888"/>
            <a:ext cx="711200" cy="433387"/>
            <a:chOff x="9983044" y="5009695"/>
            <a:chExt cx="711199" cy="433484"/>
          </a:xfrm>
        </p:grpSpPr>
        <p:sp>
          <p:nvSpPr>
            <p:cNvPr id="245" name="Text Box 49">
              <a:extLst>
                <a:ext uri="{FF2B5EF4-FFF2-40B4-BE49-F238E27FC236}">
                  <a16:creationId xmlns:a16="http://schemas.microsoft.com/office/drawing/2014/main" id="{560853ED-7838-4505-A24E-1D2AC6A1B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6" name="Text Box 47">
              <a:extLst>
                <a:ext uri="{FF2B5EF4-FFF2-40B4-BE49-F238E27FC236}">
                  <a16:creationId xmlns:a16="http://schemas.microsoft.com/office/drawing/2014/main" id="{59FA527C-7174-4A9D-9155-68AEE46B5D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7" name="Rectangle 43">
              <a:extLst>
                <a:ext uri="{FF2B5EF4-FFF2-40B4-BE49-F238E27FC236}">
                  <a16:creationId xmlns:a16="http://schemas.microsoft.com/office/drawing/2014/main" id="{259EECC8-917D-4EEE-87BB-4F24AEAFC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6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8" name="Line 44">
              <a:extLst>
                <a:ext uri="{FF2B5EF4-FFF2-40B4-BE49-F238E27FC236}">
                  <a16:creationId xmlns:a16="http://schemas.microsoft.com/office/drawing/2014/main" id="{52084453-368C-40B5-8715-32CF91941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6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6">
              <a:extLst>
                <a:ext uri="{FF2B5EF4-FFF2-40B4-BE49-F238E27FC236}">
                  <a16:creationId xmlns:a16="http://schemas.microsoft.com/office/drawing/2014/main" id="{B8875A45-E1AF-4118-86E0-D1CC4FEE85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6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Line 48">
              <a:extLst>
                <a:ext uri="{FF2B5EF4-FFF2-40B4-BE49-F238E27FC236}">
                  <a16:creationId xmlns:a16="http://schemas.microsoft.com/office/drawing/2014/main" id="{84138261-1D9C-492C-A397-A1F2BBF73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1" name="Text Box 53">
              <a:extLst>
                <a:ext uri="{FF2B5EF4-FFF2-40B4-BE49-F238E27FC236}">
                  <a16:creationId xmlns:a16="http://schemas.microsoft.com/office/drawing/2014/main" id="{AAA7DF7D-D002-4A14-AD22-2084F5F47C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252" name="Forma libre 251">
              <a:extLst>
                <a:ext uri="{FF2B5EF4-FFF2-40B4-BE49-F238E27FC236}">
                  <a16:creationId xmlns:a16="http://schemas.microsoft.com/office/drawing/2014/main" id="{1D75C71B-C3EB-4E79-9DC7-1EA523595CF0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53" name="Line 45">
              <a:extLst>
                <a:ext uri="{FF2B5EF4-FFF2-40B4-BE49-F238E27FC236}">
                  <a16:creationId xmlns:a16="http://schemas.microsoft.com/office/drawing/2014/main" id="{F6476727-E6FC-4FFC-AAFF-8D8E535B3B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5" y="5225643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55" name="CuadroTexto 254">
            <a:extLst>
              <a:ext uri="{FF2B5EF4-FFF2-40B4-BE49-F238E27FC236}">
                <a16:creationId xmlns:a16="http://schemas.microsoft.com/office/drawing/2014/main" id="{6167B3E1-338F-4397-9CBA-F91757CAAA47}"/>
              </a:ext>
            </a:extLst>
          </p:cNvPr>
          <p:cNvSpPr txBox="1"/>
          <p:nvPr/>
        </p:nvSpPr>
        <p:spPr>
          <a:xfrm>
            <a:off x="1250950" y="5046663"/>
            <a:ext cx="712788" cy="2476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0x1000</a:t>
            </a:r>
            <a:endParaRPr lang="es-ES" sz="1000" dirty="0">
              <a:latin typeface="+mn-lt"/>
            </a:endParaRPr>
          </a:p>
        </p:txBody>
      </p:sp>
      <p:sp>
        <p:nvSpPr>
          <p:cNvPr id="253185" name="CuadroTexto 255">
            <a:extLst>
              <a:ext uri="{FF2B5EF4-FFF2-40B4-BE49-F238E27FC236}">
                <a16:creationId xmlns:a16="http://schemas.microsoft.com/office/drawing/2014/main" id="{FD367748-5C41-4F23-ADA1-18A1124EC3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700" y="3854450"/>
            <a:ext cx="61801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2000">
                <a:solidFill>
                  <a:schemeClr val="accent2"/>
                </a:solidFill>
              </a:rPr>
              <a:t>Estado inicial de los elementos de memoria del procesador</a:t>
            </a:r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51767CF9-A943-454E-B494-75433E8AA0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8B59264C-338F-448A-957B-F779DA713068}" type="slidenum">
              <a:rPr lang="es-ES" altLang="es-ES">
                <a:solidFill>
                  <a:srgbClr val="171717"/>
                </a:solidFill>
              </a:rPr>
              <a:pPr/>
              <a:t>126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86" name="Tabla 385">
            <a:extLst>
              <a:ext uri="{FF2B5EF4-FFF2-40B4-BE49-F238E27FC236}">
                <a16:creationId xmlns:a16="http://schemas.microsoft.com/office/drawing/2014/main" id="{22ED1F46-BDE6-46DB-8590-55E66D7E1A10}"/>
              </a:ext>
            </a:extLst>
          </p:cNvPr>
          <p:cNvGraphicFramePr>
            <a:graphicFrameLocks noGrp="1"/>
          </p:cNvGraphicFramePr>
          <p:nvPr/>
        </p:nvGraphicFramePr>
        <p:xfrm>
          <a:off x="6686550" y="998538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0x00000006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87" name="Tabla 386">
            <a:extLst>
              <a:ext uri="{FF2B5EF4-FFF2-40B4-BE49-F238E27FC236}">
                <a16:creationId xmlns:a16="http://schemas.microsoft.com/office/drawing/2014/main" id="{BB46CB58-4C81-4F66-96BF-BB2234B8428D}"/>
              </a:ext>
            </a:extLst>
          </p:cNvPr>
          <p:cNvGraphicFramePr>
            <a:graphicFrameLocks noGrp="1"/>
          </p:cNvGraphicFramePr>
          <p:nvPr/>
        </p:nvGraphicFramePr>
        <p:xfrm>
          <a:off x="4579938" y="993775"/>
          <a:ext cx="2595562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2" name="Título 1">
            <a:extLst>
              <a:ext uri="{FF2B5EF4-FFF2-40B4-BE49-F238E27FC236}">
                <a16:creationId xmlns:a16="http://schemas.microsoft.com/office/drawing/2014/main" id="{022AFA21-14A9-4865-8FF2-564D2AF65F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5DFDDA3B-2720-4721-AD22-494CA59DB3B9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62AF2BF6-2811-4106-AE12-F1ED876F7C9F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8EF364E4-4BDF-4517-BE73-EFAC4C7BE242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72">
            <a:extLst>
              <a:ext uri="{FF2B5EF4-FFF2-40B4-BE49-F238E27FC236}">
                <a16:creationId xmlns:a16="http://schemas.microsoft.com/office/drawing/2014/main" id="{3FD8FAEF-CC81-45E7-AF1D-2F54238698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9" name="Line 70">
            <a:extLst>
              <a:ext uri="{FF2B5EF4-FFF2-40B4-BE49-F238E27FC236}">
                <a16:creationId xmlns:a16="http://schemas.microsoft.com/office/drawing/2014/main" id="{D982FACB-38BB-476E-99EA-1C4807178011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5D57F718-9A15-4B6D-B5F3-4E8F48B1D6CD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34344E79-18AC-4020-9E33-E53EFEAB0505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5FF6C665-7869-4E58-95C4-85392BC194F0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83E79914-9171-4208-BEF9-F269EF60CCA8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55056" name="Grupo 13">
            <a:extLst>
              <a:ext uri="{FF2B5EF4-FFF2-40B4-BE49-F238E27FC236}">
                <a16:creationId xmlns:a16="http://schemas.microsoft.com/office/drawing/2014/main" id="{6CBCC64F-0045-4795-8845-ACBDBD14987A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15" name="Text Box 37">
              <a:extLst>
                <a:ext uri="{FF2B5EF4-FFF2-40B4-BE49-F238E27FC236}">
                  <a16:creationId xmlns:a16="http://schemas.microsoft.com/office/drawing/2014/main" id="{01AF0B06-59C5-4398-B8B4-E0426C4A52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32">
              <a:extLst>
                <a:ext uri="{FF2B5EF4-FFF2-40B4-BE49-F238E27FC236}">
                  <a16:creationId xmlns:a16="http://schemas.microsoft.com/office/drawing/2014/main" id="{EFCBD21A-BAC5-43C0-A183-8567D966D5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0A547E40-9BE5-4F25-837F-3CFB7B2092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EB127D9C-330C-4CEF-9CDA-C89383CBD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9" name="Text Box 14">
              <a:extLst>
                <a:ext uri="{FF2B5EF4-FFF2-40B4-BE49-F238E27FC236}">
                  <a16:creationId xmlns:a16="http://schemas.microsoft.com/office/drawing/2014/main" id="{657E9D41-0617-4925-9DC9-D25E90F000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6E4702BC-AC84-44BA-8DB0-478901CADA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19C8DE64-EA22-4DA4-9959-D1D30254C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8">
              <a:extLst>
                <a:ext uri="{FF2B5EF4-FFF2-40B4-BE49-F238E27FC236}">
                  <a16:creationId xmlns:a16="http://schemas.microsoft.com/office/drawing/2014/main" id="{865C64DE-98F9-45B8-9F96-AF0F0629F8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9">
              <a:extLst>
                <a:ext uri="{FF2B5EF4-FFF2-40B4-BE49-F238E27FC236}">
                  <a16:creationId xmlns:a16="http://schemas.microsoft.com/office/drawing/2014/main" id="{3A7E9877-70E6-4133-8610-CA42A32CE4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FF0A85C5-5D3E-4FB5-8AC9-C5A97528C0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28BBB185-7C13-4E06-A9F9-4A7DB9E44E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" name="Text Box 15">
              <a:extLst>
                <a:ext uri="{FF2B5EF4-FFF2-40B4-BE49-F238E27FC236}">
                  <a16:creationId xmlns:a16="http://schemas.microsoft.com/office/drawing/2014/main" id="{3815FBFA-55E4-4B7E-97F1-96D675034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9" name="Text Box 16">
              <a:extLst>
                <a:ext uri="{FF2B5EF4-FFF2-40B4-BE49-F238E27FC236}">
                  <a16:creationId xmlns:a16="http://schemas.microsoft.com/office/drawing/2014/main" id="{E9569F93-0DC8-4E35-B1A8-20D6B76D1E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1" name="Text Box 17">
              <a:extLst>
                <a:ext uri="{FF2B5EF4-FFF2-40B4-BE49-F238E27FC236}">
                  <a16:creationId xmlns:a16="http://schemas.microsoft.com/office/drawing/2014/main" id="{12922613-1665-4F9F-9908-58E9843088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18">
              <a:extLst>
                <a:ext uri="{FF2B5EF4-FFF2-40B4-BE49-F238E27FC236}">
                  <a16:creationId xmlns:a16="http://schemas.microsoft.com/office/drawing/2014/main" id="{0FA9FEE5-7846-4F38-9746-F18AF18AF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20">
              <a:extLst>
                <a:ext uri="{FF2B5EF4-FFF2-40B4-BE49-F238E27FC236}">
                  <a16:creationId xmlns:a16="http://schemas.microsoft.com/office/drawing/2014/main" id="{99FE9499-5C75-4758-9471-D80D3205EE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21">
              <a:extLst>
                <a:ext uri="{FF2B5EF4-FFF2-40B4-BE49-F238E27FC236}">
                  <a16:creationId xmlns:a16="http://schemas.microsoft.com/office/drawing/2014/main" id="{DD44FDAE-4D59-4745-AAA9-6036C4540D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BD479A4E-7B7C-47CD-BF98-D58628CF11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44" name="Line 25">
              <a:extLst>
                <a:ext uri="{FF2B5EF4-FFF2-40B4-BE49-F238E27FC236}">
                  <a16:creationId xmlns:a16="http://schemas.microsoft.com/office/drawing/2014/main" id="{7F50C726-EF53-47F5-B849-FE7F57CF8B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26">
              <a:extLst>
                <a:ext uri="{FF2B5EF4-FFF2-40B4-BE49-F238E27FC236}">
                  <a16:creationId xmlns:a16="http://schemas.microsoft.com/office/drawing/2014/main" id="{F3CDBB50-3F09-4985-87A6-8AE04E6379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9A92E575-B22F-42FF-B9AD-DC4C68BC20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346FBA94-584D-4629-821B-61080D988A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31">
              <a:extLst>
                <a:ext uri="{FF2B5EF4-FFF2-40B4-BE49-F238E27FC236}">
                  <a16:creationId xmlns:a16="http://schemas.microsoft.com/office/drawing/2014/main" id="{EDD96622-F4C6-40C2-A6F9-A76560E1C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Text Box 33">
              <a:extLst>
                <a:ext uri="{FF2B5EF4-FFF2-40B4-BE49-F238E27FC236}">
                  <a16:creationId xmlns:a16="http://schemas.microsoft.com/office/drawing/2014/main" id="{28D5913B-DFB0-45F4-8023-1B83A1859A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54" name="Line 35">
              <a:extLst>
                <a:ext uri="{FF2B5EF4-FFF2-40B4-BE49-F238E27FC236}">
                  <a16:creationId xmlns:a16="http://schemas.microsoft.com/office/drawing/2014/main" id="{51168740-BAAD-4691-BE62-5C9B36E08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36">
              <a:extLst>
                <a:ext uri="{FF2B5EF4-FFF2-40B4-BE49-F238E27FC236}">
                  <a16:creationId xmlns:a16="http://schemas.microsoft.com/office/drawing/2014/main" id="{369B8C44-98B6-4D48-B84F-98F1BE797D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0" name="Text Box 38">
              <a:extLst>
                <a:ext uri="{FF2B5EF4-FFF2-40B4-BE49-F238E27FC236}">
                  <a16:creationId xmlns:a16="http://schemas.microsoft.com/office/drawing/2014/main" id="{63C30D33-656F-4639-BA29-1751BBB8CC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61" name="Text Box 39">
              <a:extLst>
                <a:ext uri="{FF2B5EF4-FFF2-40B4-BE49-F238E27FC236}">
                  <a16:creationId xmlns:a16="http://schemas.microsoft.com/office/drawing/2014/main" id="{281B38AF-84FA-4200-98C7-238A7E46EE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62" name="Forma libre 61">
              <a:extLst>
                <a:ext uri="{FF2B5EF4-FFF2-40B4-BE49-F238E27FC236}">
                  <a16:creationId xmlns:a16="http://schemas.microsoft.com/office/drawing/2014/main" id="{2B940ED0-5100-4F80-99A9-9BAD312DDD32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55057" name="Grupo 62">
            <a:extLst>
              <a:ext uri="{FF2B5EF4-FFF2-40B4-BE49-F238E27FC236}">
                <a16:creationId xmlns:a16="http://schemas.microsoft.com/office/drawing/2014/main" id="{C8400F10-376A-433E-9183-3D7A67E7CF4C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4" name="Text Box 80">
              <a:extLst>
                <a:ext uri="{FF2B5EF4-FFF2-40B4-BE49-F238E27FC236}">
                  <a16:creationId xmlns:a16="http://schemas.microsoft.com/office/drawing/2014/main" id="{89CF7057-997E-4E94-886B-CCDA0BB80A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63">
              <a:extLst>
                <a:ext uri="{FF2B5EF4-FFF2-40B4-BE49-F238E27FC236}">
                  <a16:creationId xmlns:a16="http://schemas.microsoft.com/office/drawing/2014/main" id="{CFF74F13-393D-4782-BBA1-B037B8A2EF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6" name="Rectangle 59">
              <a:extLst>
                <a:ext uri="{FF2B5EF4-FFF2-40B4-BE49-F238E27FC236}">
                  <a16:creationId xmlns:a16="http://schemas.microsoft.com/office/drawing/2014/main" id="{A0FB223D-6A5D-410A-A30A-9E1D34468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61">
              <a:extLst>
                <a:ext uri="{FF2B5EF4-FFF2-40B4-BE49-F238E27FC236}">
                  <a16:creationId xmlns:a16="http://schemas.microsoft.com/office/drawing/2014/main" id="{C496EAAE-6EB7-45BB-8BF0-0AF2CDA4B7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9" name="Line 62">
              <a:extLst>
                <a:ext uri="{FF2B5EF4-FFF2-40B4-BE49-F238E27FC236}">
                  <a16:creationId xmlns:a16="http://schemas.microsoft.com/office/drawing/2014/main" id="{CCC4BDF9-B3EA-465E-95F1-2685FAAF0E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0" name="Line 65">
              <a:extLst>
                <a:ext uri="{FF2B5EF4-FFF2-40B4-BE49-F238E27FC236}">
                  <a16:creationId xmlns:a16="http://schemas.microsoft.com/office/drawing/2014/main" id="{64587B0A-25B8-4947-AC55-F0A869E10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50B5471B-3DDF-4AB7-BC74-F85DC6DDDE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67">
              <a:extLst>
                <a:ext uri="{FF2B5EF4-FFF2-40B4-BE49-F238E27FC236}">
                  <a16:creationId xmlns:a16="http://schemas.microsoft.com/office/drawing/2014/main" id="{D529C8D5-553D-4BC0-BE44-213B788C7B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3" name="Text Box 68">
              <a:extLst>
                <a:ext uri="{FF2B5EF4-FFF2-40B4-BE49-F238E27FC236}">
                  <a16:creationId xmlns:a16="http://schemas.microsoft.com/office/drawing/2014/main" id="{5B2DD52E-A885-4531-998C-7A421F686D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74" name="Text Box 69">
              <a:extLst>
                <a:ext uri="{FF2B5EF4-FFF2-40B4-BE49-F238E27FC236}">
                  <a16:creationId xmlns:a16="http://schemas.microsoft.com/office/drawing/2014/main" id="{3F04303C-D742-450E-9428-1337997F3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78" name="Text Box 70">
              <a:extLst>
                <a:ext uri="{FF2B5EF4-FFF2-40B4-BE49-F238E27FC236}">
                  <a16:creationId xmlns:a16="http://schemas.microsoft.com/office/drawing/2014/main" id="{BBCB7F91-6EC5-47A9-9C15-62DBC58F4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82" name="Text Box 71">
              <a:extLst>
                <a:ext uri="{FF2B5EF4-FFF2-40B4-BE49-F238E27FC236}">
                  <a16:creationId xmlns:a16="http://schemas.microsoft.com/office/drawing/2014/main" id="{BC6CADC1-005E-4D67-B54A-A79E941E19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84" name="Line 73">
              <a:extLst>
                <a:ext uri="{FF2B5EF4-FFF2-40B4-BE49-F238E27FC236}">
                  <a16:creationId xmlns:a16="http://schemas.microsoft.com/office/drawing/2014/main" id="{1FF3C3C7-DC22-47C1-A760-58BC1C259F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Text Box 76">
              <a:extLst>
                <a:ext uri="{FF2B5EF4-FFF2-40B4-BE49-F238E27FC236}">
                  <a16:creationId xmlns:a16="http://schemas.microsoft.com/office/drawing/2014/main" id="{30AC2D28-4A6A-4C5A-8BAB-061691D8F2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8" name="Line 78">
              <a:extLst>
                <a:ext uri="{FF2B5EF4-FFF2-40B4-BE49-F238E27FC236}">
                  <a16:creationId xmlns:a16="http://schemas.microsoft.com/office/drawing/2014/main" id="{15B3439E-6119-4FBA-A791-176732543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9" name="Line 79">
              <a:extLst>
                <a:ext uri="{FF2B5EF4-FFF2-40B4-BE49-F238E27FC236}">
                  <a16:creationId xmlns:a16="http://schemas.microsoft.com/office/drawing/2014/main" id="{D577BCC1-22D6-425B-AFF8-8976530C54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0" name="Forma libre 89">
              <a:extLst>
                <a:ext uri="{FF2B5EF4-FFF2-40B4-BE49-F238E27FC236}">
                  <a16:creationId xmlns:a16="http://schemas.microsoft.com/office/drawing/2014/main" id="{3A93F93F-4605-4471-8E19-E4EE84C8A2A8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91" name="Text Box 48">
            <a:extLst>
              <a:ext uri="{FF2B5EF4-FFF2-40B4-BE49-F238E27FC236}">
                <a16:creationId xmlns:a16="http://schemas.microsoft.com/office/drawing/2014/main" id="{38191EF6-B80D-44A1-A50A-1CFB80499F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2" name="Text Box 53">
            <a:extLst>
              <a:ext uri="{FF2B5EF4-FFF2-40B4-BE49-F238E27FC236}">
                <a16:creationId xmlns:a16="http://schemas.microsoft.com/office/drawing/2014/main" id="{E6AA28AD-8058-406C-9C34-353887D57F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4" name="Text Box 57">
            <a:extLst>
              <a:ext uri="{FF2B5EF4-FFF2-40B4-BE49-F238E27FC236}">
                <a16:creationId xmlns:a16="http://schemas.microsoft.com/office/drawing/2014/main" id="{CD5A7795-06A0-4112-A4B7-A1DFFB8A4C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id="{F1A3B154-B9C3-42D2-889E-F183D4E3ACE7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0" name="Line 46">
            <a:extLst>
              <a:ext uri="{FF2B5EF4-FFF2-40B4-BE49-F238E27FC236}">
                <a16:creationId xmlns:a16="http://schemas.microsoft.com/office/drawing/2014/main" id="{7F90D46A-D5D5-4029-84E1-013520AAEF3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70589E34-FC08-40AA-91F0-D03DD61241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6" name="Text Box 49">
            <a:extLst>
              <a:ext uri="{FF2B5EF4-FFF2-40B4-BE49-F238E27FC236}">
                <a16:creationId xmlns:a16="http://schemas.microsoft.com/office/drawing/2014/main" id="{70A35AED-7FCF-40F5-BDD9-4AF845A3F5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110" name="Line 52">
            <a:extLst>
              <a:ext uri="{FF2B5EF4-FFF2-40B4-BE49-F238E27FC236}">
                <a16:creationId xmlns:a16="http://schemas.microsoft.com/office/drawing/2014/main" id="{A719B5F1-5320-4D0D-941D-0C495B0BC99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1" name="Line 56">
            <a:extLst>
              <a:ext uri="{FF2B5EF4-FFF2-40B4-BE49-F238E27FC236}">
                <a16:creationId xmlns:a16="http://schemas.microsoft.com/office/drawing/2014/main" id="{FFA74F97-23D0-4948-B77C-D7C6065151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2" name="Line 60">
            <a:extLst>
              <a:ext uri="{FF2B5EF4-FFF2-40B4-BE49-F238E27FC236}">
                <a16:creationId xmlns:a16="http://schemas.microsoft.com/office/drawing/2014/main" id="{E1FE97BC-7D67-438D-8F8B-F96418FB83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3" name="Text Box 61">
            <a:extLst>
              <a:ext uri="{FF2B5EF4-FFF2-40B4-BE49-F238E27FC236}">
                <a16:creationId xmlns:a16="http://schemas.microsoft.com/office/drawing/2014/main" id="{33D8A294-6098-4E2B-9A45-848C5F26E0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114" name="Text Box 62">
            <a:extLst>
              <a:ext uri="{FF2B5EF4-FFF2-40B4-BE49-F238E27FC236}">
                <a16:creationId xmlns:a16="http://schemas.microsoft.com/office/drawing/2014/main" id="{FC2D777D-A149-47C1-B610-4902378624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C71BE74A-FDB9-4709-ACFD-E9B48899CA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119" name="Text Box 64">
            <a:extLst>
              <a:ext uri="{FF2B5EF4-FFF2-40B4-BE49-F238E27FC236}">
                <a16:creationId xmlns:a16="http://schemas.microsoft.com/office/drawing/2014/main" id="{044D7B53-30F4-48EA-AE56-EC1A213605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120" name="Line 71">
            <a:extLst>
              <a:ext uri="{FF2B5EF4-FFF2-40B4-BE49-F238E27FC236}">
                <a16:creationId xmlns:a16="http://schemas.microsoft.com/office/drawing/2014/main" id="{A6110414-B3B0-4AC9-8FBA-C468F2286C9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1" name="Text Box 72">
            <a:extLst>
              <a:ext uri="{FF2B5EF4-FFF2-40B4-BE49-F238E27FC236}">
                <a16:creationId xmlns:a16="http://schemas.microsoft.com/office/drawing/2014/main" id="{FC1DCC03-866A-434D-B8DC-6B169400AA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122" name="Text Box 144">
            <a:extLst>
              <a:ext uri="{FF2B5EF4-FFF2-40B4-BE49-F238E27FC236}">
                <a16:creationId xmlns:a16="http://schemas.microsoft.com/office/drawing/2014/main" id="{EE6056EC-9074-4695-9C48-21A0E2A02D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123" name="Line 51">
            <a:extLst>
              <a:ext uri="{FF2B5EF4-FFF2-40B4-BE49-F238E27FC236}">
                <a16:creationId xmlns:a16="http://schemas.microsoft.com/office/drawing/2014/main" id="{C839BAFE-A380-4115-9E28-4C1913CEE11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4" name="Line 55">
            <a:extLst>
              <a:ext uri="{FF2B5EF4-FFF2-40B4-BE49-F238E27FC236}">
                <a16:creationId xmlns:a16="http://schemas.microsoft.com/office/drawing/2014/main" id="{815C523A-36C0-4AE3-B1EC-2FA4BD85A89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5" name="Line 70">
            <a:extLst>
              <a:ext uri="{FF2B5EF4-FFF2-40B4-BE49-F238E27FC236}">
                <a16:creationId xmlns:a16="http://schemas.microsoft.com/office/drawing/2014/main" id="{9045EA60-32C0-4322-99B7-DF3C587DC7F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6" name="Line 59">
            <a:extLst>
              <a:ext uri="{FF2B5EF4-FFF2-40B4-BE49-F238E27FC236}">
                <a16:creationId xmlns:a16="http://schemas.microsoft.com/office/drawing/2014/main" id="{A6AA7A7D-E2D0-4981-A9A0-523ED0606DD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55079" name="Grupo 126">
            <a:extLst>
              <a:ext uri="{FF2B5EF4-FFF2-40B4-BE49-F238E27FC236}">
                <a16:creationId xmlns:a16="http://schemas.microsoft.com/office/drawing/2014/main" id="{A6FDA34F-DD92-4D61-B057-BF270723C8E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31" name="Text Box 48">
              <a:extLst>
                <a:ext uri="{FF2B5EF4-FFF2-40B4-BE49-F238E27FC236}">
                  <a16:creationId xmlns:a16="http://schemas.microsoft.com/office/drawing/2014/main" id="{488817A5-1C10-456D-BDD5-1F3EEA9299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FDC7079B-3FB0-4E77-A1A4-2D6034DDDF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3" name="Forma libre 132">
              <a:extLst>
                <a:ext uri="{FF2B5EF4-FFF2-40B4-BE49-F238E27FC236}">
                  <a16:creationId xmlns:a16="http://schemas.microsoft.com/office/drawing/2014/main" id="{5083E99A-57BD-40FC-8356-3062A73C98EC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34" name="Line 46">
              <a:extLst>
                <a:ext uri="{FF2B5EF4-FFF2-40B4-BE49-F238E27FC236}">
                  <a16:creationId xmlns:a16="http://schemas.microsoft.com/office/drawing/2014/main" id="{610E5213-E590-4E6D-92C7-81BEEE8AED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7">
              <a:extLst>
                <a:ext uri="{FF2B5EF4-FFF2-40B4-BE49-F238E27FC236}">
                  <a16:creationId xmlns:a16="http://schemas.microsoft.com/office/drawing/2014/main" id="{668B014B-5D22-438A-9146-E68364F223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F71FDCDA-C134-4A73-A05D-E0F38502AE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ACB32214-5F90-4EB6-BFE5-C808747316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F361967A-4385-4681-8B29-34EB6C16AA02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9" name="Text Box 50">
            <a:extLst>
              <a:ext uri="{FF2B5EF4-FFF2-40B4-BE49-F238E27FC236}">
                <a16:creationId xmlns:a16="http://schemas.microsoft.com/office/drawing/2014/main" id="{60240122-59EF-4446-AB42-9D3C04C3A9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140" name="Forma libre 139">
            <a:extLst>
              <a:ext uri="{FF2B5EF4-FFF2-40B4-BE49-F238E27FC236}">
                <a16:creationId xmlns:a16="http://schemas.microsoft.com/office/drawing/2014/main" id="{0ADD796E-616B-43A5-B1BD-AD64021091F0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2" name="Forma libre 141">
            <a:extLst>
              <a:ext uri="{FF2B5EF4-FFF2-40B4-BE49-F238E27FC236}">
                <a16:creationId xmlns:a16="http://schemas.microsoft.com/office/drawing/2014/main" id="{1E1CD268-FD76-401A-9BEE-7A25A05F0228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" name="Forma libre 142">
            <a:extLst>
              <a:ext uri="{FF2B5EF4-FFF2-40B4-BE49-F238E27FC236}">
                <a16:creationId xmlns:a16="http://schemas.microsoft.com/office/drawing/2014/main" id="{E5A13E5E-AB30-4B16-B506-C23A0B584F59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133FBEE0-468F-4974-AD45-6C1B8B5D25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45" name="Text Box 50">
            <a:extLst>
              <a:ext uri="{FF2B5EF4-FFF2-40B4-BE49-F238E27FC236}">
                <a16:creationId xmlns:a16="http://schemas.microsoft.com/office/drawing/2014/main" id="{EF540189-6477-4C18-B232-5D46B0461E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146" name="Forma libre 145">
            <a:extLst>
              <a:ext uri="{FF2B5EF4-FFF2-40B4-BE49-F238E27FC236}">
                <a16:creationId xmlns:a16="http://schemas.microsoft.com/office/drawing/2014/main" id="{AD603F9C-FC6E-40DF-A86A-A2EFA0CAEF9F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" name="Forma libre 146">
            <a:extLst>
              <a:ext uri="{FF2B5EF4-FFF2-40B4-BE49-F238E27FC236}">
                <a16:creationId xmlns:a16="http://schemas.microsoft.com/office/drawing/2014/main" id="{F4B8AF17-9248-40BB-8E6C-DABD45788A90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8" name="Forma libre 147">
            <a:extLst>
              <a:ext uri="{FF2B5EF4-FFF2-40B4-BE49-F238E27FC236}">
                <a16:creationId xmlns:a16="http://schemas.microsoft.com/office/drawing/2014/main" id="{5BDE4D3A-0CF9-49D1-8AEE-BBFAA784D34D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5090" name="Grupo 148">
            <a:extLst>
              <a:ext uri="{FF2B5EF4-FFF2-40B4-BE49-F238E27FC236}">
                <a16:creationId xmlns:a16="http://schemas.microsoft.com/office/drawing/2014/main" id="{B04389B1-DE05-4B7E-8A53-2F067C5184E5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150" name="Text Box 49">
              <a:extLst>
                <a:ext uri="{FF2B5EF4-FFF2-40B4-BE49-F238E27FC236}">
                  <a16:creationId xmlns:a16="http://schemas.microsoft.com/office/drawing/2014/main" id="{78E46544-4B5C-4610-9E28-F89FE8B28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47">
              <a:extLst>
                <a:ext uri="{FF2B5EF4-FFF2-40B4-BE49-F238E27FC236}">
                  <a16:creationId xmlns:a16="http://schemas.microsoft.com/office/drawing/2014/main" id="{C8969CB8-A8EB-4DEC-9170-273EA6F6C8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Rectangle 43">
              <a:extLst>
                <a:ext uri="{FF2B5EF4-FFF2-40B4-BE49-F238E27FC236}">
                  <a16:creationId xmlns:a16="http://schemas.microsoft.com/office/drawing/2014/main" id="{C4D6A197-470A-47D9-8F33-2A05B69AD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4">
              <a:extLst>
                <a:ext uri="{FF2B5EF4-FFF2-40B4-BE49-F238E27FC236}">
                  <a16:creationId xmlns:a16="http://schemas.microsoft.com/office/drawing/2014/main" id="{1971CD1D-24F2-43C5-BDC9-886C2F1F92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Line 46">
              <a:extLst>
                <a:ext uri="{FF2B5EF4-FFF2-40B4-BE49-F238E27FC236}">
                  <a16:creationId xmlns:a16="http://schemas.microsoft.com/office/drawing/2014/main" id="{0D461690-1551-4AAD-A37A-4A44088A09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Text Box 47">
              <a:extLst>
                <a:ext uri="{FF2B5EF4-FFF2-40B4-BE49-F238E27FC236}">
                  <a16:creationId xmlns:a16="http://schemas.microsoft.com/office/drawing/2014/main" id="{7CCA4D55-B9EC-4428-908C-E457AECDA9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3" name="Line 48">
              <a:extLst>
                <a:ext uri="{FF2B5EF4-FFF2-40B4-BE49-F238E27FC236}">
                  <a16:creationId xmlns:a16="http://schemas.microsoft.com/office/drawing/2014/main" id="{63EBE399-BE9B-4782-90D7-D5BA6AC4C2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Line 44">
              <a:extLst>
                <a:ext uri="{FF2B5EF4-FFF2-40B4-BE49-F238E27FC236}">
                  <a16:creationId xmlns:a16="http://schemas.microsoft.com/office/drawing/2014/main" id="{236060EB-2756-4229-AD40-7F35713AE7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DBD12770-5AF9-4CBC-BC77-6CCFDC81B9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Forma libre 165">
              <a:extLst>
                <a:ext uri="{FF2B5EF4-FFF2-40B4-BE49-F238E27FC236}">
                  <a16:creationId xmlns:a16="http://schemas.microsoft.com/office/drawing/2014/main" id="{0BA57EEE-FCA0-4047-BBAE-87543E60E120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67" name="Text Box 47">
              <a:extLst>
                <a:ext uri="{FF2B5EF4-FFF2-40B4-BE49-F238E27FC236}">
                  <a16:creationId xmlns:a16="http://schemas.microsoft.com/office/drawing/2014/main" id="{BFA7787C-4243-437E-9151-DFE2FEEBAB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68" name="Line 45">
              <a:extLst>
                <a:ext uri="{FF2B5EF4-FFF2-40B4-BE49-F238E27FC236}">
                  <a16:creationId xmlns:a16="http://schemas.microsoft.com/office/drawing/2014/main" id="{28F7905C-2DC8-447B-9C1A-AEA32F4DB2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9" name="Forma libre 168">
            <a:extLst>
              <a:ext uri="{FF2B5EF4-FFF2-40B4-BE49-F238E27FC236}">
                <a16:creationId xmlns:a16="http://schemas.microsoft.com/office/drawing/2014/main" id="{C9C69798-4764-4BDE-B950-280E66F98240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E7B87381-E4F8-4E7E-AB17-6659851DA417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30A8DB65-B101-4000-9664-B2E7AA468D64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2" name="Elipse 171">
            <a:extLst>
              <a:ext uri="{FF2B5EF4-FFF2-40B4-BE49-F238E27FC236}">
                <a16:creationId xmlns:a16="http://schemas.microsoft.com/office/drawing/2014/main" id="{8E0C006C-4B18-45EC-9217-858330A607EF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" name="Line 18">
            <a:extLst>
              <a:ext uri="{FF2B5EF4-FFF2-40B4-BE49-F238E27FC236}">
                <a16:creationId xmlns:a16="http://schemas.microsoft.com/office/drawing/2014/main" id="{2B758198-6808-4045-9715-E6C0ED6715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4" name="Line 56">
            <a:extLst>
              <a:ext uri="{FF2B5EF4-FFF2-40B4-BE49-F238E27FC236}">
                <a16:creationId xmlns:a16="http://schemas.microsoft.com/office/drawing/2014/main" id="{02CBE463-4FB2-4069-9380-1F6FA83582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5" name="Forma libre 174">
            <a:extLst>
              <a:ext uri="{FF2B5EF4-FFF2-40B4-BE49-F238E27FC236}">
                <a16:creationId xmlns:a16="http://schemas.microsoft.com/office/drawing/2014/main" id="{1C8AF07E-BAFE-4056-9ACF-FCDA258CF504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5098" name="Grupo 175">
            <a:extLst>
              <a:ext uri="{FF2B5EF4-FFF2-40B4-BE49-F238E27FC236}">
                <a16:creationId xmlns:a16="http://schemas.microsoft.com/office/drawing/2014/main" id="{C194C923-83FF-47BE-BE3A-3787E7E52CF4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177" name="Text Box 48">
              <a:extLst>
                <a:ext uri="{FF2B5EF4-FFF2-40B4-BE49-F238E27FC236}">
                  <a16:creationId xmlns:a16="http://schemas.microsoft.com/office/drawing/2014/main" id="{FE223494-840B-4848-B8E6-D78BF870A8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8" name="Text Box 57">
              <a:extLst>
                <a:ext uri="{FF2B5EF4-FFF2-40B4-BE49-F238E27FC236}">
                  <a16:creationId xmlns:a16="http://schemas.microsoft.com/office/drawing/2014/main" id="{096304E2-488C-4531-A737-022711919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9" name="Text Box 53">
              <a:extLst>
                <a:ext uri="{FF2B5EF4-FFF2-40B4-BE49-F238E27FC236}">
                  <a16:creationId xmlns:a16="http://schemas.microsoft.com/office/drawing/2014/main" id="{30D616DD-1E22-4208-A0FE-CD6F126C7A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69E0EADC-44D8-41F9-84A2-5B97516F8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47">
              <a:extLst>
                <a:ext uri="{FF2B5EF4-FFF2-40B4-BE49-F238E27FC236}">
                  <a16:creationId xmlns:a16="http://schemas.microsoft.com/office/drawing/2014/main" id="{2B5E3BFC-B3E8-4921-81D8-1D17A4D92B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E17ED88C-2A16-4F5D-B317-ACC7217E5B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52">
              <a:extLst>
                <a:ext uri="{FF2B5EF4-FFF2-40B4-BE49-F238E27FC236}">
                  <a16:creationId xmlns:a16="http://schemas.microsoft.com/office/drawing/2014/main" id="{1511385D-2395-464B-B7C9-75E94188A1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56">
              <a:extLst>
                <a:ext uri="{FF2B5EF4-FFF2-40B4-BE49-F238E27FC236}">
                  <a16:creationId xmlns:a16="http://schemas.microsoft.com/office/drawing/2014/main" id="{29608720-F7E8-4177-B9BA-B65C1DFAAE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Line 55">
              <a:extLst>
                <a:ext uri="{FF2B5EF4-FFF2-40B4-BE49-F238E27FC236}">
                  <a16:creationId xmlns:a16="http://schemas.microsoft.com/office/drawing/2014/main" id="{5FE3DC99-2027-40AD-8511-431C5BD7D5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6" name="Line 51">
              <a:extLst>
                <a:ext uri="{FF2B5EF4-FFF2-40B4-BE49-F238E27FC236}">
                  <a16:creationId xmlns:a16="http://schemas.microsoft.com/office/drawing/2014/main" id="{F0F14B5B-F398-418B-A51A-962679BA32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7" name="Line 46">
              <a:extLst>
                <a:ext uri="{FF2B5EF4-FFF2-40B4-BE49-F238E27FC236}">
                  <a16:creationId xmlns:a16="http://schemas.microsoft.com/office/drawing/2014/main" id="{E5359AEB-8467-4A5D-A2E0-C1B0C5B2C5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702247D1-AB06-4D19-B5A7-53A8EDC78C0B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Forma libre 188">
            <a:extLst>
              <a:ext uri="{FF2B5EF4-FFF2-40B4-BE49-F238E27FC236}">
                <a16:creationId xmlns:a16="http://schemas.microsoft.com/office/drawing/2014/main" id="{76FF466B-940D-48A3-89EB-74064C5C063B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Forma libre 189">
            <a:extLst>
              <a:ext uri="{FF2B5EF4-FFF2-40B4-BE49-F238E27FC236}">
                <a16:creationId xmlns:a16="http://schemas.microsoft.com/office/drawing/2014/main" id="{0468E89C-3618-47B2-8518-7840A4772A81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5102" name="Grupo 190">
            <a:extLst>
              <a:ext uri="{FF2B5EF4-FFF2-40B4-BE49-F238E27FC236}">
                <a16:creationId xmlns:a16="http://schemas.microsoft.com/office/drawing/2014/main" id="{625E6658-93E5-4936-9D70-7E29C0B2CFF2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92" name="Text Box 49">
              <a:extLst>
                <a:ext uri="{FF2B5EF4-FFF2-40B4-BE49-F238E27FC236}">
                  <a16:creationId xmlns:a16="http://schemas.microsoft.com/office/drawing/2014/main" id="{6125ED22-82B7-45B5-8040-634A14C2A7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D17EB151-D254-4177-8CF4-45053C9AE0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4" name="Rectangle 43">
              <a:extLst>
                <a:ext uri="{FF2B5EF4-FFF2-40B4-BE49-F238E27FC236}">
                  <a16:creationId xmlns:a16="http://schemas.microsoft.com/office/drawing/2014/main" id="{7AA6466E-CDCF-4BA9-ADF2-AAE9CF655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5" name="Line 44">
              <a:extLst>
                <a:ext uri="{FF2B5EF4-FFF2-40B4-BE49-F238E27FC236}">
                  <a16:creationId xmlns:a16="http://schemas.microsoft.com/office/drawing/2014/main" id="{A5965BA0-3DB1-4D98-862D-4D3A742C1F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6">
              <a:extLst>
                <a:ext uri="{FF2B5EF4-FFF2-40B4-BE49-F238E27FC236}">
                  <a16:creationId xmlns:a16="http://schemas.microsoft.com/office/drawing/2014/main" id="{BEA7A1AD-7C3F-4472-8DB7-D824EEB8B0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Line 48">
              <a:extLst>
                <a:ext uri="{FF2B5EF4-FFF2-40B4-BE49-F238E27FC236}">
                  <a16:creationId xmlns:a16="http://schemas.microsoft.com/office/drawing/2014/main" id="{4986BDD6-C906-4433-BFBD-27C1496A8F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8" name="Text Box 53">
              <a:extLst>
                <a:ext uri="{FF2B5EF4-FFF2-40B4-BE49-F238E27FC236}">
                  <a16:creationId xmlns:a16="http://schemas.microsoft.com/office/drawing/2014/main" id="{7FE12553-04DE-4344-B07F-C7484AD6E8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99" name="Forma libre 198">
              <a:extLst>
                <a:ext uri="{FF2B5EF4-FFF2-40B4-BE49-F238E27FC236}">
                  <a16:creationId xmlns:a16="http://schemas.microsoft.com/office/drawing/2014/main" id="{DBDC6B80-D5E1-41A4-B713-5913BCC00D10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00" name="Line 45">
              <a:extLst>
                <a:ext uri="{FF2B5EF4-FFF2-40B4-BE49-F238E27FC236}">
                  <a16:creationId xmlns:a16="http://schemas.microsoft.com/office/drawing/2014/main" id="{0CD23D51-95CD-4161-854B-3D72968C1F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55103" name="Grupo 200">
            <a:extLst>
              <a:ext uri="{FF2B5EF4-FFF2-40B4-BE49-F238E27FC236}">
                <a16:creationId xmlns:a16="http://schemas.microsoft.com/office/drawing/2014/main" id="{2D25D097-DE3B-462C-8FEB-17A82DBBB235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02" name="Text Box 48">
              <a:extLst>
                <a:ext uri="{FF2B5EF4-FFF2-40B4-BE49-F238E27FC236}">
                  <a16:creationId xmlns:a16="http://schemas.microsoft.com/office/drawing/2014/main" id="{7BCAF5BD-55CA-4B92-8ABA-1129931FE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3" name="Text Box 57">
              <a:extLst>
                <a:ext uri="{FF2B5EF4-FFF2-40B4-BE49-F238E27FC236}">
                  <a16:creationId xmlns:a16="http://schemas.microsoft.com/office/drawing/2014/main" id="{5101E650-F17F-4075-9B5E-37E166D95E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4" name="Text Box 53">
              <a:extLst>
                <a:ext uri="{FF2B5EF4-FFF2-40B4-BE49-F238E27FC236}">
                  <a16:creationId xmlns:a16="http://schemas.microsoft.com/office/drawing/2014/main" id="{B95A81BA-D6E2-432A-BC44-772A05167B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Freeform 44">
              <a:extLst>
                <a:ext uri="{FF2B5EF4-FFF2-40B4-BE49-F238E27FC236}">
                  <a16:creationId xmlns:a16="http://schemas.microsoft.com/office/drawing/2014/main" id="{76DFBFD3-4FE3-491C-BD3C-31CAECCBF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6" name="Line 47">
              <a:extLst>
                <a:ext uri="{FF2B5EF4-FFF2-40B4-BE49-F238E27FC236}">
                  <a16:creationId xmlns:a16="http://schemas.microsoft.com/office/drawing/2014/main" id="{1FBBEDD7-6E01-4B9E-B3A0-E3FC28224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Text Box 49">
              <a:extLst>
                <a:ext uri="{FF2B5EF4-FFF2-40B4-BE49-F238E27FC236}">
                  <a16:creationId xmlns:a16="http://schemas.microsoft.com/office/drawing/2014/main" id="{237ADCF5-CE38-4B31-8693-30FC39520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52">
              <a:extLst>
                <a:ext uri="{FF2B5EF4-FFF2-40B4-BE49-F238E27FC236}">
                  <a16:creationId xmlns:a16="http://schemas.microsoft.com/office/drawing/2014/main" id="{D76E3E39-9EC0-4A85-93F1-9BE790596B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56">
              <a:extLst>
                <a:ext uri="{FF2B5EF4-FFF2-40B4-BE49-F238E27FC236}">
                  <a16:creationId xmlns:a16="http://schemas.microsoft.com/office/drawing/2014/main" id="{6543135F-29DE-4AD9-9D1A-401488C7CA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6">
              <a:extLst>
                <a:ext uri="{FF2B5EF4-FFF2-40B4-BE49-F238E27FC236}">
                  <a16:creationId xmlns:a16="http://schemas.microsoft.com/office/drawing/2014/main" id="{09207A98-1906-4A38-8BFB-701DF2A976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Line 55">
              <a:extLst>
                <a:ext uri="{FF2B5EF4-FFF2-40B4-BE49-F238E27FC236}">
                  <a16:creationId xmlns:a16="http://schemas.microsoft.com/office/drawing/2014/main" id="{8E242B82-7A34-4AA5-A897-010E02DDBA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Line 51">
              <a:extLst>
                <a:ext uri="{FF2B5EF4-FFF2-40B4-BE49-F238E27FC236}">
                  <a16:creationId xmlns:a16="http://schemas.microsoft.com/office/drawing/2014/main" id="{D572B397-A607-4D8C-9707-2777D215AE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13" name="Forma libre 212">
            <a:extLst>
              <a:ext uri="{FF2B5EF4-FFF2-40B4-BE49-F238E27FC236}">
                <a16:creationId xmlns:a16="http://schemas.microsoft.com/office/drawing/2014/main" id="{2F7797C2-56FC-4F26-B615-67A2005FD43D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4" name="Text Box 46">
            <a:extLst>
              <a:ext uri="{FF2B5EF4-FFF2-40B4-BE49-F238E27FC236}">
                <a16:creationId xmlns:a16="http://schemas.microsoft.com/office/drawing/2014/main" id="{EE413E09-3DAF-444C-9B49-DA79673F4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5" name="Elipse 214">
            <a:extLst>
              <a:ext uri="{FF2B5EF4-FFF2-40B4-BE49-F238E27FC236}">
                <a16:creationId xmlns:a16="http://schemas.microsoft.com/office/drawing/2014/main" id="{10417F4E-7753-4B37-816C-30BDD0FDBED8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5107" name="Grupo 239">
            <a:extLst>
              <a:ext uri="{FF2B5EF4-FFF2-40B4-BE49-F238E27FC236}">
                <a16:creationId xmlns:a16="http://schemas.microsoft.com/office/drawing/2014/main" id="{A4FB7C0A-7C97-4235-85F6-1369F4358CA0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244" name="Rectangle 42">
              <a:extLst>
                <a:ext uri="{FF2B5EF4-FFF2-40B4-BE49-F238E27FC236}">
                  <a16:creationId xmlns:a16="http://schemas.microsoft.com/office/drawing/2014/main" id="{C4C5EC07-DB5C-4F4F-BF76-8FF4E64F8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44">
              <a:extLst>
                <a:ext uri="{FF2B5EF4-FFF2-40B4-BE49-F238E27FC236}">
                  <a16:creationId xmlns:a16="http://schemas.microsoft.com/office/drawing/2014/main" id="{EA09B641-A562-494E-95FF-5B8FF2A1D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45">
              <a:extLst>
                <a:ext uri="{FF2B5EF4-FFF2-40B4-BE49-F238E27FC236}">
                  <a16:creationId xmlns:a16="http://schemas.microsoft.com/office/drawing/2014/main" id="{13AE2A68-EB9C-48CC-A669-020FF9A1AA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46">
              <a:extLst>
                <a:ext uri="{FF2B5EF4-FFF2-40B4-BE49-F238E27FC236}">
                  <a16:creationId xmlns:a16="http://schemas.microsoft.com/office/drawing/2014/main" id="{94B07CA3-B9E2-449A-98BC-8DE5355AB7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Line 48">
              <a:extLst>
                <a:ext uri="{FF2B5EF4-FFF2-40B4-BE49-F238E27FC236}">
                  <a16:creationId xmlns:a16="http://schemas.microsoft.com/office/drawing/2014/main" id="{38F2C7D4-568C-45AF-8932-037559549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9">
              <a:extLst>
                <a:ext uri="{FF2B5EF4-FFF2-40B4-BE49-F238E27FC236}">
                  <a16:creationId xmlns:a16="http://schemas.microsoft.com/office/drawing/2014/main" id="{154A1FA4-AF2F-4710-B191-4079565461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Text Box 50">
              <a:extLst>
                <a:ext uri="{FF2B5EF4-FFF2-40B4-BE49-F238E27FC236}">
                  <a16:creationId xmlns:a16="http://schemas.microsoft.com/office/drawing/2014/main" id="{D9DB9C02-D300-437C-A50A-314B0F1225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1" name="Text Box 51">
              <a:extLst>
                <a:ext uri="{FF2B5EF4-FFF2-40B4-BE49-F238E27FC236}">
                  <a16:creationId xmlns:a16="http://schemas.microsoft.com/office/drawing/2014/main" id="{02480488-BF1D-4B61-AE9F-4E927A96A9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52" name="Text Box 52">
              <a:extLst>
                <a:ext uri="{FF2B5EF4-FFF2-40B4-BE49-F238E27FC236}">
                  <a16:creationId xmlns:a16="http://schemas.microsoft.com/office/drawing/2014/main" id="{49470A62-6F29-4150-87A0-F48C08ED3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Text Box 53">
              <a:extLst>
                <a:ext uri="{FF2B5EF4-FFF2-40B4-BE49-F238E27FC236}">
                  <a16:creationId xmlns:a16="http://schemas.microsoft.com/office/drawing/2014/main" id="{CF2441D3-A4AC-4790-999D-8F1D8ACD40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254" name="Forma libre 253">
            <a:extLst>
              <a:ext uri="{FF2B5EF4-FFF2-40B4-BE49-F238E27FC236}">
                <a16:creationId xmlns:a16="http://schemas.microsoft.com/office/drawing/2014/main" id="{42798CB5-796E-4EF5-AEA3-AA72528718D7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5109" name="Grupo 254">
            <a:extLst>
              <a:ext uri="{FF2B5EF4-FFF2-40B4-BE49-F238E27FC236}">
                <a16:creationId xmlns:a16="http://schemas.microsoft.com/office/drawing/2014/main" id="{A00DB2D0-ABD2-4F7C-B8D9-B607D4FF11F5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256" name="Text Box 49">
              <a:extLst>
                <a:ext uri="{FF2B5EF4-FFF2-40B4-BE49-F238E27FC236}">
                  <a16:creationId xmlns:a16="http://schemas.microsoft.com/office/drawing/2014/main" id="{46F96280-C5D1-4243-9D55-56C387EB4D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7" name="Text Box 47">
              <a:extLst>
                <a:ext uri="{FF2B5EF4-FFF2-40B4-BE49-F238E27FC236}">
                  <a16:creationId xmlns:a16="http://schemas.microsoft.com/office/drawing/2014/main" id="{BE760072-B685-407C-B2B1-AE517A9294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8" name="Text Box 47">
              <a:extLst>
                <a:ext uri="{FF2B5EF4-FFF2-40B4-BE49-F238E27FC236}">
                  <a16:creationId xmlns:a16="http://schemas.microsoft.com/office/drawing/2014/main" id="{0C4982D8-7FE4-4EAD-AB53-395FABB15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Rectangle 43">
              <a:extLst>
                <a:ext uri="{FF2B5EF4-FFF2-40B4-BE49-F238E27FC236}">
                  <a16:creationId xmlns:a16="http://schemas.microsoft.com/office/drawing/2014/main" id="{241BDCD9-4F49-4E96-8C75-2697787BA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10CD7D98-3C92-40A3-9166-5F9B7B36D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1" name="Line 46">
              <a:extLst>
                <a:ext uri="{FF2B5EF4-FFF2-40B4-BE49-F238E27FC236}">
                  <a16:creationId xmlns:a16="http://schemas.microsoft.com/office/drawing/2014/main" id="{4D2B169F-4B4F-4FEB-B010-A3B7880E1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2" name="Line 48">
              <a:extLst>
                <a:ext uri="{FF2B5EF4-FFF2-40B4-BE49-F238E27FC236}">
                  <a16:creationId xmlns:a16="http://schemas.microsoft.com/office/drawing/2014/main" id="{1CEDBC51-0FFD-41FE-8E1E-F6E7D7A253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3" name="Line 46">
              <a:extLst>
                <a:ext uri="{FF2B5EF4-FFF2-40B4-BE49-F238E27FC236}">
                  <a16:creationId xmlns:a16="http://schemas.microsoft.com/office/drawing/2014/main" id="{9A2ADDD1-B7A6-4497-BDCA-AD06040220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4" name="Forma libre 263">
              <a:extLst>
                <a:ext uri="{FF2B5EF4-FFF2-40B4-BE49-F238E27FC236}">
                  <a16:creationId xmlns:a16="http://schemas.microsoft.com/office/drawing/2014/main" id="{2CC8A37D-B5E9-45E3-A8D9-0BC47762AF94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5" name="Text Box 47">
              <a:extLst>
                <a:ext uri="{FF2B5EF4-FFF2-40B4-BE49-F238E27FC236}">
                  <a16:creationId xmlns:a16="http://schemas.microsoft.com/office/drawing/2014/main" id="{8C41AB20-DD12-4A02-85F4-AEB52BDB3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66" name="Line 44">
              <a:extLst>
                <a:ext uri="{FF2B5EF4-FFF2-40B4-BE49-F238E27FC236}">
                  <a16:creationId xmlns:a16="http://schemas.microsoft.com/office/drawing/2014/main" id="{98AD2622-1768-4321-88C5-E2006BE846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44">
              <a:extLst>
                <a:ext uri="{FF2B5EF4-FFF2-40B4-BE49-F238E27FC236}">
                  <a16:creationId xmlns:a16="http://schemas.microsoft.com/office/drawing/2014/main" id="{6AAA9C25-7D64-47DA-8744-A6B1E112F0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68" name="Forma libre 267">
            <a:extLst>
              <a:ext uri="{FF2B5EF4-FFF2-40B4-BE49-F238E27FC236}">
                <a16:creationId xmlns:a16="http://schemas.microsoft.com/office/drawing/2014/main" id="{E78B8B74-4937-40B0-B8B5-4E1CEBC935C1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" name="Line 18">
            <a:extLst>
              <a:ext uri="{FF2B5EF4-FFF2-40B4-BE49-F238E27FC236}">
                <a16:creationId xmlns:a16="http://schemas.microsoft.com/office/drawing/2014/main" id="{BA48CF79-F3A9-4DDF-B768-B18AB2CB4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0" name="Elipse 269">
            <a:extLst>
              <a:ext uri="{FF2B5EF4-FFF2-40B4-BE49-F238E27FC236}">
                <a16:creationId xmlns:a16="http://schemas.microsoft.com/office/drawing/2014/main" id="{33199D42-A490-4D2D-A3AF-34BBDCD3C685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5113" name="Grupo 270">
            <a:extLst>
              <a:ext uri="{FF2B5EF4-FFF2-40B4-BE49-F238E27FC236}">
                <a16:creationId xmlns:a16="http://schemas.microsoft.com/office/drawing/2014/main" id="{599E0F29-4187-4C88-ABEE-29C3E7D9A7FE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272" name="Text Box 49">
              <a:extLst>
                <a:ext uri="{FF2B5EF4-FFF2-40B4-BE49-F238E27FC236}">
                  <a16:creationId xmlns:a16="http://schemas.microsoft.com/office/drawing/2014/main" id="{AC1CEE40-08C5-4085-9232-F6A8F3F196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3" name="Rectangle 43">
              <a:extLst>
                <a:ext uri="{FF2B5EF4-FFF2-40B4-BE49-F238E27FC236}">
                  <a16:creationId xmlns:a16="http://schemas.microsoft.com/office/drawing/2014/main" id="{F1FD9939-58A1-4E8B-9522-6F818FAD9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4" name="Line 44">
              <a:extLst>
                <a:ext uri="{FF2B5EF4-FFF2-40B4-BE49-F238E27FC236}">
                  <a16:creationId xmlns:a16="http://schemas.microsoft.com/office/drawing/2014/main" id="{C6FB9374-3E63-4708-9982-0725056E6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5" name="Line 46">
              <a:extLst>
                <a:ext uri="{FF2B5EF4-FFF2-40B4-BE49-F238E27FC236}">
                  <a16:creationId xmlns:a16="http://schemas.microsoft.com/office/drawing/2014/main" id="{EE7F4341-445B-4101-B8F5-C2ED0FF430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6" name="Text Box 47">
              <a:extLst>
                <a:ext uri="{FF2B5EF4-FFF2-40B4-BE49-F238E27FC236}">
                  <a16:creationId xmlns:a16="http://schemas.microsoft.com/office/drawing/2014/main" id="{45979BD2-BF7C-4723-91D0-DAAFB421A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7" name="Line 48">
              <a:extLst>
                <a:ext uri="{FF2B5EF4-FFF2-40B4-BE49-F238E27FC236}">
                  <a16:creationId xmlns:a16="http://schemas.microsoft.com/office/drawing/2014/main" id="{2BC19C1B-CCB4-4C76-86A1-1170F18099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8" name="Line 44">
              <a:extLst>
                <a:ext uri="{FF2B5EF4-FFF2-40B4-BE49-F238E27FC236}">
                  <a16:creationId xmlns:a16="http://schemas.microsoft.com/office/drawing/2014/main" id="{17E07E28-D1C3-4C8D-8C9B-08AF07914C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46">
              <a:extLst>
                <a:ext uri="{FF2B5EF4-FFF2-40B4-BE49-F238E27FC236}">
                  <a16:creationId xmlns:a16="http://schemas.microsoft.com/office/drawing/2014/main" id="{DA3A1534-6446-4910-8518-91E521E190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47">
              <a:extLst>
                <a:ext uri="{FF2B5EF4-FFF2-40B4-BE49-F238E27FC236}">
                  <a16:creationId xmlns:a16="http://schemas.microsoft.com/office/drawing/2014/main" id="{41F60757-F689-4387-90D4-B1996A2E9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0D466E6A-56A0-44C6-A4E2-CF7227FBE693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82" name="Text Box 47">
              <a:extLst>
                <a:ext uri="{FF2B5EF4-FFF2-40B4-BE49-F238E27FC236}">
                  <a16:creationId xmlns:a16="http://schemas.microsoft.com/office/drawing/2014/main" id="{0C5301C8-C047-4889-B15A-663E1AC6F2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283" name="Line 46">
              <a:extLst>
                <a:ext uri="{FF2B5EF4-FFF2-40B4-BE49-F238E27FC236}">
                  <a16:creationId xmlns:a16="http://schemas.microsoft.com/office/drawing/2014/main" id="{95FB405B-51E1-46B6-84E0-5FAC24FE2C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4" name="Text Box 47">
              <a:extLst>
                <a:ext uri="{FF2B5EF4-FFF2-40B4-BE49-F238E27FC236}">
                  <a16:creationId xmlns:a16="http://schemas.microsoft.com/office/drawing/2014/main" id="{E184318E-988A-4279-8958-AA713C5D48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47">
              <a:extLst>
                <a:ext uri="{FF2B5EF4-FFF2-40B4-BE49-F238E27FC236}">
                  <a16:creationId xmlns:a16="http://schemas.microsoft.com/office/drawing/2014/main" id="{A5DE9586-EC63-4B05-A01C-02DAAE38A0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86" name="Text Box 47">
              <a:extLst>
                <a:ext uri="{FF2B5EF4-FFF2-40B4-BE49-F238E27FC236}">
                  <a16:creationId xmlns:a16="http://schemas.microsoft.com/office/drawing/2014/main" id="{EA696157-1825-46FA-9535-56E10E2E46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287" name="Line 44">
              <a:extLst>
                <a:ext uri="{FF2B5EF4-FFF2-40B4-BE49-F238E27FC236}">
                  <a16:creationId xmlns:a16="http://schemas.microsoft.com/office/drawing/2014/main" id="{975B0FD0-6AE7-477B-B662-1EA8014CCF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5">
              <a:extLst>
                <a:ext uri="{FF2B5EF4-FFF2-40B4-BE49-F238E27FC236}">
                  <a16:creationId xmlns:a16="http://schemas.microsoft.com/office/drawing/2014/main" id="{BE5D2C16-4327-47F9-B3C3-32B42E2F1D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89" name="Line 71">
            <a:extLst>
              <a:ext uri="{FF2B5EF4-FFF2-40B4-BE49-F238E27FC236}">
                <a16:creationId xmlns:a16="http://schemas.microsoft.com/office/drawing/2014/main" id="{3FAB22B6-AC14-4D96-B4C1-B705E9A937F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0" name="Text Box 72">
            <a:extLst>
              <a:ext uri="{FF2B5EF4-FFF2-40B4-BE49-F238E27FC236}">
                <a16:creationId xmlns:a16="http://schemas.microsoft.com/office/drawing/2014/main" id="{277AF1E1-C827-44FD-8208-CD517EEB5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1" name="Line 70">
            <a:extLst>
              <a:ext uri="{FF2B5EF4-FFF2-40B4-BE49-F238E27FC236}">
                <a16:creationId xmlns:a16="http://schemas.microsoft.com/office/drawing/2014/main" id="{D05D113C-EFE3-49F5-A081-CD6A02AF89BB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Forma libre 291">
            <a:extLst>
              <a:ext uri="{FF2B5EF4-FFF2-40B4-BE49-F238E27FC236}">
                <a16:creationId xmlns:a16="http://schemas.microsoft.com/office/drawing/2014/main" id="{8DC4DCA9-6B9E-44EE-94B8-855E999DE05E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3" name="Elipse 292">
            <a:extLst>
              <a:ext uri="{FF2B5EF4-FFF2-40B4-BE49-F238E27FC236}">
                <a16:creationId xmlns:a16="http://schemas.microsoft.com/office/drawing/2014/main" id="{6DC5E1F1-AD19-4DEB-872A-3D48BCDB47F5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4" name="Text Box 50">
            <a:extLst>
              <a:ext uri="{FF2B5EF4-FFF2-40B4-BE49-F238E27FC236}">
                <a16:creationId xmlns:a16="http://schemas.microsoft.com/office/drawing/2014/main" id="{0D4665B7-A18E-45D7-84AD-295D0A7D28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5" name="Conector recto de flecha 294">
            <a:extLst>
              <a:ext uri="{FF2B5EF4-FFF2-40B4-BE49-F238E27FC236}">
                <a16:creationId xmlns:a16="http://schemas.microsoft.com/office/drawing/2014/main" id="{5E5CB5D4-C311-4004-A39D-DD2042656CF3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 Box 72">
            <a:extLst>
              <a:ext uri="{FF2B5EF4-FFF2-40B4-BE49-F238E27FC236}">
                <a16:creationId xmlns:a16="http://schemas.microsoft.com/office/drawing/2014/main" id="{4A908CF6-8295-4195-A0B1-9E51872A5D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7" name="Line 71">
            <a:extLst>
              <a:ext uri="{FF2B5EF4-FFF2-40B4-BE49-F238E27FC236}">
                <a16:creationId xmlns:a16="http://schemas.microsoft.com/office/drawing/2014/main" id="{5FD02502-3547-44FE-A1FD-4E33B902913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98" name="Text Box 50">
            <a:extLst>
              <a:ext uri="{FF2B5EF4-FFF2-40B4-BE49-F238E27FC236}">
                <a16:creationId xmlns:a16="http://schemas.microsoft.com/office/drawing/2014/main" id="{4B03EFF2-6090-41D1-A4CB-566A384201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299" name="Text Box 50">
            <a:extLst>
              <a:ext uri="{FF2B5EF4-FFF2-40B4-BE49-F238E27FC236}">
                <a16:creationId xmlns:a16="http://schemas.microsoft.com/office/drawing/2014/main" id="{416CF329-A625-42AC-81DA-78AA959F08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Text Box 50">
            <a:extLst>
              <a:ext uri="{FF2B5EF4-FFF2-40B4-BE49-F238E27FC236}">
                <a16:creationId xmlns:a16="http://schemas.microsoft.com/office/drawing/2014/main" id="{56F0D894-1F4E-4229-A79C-82543418E4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301" name="Text Box 50">
            <a:extLst>
              <a:ext uri="{FF2B5EF4-FFF2-40B4-BE49-F238E27FC236}">
                <a16:creationId xmlns:a16="http://schemas.microsoft.com/office/drawing/2014/main" id="{DF33D2D4-3627-4353-897C-8DD8BED812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2" name="Text Box 50">
            <a:extLst>
              <a:ext uri="{FF2B5EF4-FFF2-40B4-BE49-F238E27FC236}">
                <a16:creationId xmlns:a16="http://schemas.microsoft.com/office/drawing/2014/main" id="{090C846A-3EEB-4BC1-9A9C-4CA050117E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03" name="Text Box 50">
            <a:extLst>
              <a:ext uri="{FF2B5EF4-FFF2-40B4-BE49-F238E27FC236}">
                <a16:creationId xmlns:a16="http://schemas.microsoft.com/office/drawing/2014/main" id="{3683E985-8EB2-4C34-AF87-5337B5FD1C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04" name="Conector recto 303">
            <a:extLst>
              <a:ext uri="{FF2B5EF4-FFF2-40B4-BE49-F238E27FC236}">
                <a16:creationId xmlns:a16="http://schemas.microsoft.com/office/drawing/2014/main" id="{D8BC2EDE-63FB-42FA-A1ED-F59FF1B242D4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5130" name="Grupo 304">
            <a:extLst>
              <a:ext uri="{FF2B5EF4-FFF2-40B4-BE49-F238E27FC236}">
                <a16:creationId xmlns:a16="http://schemas.microsoft.com/office/drawing/2014/main" id="{C47551A5-DF75-41FC-8F0B-7681D04CCC35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306" name="Forma libre 305">
              <a:extLst>
                <a:ext uri="{FF2B5EF4-FFF2-40B4-BE49-F238E27FC236}">
                  <a16:creationId xmlns:a16="http://schemas.microsoft.com/office/drawing/2014/main" id="{9F04BBCE-AB4B-49EA-AED4-D5309C4B1E0C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78326C34-FDE4-4E1E-9FA4-AEC4C72F2696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8" name="Forma libre 307">
              <a:extLst>
                <a:ext uri="{FF2B5EF4-FFF2-40B4-BE49-F238E27FC236}">
                  <a16:creationId xmlns:a16="http://schemas.microsoft.com/office/drawing/2014/main" id="{68BAEFDF-185F-4261-A342-5ADEBADCCFB4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9" name="Forma libre 308">
              <a:extLst>
                <a:ext uri="{FF2B5EF4-FFF2-40B4-BE49-F238E27FC236}">
                  <a16:creationId xmlns:a16="http://schemas.microsoft.com/office/drawing/2014/main" id="{263777EE-6F57-415B-A56D-36855473246D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310" name="Text Box 50">
            <a:extLst>
              <a:ext uri="{FF2B5EF4-FFF2-40B4-BE49-F238E27FC236}">
                <a16:creationId xmlns:a16="http://schemas.microsoft.com/office/drawing/2014/main" id="{F804AD67-8099-465A-A93F-96BB6EF7EE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1" name="Text Box 72">
            <a:extLst>
              <a:ext uri="{FF2B5EF4-FFF2-40B4-BE49-F238E27FC236}">
                <a16:creationId xmlns:a16="http://schemas.microsoft.com/office/drawing/2014/main" id="{956EEAC3-363F-4F66-885A-A67A5A3196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12" name="Text Box 50">
            <a:extLst>
              <a:ext uri="{FF2B5EF4-FFF2-40B4-BE49-F238E27FC236}">
                <a16:creationId xmlns:a16="http://schemas.microsoft.com/office/drawing/2014/main" id="{1F3E681A-E328-487F-B82D-71C639404A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4C2E72BC-54F4-4FE9-98E4-92FC0BA398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4" name="Text Box 50">
            <a:extLst>
              <a:ext uri="{FF2B5EF4-FFF2-40B4-BE49-F238E27FC236}">
                <a16:creationId xmlns:a16="http://schemas.microsoft.com/office/drawing/2014/main" id="{1165DC58-73D6-44EC-80F7-B0D75E57AA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5" name="Text Box 50">
            <a:extLst>
              <a:ext uri="{FF2B5EF4-FFF2-40B4-BE49-F238E27FC236}">
                <a16:creationId xmlns:a16="http://schemas.microsoft.com/office/drawing/2014/main" id="{09781914-6D72-49A0-8FA4-697EDFF5DA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E799F90D-ED3C-40B2-B0E6-2F1950F857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7" name="Conector recto de flecha 316">
            <a:extLst>
              <a:ext uri="{FF2B5EF4-FFF2-40B4-BE49-F238E27FC236}">
                <a16:creationId xmlns:a16="http://schemas.microsoft.com/office/drawing/2014/main" id="{2864D193-AD54-40D5-9B37-4607561BA73F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Conector recto de flecha 317">
            <a:extLst>
              <a:ext uri="{FF2B5EF4-FFF2-40B4-BE49-F238E27FC236}">
                <a16:creationId xmlns:a16="http://schemas.microsoft.com/office/drawing/2014/main" id="{8CE55534-1F88-49D8-A2A8-7EA0FEF7D12B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Conector recto de flecha 318">
            <a:extLst>
              <a:ext uri="{FF2B5EF4-FFF2-40B4-BE49-F238E27FC236}">
                <a16:creationId xmlns:a16="http://schemas.microsoft.com/office/drawing/2014/main" id="{0AC8CC0B-4B0C-4B85-909A-1BF6E0F0CFA0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Conector recto de flecha 319">
            <a:extLst>
              <a:ext uri="{FF2B5EF4-FFF2-40B4-BE49-F238E27FC236}">
                <a16:creationId xmlns:a16="http://schemas.microsoft.com/office/drawing/2014/main" id="{F13DCBBB-E6AC-463A-9BD9-CC5CC5219817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Conector recto de flecha 320">
            <a:extLst>
              <a:ext uri="{FF2B5EF4-FFF2-40B4-BE49-F238E27FC236}">
                <a16:creationId xmlns:a16="http://schemas.microsoft.com/office/drawing/2014/main" id="{17282B81-41C3-4A04-A4AC-39F3CAF0F422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 Box 50">
            <a:extLst>
              <a:ext uri="{FF2B5EF4-FFF2-40B4-BE49-F238E27FC236}">
                <a16:creationId xmlns:a16="http://schemas.microsoft.com/office/drawing/2014/main" id="{33A83BDD-B09E-4BFE-9787-90BCA7E167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Line 71">
            <a:extLst>
              <a:ext uri="{FF2B5EF4-FFF2-40B4-BE49-F238E27FC236}">
                <a16:creationId xmlns:a16="http://schemas.microsoft.com/office/drawing/2014/main" id="{3261A840-1AA6-45E7-A95E-A6CE2CFD1F6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4" name="Text Box 72">
            <a:extLst>
              <a:ext uri="{FF2B5EF4-FFF2-40B4-BE49-F238E27FC236}">
                <a16:creationId xmlns:a16="http://schemas.microsoft.com/office/drawing/2014/main" id="{AD9E1BB2-DB96-4FFA-905B-5783F4533B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5" name="Line 71">
            <a:extLst>
              <a:ext uri="{FF2B5EF4-FFF2-40B4-BE49-F238E27FC236}">
                <a16:creationId xmlns:a16="http://schemas.microsoft.com/office/drawing/2014/main" id="{EBA15145-9A1F-498F-9D1F-C0235045A7D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6" name="Text Box 72">
            <a:extLst>
              <a:ext uri="{FF2B5EF4-FFF2-40B4-BE49-F238E27FC236}">
                <a16:creationId xmlns:a16="http://schemas.microsoft.com/office/drawing/2014/main" id="{1DC23994-EC17-41C9-B05A-AE443EFC3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7" name="Line 71">
            <a:extLst>
              <a:ext uri="{FF2B5EF4-FFF2-40B4-BE49-F238E27FC236}">
                <a16:creationId xmlns:a16="http://schemas.microsoft.com/office/drawing/2014/main" id="{66ACA39A-A00A-48C9-AB51-5A48F37EA04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CCD231F1-7DA9-434B-93CB-29658625B1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671957E7-03FB-4B5A-B65D-EB661A97709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E59CBB25-6006-4976-8957-2E90FF3F01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481B75DC-6906-4914-A7F8-88765A0BCC4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Forma libre 331">
            <a:extLst>
              <a:ext uri="{FF2B5EF4-FFF2-40B4-BE49-F238E27FC236}">
                <a16:creationId xmlns:a16="http://schemas.microsoft.com/office/drawing/2014/main" id="{0A81C99A-CB48-49B8-99DC-7300D70578F6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3" name="Forma libre 332">
            <a:extLst>
              <a:ext uri="{FF2B5EF4-FFF2-40B4-BE49-F238E27FC236}">
                <a16:creationId xmlns:a16="http://schemas.microsoft.com/office/drawing/2014/main" id="{74D97D23-67F6-4374-AD1A-976154F3E0E6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5155" name="CuadroTexto 348">
            <a:extLst>
              <a:ext uri="{FF2B5EF4-FFF2-40B4-BE49-F238E27FC236}">
                <a16:creationId xmlns:a16="http://schemas.microsoft.com/office/drawing/2014/main" id="{03FD1DAE-21CC-4A36-B578-5AE69F7E65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55713"/>
            <a:ext cx="3792538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rgbClr val="C0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lw x8, -4(x9)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BR[8] </a:t>
            </a:r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 MEM[BR[9] + sExt(-4)], 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PC  PC + 4</a:t>
            </a:r>
            <a:endParaRPr lang="es-ES" altLang="es-ES">
              <a:solidFill>
                <a:schemeClr val="accent2"/>
              </a:solidFill>
              <a:ea typeface="ＭＳ Ｐゴシック" panose="020B0600070205080204" pitchFamily="34" charset="-128"/>
              <a:cs typeface="Courier New" panose="02070309020205020404" pitchFamily="49" charset="0"/>
            </a:endParaRPr>
          </a:p>
        </p:txBody>
      </p:sp>
      <p:sp>
        <p:nvSpPr>
          <p:cNvPr id="255156" name="CuadroTexto 349">
            <a:extLst>
              <a:ext uri="{FF2B5EF4-FFF2-40B4-BE49-F238E27FC236}">
                <a16:creationId xmlns:a16="http://schemas.microsoft.com/office/drawing/2014/main" id="{4135A5BC-A78F-4C40-8269-26967D0A57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0863" y="714375"/>
            <a:ext cx="6288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Mem. instrucciones                Banco de registros                            Memoria de datos</a:t>
            </a:r>
          </a:p>
        </p:txBody>
      </p:sp>
      <p:sp>
        <p:nvSpPr>
          <p:cNvPr id="351" name="CuadroTexto 350">
            <a:extLst>
              <a:ext uri="{FF2B5EF4-FFF2-40B4-BE49-F238E27FC236}">
                <a16:creationId xmlns:a16="http://schemas.microsoft.com/office/drawing/2014/main" id="{9849E8B3-9136-4B55-BE19-872BA704BCD5}"/>
              </a:ext>
            </a:extLst>
          </p:cNvPr>
          <p:cNvSpPr txBox="1"/>
          <p:nvPr/>
        </p:nvSpPr>
        <p:spPr>
          <a:xfrm>
            <a:off x="2470150" y="4700588"/>
            <a:ext cx="973138" cy="18573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85" name="CuadroTexto 384">
            <a:extLst>
              <a:ext uri="{FF2B5EF4-FFF2-40B4-BE49-F238E27FC236}">
                <a16:creationId xmlns:a16="http://schemas.microsoft.com/office/drawing/2014/main" id="{2254A783-98BB-4504-BADE-76C7A0C3A645}"/>
              </a:ext>
            </a:extLst>
          </p:cNvPr>
          <p:cNvSpPr txBox="1"/>
          <p:nvPr/>
        </p:nvSpPr>
        <p:spPr>
          <a:xfrm>
            <a:off x="6824663" y="5881688"/>
            <a:ext cx="990600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sz="1200" dirty="0">
              <a:solidFill>
                <a:schemeClr val="accent5"/>
              </a:solidFill>
              <a:latin typeface="+mn-lt"/>
            </a:endParaRPr>
          </a:p>
        </p:txBody>
      </p:sp>
      <p:graphicFrame>
        <p:nvGraphicFramePr>
          <p:cNvPr id="388" name="Tabla 387">
            <a:extLst>
              <a:ext uri="{FF2B5EF4-FFF2-40B4-BE49-F238E27FC236}">
                <a16:creationId xmlns:a16="http://schemas.microsoft.com/office/drawing/2014/main" id="{1A2E028E-DE2B-4CE6-A1F9-E3200C6EC393}"/>
              </a:ext>
            </a:extLst>
          </p:cNvPr>
          <p:cNvGraphicFramePr>
            <a:graphicFrameLocks noGrp="1"/>
          </p:cNvGraphicFramePr>
          <p:nvPr/>
        </p:nvGraphicFramePr>
        <p:xfrm>
          <a:off x="9275763" y="998538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 Box 50">
            <a:extLst>
              <a:ext uri="{FF2B5EF4-FFF2-40B4-BE49-F238E27FC236}">
                <a16:creationId xmlns:a16="http://schemas.microsoft.com/office/drawing/2014/main" id="{0283DDDB-E688-4795-90BA-FD906111A6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23" name="Marcador de número de diapositiva 22">
            <a:extLst>
              <a:ext uri="{FF2B5EF4-FFF2-40B4-BE49-F238E27FC236}">
                <a16:creationId xmlns:a16="http://schemas.microsoft.com/office/drawing/2014/main" id="{D0041FA0-BEC4-4BEB-A774-E2337F7E96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22B71E6-387F-4C9A-B987-1FE5107CA252}" type="slidenum">
              <a:rPr lang="es-ES" altLang="es-ES">
                <a:solidFill>
                  <a:srgbClr val="171717"/>
                </a:solidFill>
              </a:rPr>
              <a:pPr/>
              <a:t>127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0D0FE40-EEE0-4D4C-A105-8B6D30000F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48AFB87E-9FB5-4198-94CD-D9529ABC25D0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94AC186C-5105-4289-B21B-579F582413B1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A06793C1-0B42-4E9A-B595-C2FF43B56981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72">
            <a:extLst>
              <a:ext uri="{FF2B5EF4-FFF2-40B4-BE49-F238E27FC236}">
                <a16:creationId xmlns:a16="http://schemas.microsoft.com/office/drawing/2014/main" id="{A91C1594-AE12-4DCC-BC72-5F71346E7C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9" name="Line 70">
            <a:extLst>
              <a:ext uri="{FF2B5EF4-FFF2-40B4-BE49-F238E27FC236}">
                <a16:creationId xmlns:a16="http://schemas.microsoft.com/office/drawing/2014/main" id="{7BAAF899-83EF-455E-B6E1-3B49A906AF73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B0554831-C4CB-4043-AA7D-1EAAA92EBAA4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17784C1B-FBF3-4952-AEC9-102659D443F4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7AC4EC5C-2146-48AD-B219-D7E0A4A1FAEF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10733C54-F97A-4A80-A1DF-78A683B2AC68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57035" name="Grupo 13">
            <a:extLst>
              <a:ext uri="{FF2B5EF4-FFF2-40B4-BE49-F238E27FC236}">
                <a16:creationId xmlns:a16="http://schemas.microsoft.com/office/drawing/2014/main" id="{26F37728-AF75-4B75-840C-C76AF15AF23E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15" name="Text Box 37">
              <a:extLst>
                <a:ext uri="{FF2B5EF4-FFF2-40B4-BE49-F238E27FC236}">
                  <a16:creationId xmlns:a16="http://schemas.microsoft.com/office/drawing/2014/main" id="{FD08B2AF-6B44-42C3-A88F-BD91FCE76D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32">
              <a:extLst>
                <a:ext uri="{FF2B5EF4-FFF2-40B4-BE49-F238E27FC236}">
                  <a16:creationId xmlns:a16="http://schemas.microsoft.com/office/drawing/2014/main" id="{1B352A6D-1907-4006-9F49-7325EC39C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8D043E6C-8594-4E2D-8960-1E57AA9A0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83ECC756-0071-4F4A-A776-3374F73198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9" name="Text Box 14">
              <a:extLst>
                <a:ext uri="{FF2B5EF4-FFF2-40B4-BE49-F238E27FC236}">
                  <a16:creationId xmlns:a16="http://schemas.microsoft.com/office/drawing/2014/main" id="{8A18B401-8802-433C-936E-67DB651B94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4B1B6614-9667-4EE9-B61B-58FDBFC0A1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66EED45B-DD37-47E9-AD65-C20E46AB1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8">
              <a:extLst>
                <a:ext uri="{FF2B5EF4-FFF2-40B4-BE49-F238E27FC236}">
                  <a16:creationId xmlns:a16="http://schemas.microsoft.com/office/drawing/2014/main" id="{640618AF-ACC4-464D-A4DF-A9E161E47A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9">
              <a:extLst>
                <a:ext uri="{FF2B5EF4-FFF2-40B4-BE49-F238E27FC236}">
                  <a16:creationId xmlns:a16="http://schemas.microsoft.com/office/drawing/2014/main" id="{1E32F27F-2E97-4AD0-B9EF-C170C96CF8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6C725CA7-3B71-4A3E-9113-C0826E2AF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A7E690C6-D6B6-4C55-B6E0-061DDB9D99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" name="Text Box 15">
              <a:extLst>
                <a:ext uri="{FF2B5EF4-FFF2-40B4-BE49-F238E27FC236}">
                  <a16:creationId xmlns:a16="http://schemas.microsoft.com/office/drawing/2014/main" id="{B5E5AE3D-CFDF-481F-9379-115C8F94E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9" name="Text Box 16">
              <a:extLst>
                <a:ext uri="{FF2B5EF4-FFF2-40B4-BE49-F238E27FC236}">
                  <a16:creationId xmlns:a16="http://schemas.microsoft.com/office/drawing/2014/main" id="{DE178E97-2460-4209-AC7F-58B87F07D2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1" name="Text Box 17">
              <a:extLst>
                <a:ext uri="{FF2B5EF4-FFF2-40B4-BE49-F238E27FC236}">
                  <a16:creationId xmlns:a16="http://schemas.microsoft.com/office/drawing/2014/main" id="{04A48343-FEC7-4D7F-9396-78620B570C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18">
              <a:extLst>
                <a:ext uri="{FF2B5EF4-FFF2-40B4-BE49-F238E27FC236}">
                  <a16:creationId xmlns:a16="http://schemas.microsoft.com/office/drawing/2014/main" id="{BFB430A6-F923-4CAA-A4C7-3FB4669A7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20">
              <a:extLst>
                <a:ext uri="{FF2B5EF4-FFF2-40B4-BE49-F238E27FC236}">
                  <a16:creationId xmlns:a16="http://schemas.microsoft.com/office/drawing/2014/main" id="{07E4C3B1-B580-4A34-B479-DC2EA6FDDE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21">
              <a:extLst>
                <a:ext uri="{FF2B5EF4-FFF2-40B4-BE49-F238E27FC236}">
                  <a16:creationId xmlns:a16="http://schemas.microsoft.com/office/drawing/2014/main" id="{B6096520-22B1-4068-8EE9-FB4EBDCD77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7D6ECCD8-4CBA-47AF-9F8B-2C72734C36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44" name="Line 25">
              <a:extLst>
                <a:ext uri="{FF2B5EF4-FFF2-40B4-BE49-F238E27FC236}">
                  <a16:creationId xmlns:a16="http://schemas.microsoft.com/office/drawing/2014/main" id="{3BD5B5CA-492A-4B50-90AF-504DB8EC7C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26">
              <a:extLst>
                <a:ext uri="{FF2B5EF4-FFF2-40B4-BE49-F238E27FC236}">
                  <a16:creationId xmlns:a16="http://schemas.microsoft.com/office/drawing/2014/main" id="{D1F1713B-1522-4B06-9795-7F409C1325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DA871E4F-318E-4D7A-8466-9F1F527289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514C3C4C-C986-4B48-8779-466C5D34F8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31">
              <a:extLst>
                <a:ext uri="{FF2B5EF4-FFF2-40B4-BE49-F238E27FC236}">
                  <a16:creationId xmlns:a16="http://schemas.microsoft.com/office/drawing/2014/main" id="{2B5D0D93-068B-4A7A-8B15-82EC9966B2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Text Box 33">
              <a:extLst>
                <a:ext uri="{FF2B5EF4-FFF2-40B4-BE49-F238E27FC236}">
                  <a16:creationId xmlns:a16="http://schemas.microsoft.com/office/drawing/2014/main" id="{FF2A432B-114A-4DEE-A275-B864A7A46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54" name="Line 35">
              <a:extLst>
                <a:ext uri="{FF2B5EF4-FFF2-40B4-BE49-F238E27FC236}">
                  <a16:creationId xmlns:a16="http://schemas.microsoft.com/office/drawing/2014/main" id="{EDEBB24D-6B44-4667-A6A8-C2B07E2E0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36">
              <a:extLst>
                <a:ext uri="{FF2B5EF4-FFF2-40B4-BE49-F238E27FC236}">
                  <a16:creationId xmlns:a16="http://schemas.microsoft.com/office/drawing/2014/main" id="{1A328CC7-CC8C-4E77-9458-2C929B283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0" name="Text Box 38">
              <a:extLst>
                <a:ext uri="{FF2B5EF4-FFF2-40B4-BE49-F238E27FC236}">
                  <a16:creationId xmlns:a16="http://schemas.microsoft.com/office/drawing/2014/main" id="{334E1273-4731-4CFC-883E-B60B3C552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61" name="Text Box 39">
              <a:extLst>
                <a:ext uri="{FF2B5EF4-FFF2-40B4-BE49-F238E27FC236}">
                  <a16:creationId xmlns:a16="http://schemas.microsoft.com/office/drawing/2014/main" id="{AE23D519-D2DB-4FF7-A718-B35318AFAE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62" name="Forma libre 61">
              <a:extLst>
                <a:ext uri="{FF2B5EF4-FFF2-40B4-BE49-F238E27FC236}">
                  <a16:creationId xmlns:a16="http://schemas.microsoft.com/office/drawing/2014/main" id="{A5100C25-F054-47B7-A2F6-247757F2632A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57036" name="Grupo 62">
            <a:extLst>
              <a:ext uri="{FF2B5EF4-FFF2-40B4-BE49-F238E27FC236}">
                <a16:creationId xmlns:a16="http://schemas.microsoft.com/office/drawing/2014/main" id="{9F5EBBB6-49C7-44C7-B3BB-25BD989288E3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4" name="Text Box 80">
              <a:extLst>
                <a:ext uri="{FF2B5EF4-FFF2-40B4-BE49-F238E27FC236}">
                  <a16:creationId xmlns:a16="http://schemas.microsoft.com/office/drawing/2014/main" id="{B00442DE-1557-4B35-9710-4C590770EF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63">
              <a:extLst>
                <a:ext uri="{FF2B5EF4-FFF2-40B4-BE49-F238E27FC236}">
                  <a16:creationId xmlns:a16="http://schemas.microsoft.com/office/drawing/2014/main" id="{C5AA91E3-51BA-42FD-9A39-D26C8E5DC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6" name="Rectangle 59">
              <a:extLst>
                <a:ext uri="{FF2B5EF4-FFF2-40B4-BE49-F238E27FC236}">
                  <a16:creationId xmlns:a16="http://schemas.microsoft.com/office/drawing/2014/main" id="{156FCAB4-922B-4EF8-8E63-F180570C9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61">
              <a:extLst>
                <a:ext uri="{FF2B5EF4-FFF2-40B4-BE49-F238E27FC236}">
                  <a16:creationId xmlns:a16="http://schemas.microsoft.com/office/drawing/2014/main" id="{291B36B9-1284-4824-A88D-21577D609B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9" name="Line 62">
              <a:extLst>
                <a:ext uri="{FF2B5EF4-FFF2-40B4-BE49-F238E27FC236}">
                  <a16:creationId xmlns:a16="http://schemas.microsoft.com/office/drawing/2014/main" id="{70183FC4-5010-424B-9439-C4E5C0364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0" name="Line 65">
              <a:extLst>
                <a:ext uri="{FF2B5EF4-FFF2-40B4-BE49-F238E27FC236}">
                  <a16:creationId xmlns:a16="http://schemas.microsoft.com/office/drawing/2014/main" id="{295BBB9F-3324-44F0-B855-F881BEE38B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2B1993D9-15D9-415A-8517-4BD6591F5D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67">
              <a:extLst>
                <a:ext uri="{FF2B5EF4-FFF2-40B4-BE49-F238E27FC236}">
                  <a16:creationId xmlns:a16="http://schemas.microsoft.com/office/drawing/2014/main" id="{A976AD4F-9C7C-47A9-8E95-379737CFFD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3" name="Text Box 68">
              <a:extLst>
                <a:ext uri="{FF2B5EF4-FFF2-40B4-BE49-F238E27FC236}">
                  <a16:creationId xmlns:a16="http://schemas.microsoft.com/office/drawing/2014/main" id="{4C1B65D7-4466-471D-91B4-9D5983032E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74" name="Text Box 69">
              <a:extLst>
                <a:ext uri="{FF2B5EF4-FFF2-40B4-BE49-F238E27FC236}">
                  <a16:creationId xmlns:a16="http://schemas.microsoft.com/office/drawing/2014/main" id="{EF54F77C-EBCE-4E5F-B051-BE754DDA6E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78" name="Text Box 70">
              <a:extLst>
                <a:ext uri="{FF2B5EF4-FFF2-40B4-BE49-F238E27FC236}">
                  <a16:creationId xmlns:a16="http://schemas.microsoft.com/office/drawing/2014/main" id="{D39AFA45-589A-45E0-94AA-F978A4B86B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82" name="Text Box 71">
              <a:extLst>
                <a:ext uri="{FF2B5EF4-FFF2-40B4-BE49-F238E27FC236}">
                  <a16:creationId xmlns:a16="http://schemas.microsoft.com/office/drawing/2014/main" id="{70293CAA-3196-4425-93CB-BDF156C2A0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84" name="Line 73">
              <a:extLst>
                <a:ext uri="{FF2B5EF4-FFF2-40B4-BE49-F238E27FC236}">
                  <a16:creationId xmlns:a16="http://schemas.microsoft.com/office/drawing/2014/main" id="{45B5D133-7813-423E-9805-C20E6B9000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Text Box 76">
              <a:extLst>
                <a:ext uri="{FF2B5EF4-FFF2-40B4-BE49-F238E27FC236}">
                  <a16:creationId xmlns:a16="http://schemas.microsoft.com/office/drawing/2014/main" id="{8F5F3C91-9FAB-42A7-886B-1D224B1C07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8" name="Line 78">
              <a:extLst>
                <a:ext uri="{FF2B5EF4-FFF2-40B4-BE49-F238E27FC236}">
                  <a16:creationId xmlns:a16="http://schemas.microsoft.com/office/drawing/2014/main" id="{387F9079-FC35-4E96-BF74-D9264CA948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9" name="Line 79">
              <a:extLst>
                <a:ext uri="{FF2B5EF4-FFF2-40B4-BE49-F238E27FC236}">
                  <a16:creationId xmlns:a16="http://schemas.microsoft.com/office/drawing/2014/main" id="{23A9DF73-6E09-43C0-8FC4-CCE9AC264A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0" name="Forma libre 89">
              <a:extLst>
                <a:ext uri="{FF2B5EF4-FFF2-40B4-BE49-F238E27FC236}">
                  <a16:creationId xmlns:a16="http://schemas.microsoft.com/office/drawing/2014/main" id="{E4298C82-699B-4D3C-9E9F-C72698482519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91" name="Text Box 48">
            <a:extLst>
              <a:ext uri="{FF2B5EF4-FFF2-40B4-BE49-F238E27FC236}">
                <a16:creationId xmlns:a16="http://schemas.microsoft.com/office/drawing/2014/main" id="{C427FEDD-2978-4EBA-81C7-BA79E1B147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2" name="Text Box 53">
            <a:extLst>
              <a:ext uri="{FF2B5EF4-FFF2-40B4-BE49-F238E27FC236}">
                <a16:creationId xmlns:a16="http://schemas.microsoft.com/office/drawing/2014/main" id="{D2313AEF-A0B6-4F84-BB71-F51C631FCF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4" name="Text Box 57">
            <a:extLst>
              <a:ext uri="{FF2B5EF4-FFF2-40B4-BE49-F238E27FC236}">
                <a16:creationId xmlns:a16="http://schemas.microsoft.com/office/drawing/2014/main" id="{BB84B534-6673-4A8C-B815-F5E9D2332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id="{F4DEC931-F3B9-456B-BDD2-61A868A1E338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0" name="Line 46">
            <a:extLst>
              <a:ext uri="{FF2B5EF4-FFF2-40B4-BE49-F238E27FC236}">
                <a16:creationId xmlns:a16="http://schemas.microsoft.com/office/drawing/2014/main" id="{0EBA04C7-59DB-488E-BF96-C3330E03796E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C5DFAFBC-9697-490F-8443-006F3A8753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6" name="Text Box 49">
            <a:extLst>
              <a:ext uri="{FF2B5EF4-FFF2-40B4-BE49-F238E27FC236}">
                <a16:creationId xmlns:a16="http://schemas.microsoft.com/office/drawing/2014/main" id="{CE6DC7E1-4603-4606-A904-FB1BF2BD8C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110" name="Line 52">
            <a:extLst>
              <a:ext uri="{FF2B5EF4-FFF2-40B4-BE49-F238E27FC236}">
                <a16:creationId xmlns:a16="http://schemas.microsoft.com/office/drawing/2014/main" id="{C01A6B52-4397-4E95-8D40-117B406AE7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1" name="Line 56">
            <a:extLst>
              <a:ext uri="{FF2B5EF4-FFF2-40B4-BE49-F238E27FC236}">
                <a16:creationId xmlns:a16="http://schemas.microsoft.com/office/drawing/2014/main" id="{69C7B864-B3E5-4535-9DDD-8D82A18B0CA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2" name="Line 60">
            <a:extLst>
              <a:ext uri="{FF2B5EF4-FFF2-40B4-BE49-F238E27FC236}">
                <a16:creationId xmlns:a16="http://schemas.microsoft.com/office/drawing/2014/main" id="{DB737A1B-37A0-4606-A7CF-0E0EEFF47A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3" name="Text Box 61">
            <a:extLst>
              <a:ext uri="{FF2B5EF4-FFF2-40B4-BE49-F238E27FC236}">
                <a16:creationId xmlns:a16="http://schemas.microsoft.com/office/drawing/2014/main" id="{CFCC0F5A-AD9F-4324-84D7-2DEE7875FA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114" name="Text Box 62">
            <a:extLst>
              <a:ext uri="{FF2B5EF4-FFF2-40B4-BE49-F238E27FC236}">
                <a16:creationId xmlns:a16="http://schemas.microsoft.com/office/drawing/2014/main" id="{1E8F5C07-AD5C-466D-B979-7E46184884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072067B5-7FDF-4DB5-B14F-8FE38E400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119" name="Text Box 64">
            <a:extLst>
              <a:ext uri="{FF2B5EF4-FFF2-40B4-BE49-F238E27FC236}">
                <a16:creationId xmlns:a16="http://schemas.microsoft.com/office/drawing/2014/main" id="{16BFC0AA-5A2A-4D97-B513-0EDC11927B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120" name="Line 71">
            <a:extLst>
              <a:ext uri="{FF2B5EF4-FFF2-40B4-BE49-F238E27FC236}">
                <a16:creationId xmlns:a16="http://schemas.microsoft.com/office/drawing/2014/main" id="{5DDCC801-C75B-4E3E-AC01-F5339DD1D0B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1" name="Text Box 72">
            <a:extLst>
              <a:ext uri="{FF2B5EF4-FFF2-40B4-BE49-F238E27FC236}">
                <a16:creationId xmlns:a16="http://schemas.microsoft.com/office/drawing/2014/main" id="{0D6F1944-FC7A-4DE7-BDC8-80F0353543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122" name="Text Box 144">
            <a:extLst>
              <a:ext uri="{FF2B5EF4-FFF2-40B4-BE49-F238E27FC236}">
                <a16:creationId xmlns:a16="http://schemas.microsoft.com/office/drawing/2014/main" id="{AC30E735-7028-40D6-963A-20181BB3F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123" name="Line 51">
            <a:extLst>
              <a:ext uri="{FF2B5EF4-FFF2-40B4-BE49-F238E27FC236}">
                <a16:creationId xmlns:a16="http://schemas.microsoft.com/office/drawing/2014/main" id="{7BFF90C8-F1F0-4179-90E1-E1A3E4B52E04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4" name="Line 55">
            <a:extLst>
              <a:ext uri="{FF2B5EF4-FFF2-40B4-BE49-F238E27FC236}">
                <a16:creationId xmlns:a16="http://schemas.microsoft.com/office/drawing/2014/main" id="{F92F4885-C9CA-4DC0-BEE0-C2AD158C3DB0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5" name="Line 70">
            <a:extLst>
              <a:ext uri="{FF2B5EF4-FFF2-40B4-BE49-F238E27FC236}">
                <a16:creationId xmlns:a16="http://schemas.microsoft.com/office/drawing/2014/main" id="{0E069215-5C45-4416-9093-1D0226598982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6" name="Line 59">
            <a:extLst>
              <a:ext uri="{FF2B5EF4-FFF2-40B4-BE49-F238E27FC236}">
                <a16:creationId xmlns:a16="http://schemas.microsoft.com/office/drawing/2014/main" id="{D3916E90-E19F-4F60-9B28-27FC22E6DB5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57058" name="Grupo 126">
            <a:extLst>
              <a:ext uri="{FF2B5EF4-FFF2-40B4-BE49-F238E27FC236}">
                <a16:creationId xmlns:a16="http://schemas.microsoft.com/office/drawing/2014/main" id="{EF01F718-BAA4-4EBE-BC00-AD3034FE92E4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31" name="Text Box 48">
              <a:extLst>
                <a:ext uri="{FF2B5EF4-FFF2-40B4-BE49-F238E27FC236}">
                  <a16:creationId xmlns:a16="http://schemas.microsoft.com/office/drawing/2014/main" id="{BB180E11-1E93-4B5B-8C0E-94808C8312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3DC6AB97-2556-41BB-9ACA-4F4D35E837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3" name="Forma libre 132">
              <a:extLst>
                <a:ext uri="{FF2B5EF4-FFF2-40B4-BE49-F238E27FC236}">
                  <a16:creationId xmlns:a16="http://schemas.microsoft.com/office/drawing/2014/main" id="{B8227D12-DA8E-4BBD-B572-408622364358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34" name="Line 46">
              <a:extLst>
                <a:ext uri="{FF2B5EF4-FFF2-40B4-BE49-F238E27FC236}">
                  <a16:creationId xmlns:a16="http://schemas.microsoft.com/office/drawing/2014/main" id="{6E84C208-BBC0-45D1-B35B-779320DE1E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7">
              <a:extLst>
                <a:ext uri="{FF2B5EF4-FFF2-40B4-BE49-F238E27FC236}">
                  <a16:creationId xmlns:a16="http://schemas.microsoft.com/office/drawing/2014/main" id="{E66579DC-3E6D-4C00-8C73-F76F8B153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142AE315-02D8-43E4-AD69-0E7AC70371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F1AB8E95-3309-41AB-8350-AB06092760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A53B5EDC-B861-4017-8323-2C5D26076F46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9" name="Text Box 50">
            <a:extLst>
              <a:ext uri="{FF2B5EF4-FFF2-40B4-BE49-F238E27FC236}">
                <a16:creationId xmlns:a16="http://schemas.microsoft.com/office/drawing/2014/main" id="{89C7A353-3919-4FAE-876C-9919E8D6CE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140" name="Forma libre 139">
            <a:extLst>
              <a:ext uri="{FF2B5EF4-FFF2-40B4-BE49-F238E27FC236}">
                <a16:creationId xmlns:a16="http://schemas.microsoft.com/office/drawing/2014/main" id="{8691E41D-BF8E-4936-97D5-4EF6743CE51F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2" name="Forma libre 141">
            <a:extLst>
              <a:ext uri="{FF2B5EF4-FFF2-40B4-BE49-F238E27FC236}">
                <a16:creationId xmlns:a16="http://schemas.microsoft.com/office/drawing/2014/main" id="{523533E3-F246-4DCC-AA9B-C6B1C38A29D2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" name="Forma libre 142">
            <a:extLst>
              <a:ext uri="{FF2B5EF4-FFF2-40B4-BE49-F238E27FC236}">
                <a16:creationId xmlns:a16="http://schemas.microsoft.com/office/drawing/2014/main" id="{31E58CE1-D950-4A47-9929-3C4285A6A13B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4E36AA72-2FDD-4EC2-9995-0563F2E22A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45" name="Text Box 50">
            <a:extLst>
              <a:ext uri="{FF2B5EF4-FFF2-40B4-BE49-F238E27FC236}">
                <a16:creationId xmlns:a16="http://schemas.microsoft.com/office/drawing/2014/main" id="{A3EEE52B-A12F-43C9-8F6C-828AE4A02D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146" name="Forma libre 145">
            <a:extLst>
              <a:ext uri="{FF2B5EF4-FFF2-40B4-BE49-F238E27FC236}">
                <a16:creationId xmlns:a16="http://schemas.microsoft.com/office/drawing/2014/main" id="{797E0EDF-932F-4B61-9857-F8709FD05C01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" name="Forma libre 146">
            <a:extLst>
              <a:ext uri="{FF2B5EF4-FFF2-40B4-BE49-F238E27FC236}">
                <a16:creationId xmlns:a16="http://schemas.microsoft.com/office/drawing/2014/main" id="{66F4121D-CE91-4F12-AC55-6FA6999AB7C6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8" name="Forma libre 147">
            <a:extLst>
              <a:ext uri="{FF2B5EF4-FFF2-40B4-BE49-F238E27FC236}">
                <a16:creationId xmlns:a16="http://schemas.microsoft.com/office/drawing/2014/main" id="{55C12AD2-2E5A-4B87-8813-11A0C4EA626D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7069" name="Grupo 148">
            <a:extLst>
              <a:ext uri="{FF2B5EF4-FFF2-40B4-BE49-F238E27FC236}">
                <a16:creationId xmlns:a16="http://schemas.microsoft.com/office/drawing/2014/main" id="{F47668E7-433A-4C06-8906-7500A46F6346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150" name="Text Box 49">
              <a:extLst>
                <a:ext uri="{FF2B5EF4-FFF2-40B4-BE49-F238E27FC236}">
                  <a16:creationId xmlns:a16="http://schemas.microsoft.com/office/drawing/2014/main" id="{7E3EEA1C-F1E7-46A7-A71A-88446DB4D1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47">
              <a:extLst>
                <a:ext uri="{FF2B5EF4-FFF2-40B4-BE49-F238E27FC236}">
                  <a16:creationId xmlns:a16="http://schemas.microsoft.com/office/drawing/2014/main" id="{8BB8E704-01A3-48EC-836C-978CAFF317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Rectangle 43">
              <a:extLst>
                <a:ext uri="{FF2B5EF4-FFF2-40B4-BE49-F238E27FC236}">
                  <a16:creationId xmlns:a16="http://schemas.microsoft.com/office/drawing/2014/main" id="{C8DA7F80-BDD9-4EC5-9F4F-27117190F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4">
              <a:extLst>
                <a:ext uri="{FF2B5EF4-FFF2-40B4-BE49-F238E27FC236}">
                  <a16:creationId xmlns:a16="http://schemas.microsoft.com/office/drawing/2014/main" id="{EA615F5E-0ED8-414E-9AE6-0B72D8A4C7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Line 46">
              <a:extLst>
                <a:ext uri="{FF2B5EF4-FFF2-40B4-BE49-F238E27FC236}">
                  <a16:creationId xmlns:a16="http://schemas.microsoft.com/office/drawing/2014/main" id="{FD46539F-56C4-4739-A80B-133C2EA483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Text Box 47">
              <a:extLst>
                <a:ext uri="{FF2B5EF4-FFF2-40B4-BE49-F238E27FC236}">
                  <a16:creationId xmlns:a16="http://schemas.microsoft.com/office/drawing/2014/main" id="{877A9953-8636-4701-B068-3BF5C1F317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3" name="Line 48">
              <a:extLst>
                <a:ext uri="{FF2B5EF4-FFF2-40B4-BE49-F238E27FC236}">
                  <a16:creationId xmlns:a16="http://schemas.microsoft.com/office/drawing/2014/main" id="{F2BA6572-37B6-45A6-838B-F9000C34E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Line 44">
              <a:extLst>
                <a:ext uri="{FF2B5EF4-FFF2-40B4-BE49-F238E27FC236}">
                  <a16:creationId xmlns:a16="http://schemas.microsoft.com/office/drawing/2014/main" id="{CBDBCD6C-12A5-4CAC-9B5B-7B1CCD0C42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EEF3F2F8-4D4D-4CA0-8EBE-F9A6DB2B9E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Forma libre 165">
              <a:extLst>
                <a:ext uri="{FF2B5EF4-FFF2-40B4-BE49-F238E27FC236}">
                  <a16:creationId xmlns:a16="http://schemas.microsoft.com/office/drawing/2014/main" id="{C43274E4-F50E-4E14-8345-E7526EB783B9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67" name="Text Box 47">
              <a:extLst>
                <a:ext uri="{FF2B5EF4-FFF2-40B4-BE49-F238E27FC236}">
                  <a16:creationId xmlns:a16="http://schemas.microsoft.com/office/drawing/2014/main" id="{C1BC500D-03D7-4B92-9398-1427C0D3A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68" name="Line 45">
              <a:extLst>
                <a:ext uri="{FF2B5EF4-FFF2-40B4-BE49-F238E27FC236}">
                  <a16:creationId xmlns:a16="http://schemas.microsoft.com/office/drawing/2014/main" id="{01606F78-7062-4C91-95C8-A549DFC736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9" name="Forma libre 168">
            <a:extLst>
              <a:ext uri="{FF2B5EF4-FFF2-40B4-BE49-F238E27FC236}">
                <a16:creationId xmlns:a16="http://schemas.microsoft.com/office/drawing/2014/main" id="{F66E0FC0-10AE-4C0F-85B7-2A1252EFA0B0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B86DFDD3-E0D7-4AD5-9482-69CADA4DFD52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71954C0E-ED8A-42C4-B668-548C97CEB9F1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2" name="Elipse 171">
            <a:extLst>
              <a:ext uri="{FF2B5EF4-FFF2-40B4-BE49-F238E27FC236}">
                <a16:creationId xmlns:a16="http://schemas.microsoft.com/office/drawing/2014/main" id="{AD9ED5B1-4AC2-456C-AA76-FC0063593E70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" name="Line 18">
            <a:extLst>
              <a:ext uri="{FF2B5EF4-FFF2-40B4-BE49-F238E27FC236}">
                <a16:creationId xmlns:a16="http://schemas.microsoft.com/office/drawing/2014/main" id="{21CF1452-62AA-4621-9FBF-6219B01B77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4" name="Line 56">
            <a:extLst>
              <a:ext uri="{FF2B5EF4-FFF2-40B4-BE49-F238E27FC236}">
                <a16:creationId xmlns:a16="http://schemas.microsoft.com/office/drawing/2014/main" id="{B49DCE20-DEE7-4B35-B111-68E3184788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5" name="Forma libre 174">
            <a:extLst>
              <a:ext uri="{FF2B5EF4-FFF2-40B4-BE49-F238E27FC236}">
                <a16:creationId xmlns:a16="http://schemas.microsoft.com/office/drawing/2014/main" id="{A0A91EF0-CAF3-4BD6-AB66-0BA6654FEA75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7077" name="Grupo 175">
            <a:extLst>
              <a:ext uri="{FF2B5EF4-FFF2-40B4-BE49-F238E27FC236}">
                <a16:creationId xmlns:a16="http://schemas.microsoft.com/office/drawing/2014/main" id="{50361D96-6047-4F18-B4E6-739A5AF85521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177" name="Text Box 48">
              <a:extLst>
                <a:ext uri="{FF2B5EF4-FFF2-40B4-BE49-F238E27FC236}">
                  <a16:creationId xmlns:a16="http://schemas.microsoft.com/office/drawing/2014/main" id="{CAD61EFF-8827-47E2-B0B6-5F3F25572D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8" name="Text Box 57">
              <a:extLst>
                <a:ext uri="{FF2B5EF4-FFF2-40B4-BE49-F238E27FC236}">
                  <a16:creationId xmlns:a16="http://schemas.microsoft.com/office/drawing/2014/main" id="{E1C5238D-A26B-4782-9386-43CD9769A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9" name="Text Box 53">
              <a:extLst>
                <a:ext uri="{FF2B5EF4-FFF2-40B4-BE49-F238E27FC236}">
                  <a16:creationId xmlns:a16="http://schemas.microsoft.com/office/drawing/2014/main" id="{478518F3-6ABA-4231-9278-6006CE00C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F43A77F7-B443-4172-9255-5B7F45F6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47">
              <a:extLst>
                <a:ext uri="{FF2B5EF4-FFF2-40B4-BE49-F238E27FC236}">
                  <a16:creationId xmlns:a16="http://schemas.microsoft.com/office/drawing/2014/main" id="{6BFAA16F-8560-4510-9308-C07F308DF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2AE6DA86-919D-4CF7-A82E-0A98A5A4B0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52">
              <a:extLst>
                <a:ext uri="{FF2B5EF4-FFF2-40B4-BE49-F238E27FC236}">
                  <a16:creationId xmlns:a16="http://schemas.microsoft.com/office/drawing/2014/main" id="{6C3EAECC-F9D6-4FB3-ABCF-D75A1D4166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56">
              <a:extLst>
                <a:ext uri="{FF2B5EF4-FFF2-40B4-BE49-F238E27FC236}">
                  <a16:creationId xmlns:a16="http://schemas.microsoft.com/office/drawing/2014/main" id="{A058B13A-31EA-413B-A789-762359F061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Line 55">
              <a:extLst>
                <a:ext uri="{FF2B5EF4-FFF2-40B4-BE49-F238E27FC236}">
                  <a16:creationId xmlns:a16="http://schemas.microsoft.com/office/drawing/2014/main" id="{D619DA99-5FE5-422F-AF33-832769468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6" name="Line 51">
              <a:extLst>
                <a:ext uri="{FF2B5EF4-FFF2-40B4-BE49-F238E27FC236}">
                  <a16:creationId xmlns:a16="http://schemas.microsoft.com/office/drawing/2014/main" id="{75D2E87D-3088-4F0B-9301-386910EFD9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7" name="Line 46">
              <a:extLst>
                <a:ext uri="{FF2B5EF4-FFF2-40B4-BE49-F238E27FC236}">
                  <a16:creationId xmlns:a16="http://schemas.microsoft.com/office/drawing/2014/main" id="{F49B172F-D7EE-4816-9D25-B10D982D50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52F456B5-FFB4-4651-BEC5-FF26FF94FAE2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Forma libre 188">
            <a:extLst>
              <a:ext uri="{FF2B5EF4-FFF2-40B4-BE49-F238E27FC236}">
                <a16:creationId xmlns:a16="http://schemas.microsoft.com/office/drawing/2014/main" id="{35545AFD-F2C9-4D78-B3BA-65EB467AB25D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Forma libre 189">
            <a:extLst>
              <a:ext uri="{FF2B5EF4-FFF2-40B4-BE49-F238E27FC236}">
                <a16:creationId xmlns:a16="http://schemas.microsoft.com/office/drawing/2014/main" id="{69669EC2-1134-4D55-9750-E07045D8B073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7081" name="Grupo 190">
            <a:extLst>
              <a:ext uri="{FF2B5EF4-FFF2-40B4-BE49-F238E27FC236}">
                <a16:creationId xmlns:a16="http://schemas.microsoft.com/office/drawing/2014/main" id="{B619334B-64F7-4764-8312-D85A53D0A1AC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92" name="Text Box 49">
              <a:extLst>
                <a:ext uri="{FF2B5EF4-FFF2-40B4-BE49-F238E27FC236}">
                  <a16:creationId xmlns:a16="http://schemas.microsoft.com/office/drawing/2014/main" id="{DFAFFC09-CEE3-4146-B8B2-3960BC388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2085F325-260E-450D-ADCE-66C1DD3BD3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4" name="Rectangle 43">
              <a:extLst>
                <a:ext uri="{FF2B5EF4-FFF2-40B4-BE49-F238E27FC236}">
                  <a16:creationId xmlns:a16="http://schemas.microsoft.com/office/drawing/2014/main" id="{D62DAB0E-2BA9-431C-AD49-AB2F829F8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5" name="Line 44">
              <a:extLst>
                <a:ext uri="{FF2B5EF4-FFF2-40B4-BE49-F238E27FC236}">
                  <a16:creationId xmlns:a16="http://schemas.microsoft.com/office/drawing/2014/main" id="{BAFBBE4A-4461-4A13-860E-E43D359AFD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6">
              <a:extLst>
                <a:ext uri="{FF2B5EF4-FFF2-40B4-BE49-F238E27FC236}">
                  <a16:creationId xmlns:a16="http://schemas.microsoft.com/office/drawing/2014/main" id="{A9B05001-C7DD-44CA-829F-B736DA1431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Line 48">
              <a:extLst>
                <a:ext uri="{FF2B5EF4-FFF2-40B4-BE49-F238E27FC236}">
                  <a16:creationId xmlns:a16="http://schemas.microsoft.com/office/drawing/2014/main" id="{5078037E-2FC4-4A2D-A10C-9F06A5B0E8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8" name="Text Box 53">
              <a:extLst>
                <a:ext uri="{FF2B5EF4-FFF2-40B4-BE49-F238E27FC236}">
                  <a16:creationId xmlns:a16="http://schemas.microsoft.com/office/drawing/2014/main" id="{73A1798A-7544-4163-B65C-EF4771E371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99" name="Forma libre 198">
              <a:extLst>
                <a:ext uri="{FF2B5EF4-FFF2-40B4-BE49-F238E27FC236}">
                  <a16:creationId xmlns:a16="http://schemas.microsoft.com/office/drawing/2014/main" id="{DF6807D5-1B04-44FE-80C7-FF2F372C07E8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00" name="Line 45">
              <a:extLst>
                <a:ext uri="{FF2B5EF4-FFF2-40B4-BE49-F238E27FC236}">
                  <a16:creationId xmlns:a16="http://schemas.microsoft.com/office/drawing/2014/main" id="{3045A653-3C9D-49AB-A87B-F51D52F4C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57082" name="Grupo 200">
            <a:extLst>
              <a:ext uri="{FF2B5EF4-FFF2-40B4-BE49-F238E27FC236}">
                <a16:creationId xmlns:a16="http://schemas.microsoft.com/office/drawing/2014/main" id="{E1708BAB-E12D-407E-9DA3-84F3610863DF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02" name="Text Box 48">
              <a:extLst>
                <a:ext uri="{FF2B5EF4-FFF2-40B4-BE49-F238E27FC236}">
                  <a16:creationId xmlns:a16="http://schemas.microsoft.com/office/drawing/2014/main" id="{694B3BC3-A5DC-4C08-9D91-BAC5E50474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3" name="Text Box 57">
              <a:extLst>
                <a:ext uri="{FF2B5EF4-FFF2-40B4-BE49-F238E27FC236}">
                  <a16:creationId xmlns:a16="http://schemas.microsoft.com/office/drawing/2014/main" id="{DEC915B5-7A3B-4F46-A963-F84A395710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4" name="Text Box 53">
              <a:extLst>
                <a:ext uri="{FF2B5EF4-FFF2-40B4-BE49-F238E27FC236}">
                  <a16:creationId xmlns:a16="http://schemas.microsoft.com/office/drawing/2014/main" id="{A1B53491-FA98-44F6-B346-F6D59B166E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Freeform 44">
              <a:extLst>
                <a:ext uri="{FF2B5EF4-FFF2-40B4-BE49-F238E27FC236}">
                  <a16:creationId xmlns:a16="http://schemas.microsoft.com/office/drawing/2014/main" id="{5DF904E6-5AF4-40B1-84BE-FF04B41CD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6" name="Line 47">
              <a:extLst>
                <a:ext uri="{FF2B5EF4-FFF2-40B4-BE49-F238E27FC236}">
                  <a16:creationId xmlns:a16="http://schemas.microsoft.com/office/drawing/2014/main" id="{129D77A8-8D79-4766-8765-21F1F16944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Text Box 49">
              <a:extLst>
                <a:ext uri="{FF2B5EF4-FFF2-40B4-BE49-F238E27FC236}">
                  <a16:creationId xmlns:a16="http://schemas.microsoft.com/office/drawing/2014/main" id="{875990FD-B552-4390-8FB4-D7BE9864F2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52">
              <a:extLst>
                <a:ext uri="{FF2B5EF4-FFF2-40B4-BE49-F238E27FC236}">
                  <a16:creationId xmlns:a16="http://schemas.microsoft.com/office/drawing/2014/main" id="{8B476821-706F-4F34-A8B5-392D6E3D3F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56">
              <a:extLst>
                <a:ext uri="{FF2B5EF4-FFF2-40B4-BE49-F238E27FC236}">
                  <a16:creationId xmlns:a16="http://schemas.microsoft.com/office/drawing/2014/main" id="{B3561FA3-B50B-4DC8-A002-9A41529341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6">
              <a:extLst>
                <a:ext uri="{FF2B5EF4-FFF2-40B4-BE49-F238E27FC236}">
                  <a16:creationId xmlns:a16="http://schemas.microsoft.com/office/drawing/2014/main" id="{77D37A1A-2A88-44EC-ADEA-2E56FD809A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Line 55">
              <a:extLst>
                <a:ext uri="{FF2B5EF4-FFF2-40B4-BE49-F238E27FC236}">
                  <a16:creationId xmlns:a16="http://schemas.microsoft.com/office/drawing/2014/main" id="{58CD38E4-E205-4060-8607-F05728AFE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Line 51">
              <a:extLst>
                <a:ext uri="{FF2B5EF4-FFF2-40B4-BE49-F238E27FC236}">
                  <a16:creationId xmlns:a16="http://schemas.microsoft.com/office/drawing/2014/main" id="{83EA7B4C-522B-4A16-A6C9-D24B214E26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13" name="Forma libre 212">
            <a:extLst>
              <a:ext uri="{FF2B5EF4-FFF2-40B4-BE49-F238E27FC236}">
                <a16:creationId xmlns:a16="http://schemas.microsoft.com/office/drawing/2014/main" id="{244000E7-9AD2-4765-8C87-96FF55D3F417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4" name="Text Box 46">
            <a:extLst>
              <a:ext uri="{FF2B5EF4-FFF2-40B4-BE49-F238E27FC236}">
                <a16:creationId xmlns:a16="http://schemas.microsoft.com/office/drawing/2014/main" id="{ECBC88AD-3CE6-4854-8766-E452B06EC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5" name="Elipse 214">
            <a:extLst>
              <a:ext uri="{FF2B5EF4-FFF2-40B4-BE49-F238E27FC236}">
                <a16:creationId xmlns:a16="http://schemas.microsoft.com/office/drawing/2014/main" id="{85E0F840-DD99-4508-B5F7-A12942F14D1E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7086" name="Grupo 239">
            <a:extLst>
              <a:ext uri="{FF2B5EF4-FFF2-40B4-BE49-F238E27FC236}">
                <a16:creationId xmlns:a16="http://schemas.microsoft.com/office/drawing/2014/main" id="{33468D48-0CB1-4144-957E-0487CA73593D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244" name="Rectangle 42">
              <a:extLst>
                <a:ext uri="{FF2B5EF4-FFF2-40B4-BE49-F238E27FC236}">
                  <a16:creationId xmlns:a16="http://schemas.microsoft.com/office/drawing/2014/main" id="{32191EF5-8596-4D4F-A16C-80EBF32A7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44">
              <a:extLst>
                <a:ext uri="{FF2B5EF4-FFF2-40B4-BE49-F238E27FC236}">
                  <a16:creationId xmlns:a16="http://schemas.microsoft.com/office/drawing/2014/main" id="{1BC414C7-EABF-4E8E-99C2-FB4C99AE65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45">
              <a:extLst>
                <a:ext uri="{FF2B5EF4-FFF2-40B4-BE49-F238E27FC236}">
                  <a16:creationId xmlns:a16="http://schemas.microsoft.com/office/drawing/2014/main" id="{63DE55EE-9208-4FCC-96AF-34E2B19AC0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46">
              <a:extLst>
                <a:ext uri="{FF2B5EF4-FFF2-40B4-BE49-F238E27FC236}">
                  <a16:creationId xmlns:a16="http://schemas.microsoft.com/office/drawing/2014/main" id="{ED1B6753-03B4-418C-B7D0-9DC068D56D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Line 48">
              <a:extLst>
                <a:ext uri="{FF2B5EF4-FFF2-40B4-BE49-F238E27FC236}">
                  <a16:creationId xmlns:a16="http://schemas.microsoft.com/office/drawing/2014/main" id="{FA029BCC-4DD0-4523-8E78-7DA8FE08E8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9">
              <a:extLst>
                <a:ext uri="{FF2B5EF4-FFF2-40B4-BE49-F238E27FC236}">
                  <a16:creationId xmlns:a16="http://schemas.microsoft.com/office/drawing/2014/main" id="{9B4C13AC-FAB7-449E-94D1-4828040C35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Text Box 50">
              <a:extLst>
                <a:ext uri="{FF2B5EF4-FFF2-40B4-BE49-F238E27FC236}">
                  <a16:creationId xmlns:a16="http://schemas.microsoft.com/office/drawing/2014/main" id="{9B84C840-F6E9-4716-91BF-2D5750086E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1" name="Text Box 51">
              <a:extLst>
                <a:ext uri="{FF2B5EF4-FFF2-40B4-BE49-F238E27FC236}">
                  <a16:creationId xmlns:a16="http://schemas.microsoft.com/office/drawing/2014/main" id="{0EC5179F-2A76-4A79-827A-7D59F125DB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52" name="Text Box 52">
              <a:extLst>
                <a:ext uri="{FF2B5EF4-FFF2-40B4-BE49-F238E27FC236}">
                  <a16:creationId xmlns:a16="http://schemas.microsoft.com/office/drawing/2014/main" id="{D552172C-525C-42E4-9183-2431A604B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Text Box 53">
              <a:extLst>
                <a:ext uri="{FF2B5EF4-FFF2-40B4-BE49-F238E27FC236}">
                  <a16:creationId xmlns:a16="http://schemas.microsoft.com/office/drawing/2014/main" id="{5C235F63-8EEE-4965-A9A9-6DAD9ADDF6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254" name="Forma libre 253">
            <a:extLst>
              <a:ext uri="{FF2B5EF4-FFF2-40B4-BE49-F238E27FC236}">
                <a16:creationId xmlns:a16="http://schemas.microsoft.com/office/drawing/2014/main" id="{C51F97AC-C8CC-4BB7-9080-98468B08DA74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7088" name="Grupo 254">
            <a:extLst>
              <a:ext uri="{FF2B5EF4-FFF2-40B4-BE49-F238E27FC236}">
                <a16:creationId xmlns:a16="http://schemas.microsoft.com/office/drawing/2014/main" id="{E53349FE-8F92-4609-A819-3108F13DAFFB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256" name="Text Box 49">
              <a:extLst>
                <a:ext uri="{FF2B5EF4-FFF2-40B4-BE49-F238E27FC236}">
                  <a16:creationId xmlns:a16="http://schemas.microsoft.com/office/drawing/2014/main" id="{E0CE48D7-DA5B-419B-892A-0A9667261A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7" name="Text Box 47">
              <a:extLst>
                <a:ext uri="{FF2B5EF4-FFF2-40B4-BE49-F238E27FC236}">
                  <a16:creationId xmlns:a16="http://schemas.microsoft.com/office/drawing/2014/main" id="{4FFC82BD-A8F5-46F8-B65F-36B64CE0E7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8" name="Text Box 47">
              <a:extLst>
                <a:ext uri="{FF2B5EF4-FFF2-40B4-BE49-F238E27FC236}">
                  <a16:creationId xmlns:a16="http://schemas.microsoft.com/office/drawing/2014/main" id="{1F97F9BB-C97B-4AB0-A470-529EDA6D81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Rectangle 43">
              <a:extLst>
                <a:ext uri="{FF2B5EF4-FFF2-40B4-BE49-F238E27FC236}">
                  <a16:creationId xmlns:a16="http://schemas.microsoft.com/office/drawing/2014/main" id="{16BEE352-9251-411F-B074-EE684E0EA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D6DB857F-2163-4601-93C8-A72AB83B98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1" name="Line 46">
              <a:extLst>
                <a:ext uri="{FF2B5EF4-FFF2-40B4-BE49-F238E27FC236}">
                  <a16:creationId xmlns:a16="http://schemas.microsoft.com/office/drawing/2014/main" id="{1315870D-C560-4D3F-9977-E74B0F2F45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2" name="Line 48">
              <a:extLst>
                <a:ext uri="{FF2B5EF4-FFF2-40B4-BE49-F238E27FC236}">
                  <a16:creationId xmlns:a16="http://schemas.microsoft.com/office/drawing/2014/main" id="{F24399F0-BE2F-4D6C-8D20-BE19110822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3" name="Line 46">
              <a:extLst>
                <a:ext uri="{FF2B5EF4-FFF2-40B4-BE49-F238E27FC236}">
                  <a16:creationId xmlns:a16="http://schemas.microsoft.com/office/drawing/2014/main" id="{D9F6158E-C787-4814-B33D-C73E4009F5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4" name="Forma libre 263">
              <a:extLst>
                <a:ext uri="{FF2B5EF4-FFF2-40B4-BE49-F238E27FC236}">
                  <a16:creationId xmlns:a16="http://schemas.microsoft.com/office/drawing/2014/main" id="{55FA7CF9-F255-4022-8ADC-00C60AEA4F24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5" name="Text Box 47">
              <a:extLst>
                <a:ext uri="{FF2B5EF4-FFF2-40B4-BE49-F238E27FC236}">
                  <a16:creationId xmlns:a16="http://schemas.microsoft.com/office/drawing/2014/main" id="{B35A1A3E-AF4E-4DAA-8331-B68D22D1D3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66" name="Line 44">
              <a:extLst>
                <a:ext uri="{FF2B5EF4-FFF2-40B4-BE49-F238E27FC236}">
                  <a16:creationId xmlns:a16="http://schemas.microsoft.com/office/drawing/2014/main" id="{07D5C6B2-1F2E-487C-B9F3-0C88620F41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44">
              <a:extLst>
                <a:ext uri="{FF2B5EF4-FFF2-40B4-BE49-F238E27FC236}">
                  <a16:creationId xmlns:a16="http://schemas.microsoft.com/office/drawing/2014/main" id="{6539C94C-D3FE-4FDD-BA9D-FB2EE997A0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68" name="Forma libre 267">
            <a:extLst>
              <a:ext uri="{FF2B5EF4-FFF2-40B4-BE49-F238E27FC236}">
                <a16:creationId xmlns:a16="http://schemas.microsoft.com/office/drawing/2014/main" id="{01D085B2-A0F7-4BC5-B42B-7E7B7102D383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" name="Line 18">
            <a:extLst>
              <a:ext uri="{FF2B5EF4-FFF2-40B4-BE49-F238E27FC236}">
                <a16:creationId xmlns:a16="http://schemas.microsoft.com/office/drawing/2014/main" id="{77E93D72-67A5-49FD-BAE8-0AB10C64B63F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0" name="Elipse 269">
            <a:extLst>
              <a:ext uri="{FF2B5EF4-FFF2-40B4-BE49-F238E27FC236}">
                <a16:creationId xmlns:a16="http://schemas.microsoft.com/office/drawing/2014/main" id="{B3425E1C-BFA5-4D23-9BD5-0A903AF44ECF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7092" name="Grupo 270">
            <a:extLst>
              <a:ext uri="{FF2B5EF4-FFF2-40B4-BE49-F238E27FC236}">
                <a16:creationId xmlns:a16="http://schemas.microsoft.com/office/drawing/2014/main" id="{F5745021-1539-44BD-966C-E8F7BB8D35A4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272" name="Text Box 49">
              <a:extLst>
                <a:ext uri="{FF2B5EF4-FFF2-40B4-BE49-F238E27FC236}">
                  <a16:creationId xmlns:a16="http://schemas.microsoft.com/office/drawing/2014/main" id="{4CBBE06F-3160-4254-869A-1DCADB44FF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3" name="Rectangle 43">
              <a:extLst>
                <a:ext uri="{FF2B5EF4-FFF2-40B4-BE49-F238E27FC236}">
                  <a16:creationId xmlns:a16="http://schemas.microsoft.com/office/drawing/2014/main" id="{EAD6675A-1957-4E02-AEB2-1C9DE45A9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4" name="Line 44">
              <a:extLst>
                <a:ext uri="{FF2B5EF4-FFF2-40B4-BE49-F238E27FC236}">
                  <a16:creationId xmlns:a16="http://schemas.microsoft.com/office/drawing/2014/main" id="{87160E1C-43C5-44B4-A819-C4A3CA1220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5" name="Line 46">
              <a:extLst>
                <a:ext uri="{FF2B5EF4-FFF2-40B4-BE49-F238E27FC236}">
                  <a16:creationId xmlns:a16="http://schemas.microsoft.com/office/drawing/2014/main" id="{079BA5B6-FDF4-4BC3-B8E6-AA8DE173F5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6" name="Text Box 47">
              <a:extLst>
                <a:ext uri="{FF2B5EF4-FFF2-40B4-BE49-F238E27FC236}">
                  <a16:creationId xmlns:a16="http://schemas.microsoft.com/office/drawing/2014/main" id="{59E4BC38-9714-4259-AE92-79EADAC7A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7" name="Line 48">
              <a:extLst>
                <a:ext uri="{FF2B5EF4-FFF2-40B4-BE49-F238E27FC236}">
                  <a16:creationId xmlns:a16="http://schemas.microsoft.com/office/drawing/2014/main" id="{D0A73760-EA41-4064-A024-8FF1D5ADC8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8" name="Line 44">
              <a:extLst>
                <a:ext uri="{FF2B5EF4-FFF2-40B4-BE49-F238E27FC236}">
                  <a16:creationId xmlns:a16="http://schemas.microsoft.com/office/drawing/2014/main" id="{94779B5A-DF07-4D1C-9BA3-32283D3022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46">
              <a:extLst>
                <a:ext uri="{FF2B5EF4-FFF2-40B4-BE49-F238E27FC236}">
                  <a16:creationId xmlns:a16="http://schemas.microsoft.com/office/drawing/2014/main" id="{1A847BFA-A427-405E-A23E-95F10725C8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47">
              <a:extLst>
                <a:ext uri="{FF2B5EF4-FFF2-40B4-BE49-F238E27FC236}">
                  <a16:creationId xmlns:a16="http://schemas.microsoft.com/office/drawing/2014/main" id="{10D3462E-B255-4D6D-951B-8DE58FB935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94772BC1-19CF-448D-994B-7E1912E777A3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82" name="Text Box 47">
              <a:extLst>
                <a:ext uri="{FF2B5EF4-FFF2-40B4-BE49-F238E27FC236}">
                  <a16:creationId xmlns:a16="http://schemas.microsoft.com/office/drawing/2014/main" id="{48BB7AF2-A3B6-4032-8F48-4BCC46863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283" name="Line 46">
              <a:extLst>
                <a:ext uri="{FF2B5EF4-FFF2-40B4-BE49-F238E27FC236}">
                  <a16:creationId xmlns:a16="http://schemas.microsoft.com/office/drawing/2014/main" id="{A93D51D8-3396-4306-BF37-5EC237CEA5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4" name="Text Box 47">
              <a:extLst>
                <a:ext uri="{FF2B5EF4-FFF2-40B4-BE49-F238E27FC236}">
                  <a16:creationId xmlns:a16="http://schemas.microsoft.com/office/drawing/2014/main" id="{B9BDDF4D-C261-4312-936E-B9953ACAF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47">
              <a:extLst>
                <a:ext uri="{FF2B5EF4-FFF2-40B4-BE49-F238E27FC236}">
                  <a16:creationId xmlns:a16="http://schemas.microsoft.com/office/drawing/2014/main" id="{BF802AF4-BDCA-49BA-AD0D-9D1F3761B5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86" name="Text Box 47">
              <a:extLst>
                <a:ext uri="{FF2B5EF4-FFF2-40B4-BE49-F238E27FC236}">
                  <a16:creationId xmlns:a16="http://schemas.microsoft.com/office/drawing/2014/main" id="{7A706ED6-58AD-4DA8-A5C8-84AF5AF5A5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287" name="Line 44">
              <a:extLst>
                <a:ext uri="{FF2B5EF4-FFF2-40B4-BE49-F238E27FC236}">
                  <a16:creationId xmlns:a16="http://schemas.microsoft.com/office/drawing/2014/main" id="{FEB7B089-54C0-4F6B-BB00-65A89EACA0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5">
              <a:extLst>
                <a:ext uri="{FF2B5EF4-FFF2-40B4-BE49-F238E27FC236}">
                  <a16:creationId xmlns:a16="http://schemas.microsoft.com/office/drawing/2014/main" id="{C7F3608C-DFB9-44D2-B958-4D0A282E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89" name="Line 71">
            <a:extLst>
              <a:ext uri="{FF2B5EF4-FFF2-40B4-BE49-F238E27FC236}">
                <a16:creationId xmlns:a16="http://schemas.microsoft.com/office/drawing/2014/main" id="{0E06A0E6-50B4-41E4-9C32-C2CA2CA09DE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0" name="Text Box 72">
            <a:extLst>
              <a:ext uri="{FF2B5EF4-FFF2-40B4-BE49-F238E27FC236}">
                <a16:creationId xmlns:a16="http://schemas.microsoft.com/office/drawing/2014/main" id="{B9918665-3DAF-4518-89EE-95586E1C08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1" name="Line 70">
            <a:extLst>
              <a:ext uri="{FF2B5EF4-FFF2-40B4-BE49-F238E27FC236}">
                <a16:creationId xmlns:a16="http://schemas.microsoft.com/office/drawing/2014/main" id="{345E36A7-9FAF-4F8F-AD38-667864211C77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Forma libre 291">
            <a:extLst>
              <a:ext uri="{FF2B5EF4-FFF2-40B4-BE49-F238E27FC236}">
                <a16:creationId xmlns:a16="http://schemas.microsoft.com/office/drawing/2014/main" id="{4999082A-F0CF-438E-BE89-AF3731E782B3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3" name="Elipse 292">
            <a:extLst>
              <a:ext uri="{FF2B5EF4-FFF2-40B4-BE49-F238E27FC236}">
                <a16:creationId xmlns:a16="http://schemas.microsoft.com/office/drawing/2014/main" id="{D98458C7-AC22-4E36-8CC8-ED8A7591631F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4" name="Text Box 50">
            <a:extLst>
              <a:ext uri="{FF2B5EF4-FFF2-40B4-BE49-F238E27FC236}">
                <a16:creationId xmlns:a16="http://schemas.microsoft.com/office/drawing/2014/main" id="{DBC601E7-0DF0-4A4F-8192-5E14F9E994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5" name="Conector recto de flecha 294">
            <a:extLst>
              <a:ext uri="{FF2B5EF4-FFF2-40B4-BE49-F238E27FC236}">
                <a16:creationId xmlns:a16="http://schemas.microsoft.com/office/drawing/2014/main" id="{90B0FB7B-DAAB-46EB-AE9D-F6A0521633F2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 Box 72">
            <a:extLst>
              <a:ext uri="{FF2B5EF4-FFF2-40B4-BE49-F238E27FC236}">
                <a16:creationId xmlns:a16="http://schemas.microsoft.com/office/drawing/2014/main" id="{0F12E688-6BEE-4EC3-B9F9-10E265A017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7" name="Line 71">
            <a:extLst>
              <a:ext uri="{FF2B5EF4-FFF2-40B4-BE49-F238E27FC236}">
                <a16:creationId xmlns:a16="http://schemas.microsoft.com/office/drawing/2014/main" id="{AD11345C-82A7-40BA-8C97-4F59E2A34BF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98" name="Text Box 50">
            <a:extLst>
              <a:ext uri="{FF2B5EF4-FFF2-40B4-BE49-F238E27FC236}">
                <a16:creationId xmlns:a16="http://schemas.microsoft.com/office/drawing/2014/main" id="{C6AD0869-C953-4642-A196-B0623F260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299" name="Text Box 50">
            <a:extLst>
              <a:ext uri="{FF2B5EF4-FFF2-40B4-BE49-F238E27FC236}">
                <a16:creationId xmlns:a16="http://schemas.microsoft.com/office/drawing/2014/main" id="{9082B849-8144-4774-A118-E477955192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Text Box 50">
            <a:extLst>
              <a:ext uri="{FF2B5EF4-FFF2-40B4-BE49-F238E27FC236}">
                <a16:creationId xmlns:a16="http://schemas.microsoft.com/office/drawing/2014/main" id="{24FD1A0F-B0C3-4597-8F20-B50C39D132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301" name="Text Box 50">
            <a:extLst>
              <a:ext uri="{FF2B5EF4-FFF2-40B4-BE49-F238E27FC236}">
                <a16:creationId xmlns:a16="http://schemas.microsoft.com/office/drawing/2014/main" id="{FB0A28E4-0C12-4DA3-9A4C-272795749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2" name="Text Box 50">
            <a:extLst>
              <a:ext uri="{FF2B5EF4-FFF2-40B4-BE49-F238E27FC236}">
                <a16:creationId xmlns:a16="http://schemas.microsoft.com/office/drawing/2014/main" id="{A25B737D-BFCE-48FD-87FF-263B4FEC6E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03" name="Text Box 50">
            <a:extLst>
              <a:ext uri="{FF2B5EF4-FFF2-40B4-BE49-F238E27FC236}">
                <a16:creationId xmlns:a16="http://schemas.microsoft.com/office/drawing/2014/main" id="{3D05099A-CE70-42A4-895E-A97F158496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04" name="Conector recto 303">
            <a:extLst>
              <a:ext uri="{FF2B5EF4-FFF2-40B4-BE49-F238E27FC236}">
                <a16:creationId xmlns:a16="http://schemas.microsoft.com/office/drawing/2014/main" id="{201470BC-48B4-4831-8FC3-57AFD8FAEE97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7109" name="Grupo 304">
            <a:extLst>
              <a:ext uri="{FF2B5EF4-FFF2-40B4-BE49-F238E27FC236}">
                <a16:creationId xmlns:a16="http://schemas.microsoft.com/office/drawing/2014/main" id="{FEE9641A-4736-46B6-9F1B-CD019440561D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306" name="Forma libre 305">
              <a:extLst>
                <a:ext uri="{FF2B5EF4-FFF2-40B4-BE49-F238E27FC236}">
                  <a16:creationId xmlns:a16="http://schemas.microsoft.com/office/drawing/2014/main" id="{3D452ADF-B1C1-4B6B-869E-89E7B76468E7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40696DBA-C029-41D3-BE0D-DE095E9B776D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8" name="Forma libre 307">
              <a:extLst>
                <a:ext uri="{FF2B5EF4-FFF2-40B4-BE49-F238E27FC236}">
                  <a16:creationId xmlns:a16="http://schemas.microsoft.com/office/drawing/2014/main" id="{CEA1A84E-B3C9-4E3D-B8A8-6B5084B61496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9" name="Forma libre 308">
              <a:extLst>
                <a:ext uri="{FF2B5EF4-FFF2-40B4-BE49-F238E27FC236}">
                  <a16:creationId xmlns:a16="http://schemas.microsoft.com/office/drawing/2014/main" id="{1FFE8EBD-7A0C-425B-A9E4-EA373D807826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310" name="Text Box 50">
            <a:extLst>
              <a:ext uri="{FF2B5EF4-FFF2-40B4-BE49-F238E27FC236}">
                <a16:creationId xmlns:a16="http://schemas.microsoft.com/office/drawing/2014/main" id="{E84CA8CE-539B-4DA7-A99B-B1BE750582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1" name="Text Box 72">
            <a:extLst>
              <a:ext uri="{FF2B5EF4-FFF2-40B4-BE49-F238E27FC236}">
                <a16:creationId xmlns:a16="http://schemas.microsoft.com/office/drawing/2014/main" id="{32B40626-2746-49C2-AB59-5CC96A4D8F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12" name="Text Box 50">
            <a:extLst>
              <a:ext uri="{FF2B5EF4-FFF2-40B4-BE49-F238E27FC236}">
                <a16:creationId xmlns:a16="http://schemas.microsoft.com/office/drawing/2014/main" id="{D53178B7-0238-44A0-9A0B-B68251437A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F09F1B5E-38B2-4D50-8D5D-9EC23EBEDE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4" name="Text Box 50">
            <a:extLst>
              <a:ext uri="{FF2B5EF4-FFF2-40B4-BE49-F238E27FC236}">
                <a16:creationId xmlns:a16="http://schemas.microsoft.com/office/drawing/2014/main" id="{28E49873-01E6-40B5-A3B8-B2A2984A5F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5" name="Text Box 50">
            <a:extLst>
              <a:ext uri="{FF2B5EF4-FFF2-40B4-BE49-F238E27FC236}">
                <a16:creationId xmlns:a16="http://schemas.microsoft.com/office/drawing/2014/main" id="{AE6788AE-0452-4A0D-90EC-CF7B9A583E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EE182D4D-D75C-4127-AB88-50543CD12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7" name="Conector recto de flecha 316">
            <a:extLst>
              <a:ext uri="{FF2B5EF4-FFF2-40B4-BE49-F238E27FC236}">
                <a16:creationId xmlns:a16="http://schemas.microsoft.com/office/drawing/2014/main" id="{40ADBA46-FF38-4B29-94FE-94AE09A78300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Conector recto de flecha 317">
            <a:extLst>
              <a:ext uri="{FF2B5EF4-FFF2-40B4-BE49-F238E27FC236}">
                <a16:creationId xmlns:a16="http://schemas.microsoft.com/office/drawing/2014/main" id="{84AEBA90-048B-455B-8590-52398585DC1E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Conector recto de flecha 318">
            <a:extLst>
              <a:ext uri="{FF2B5EF4-FFF2-40B4-BE49-F238E27FC236}">
                <a16:creationId xmlns:a16="http://schemas.microsoft.com/office/drawing/2014/main" id="{18B0C90D-DC73-4226-836A-71BE3DB0C737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Conector recto de flecha 319">
            <a:extLst>
              <a:ext uri="{FF2B5EF4-FFF2-40B4-BE49-F238E27FC236}">
                <a16:creationId xmlns:a16="http://schemas.microsoft.com/office/drawing/2014/main" id="{5999AF69-3BE0-4072-A757-63734B8EF91E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Conector recto de flecha 320">
            <a:extLst>
              <a:ext uri="{FF2B5EF4-FFF2-40B4-BE49-F238E27FC236}">
                <a16:creationId xmlns:a16="http://schemas.microsoft.com/office/drawing/2014/main" id="{BBA5E33E-87D6-4499-BC58-3ACD899D0A41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 Box 50">
            <a:extLst>
              <a:ext uri="{FF2B5EF4-FFF2-40B4-BE49-F238E27FC236}">
                <a16:creationId xmlns:a16="http://schemas.microsoft.com/office/drawing/2014/main" id="{20BE88D0-AB05-4D85-A970-FC20530BC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Line 71">
            <a:extLst>
              <a:ext uri="{FF2B5EF4-FFF2-40B4-BE49-F238E27FC236}">
                <a16:creationId xmlns:a16="http://schemas.microsoft.com/office/drawing/2014/main" id="{5ABAFBFD-3D4D-4E62-A699-4B64F8788D6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4" name="Text Box 72">
            <a:extLst>
              <a:ext uri="{FF2B5EF4-FFF2-40B4-BE49-F238E27FC236}">
                <a16:creationId xmlns:a16="http://schemas.microsoft.com/office/drawing/2014/main" id="{67B581EF-5DAA-4387-B2E2-02482F2985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5" name="Line 71">
            <a:extLst>
              <a:ext uri="{FF2B5EF4-FFF2-40B4-BE49-F238E27FC236}">
                <a16:creationId xmlns:a16="http://schemas.microsoft.com/office/drawing/2014/main" id="{63864FCC-D8C1-4181-BAE2-1E799DC64D2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6" name="Text Box 72">
            <a:extLst>
              <a:ext uri="{FF2B5EF4-FFF2-40B4-BE49-F238E27FC236}">
                <a16:creationId xmlns:a16="http://schemas.microsoft.com/office/drawing/2014/main" id="{1188D6A9-7BB8-4EC4-BD13-873F4A993A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7" name="Line 71">
            <a:extLst>
              <a:ext uri="{FF2B5EF4-FFF2-40B4-BE49-F238E27FC236}">
                <a16:creationId xmlns:a16="http://schemas.microsoft.com/office/drawing/2014/main" id="{BE27D3AD-6EB2-4308-AAE5-B48095764A6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50E3F1C7-5491-4688-B0E4-336FB2E30B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CA6A6ACA-6F92-40DF-9E6F-77CEB09B095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9F81D484-7BE5-4921-B021-E67F79E73A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7DF4838F-D0E1-435E-9EEA-AD791109FB7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Forma libre 331">
            <a:extLst>
              <a:ext uri="{FF2B5EF4-FFF2-40B4-BE49-F238E27FC236}">
                <a16:creationId xmlns:a16="http://schemas.microsoft.com/office/drawing/2014/main" id="{0C37A158-25BD-4577-B94F-67470C0E65CB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3" name="Forma libre 332">
            <a:extLst>
              <a:ext uri="{FF2B5EF4-FFF2-40B4-BE49-F238E27FC236}">
                <a16:creationId xmlns:a16="http://schemas.microsoft.com/office/drawing/2014/main" id="{3A7F7E0C-A4F8-435F-BC3D-5741D7D892A8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7134" name="CuadroTexto 349">
            <a:extLst>
              <a:ext uri="{FF2B5EF4-FFF2-40B4-BE49-F238E27FC236}">
                <a16:creationId xmlns:a16="http://schemas.microsoft.com/office/drawing/2014/main" id="{9673A475-C929-49CA-B231-794D3C8B58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0863" y="714375"/>
            <a:ext cx="6288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Mem. instrucciones                Banco de registros                            Memoria de datos</a:t>
            </a:r>
          </a:p>
        </p:txBody>
      </p:sp>
      <p:sp>
        <p:nvSpPr>
          <p:cNvPr id="257135" name="CuadroTexto 350">
            <a:extLst>
              <a:ext uri="{FF2B5EF4-FFF2-40B4-BE49-F238E27FC236}">
                <a16:creationId xmlns:a16="http://schemas.microsoft.com/office/drawing/2014/main" id="{B5DCE515-2938-41C5-B87C-2B67250C6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473233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352" name="CuadroTexto 351">
            <a:extLst>
              <a:ext uri="{FF2B5EF4-FFF2-40B4-BE49-F238E27FC236}">
                <a16:creationId xmlns:a16="http://schemas.microsoft.com/office/drawing/2014/main" id="{5A54B7B0-4068-4656-BFFD-F2B749771D5A}"/>
              </a:ext>
            </a:extLst>
          </p:cNvPr>
          <p:cNvSpPr txBox="1"/>
          <p:nvPr/>
        </p:nvSpPr>
        <p:spPr>
          <a:xfrm rot="16200000">
            <a:off x="677069" y="4040982"/>
            <a:ext cx="962025" cy="18573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54" name="CuadroTexto 353">
            <a:extLst>
              <a:ext uri="{FF2B5EF4-FFF2-40B4-BE49-F238E27FC236}">
                <a16:creationId xmlns:a16="http://schemas.microsoft.com/office/drawing/2014/main" id="{6BBD8098-4868-43EC-99C0-AA2B6BC4877C}"/>
              </a:ext>
            </a:extLst>
          </p:cNvPr>
          <p:cNvSpPr txBox="1"/>
          <p:nvPr/>
        </p:nvSpPr>
        <p:spPr>
          <a:xfrm rot="16200000">
            <a:off x="3954462" y="5100638"/>
            <a:ext cx="962025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0xFFC4A403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57" name="CuadroTexto 356">
            <a:extLst>
              <a:ext uri="{FF2B5EF4-FFF2-40B4-BE49-F238E27FC236}">
                <a16:creationId xmlns:a16="http://schemas.microsoft.com/office/drawing/2014/main" id="{802403B5-6CB8-4B32-814C-07134D9E83FC}"/>
              </a:ext>
            </a:extLst>
          </p:cNvPr>
          <p:cNvSpPr txBox="1"/>
          <p:nvPr/>
        </p:nvSpPr>
        <p:spPr>
          <a:xfrm>
            <a:off x="4568825" y="4562475"/>
            <a:ext cx="439738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0x08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59" name="CuadroTexto 358">
            <a:extLst>
              <a:ext uri="{FF2B5EF4-FFF2-40B4-BE49-F238E27FC236}">
                <a16:creationId xmlns:a16="http://schemas.microsoft.com/office/drawing/2014/main" id="{B1CC083F-E4D8-4EA0-B1DF-3BCC34DE6374}"/>
              </a:ext>
            </a:extLst>
          </p:cNvPr>
          <p:cNvSpPr txBox="1"/>
          <p:nvPr/>
        </p:nvSpPr>
        <p:spPr>
          <a:xfrm>
            <a:off x="4564063" y="4117975"/>
            <a:ext cx="457200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0x09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73" name="CuadroTexto 372">
            <a:extLst>
              <a:ext uri="{FF2B5EF4-FFF2-40B4-BE49-F238E27FC236}">
                <a16:creationId xmlns:a16="http://schemas.microsoft.com/office/drawing/2014/main" id="{C268279C-EE2F-4369-BF03-0766507F8762}"/>
              </a:ext>
            </a:extLst>
          </p:cNvPr>
          <p:cNvSpPr txBox="1"/>
          <p:nvPr/>
        </p:nvSpPr>
        <p:spPr>
          <a:xfrm>
            <a:off x="4567238" y="4325938"/>
            <a:ext cx="455612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0x1C</a:t>
            </a:r>
            <a:endParaRPr lang="es-ES" sz="12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57141" name="CuadroTexto 379">
            <a:extLst>
              <a:ext uri="{FF2B5EF4-FFF2-40B4-BE49-F238E27FC236}">
                <a16:creationId xmlns:a16="http://schemas.microsoft.com/office/drawing/2014/main" id="{C6454590-EA98-4775-84BC-90C9ED3085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402431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AE683073-775A-4FFA-8E15-BAE74E1FB6AE}"/>
              </a:ext>
            </a:extLst>
          </p:cNvPr>
          <p:cNvSpPr txBox="1"/>
          <p:nvPr/>
        </p:nvSpPr>
        <p:spPr>
          <a:xfrm>
            <a:off x="7024688" y="591185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A0C89724-EF64-4FFB-BBFB-850EBB32E943}"/>
              </a:ext>
            </a:extLst>
          </p:cNvPr>
          <p:cNvSpPr txBox="1"/>
          <p:nvPr/>
        </p:nvSpPr>
        <p:spPr>
          <a:xfrm>
            <a:off x="9455150" y="3424238"/>
            <a:ext cx="960438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12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2" name="CuadroTexto 21">
            <a:extLst>
              <a:ext uri="{FF2B5EF4-FFF2-40B4-BE49-F238E27FC236}">
                <a16:creationId xmlns:a16="http://schemas.microsoft.com/office/drawing/2014/main" id="{A153288A-4989-4E68-8568-48B64E80F4D8}"/>
              </a:ext>
            </a:extLst>
          </p:cNvPr>
          <p:cNvSpPr txBox="1"/>
          <p:nvPr/>
        </p:nvSpPr>
        <p:spPr>
          <a:xfrm>
            <a:off x="3844925" y="3363913"/>
            <a:ext cx="442913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0x03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3" name="CuadroTexto 22">
            <a:extLst>
              <a:ext uri="{FF2B5EF4-FFF2-40B4-BE49-F238E27FC236}">
                <a16:creationId xmlns:a16="http://schemas.microsoft.com/office/drawing/2014/main" id="{89E52E07-F01B-4265-A0C4-48262AF03460}"/>
              </a:ext>
            </a:extLst>
          </p:cNvPr>
          <p:cNvSpPr txBox="1"/>
          <p:nvPr/>
        </p:nvSpPr>
        <p:spPr>
          <a:xfrm>
            <a:off x="4410075" y="3360738"/>
            <a:ext cx="371475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0x2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0" name="CuadroTexto 29">
            <a:extLst>
              <a:ext uri="{FF2B5EF4-FFF2-40B4-BE49-F238E27FC236}">
                <a16:creationId xmlns:a16="http://schemas.microsoft.com/office/drawing/2014/main" id="{EBF0473B-2D61-4F4A-8A72-53ECF956BD67}"/>
              </a:ext>
            </a:extLst>
          </p:cNvPr>
          <p:cNvSpPr txBox="1"/>
          <p:nvPr/>
        </p:nvSpPr>
        <p:spPr>
          <a:xfrm>
            <a:off x="4848225" y="3363913"/>
            <a:ext cx="400050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0x7f</a:t>
            </a:r>
            <a:endParaRPr lang="es-ES" sz="12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6" name="Forma libre 35">
            <a:extLst>
              <a:ext uri="{FF2B5EF4-FFF2-40B4-BE49-F238E27FC236}">
                <a16:creationId xmlns:a16="http://schemas.microsoft.com/office/drawing/2014/main" id="{3C92D28B-33A3-4828-8AD5-4725A39B0A6F}"/>
              </a:ext>
            </a:extLst>
          </p:cNvPr>
          <p:cNvSpPr/>
          <p:nvPr/>
        </p:nvSpPr>
        <p:spPr>
          <a:xfrm>
            <a:off x="2852738" y="1393825"/>
            <a:ext cx="1957387" cy="3346450"/>
          </a:xfrm>
          <a:custGeom>
            <a:avLst/>
            <a:gdLst>
              <a:gd name="connsiteX0" fmla="*/ 2452 w 2229358"/>
              <a:gd name="connsiteY0" fmla="*/ 3365241 h 3365241"/>
              <a:gd name="connsiteX1" fmla="*/ 357016 w 2229358"/>
              <a:gd name="connsiteY1" fmla="*/ 1648408 h 3365241"/>
              <a:gd name="connsiteX2" fmla="*/ 2229358 w 2229358"/>
              <a:gd name="connsiteY2" fmla="*/ 0 h 3365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29358" h="3365241">
                <a:moveTo>
                  <a:pt x="2452" y="3365241"/>
                </a:moveTo>
                <a:cubicBezTo>
                  <a:pt x="-5842" y="2787261"/>
                  <a:pt x="-14135" y="2209281"/>
                  <a:pt x="357016" y="1648408"/>
                </a:cubicBezTo>
                <a:cubicBezTo>
                  <a:pt x="728167" y="1087535"/>
                  <a:pt x="1478762" y="543767"/>
                  <a:pt x="2229358" y="0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7" name="Forma libre 36">
            <a:extLst>
              <a:ext uri="{FF2B5EF4-FFF2-40B4-BE49-F238E27FC236}">
                <a16:creationId xmlns:a16="http://schemas.microsoft.com/office/drawing/2014/main" id="{C1F28D12-7DFB-4A46-AE69-52F6D7C78375}"/>
              </a:ext>
            </a:extLst>
          </p:cNvPr>
          <p:cNvSpPr/>
          <p:nvPr/>
        </p:nvSpPr>
        <p:spPr>
          <a:xfrm>
            <a:off x="4584700" y="1393825"/>
            <a:ext cx="2235200" cy="3719513"/>
          </a:xfrm>
          <a:custGeom>
            <a:avLst/>
            <a:gdLst>
              <a:gd name="connsiteX0" fmla="*/ 1909665 w 2234898"/>
              <a:gd name="connsiteY0" fmla="*/ 0 h 3719805"/>
              <a:gd name="connsiteX1" fmla="*/ 2083837 w 2234898"/>
              <a:gd name="connsiteY1" fmla="*/ 1505339 h 3719805"/>
              <a:gd name="connsiteX2" fmla="*/ 0 w 2234898"/>
              <a:gd name="connsiteY2" fmla="*/ 3719805 h 37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34898" h="3719805">
                <a:moveTo>
                  <a:pt x="1909665" y="0"/>
                </a:moveTo>
                <a:cubicBezTo>
                  <a:pt x="2155890" y="442685"/>
                  <a:pt x="2402115" y="885371"/>
                  <a:pt x="2083837" y="1505339"/>
                </a:cubicBezTo>
                <a:cubicBezTo>
                  <a:pt x="1765559" y="2125307"/>
                  <a:pt x="882779" y="2922556"/>
                  <a:pt x="0" y="3719805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7149" name="CuadroTexto 40">
            <a:extLst>
              <a:ext uri="{FF2B5EF4-FFF2-40B4-BE49-F238E27FC236}">
                <a16:creationId xmlns:a16="http://schemas.microsoft.com/office/drawing/2014/main" id="{A959A868-0AF2-4474-9DE3-2107820368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55713"/>
            <a:ext cx="3792538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rgbClr val="C0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lw x8, -4(x9)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BR[8] </a:t>
            </a:r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 MEM[BR[9] + sExt(-4)], 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PC  PC + 4</a:t>
            </a:r>
            <a:endParaRPr lang="es-ES" altLang="es-ES">
              <a:solidFill>
                <a:schemeClr val="accent2"/>
              </a:solidFill>
              <a:ea typeface="ＭＳ Ｐゴシック" panose="020B0600070205080204" pitchFamily="34" charset="-128"/>
              <a:cs typeface="Courier New" panose="02070309020205020404" pitchFamily="49" charset="0"/>
            </a:endParaRPr>
          </a:p>
        </p:txBody>
      </p:sp>
      <p:graphicFrame>
        <p:nvGraphicFramePr>
          <p:cNvPr id="45" name="Tabla 44">
            <a:extLst>
              <a:ext uri="{FF2B5EF4-FFF2-40B4-BE49-F238E27FC236}">
                <a16:creationId xmlns:a16="http://schemas.microsoft.com/office/drawing/2014/main" id="{0BE4C61A-EA67-49F1-9443-7580DE9002B7}"/>
              </a:ext>
            </a:extLst>
          </p:cNvPr>
          <p:cNvGraphicFramePr>
            <a:graphicFrameLocks noGrp="1"/>
          </p:cNvGraphicFramePr>
          <p:nvPr/>
        </p:nvGraphicFramePr>
        <p:xfrm>
          <a:off x="6686550" y="998538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0x00000006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51" name="Tabla 50">
            <a:extLst>
              <a:ext uri="{FF2B5EF4-FFF2-40B4-BE49-F238E27FC236}">
                <a16:creationId xmlns:a16="http://schemas.microsoft.com/office/drawing/2014/main" id="{AFCB7C7B-6CE3-4B02-BF4D-88065945334F}"/>
              </a:ext>
            </a:extLst>
          </p:cNvPr>
          <p:cNvGraphicFramePr>
            <a:graphicFrameLocks noGrp="1"/>
          </p:cNvGraphicFramePr>
          <p:nvPr/>
        </p:nvGraphicFramePr>
        <p:xfrm>
          <a:off x="4579938" y="993775"/>
          <a:ext cx="2595562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52" name="Tabla 51">
            <a:extLst>
              <a:ext uri="{FF2B5EF4-FFF2-40B4-BE49-F238E27FC236}">
                <a16:creationId xmlns:a16="http://schemas.microsoft.com/office/drawing/2014/main" id="{BFF009AE-B3E0-4253-BA1A-145F60DD31D2}"/>
              </a:ext>
            </a:extLst>
          </p:cNvPr>
          <p:cNvGraphicFramePr>
            <a:graphicFrameLocks noGrp="1"/>
          </p:cNvGraphicFramePr>
          <p:nvPr/>
        </p:nvGraphicFramePr>
        <p:xfrm>
          <a:off x="9275763" y="998538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3" name="Text Box 50">
            <a:extLst>
              <a:ext uri="{FF2B5EF4-FFF2-40B4-BE49-F238E27FC236}">
                <a16:creationId xmlns:a16="http://schemas.microsoft.com/office/drawing/2014/main" id="{CB3B6FCC-257B-4A44-A72B-C490AD80A5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8" name="Marcador de número de diapositiva 37">
            <a:extLst>
              <a:ext uri="{FF2B5EF4-FFF2-40B4-BE49-F238E27FC236}">
                <a16:creationId xmlns:a16="http://schemas.microsoft.com/office/drawing/2014/main" id="{BA0198C5-0C24-485F-B8CF-55A384288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DDB75CD6-9454-4142-B4A3-C1EDA1BCD119}" type="slidenum">
              <a:rPr lang="es-ES" altLang="es-ES">
                <a:solidFill>
                  <a:srgbClr val="171717"/>
                </a:solidFill>
              </a:rPr>
              <a:pPr/>
              <a:t>128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D852925-11C4-42F7-B67C-F0CCCB9723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669A4E8B-DCB8-4CD7-A12B-1FFDC264C412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AD5E1C23-E4A6-49A8-8AC4-1ACE9592D16A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96D78D2B-991C-4299-B646-D0E51FDE34F5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72">
            <a:extLst>
              <a:ext uri="{FF2B5EF4-FFF2-40B4-BE49-F238E27FC236}">
                <a16:creationId xmlns:a16="http://schemas.microsoft.com/office/drawing/2014/main" id="{349F595B-D647-404A-8091-F6DAD9D35A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9" name="Line 70">
            <a:extLst>
              <a:ext uri="{FF2B5EF4-FFF2-40B4-BE49-F238E27FC236}">
                <a16:creationId xmlns:a16="http://schemas.microsoft.com/office/drawing/2014/main" id="{07FA745F-D925-44B6-B4A8-6D03526FEF63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55DEDF8D-6F98-4C78-B273-DF832AF84A74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BE9143C6-F652-4934-A6A5-733048309A10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B7F98D2E-78F6-4070-842D-9B8CCC4F9EC1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2ED22357-CFBB-4C86-B813-FE50014CB4E5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59083" name="Grupo 13">
            <a:extLst>
              <a:ext uri="{FF2B5EF4-FFF2-40B4-BE49-F238E27FC236}">
                <a16:creationId xmlns:a16="http://schemas.microsoft.com/office/drawing/2014/main" id="{1FE27A4B-A480-4D19-9E39-BDDBA4E9B1C7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15" name="Text Box 37">
              <a:extLst>
                <a:ext uri="{FF2B5EF4-FFF2-40B4-BE49-F238E27FC236}">
                  <a16:creationId xmlns:a16="http://schemas.microsoft.com/office/drawing/2014/main" id="{61CE4B22-D34E-4A19-853A-87506E13C8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32">
              <a:extLst>
                <a:ext uri="{FF2B5EF4-FFF2-40B4-BE49-F238E27FC236}">
                  <a16:creationId xmlns:a16="http://schemas.microsoft.com/office/drawing/2014/main" id="{3F3DCCD4-2002-43E1-81CC-26316E7AA1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9FDFA4A3-90EF-4552-9C38-0D2C84FA54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640B9E1C-D0EE-4899-87E0-C9BDF72B5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9" name="Text Box 14">
              <a:extLst>
                <a:ext uri="{FF2B5EF4-FFF2-40B4-BE49-F238E27FC236}">
                  <a16:creationId xmlns:a16="http://schemas.microsoft.com/office/drawing/2014/main" id="{36AF06E1-89E6-40E8-9606-1440EAF24C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FEEB832D-AFD9-487C-9D25-D6C9899F3C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7D449836-7673-4923-83A6-366918199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8">
              <a:extLst>
                <a:ext uri="{FF2B5EF4-FFF2-40B4-BE49-F238E27FC236}">
                  <a16:creationId xmlns:a16="http://schemas.microsoft.com/office/drawing/2014/main" id="{C027E038-5D25-4EA2-B5BD-983D69FFB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9">
              <a:extLst>
                <a:ext uri="{FF2B5EF4-FFF2-40B4-BE49-F238E27FC236}">
                  <a16:creationId xmlns:a16="http://schemas.microsoft.com/office/drawing/2014/main" id="{77FBB479-39FE-4FCD-A748-66E3E8F1CF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BF4CBA85-8BE9-49E6-99AB-E64A1DC2E7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AADAC85F-1DBB-43EA-A1FE-3DE9F9A1C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" name="Text Box 15">
              <a:extLst>
                <a:ext uri="{FF2B5EF4-FFF2-40B4-BE49-F238E27FC236}">
                  <a16:creationId xmlns:a16="http://schemas.microsoft.com/office/drawing/2014/main" id="{75CAE1DB-19F0-47EE-890F-F357AC73B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9" name="Text Box 16">
              <a:extLst>
                <a:ext uri="{FF2B5EF4-FFF2-40B4-BE49-F238E27FC236}">
                  <a16:creationId xmlns:a16="http://schemas.microsoft.com/office/drawing/2014/main" id="{517D17D7-3745-4ECF-8EDC-15138061EB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1" name="Text Box 17">
              <a:extLst>
                <a:ext uri="{FF2B5EF4-FFF2-40B4-BE49-F238E27FC236}">
                  <a16:creationId xmlns:a16="http://schemas.microsoft.com/office/drawing/2014/main" id="{CA42CB49-B5EC-4A29-939D-1400763CD8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18">
              <a:extLst>
                <a:ext uri="{FF2B5EF4-FFF2-40B4-BE49-F238E27FC236}">
                  <a16:creationId xmlns:a16="http://schemas.microsoft.com/office/drawing/2014/main" id="{3DEBE139-42D6-4413-B983-2FE7082D54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20">
              <a:extLst>
                <a:ext uri="{FF2B5EF4-FFF2-40B4-BE49-F238E27FC236}">
                  <a16:creationId xmlns:a16="http://schemas.microsoft.com/office/drawing/2014/main" id="{63D4C815-ECDD-4D70-AEC5-F9DC99D702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21">
              <a:extLst>
                <a:ext uri="{FF2B5EF4-FFF2-40B4-BE49-F238E27FC236}">
                  <a16:creationId xmlns:a16="http://schemas.microsoft.com/office/drawing/2014/main" id="{AB319D1F-5170-4109-B739-620FED919A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2E00F588-C857-4DD0-92E8-98F13BDCB8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44" name="Line 25">
              <a:extLst>
                <a:ext uri="{FF2B5EF4-FFF2-40B4-BE49-F238E27FC236}">
                  <a16:creationId xmlns:a16="http://schemas.microsoft.com/office/drawing/2014/main" id="{832347E0-CE72-46D6-9710-34A9881B0D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26">
              <a:extLst>
                <a:ext uri="{FF2B5EF4-FFF2-40B4-BE49-F238E27FC236}">
                  <a16:creationId xmlns:a16="http://schemas.microsoft.com/office/drawing/2014/main" id="{CAC0EAEA-2B09-4957-A268-1E92EA056D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E8F5EC7D-DB0E-46AF-A3C3-1DD912A079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D4734B13-C7F3-448F-8264-50C025289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31">
              <a:extLst>
                <a:ext uri="{FF2B5EF4-FFF2-40B4-BE49-F238E27FC236}">
                  <a16:creationId xmlns:a16="http://schemas.microsoft.com/office/drawing/2014/main" id="{C24995C6-EC4C-4000-B683-A1B920274A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Text Box 33">
              <a:extLst>
                <a:ext uri="{FF2B5EF4-FFF2-40B4-BE49-F238E27FC236}">
                  <a16:creationId xmlns:a16="http://schemas.microsoft.com/office/drawing/2014/main" id="{9E6E3579-0757-487B-A30E-05B287DB3A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54" name="Line 35">
              <a:extLst>
                <a:ext uri="{FF2B5EF4-FFF2-40B4-BE49-F238E27FC236}">
                  <a16:creationId xmlns:a16="http://schemas.microsoft.com/office/drawing/2014/main" id="{24219912-03D4-4DE4-9E6D-414116979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36">
              <a:extLst>
                <a:ext uri="{FF2B5EF4-FFF2-40B4-BE49-F238E27FC236}">
                  <a16:creationId xmlns:a16="http://schemas.microsoft.com/office/drawing/2014/main" id="{E2D15387-780E-475B-AF9F-EAE0DCA19C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0" name="Text Box 38">
              <a:extLst>
                <a:ext uri="{FF2B5EF4-FFF2-40B4-BE49-F238E27FC236}">
                  <a16:creationId xmlns:a16="http://schemas.microsoft.com/office/drawing/2014/main" id="{5A4E0523-E539-48C2-8B4E-CA5A54E82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61" name="Text Box 39">
              <a:extLst>
                <a:ext uri="{FF2B5EF4-FFF2-40B4-BE49-F238E27FC236}">
                  <a16:creationId xmlns:a16="http://schemas.microsoft.com/office/drawing/2014/main" id="{1E252E49-C85F-4012-A490-E801FF2431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62" name="Forma libre 61">
              <a:extLst>
                <a:ext uri="{FF2B5EF4-FFF2-40B4-BE49-F238E27FC236}">
                  <a16:creationId xmlns:a16="http://schemas.microsoft.com/office/drawing/2014/main" id="{86BC4722-6ECC-4F75-AF7A-E4124A7B42EC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59084" name="Grupo 62">
            <a:extLst>
              <a:ext uri="{FF2B5EF4-FFF2-40B4-BE49-F238E27FC236}">
                <a16:creationId xmlns:a16="http://schemas.microsoft.com/office/drawing/2014/main" id="{12FF18B7-F3FE-4106-B138-0084DE433503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4" name="Text Box 80">
              <a:extLst>
                <a:ext uri="{FF2B5EF4-FFF2-40B4-BE49-F238E27FC236}">
                  <a16:creationId xmlns:a16="http://schemas.microsoft.com/office/drawing/2014/main" id="{ECA1F95E-DC3C-4A94-A2AF-424570E70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63">
              <a:extLst>
                <a:ext uri="{FF2B5EF4-FFF2-40B4-BE49-F238E27FC236}">
                  <a16:creationId xmlns:a16="http://schemas.microsoft.com/office/drawing/2014/main" id="{0E8E8B94-2CE5-47E8-874D-A9BFE9EF36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6" name="Rectangle 59">
              <a:extLst>
                <a:ext uri="{FF2B5EF4-FFF2-40B4-BE49-F238E27FC236}">
                  <a16:creationId xmlns:a16="http://schemas.microsoft.com/office/drawing/2014/main" id="{D4B12ABF-420E-426C-B476-F186A2A32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61">
              <a:extLst>
                <a:ext uri="{FF2B5EF4-FFF2-40B4-BE49-F238E27FC236}">
                  <a16:creationId xmlns:a16="http://schemas.microsoft.com/office/drawing/2014/main" id="{2F9B0A18-5E4A-49A8-BE72-04680AB31D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9" name="Line 62">
              <a:extLst>
                <a:ext uri="{FF2B5EF4-FFF2-40B4-BE49-F238E27FC236}">
                  <a16:creationId xmlns:a16="http://schemas.microsoft.com/office/drawing/2014/main" id="{2DCA17C1-0567-4D72-9731-81DB9E413D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0" name="Line 65">
              <a:extLst>
                <a:ext uri="{FF2B5EF4-FFF2-40B4-BE49-F238E27FC236}">
                  <a16:creationId xmlns:a16="http://schemas.microsoft.com/office/drawing/2014/main" id="{50D407A3-AED3-42C2-91FC-64C224C6F8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DA2FE28B-5B9E-4AAB-A0A6-395F8CDD96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67">
              <a:extLst>
                <a:ext uri="{FF2B5EF4-FFF2-40B4-BE49-F238E27FC236}">
                  <a16:creationId xmlns:a16="http://schemas.microsoft.com/office/drawing/2014/main" id="{4AEEB2DC-B010-452C-842F-7A8971F7B3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3" name="Text Box 68">
              <a:extLst>
                <a:ext uri="{FF2B5EF4-FFF2-40B4-BE49-F238E27FC236}">
                  <a16:creationId xmlns:a16="http://schemas.microsoft.com/office/drawing/2014/main" id="{505DC89A-755B-43AB-9260-7D4EF6F20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74" name="Text Box 69">
              <a:extLst>
                <a:ext uri="{FF2B5EF4-FFF2-40B4-BE49-F238E27FC236}">
                  <a16:creationId xmlns:a16="http://schemas.microsoft.com/office/drawing/2014/main" id="{63AC5E1E-0F5F-478F-A3C4-CAE2FD0887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78" name="Text Box 70">
              <a:extLst>
                <a:ext uri="{FF2B5EF4-FFF2-40B4-BE49-F238E27FC236}">
                  <a16:creationId xmlns:a16="http://schemas.microsoft.com/office/drawing/2014/main" id="{D4621871-90FA-47B3-9AC9-FB0CB6C707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82" name="Text Box 71">
              <a:extLst>
                <a:ext uri="{FF2B5EF4-FFF2-40B4-BE49-F238E27FC236}">
                  <a16:creationId xmlns:a16="http://schemas.microsoft.com/office/drawing/2014/main" id="{A92CA373-DE67-4431-9759-24E4FC827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84" name="Line 73">
              <a:extLst>
                <a:ext uri="{FF2B5EF4-FFF2-40B4-BE49-F238E27FC236}">
                  <a16:creationId xmlns:a16="http://schemas.microsoft.com/office/drawing/2014/main" id="{00A6FCE5-A86A-46E8-9935-A7A62A58FF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Text Box 76">
              <a:extLst>
                <a:ext uri="{FF2B5EF4-FFF2-40B4-BE49-F238E27FC236}">
                  <a16:creationId xmlns:a16="http://schemas.microsoft.com/office/drawing/2014/main" id="{B7FCDB24-EA19-4FE4-BA71-4043D2ABBB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8" name="Line 78">
              <a:extLst>
                <a:ext uri="{FF2B5EF4-FFF2-40B4-BE49-F238E27FC236}">
                  <a16:creationId xmlns:a16="http://schemas.microsoft.com/office/drawing/2014/main" id="{DE6277F3-2322-4AF9-9B7D-A15D1AA1DD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9" name="Line 79">
              <a:extLst>
                <a:ext uri="{FF2B5EF4-FFF2-40B4-BE49-F238E27FC236}">
                  <a16:creationId xmlns:a16="http://schemas.microsoft.com/office/drawing/2014/main" id="{6919CA84-A5F4-4F26-803D-23D3C1528D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0" name="Forma libre 89">
              <a:extLst>
                <a:ext uri="{FF2B5EF4-FFF2-40B4-BE49-F238E27FC236}">
                  <a16:creationId xmlns:a16="http://schemas.microsoft.com/office/drawing/2014/main" id="{7E1F8C35-F811-40D9-B012-0BC5DE4AA109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91" name="Text Box 48">
            <a:extLst>
              <a:ext uri="{FF2B5EF4-FFF2-40B4-BE49-F238E27FC236}">
                <a16:creationId xmlns:a16="http://schemas.microsoft.com/office/drawing/2014/main" id="{5E72D86D-CA93-41DA-B977-CC8815912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2" name="Text Box 53">
            <a:extLst>
              <a:ext uri="{FF2B5EF4-FFF2-40B4-BE49-F238E27FC236}">
                <a16:creationId xmlns:a16="http://schemas.microsoft.com/office/drawing/2014/main" id="{7BE43A99-D03F-42EB-8A93-DF0081D4A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4" name="Text Box 57">
            <a:extLst>
              <a:ext uri="{FF2B5EF4-FFF2-40B4-BE49-F238E27FC236}">
                <a16:creationId xmlns:a16="http://schemas.microsoft.com/office/drawing/2014/main" id="{D6D02449-7123-4265-BFB6-0CA8C148D7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id="{4F9671E9-BFB2-4D30-9CBF-9BDA9CE081B0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0" name="Line 46">
            <a:extLst>
              <a:ext uri="{FF2B5EF4-FFF2-40B4-BE49-F238E27FC236}">
                <a16:creationId xmlns:a16="http://schemas.microsoft.com/office/drawing/2014/main" id="{D32FB44A-5200-4A97-A139-260BB6BE119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F01B8446-E1B7-4F05-9FBE-2EFDF5CAF5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6" name="Text Box 49">
            <a:extLst>
              <a:ext uri="{FF2B5EF4-FFF2-40B4-BE49-F238E27FC236}">
                <a16:creationId xmlns:a16="http://schemas.microsoft.com/office/drawing/2014/main" id="{35B74E84-3FA0-4291-85B8-093D0511B1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110" name="Line 52">
            <a:extLst>
              <a:ext uri="{FF2B5EF4-FFF2-40B4-BE49-F238E27FC236}">
                <a16:creationId xmlns:a16="http://schemas.microsoft.com/office/drawing/2014/main" id="{5B822D10-B20D-4C02-9FEF-50E46A12C3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1" name="Line 56">
            <a:extLst>
              <a:ext uri="{FF2B5EF4-FFF2-40B4-BE49-F238E27FC236}">
                <a16:creationId xmlns:a16="http://schemas.microsoft.com/office/drawing/2014/main" id="{CCED1E8C-35DD-42E0-9AE5-4F67D442F8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2" name="Line 60">
            <a:extLst>
              <a:ext uri="{FF2B5EF4-FFF2-40B4-BE49-F238E27FC236}">
                <a16:creationId xmlns:a16="http://schemas.microsoft.com/office/drawing/2014/main" id="{BA49131B-3920-4AFF-906D-67C9EC6173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3" name="Text Box 61">
            <a:extLst>
              <a:ext uri="{FF2B5EF4-FFF2-40B4-BE49-F238E27FC236}">
                <a16:creationId xmlns:a16="http://schemas.microsoft.com/office/drawing/2014/main" id="{2744E5DC-D7B5-4AC5-8C68-000EFD9AC0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114" name="Text Box 62">
            <a:extLst>
              <a:ext uri="{FF2B5EF4-FFF2-40B4-BE49-F238E27FC236}">
                <a16:creationId xmlns:a16="http://schemas.microsoft.com/office/drawing/2014/main" id="{CA12E800-AFFF-43CA-BF7A-AACAA3CD69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4AAB6FD4-122A-4BBF-97E9-A1AFCFD6FB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119" name="Text Box 64">
            <a:extLst>
              <a:ext uri="{FF2B5EF4-FFF2-40B4-BE49-F238E27FC236}">
                <a16:creationId xmlns:a16="http://schemas.microsoft.com/office/drawing/2014/main" id="{A8D45C6D-EB49-4A6A-B7A9-2997BC9BB4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120" name="Line 71">
            <a:extLst>
              <a:ext uri="{FF2B5EF4-FFF2-40B4-BE49-F238E27FC236}">
                <a16:creationId xmlns:a16="http://schemas.microsoft.com/office/drawing/2014/main" id="{441AEEEA-6532-4265-9102-E3C6EAD4B08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1" name="Text Box 72">
            <a:extLst>
              <a:ext uri="{FF2B5EF4-FFF2-40B4-BE49-F238E27FC236}">
                <a16:creationId xmlns:a16="http://schemas.microsoft.com/office/drawing/2014/main" id="{B7B1416E-7EAC-4BB8-85FD-1BBEEF957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122" name="Text Box 144">
            <a:extLst>
              <a:ext uri="{FF2B5EF4-FFF2-40B4-BE49-F238E27FC236}">
                <a16:creationId xmlns:a16="http://schemas.microsoft.com/office/drawing/2014/main" id="{68DCF7CF-F2B5-4BAF-B304-E0D0157F47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123" name="Line 51">
            <a:extLst>
              <a:ext uri="{FF2B5EF4-FFF2-40B4-BE49-F238E27FC236}">
                <a16:creationId xmlns:a16="http://schemas.microsoft.com/office/drawing/2014/main" id="{76D940F6-633C-4D5D-826B-3640BC44BCC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4" name="Line 55">
            <a:extLst>
              <a:ext uri="{FF2B5EF4-FFF2-40B4-BE49-F238E27FC236}">
                <a16:creationId xmlns:a16="http://schemas.microsoft.com/office/drawing/2014/main" id="{2A4F51AB-914E-41C0-A48D-B704E203CDC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5" name="Line 70">
            <a:extLst>
              <a:ext uri="{FF2B5EF4-FFF2-40B4-BE49-F238E27FC236}">
                <a16:creationId xmlns:a16="http://schemas.microsoft.com/office/drawing/2014/main" id="{916585A8-44C4-4BCA-8C75-48F72DCC760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6" name="Line 59">
            <a:extLst>
              <a:ext uri="{FF2B5EF4-FFF2-40B4-BE49-F238E27FC236}">
                <a16:creationId xmlns:a16="http://schemas.microsoft.com/office/drawing/2014/main" id="{952392D4-5ED2-44B2-A207-EE0AFFA3E6A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59106" name="Grupo 126">
            <a:extLst>
              <a:ext uri="{FF2B5EF4-FFF2-40B4-BE49-F238E27FC236}">
                <a16:creationId xmlns:a16="http://schemas.microsoft.com/office/drawing/2014/main" id="{59086DDA-6012-4348-97F1-722F0194517B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31" name="Text Box 48">
              <a:extLst>
                <a:ext uri="{FF2B5EF4-FFF2-40B4-BE49-F238E27FC236}">
                  <a16:creationId xmlns:a16="http://schemas.microsoft.com/office/drawing/2014/main" id="{24C36DF4-BD58-40F3-ABA3-4EE9C51ABE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41BB1EB7-57CE-423C-A0E5-46F83CC974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3" name="Forma libre 132">
              <a:extLst>
                <a:ext uri="{FF2B5EF4-FFF2-40B4-BE49-F238E27FC236}">
                  <a16:creationId xmlns:a16="http://schemas.microsoft.com/office/drawing/2014/main" id="{01AE1E10-18B5-4E6C-9002-11B62613ED61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34" name="Line 46">
              <a:extLst>
                <a:ext uri="{FF2B5EF4-FFF2-40B4-BE49-F238E27FC236}">
                  <a16:creationId xmlns:a16="http://schemas.microsoft.com/office/drawing/2014/main" id="{A823691F-1AFA-496E-81C6-0F41AD2789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7">
              <a:extLst>
                <a:ext uri="{FF2B5EF4-FFF2-40B4-BE49-F238E27FC236}">
                  <a16:creationId xmlns:a16="http://schemas.microsoft.com/office/drawing/2014/main" id="{12833FE2-7DF7-46E4-B6D6-F1FACFB189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8E03872D-B25C-4F47-B34F-306F4D0616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5AB2DFFE-D5A2-495D-98B5-3DF0BF2589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32726E50-D6A6-4A91-A3FC-017C6A78D4D4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9" name="Text Box 50">
            <a:extLst>
              <a:ext uri="{FF2B5EF4-FFF2-40B4-BE49-F238E27FC236}">
                <a16:creationId xmlns:a16="http://schemas.microsoft.com/office/drawing/2014/main" id="{9D5206C1-774C-496D-8500-77458C76C2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140" name="Forma libre 139">
            <a:extLst>
              <a:ext uri="{FF2B5EF4-FFF2-40B4-BE49-F238E27FC236}">
                <a16:creationId xmlns:a16="http://schemas.microsoft.com/office/drawing/2014/main" id="{9B0A7117-EF9A-406B-84F8-D819FCFF7F70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2" name="Forma libre 141">
            <a:extLst>
              <a:ext uri="{FF2B5EF4-FFF2-40B4-BE49-F238E27FC236}">
                <a16:creationId xmlns:a16="http://schemas.microsoft.com/office/drawing/2014/main" id="{C7237C55-8E7E-4747-AA2D-0FC1E301BD5C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" name="Forma libre 142">
            <a:extLst>
              <a:ext uri="{FF2B5EF4-FFF2-40B4-BE49-F238E27FC236}">
                <a16:creationId xmlns:a16="http://schemas.microsoft.com/office/drawing/2014/main" id="{520B4690-BF2C-4780-88A0-DF7F418506A7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82CB0DB2-00EA-46CD-A88F-C97BC5E06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45" name="Text Box 50">
            <a:extLst>
              <a:ext uri="{FF2B5EF4-FFF2-40B4-BE49-F238E27FC236}">
                <a16:creationId xmlns:a16="http://schemas.microsoft.com/office/drawing/2014/main" id="{AADEFE4E-B480-4129-85E9-CFEA0E0323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146" name="Forma libre 145">
            <a:extLst>
              <a:ext uri="{FF2B5EF4-FFF2-40B4-BE49-F238E27FC236}">
                <a16:creationId xmlns:a16="http://schemas.microsoft.com/office/drawing/2014/main" id="{CC7D98CF-B6F3-4EA8-83D2-304743155381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" name="Forma libre 146">
            <a:extLst>
              <a:ext uri="{FF2B5EF4-FFF2-40B4-BE49-F238E27FC236}">
                <a16:creationId xmlns:a16="http://schemas.microsoft.com/office/drawing/2014/main" id="{82E93504-664E-4144-BDD7-0F47F8BE2C9A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8" name="Forma libre 147">
            <a:extLst>
              <a:ext uri="{FF2B5EF4-FFF2-40B4-BE49-F238E27FC236}">
                <a16:creationId xmlns:a16="http://schemas.microsoft.com/office/drawing/2014/main" id="{4F548816-0C4B-45DB-A994-7930DFB8BA1F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9117" name="Grupo 148">
            <a:extLst>
              <a:ext uri="{FF2B5EF4-FFF2-40B4-BE49-F238E27FC236}">
                <a16:creationId xmlns:a16="http://schemas.microsoft.com/office/drawing/2014/main" id="{04D573B6-CFD0-45F7-B7E1-CA15AEF71A84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150" name="Text Box 49">
              <a:extLst>
                <a:ext uri="{FF2B5EF4-FFF2-40B4-BE49-F238E27FC236}">
                  <a16:creationId xmlns:a16="http://schemas.microsoft.com/office/drawing/2014/main" id="{8C60C7F7-C18B-462B-9AFC-27BA6EADF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47">
              <a:extLst>
                <a:ext uri="{FF2B5EF4-FFF2-40B4-BE49-F238E27FC236}">
                  <a16:creationId xmlns:a16="http://schemas.microsoft.com/office/drawing/2014/main" id="{BF9D62C4-B058-47C9-AA2C-C1355BC73C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Rectangle 43">
              <a:extLst>
                <a:ext uri="{FF2B5EF4-FFF2-40B4-BE49-F238E27FC236}">
                  <a16:creationId xmlns:a16="http://schemas.microsoft.com/office/drawing/2014/main" id="{E014D95F-24A1-486A-A654-62AA26C36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4">
              <a:extLst>
                <a:ext uri="{FF2B5EF4-FFF2-40B4-BE49-F238E27FC236}">
                  <a16:creationId xmlns:a16="http://schemas.microsoft.com/office/drawing/2014/main" id="{B9A715D7-11E1-4A11-AF1B-FF963513EC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Line 46">
              <a:extLst>
                <a:ext uri="{FF2B5EF4-FFF2-40B4-BE49-F238E27FC236}">
                  <a16:creationId xmlns:a16="http://schemas.microsoft.com/office/drawing/2014/main" id="{9718D225-F982-4BF5-B7F0-181CF450C5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Text Box 47">
              <a:extLst>
                <a:ext uri="{FF2B5EF4-FFF2-40B4-BE49-F238E27FC236}">
                  <a16:creationId xmlns:a16="http://schemas.microsoft.com/office/drawing/2014/main" id="{A4450474-9CD0-47E5-AE77-C9B9C969E7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3" name="Line 48">
              <a:extLst>
                <a:ext uri="{FF2B5EF4-FFF2-40B4-BE49-F238E27FC236}">
                  <a16:creationId xmlns:a16="http://schemas.microsoft.com/office/drawing/2014/main" id="{68215C72-C29E-4A20-8C8D-A7F7549497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Line 44">
              <a:extLst>
                <a:ext uri="{FF2B5EF4-FFF2-40B4-BE49-F238E27FC236}">
                  <a16:creationId xmlns:a16="http://schemas.microsoft.com/office/drawing/2014/main" id="{B127642B-AA67-459C-B419-5A3AA4E4A8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81CD0AB1-FCA3-4C54-A15A-E32DF0DB7D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Forma libre 165">
              <a:extLst>
                <a:ext uri="{FF2B5EF4-FFF2-40B4-BE49-F238E27FC236}">
                  <a16:creationId xmlns:a16="http://schemas.microsoft.com/office/drawing/2014/main" id="{D69087C5-92FD-4217-B5A7-BC5F36F28303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67" name="Text Box 47">
              <a:extLst>
                <a:ext uri="{FF2B5EF4-FFF2-40B4-BE49-F238E27FC236}">
                  <a16:creationId xmlns:a16="http://schemas.microsoft.com/office/drawing/2014/main" id="{D24CA484-94AF-4025-AE7F-4D1CB885D5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68" name="Line 45">
              <a:extLst>
                <a:ext uri="{FF2B5EF4-FFF2-40B4-BE49-F238E27FC236}">
                  <a16:creationId xmlns:a16="http://schemas.microsoft.com/office/drawing/2014/main" id="{C0D92B8E-BE58-48F7-9EF9-A70441E55F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9" name="Forma libre 168">
            <a:extLst>
              <a:ext uri="{FF2B5EF4-FFF2-40B4-BE49-F238E27FC236}">
                <a16:creationId xmlns:a16="http://schemas.microsoft.com/office/drawing/2014/main" id="{5984AF9C-D277-4151-9B06-94B0F66E25BC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806A169A-7094-4327-A9CA-DE48F5DF5FBB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F67512D0-519C-4E30-84E1-6A56838537BE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2" name="Elipse 171">
            <a:extLst>
              <a:ext uri="{FF2B5EF4-FFF2-40B4-BE49-F238E27FC236}">
                <a16:creationId xmlns:a16="http://schemas.microsoft.com/office/drawing/2014/main" id="{031A1003-09F0-4362-80AA-B75857E4C5C0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" name="Line 18">
            <a:extLst>
              <a:ext uri="{FF2B5EF4-FFF2-40B4-BE49-F238E27FC236}">
                <a16:creationId xmlns:a16="http://schemas.microsoft.com/office/drawing/2014/main" id="{EE90099A-1292-46CA-AAF7-2F4050A1F9D4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4" name="Line 56">
            <a:extLst>
              <a:ext uri="{FF2B5EF4-FFF2-40B4-BE49-F238E27FC236}">
                <a16:creationId xmlns:a16="http://schemas.microsoft.com/office/drawing/2014/main" id="{12CE644C-79F5-406D-8688-A3F4A30E2E3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5" name="Forma libre 174">
            <a:extLst>
              <a:ext uri="{FF2B5EF4-FFF2-40B4-BE49-F238E27FC236}">
                <a16:creationId xmlns:a16="http://schemas.microsoft.com/office/drawing/2014/main" id="{CCE59A2C-681F-4431-B71E-2EBAF2503C2B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9125" name="Grupo 175">
            <a:extLst>
              <a:ext uri="{FF2B5EF4-FFF2-40B4-BE49-F238E27FC236}">
                <a16:creationId xmlns:a16="http://schemas.microsoft.com/office/drawing/2014/main" id="{E62D03B2-861A-4855-B58A-BDF3D2ECE6BD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177" name="Text Box 48">
              <a:extLst>
                <a:ext uri="{FF2B5EF4-FFF2-40B4-BE49-F238E27FC236}">
                  <a16:creationId xmlns:a16="http://schemas.microsoft.com/office/drawing/2014/main" id="{C887375D-0D10-40D5-8A5E-D2139CBD78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8" name="Text Box 57">
              <a:extLst>
                <a:ext uri="{FF2B5EF4-FFF2-40B4-BE49-F238E27FC236}">
                  <a16:creationId xmlns:a16="http://schemas.microsoft.com/office/drawing/2014/main" id="{01DE4F7A-793F-4320-881B-D08F37AC48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9" name="Text Box 53">
              <a:extLst>
                <a:ext uri="{FF2B5EF4-FFF2-40B4-BE49-F238E27FC236}">
                  <a16:creationId xmlns:a16="http://schemas.microsoft.com/office/drawing/2014/main" id="{638DE0A3-789A-4C94-9703-DAF2D1A010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5D7FE4BB-5076-4692-99C0-D74F629E0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47">
              <a:extLst>
                <a:ext uri="{FF2B5EF4-FFF2-40B4-BE49-F238E27FC236}">
                  <a16:creationId xmlns:a16="http://schemas.microsoft.com/office/drawing/2014/main" id="{0C4D2805-B2DE-47DE-B919-D34DE75E52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707368C2-7C0B-417E-9D78-B646333F3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52">
              <a:extLst>
                <a:ext uri="{FF2B5EF4-FFF2-40B4-BE49-F238E27FC236}">
                  <a16:creationId xmlns:a16="http://schemas.microsoft.com/office/drawing/2014/main" id="{01886400-D0C8-49C2-8B4F-7F0F62CD84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56">
              <a:extLst>
                <a:ext uri="{FF2B5EF4-FFF2-40B4-BE49-F238E27FC236}">
                  <a16:creationId xmlns:a16="http://schemas.microsoft.com/office/drawing/2014/main" id="{CA81050A-5EC4-4450-83EF-4F2E2DA980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Line 55">
              <a:extLst>
                <a:ext uri="{FF2B5EF4-FFF2-40B4-BE49-F238E27FC236}">
                  <a16:creationId xmlns:a16="http://schemas.microsoft.com/office/drawing/2014/main" id="{C35AF87B-9B68-41B4-A26C-ECB773059A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6" name="Line 51">
              <a:extLst>
                <a:ext uri="{FF2B5EF4-FFF2-40B4-BE49-F238E27FC236}">
                  <a16:creationId xmlns:a16="http://schemas.microsoft.com/office/drawing/2014/main" id="{B3E49841-CD08-4E0A-A4A7-BE19234AA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7" name="Line 46">
              <a:extLst>
                <a:ext uri="{FF2B5EF4-FFF2-40B4-BE49-F238E27FC236}">
                  <a16:creationId xmlns:a16="http://schemas.microsoft.com/office/drawing/2014/main" id="{081E428A-6C99-4A96-9198-5B2C690FDF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DB4906DB-FC9C-4D4B-8337-B02E073A6999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Forma libre 188">
            <a:extLst>
              <a:ext uri="{FF2B5EF4-FFF2-40B4-BE49-F238E27FC236}">
                <a16:creationId xmlns:a16="http://schemas.microsoft.com/office/drawing/2014/main" id="{46AD0CF2-8FBD-4B7E-B283-8D6074D717E0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Forma libre 189">
            <a:extLst>
              <a:ext uri="{FF2B5EF4-FFF2-40B4-BE49-F238E27FC236}">
                <a16:creationId xmlns:a16="http://schemas.microsoft.com/office/drawing/2014/main" id="{87D635A3-A4B5-41C4-B56D-3C4CFC7FC1F5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9129" name="Grupo 190">
            <a:extLst>
              <a:ext uri="{FF2B5EF4-FFF2-40B4-BE49-F238E27FC236}">
                <a16:creationId xmlns:a16="http://schemas.microsoft.com/office/drawing/2014/main" id="{40008633-0210-420A-A11A-59BF7878A95A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92" name="Text Box 49">
              <a:extLst>
                <a:ext uri="{FF2B5EF4-FFF2-40B4-BE49-F238E27FC236}">
                  <a16:creationId xmlns:a16="http://schemas.microsoft.com/office/drawing/2014/main" id="{686F6BDD-45EB-4B81-B6D3-A4AAC53B4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D383E94E-5919-40DE-BE5B-047C8572B2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4" name="Rectangle 43">
              <a:extLst>
                <a:ext uri="{FF2B5EF4-FFF2-40B4-BE49-F238E27FC236}">
                  <a16:creationId xmlns:a16="http://schemas.microsoft.com/office/drawing/2014/main" id="{297B2619-F1EE-46CA-A366-B0E4320A5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5" name="Line 44">
              <a:extLst>
                <a:ext uri="{FF2B5EF4-FFF2-40B4-BE49-F238E27FC236}">
                  <a16:creationId xmlns:a16="http://schemas.microsoft.com/office/drawing/2014/main" id="{AEF860D8-872B-4517-B5B3-F96599A26F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6">
              <a:extLst>
                <a:ext uri="{FF2B5EF4-FFF2-40B4-BE49-F238E27FC236}">
                  <a16:creationId xmlns:a16="http://schemas.microsoft.com/office/drawing/2014/main" id="{9EBFAA1B-9CA0-49DC-8E32-FABEAE05D1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Line 48">
              <a:extLst>
                <a:ext uri="{FF2B5EF4-FFF2-40B4-BE49-F238E27FC236}">
                  <a16:creationId xmlns:a16="http://schemas.microsoft.com/office/drawing/2014/main" id="{75BFE42B-AD75-4577-9CBB-8ABADA37C5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8" name="Text Box 53">
              <a:extLst>
                <a:ext uri="{FF2B5EF4-FFF2-40B4-BE49-F238E27FC236}">
                  <a16:creationId xmlns:a16="http://schemas.microsoft.com/office/drawing/2014/main" id="{A1AE2395-DD88-4E92-A148-E3DDCD9FD8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99" name="Forma libre 198">
              <a:extLst>
                <a:ext uri="{FF2B5EF4-FFF2-40B4-BE49-F238E27FC236}">
                  <a16:creationId xmlns:a16="http://schemas.microsoft.com/office/drawing/2014/main" id="{D8B46AD6-1B58-4A24-8E03-71378232E731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00" name="Line 45">
              <a:extLst>
                <a:ext uri="{FF2B5EF4-FFF2-40B4-BE49-F238E27FC236}">
                  <a16:creationId xmlns:a16="http://schemas.microsoft.com/office/drawing/2014/main" id="{8FDFE589-BE49-4031-BB02-3B5C341F63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59130" name="Grupo 200">
            <a:extLst>
              <a:ext uri="{FF2B5EF4-FFF2-40B4-BE49-F238E27FC236}">
                <a16:creationId xmlns:a16="http://schemas.microsoft.com/office/drawing/2014/main" id="{11C33F9D-ABFD-4B9B-A5A7-66E28C6B97D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02" name="Text Box 48">
              <a:extLst>
                <a:ext uri="{FF2B5EF4-FFF2-40B4-BE49-F238E27FC236}">
                  <a16:creationId xmlns:a16="http://schemas.microsoft.com/office/drawing/2014/main" id="{D6F443F3-E6BD-4C7F-A733-33479DF98A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3" name="Text Box 57">
              <a:extLst>
                <a:ext uri="{FF2B5EF4-FFF2-40B4-BE49-F238E27FC236}">
                  <a16:creationId xmlns:a16="http://schemas.microsoft.com/office/drawing/2014/main" id="{331EE13E-AD9C-4D74-A989-5371FC3F1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4" name="Text Box 53">
              <a:extLst>
                <a:ext uri="{FF2B5EF4-FFF2-40B4-BE49-F238E27FC236}">
                  <a16:creationId xmlns:a16="http://schemas.microsoft.com/office/drawing/2014/main" id="{EA9600B2-58FE-4C22-8096-AA1B8B4CC7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Freeform 44">
              <a:extLst>
                <a:ext uri="{FF2B5EF4-FFF2-40B4-BE49-F238E27FC236}">
                  <a16:creationId xmlns:a16="http://schemas.microsoft.com/office/drawing/2014/main" id="{E23E908E-BEF9-4FC9-B919-923F68ECF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6" name="Line 47">
              <a:extLst>
                <a:ext uri="{FF2B5EF4-FFF2-40B4-BE49-F238E27FC236}">
                  <a16:creationId xmlns:a16="http://schemas.microsoft.com/office/drawing/2014/main" id="{DBEE9995-77AA-49B5-A9EE-515050AA5F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Text Box 49">
              <a:extLst>
                <a:ext uri="{FF2B5EF4-FFF2-40B4-BE49-F238E27FC236}">
                  <a16:creationId xmlns:a16="http://schemas.microsoft.com/office/drawing/2014/main" id="{DF23E894-3B1C-4596-90AC-58EAA9E99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52">
              <a:extLst>
                <a:ext uri="{FF2B5EF4-FFF2-40B4-BE49-F238E27FC236}">
                  <a16:creationId xmlns:a16="http://schemas.microsoft.com/office/drawing/2014/main" id="{D2824C74-8585-47F6-9767-9E29C5F628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56">
              <a:extLst>
                <a:ext uri="{FF2B5EF4-FFF2-40B4-BE49-F238E27FC236}">
                  <a16:creationId xmlns:a16="http://schemas.microsoft.com/office/drawing/2014/main" id="{70790744-9822-47D1-9F45-14B39F88B3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6">
              <a:extLst>
                <a:ext uri="{FF2B5EF4-FFF2-40B4-BE49-F238E27FC236}">
                  <a16:creationId xmlns:a16="http://schemas.microsoft.com/office/drawing/2014/main" id="{2C517013-0189-4E32-ACF8-53F6BB0C8E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Line 55">
              <a:extLst>
                <a:ext uri="{FF2B5EF4-FFF2-40B4-BE49-F238E27FC236}">
                  <a16:creationId xmlns:a16="http://schemas.microsoft.com/office/drawing/2014/main" id="{46D4D520-6AE1-4C7F-812A-A1D8D1A89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Line 51">
              <a:extLst>
                <a:ext uri="{FF2B5EF4-FFF2-40B4-BE49-F238E27FC236}">
                  <a16:creationId xmlns:a16="http://schemas.microsoft.com/office/drawing/2014/main" id="{C77810FC-4726-448A-9A0E-70754588F4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13" name="Forma libre 212">
            <a:extLst>
              <a:ext uri="{FF2B5EF4-FFF2-40B4-BE49-F238E27FC236}">
                <a16:creationId xmlns:a16="http://schemas.microsoft.com/office/drawing/2014/main" id="{37478D94-EB12-4D21-8997-0BCD749551AB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4" name="Text Box 46">
            <a:extLst>
              <a:ext uri="{FF2B5EF4-FFF2-40B4-BE49-F238E27FC236}">
                <a16:creationId xmlns:a16="http://schemas.microsoft.com/office/drawing/2014/main" id="{BE52BBB4-41D0-4C68-9D73-5A3615F431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5" name="Elipse 214">
            <a:extLst>
              <a:ext uri="{FF2B5EF4-FFF2-40B4-BE49-F238E27FC236}">
                <a16:creationId xmlns:a16="http://schemas.microsoft.com/office/drawing/2014/main" id="{39638A8F-2530-4D32-9FF1-0BDF654014DD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9134" name="Grupo 239">
            <a:extLst>
              <a:ext uri="{FF2B5EF4-FFF2-40B4-BE49-F238E27FC236}">
                <a16:creationId xmlns:a16="http://schemas.microsoft.com/office/drawing/2014/main" id="{1C0B589C-C7F0-4D88-B820-BBAFECB374F2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244" name="Rectangle 42">
              <a:extLst>
                <a:ext uri="{FF2B5EF4-FFF2-40B4-BE49-F238E27FC236}">
                  <a16:creationId xmlns:a16="http://schemas.microsoft.com/office/drawing/2014/main" id="{2FD59738-F4EE-4342-8240-CAB0BB491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44">
              <a:extLst>
                <a:ext uri="{FF2B5EF4-FFF2-40B4-BE49-F238E27FC236}">
                  <a16:creationId xmlns:a16="http://schemas.microsoft.com/office/drawing/2014/main" id="{5B227112-D2FD-4DC8-8250-E8163E186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45">
              <a:extLst>
                <a:ext uri="{FF2B5EF4-FFF2-40B4-BE49-F238E27FC236}">
                  <a16:creationId xmlns:a16="http://schemas.microsoft.com/office/drawing/2014/main" id="{B65EC2C3-755F-46AA-861C-352BE02F5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46">
              <a:extLst>
                <a:ext uri="{FF2B5EF4-FFF2-40B4-BE49-F238E27FC236}">
                  <a16:creationId xmlns:a16="http://schemas.microsoft.com/office/drawing/2014/main" id="{CB5346CF-C024-4D47-89E8-5AFBA9F061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Line 48">
              <a:extLst>
                <a:ext uri="{FF2B5EF4-FFF2-40B4-BE49-F238E27FC236}">
                  <a16:creationId xmlns:a16="http://schemas.microsoft.com/office/drawing/2014/main" id="{9DBC6189-A69A-4588-A36F-81636D70DE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9">
              <a:extLst>
                <a:ext uri="{FF2B5EF4-FFF2-40B4-BE49-F238E27FC236}">
                  <a16:creationId xmlns:a16="http://schemas.microsoft.com/office/drawing/2014/main" id="{C1912075-34F6-4B74-A04E-AF533BBB2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Text Box 50">
              <a:extLst>
                <a:ext uri="{FF2B5EF4-FFF2-40B4-BE49-F238E27FC236}">
                  <a16:creationId xmlns:a16="http://schemas.microsoft.com/office/drawing/2014/main" id="{2F63C18A-7459-42FF-899D-F7034BA03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1" name="Text Box 51">
              <a:extLst>
                <a:ext uri="{FF2B5EF4-FFF2-40B4-BE49-F238E27FC236}">
                  <a16:creationId xmlns:a16="http://schemas.microsoft.com/office/drawing/2014/main" id="{E40DE394-A0DA-4460-B8E6-B2BE33A85A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52" name="Text Box 52">
              <a:extLst>
                <a:ext uri="{FF2B5EF4-FFF2-40B4-BE49-F238E27FC236}">
                  <a16:creationId xmlns:a16="http://schemas.microsoft.com/office/drawing/2014/main" id="{1798824B-4F78-4714-ADF6-1D90ADCCA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Text Box 53">
              <a:extLst>
                <a:ext uri="{FF2B5EF4-FFF2-40B4-BE49-F238E27FC236}">
                  <a16:creationId xmlns:a16="http://schemas.microsoft.com/office/drawing/2014/main" id="{F6470D18-A566-4CED-971B-A8A4E371A4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254" name="Forma libre 253">
            <a:extLst>
              <a:ext uri="{FF2B5EF4-FFF2-40B4-BE49-F238E27FC236}">
                <a16:creationId xmlns:a16="http://schemas.microsoft.com/office/drawing/2014/main" id="{F33555BD-0FB0-4B42-BF18-766D6BEE194D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9136" name="Grupo 254">
            <a:extLst>
              <a:ext uri="{FF2B5EF4-FFF2-40B4-BE49-F238E27FC236}">
                <a16:creationId xmlns:a16="http://schemas.microsoft.com/office/drawing/2014/main" id="{0C0FBA71-9531-4E88-9A06-664BB8D935AB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256" name="Text Box 49">
              <a:extLst>
                <a:ext uri="{FF2B5EF4-FFF2-40B4-BE49-F238E27FC236}">
                  <a16:creationId xmlns:a16="http://schemas.microsoft.com/office/drawing/2014/main" id="{27C51139-6266-4128-A4B3-5B0517A576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7" name="Text Box 47">
              <a:extLst>
                <a:ext uri="{FF2B5EF4-FFF2-40B4-BE49-F238E27FC236}">
                  <a16:creationId xmlns:a16="http://schemas.microsoft.com/office/drawing/2014/main" id="{EF8C349B-572A-462F-A7D1-EAE1A1A8C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8" name="Text Box 47">
              <a:extLst>
                <a:ext uri="{FF2B5EF4-FFF2-40B4-BE49-F238E27FC236}">
                  <a16:creationId xmlns:a16="http://schemas.microsoft.com/office/drawing/2014/main" id="{2B518C58-D6EB-45A5-9A08-8A3AF9AECA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Rectangle 43">
              <a:extLst>
                <a:ext uri="{FF2B5EF4-FFF2-40B4-BE49-F238E27FC236}">
                  <a16:creationId xmlns:a16="http://schemas.microsoft.com/office/drawing/2014/main" id="{01677E15-3C24-4460-991D-75CB4CB99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2999888F-35AE-4DDB-98A5-1C2690A726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1" name="Line 46">
              <a:extLst>
                <a:ext uri="{FF2B5EF4-FFF2-40B4-BE49-F238E27FC236}">
                  <a16:creationId xmlns:a16="http://schemas.microsoft.com/office/drawing/2014/main" id="{FDE45E55-D3B6-41FA-AAE0-7EDF9E9660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2" name="Line 48">
              <a:extLst>
                <a:ext uri="{FF2B5EF4-FFF2-40B4-BE49-F238E27FC236}">
                  <a16:creationId xmlns:a16="http://schemas.microsoft.com/office/drawing/2014/main" id="{89256CD0-8E81-42A5-9BE7-6737BE07E8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3" name="Line 46">
              <a:extLst>
                <a:ext uri="{FF2B5EF4-FFF2-40B4-BE49-F238E27FC236}">
                  <a16:creationId xmlns:a16="http://schemas.microsoft.com/office/drawing/2014/main" id="{A57E5B0B-B43D-4504-A869-CAE216928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4" name="Forma libre 263">
              <a:extLst>
                <a:ext uri="{FF2B5EF4-FFF2-40B4-BE49-F238E27FC236}">
                  <a16:creationId xmlns:a16="http://schemas.microsoft.com/office/drawing/2014/main" id="{CC848A90-B78C-4ECD-A28A-2F183BC304EF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5" name="Text Box 47">
              <a:extLst>
                <a:ext uri="{FF2B5EF4-FFF2-40B4-BE49-F238E27FC236}">
                  <a16:creationId xmlns:a16="http://schemas.microsoft.com/office/drawing/2014/main" id="{2CF20F74-6F10-44CD-B4F9-C403793F5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66" name="Line 44">
              <a:extLst>
                <a:ext uri="{FF2B5EF4-FFF2-40B4-BE49-F238E27FC236}">
                  <a16:creationId xmlns:a16="http://schemas.microsoft.com/office/drawing/2014/main" id="{32499F01-50FF-466E-A940-765180D82B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44">
              <a:extLst>
                <a:ext uri="{FF2B5EF4-FFF2-40B4-BE49-F238E27FC236}">
                  <a16:creationId xmlns:a16="http://schemas.microsoft.com/office/drawing/2014/main" id="{69406D81-36F3-46CD-BB69-EA713376E1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68" name="Forma libre 267">
            <a:extLst>
              <a:ext uri="{FF2B5EF4-FFF2-40B4-BE49-F238E27FC236}">
                <a16:creationId xmlns:a16="http://schemas.microsoft.com/office/drawing/2014/main" id="{0C5FC047-CAC0-48F6-A6CD-41A9F7D99A7E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" name="Line 18">
            <a:extLst>
              <a:ext uri="{FF2B5EF4-FFF2-40B4-BE49-F238E27FC236}">
                <a16:creationId xmlns:a16="http://schemas.microsoft.com/office/drawing/2014/main" id="{696C1F99-F67B-4B7A-B7E5-3C2C7A5A3EC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0" name="Elipse 269">
            <a:extLst>
              <a:ext uri="{FF2B5EF4-FFF2-40B4-BE49-F238E27FC236}">
                <a16:creationId xmlns:a16="http://schemas.microsoft.com/office/drawing/2014/main" id="{872E916F-22E8-42DD-BF6C-350A884AD533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59140" name="Grupo 270">
            <a:extLst>
              <a:ext uri="{FF2B5EF4-FFF2-40B4-BE49-F238E27FC236}">
                <a16:creationId xmlns:a16="http://schemas.microsoft.com/office/drawing/2014/main" id="{BBA9F4C5-6C5E-41D2-B903-C7D2A9F85713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272" name="Text Box 49">
              <a:extLst>
                <a:ext uri="{FF2B5EF4-FFF2-40B4-BE49-F238E27FC236}">
                  <a16:creationId xmlns:a16="http://schemas.microsoft.com/office/drawing/2014/main" id="{C64DE9CD-C66C-4D13-8C90-8D341E4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3" name="Rectangle 43">
              <a:extLst>
                <a:ext uri="{FF2B5EF4-FFF2-40B4-BE49-F238E27FC236}">
                  <a16:creationId xmlns:a16="http://schemas.microsoft.com/office/drawing/2014/main" id="{2D6A01F5-E302-4EE1-9CD6-EFD01DD54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4" name="Line 44">
              <a:extLst>
                <a:ext uri="{FF2B5EF4-FFF2-40B4-BE49-F238E27FC236}">
                  <a16:creationId xmlns:a16="http://schemas.microsoft.com/office/drawing/2014/main" id="{0B41E085-E81B-445D-A29A-5B32585746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5" name="Line 46">
              <a:extLst>
                <a:ext uri="{FF2B5EF4-FFF2-40B4-BE49-F238E27FC236}">
                  <a16:creationId xmlns:a16="http://schemas.microsoft.com/office/drawing/2014/main" id="{D902ED57-4BD6-4E86-BD87-178E8258C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6" name="Text Box 47">
              <a:extLst>
                <a:ext uri="{FF2B5EF4-FFF2-40B4-BE49-F238E27FC236}">
                  <a16:creationId xmlns:a16="http://schemas.microsoft.com/office/drawing/2014/main" id="{4BFFC262-96BC-4B5E-B91C-66CF29D80F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7" name="Line 48">
              <a:extLst>
                <a:ext uri="{FF2B5EF4-FFF2-40B4-BE49-F238E27FC236}">
                  <a16:creationId xmlns:a16="http://schemas.microsoft.com/office/drawing/2014/main" id="{CC87DB7C-1A57-47C5-863E-596CC79D5E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8" name="Line 44">
              <a:extLst>
                <a:ext uri="{FF2B5EF4-FFF2-40B4-BE49-F238E27FC236}">
                  <a16:creationId xmlns:a16="http://schemas.microsoft.com/office/drawing/2014/main" id="{92D7F7FA-D688-4448-8D39-7EEE33D0ED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46">
              <a:extLst>
                <a:ext uri="{FF2B5EF4-FFF2-40B4-BE49-F238E27FC236}">
                  <a16:creationId xmlns:a16="http://schemas.microsoft.com/office/drawing/2014/main" id="{FE85A55E-327F-4F53-989D-1482D6D6C2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47">
              <a:extLst>
                <a:ext uri="{FF2B5EF4-FFF2-40B4-BE49-F238E27FC236}">
                  <a16:creationId xmlns:a16="http://schemas.microsoft.com/office/drawing/2014/main" id="{B3E62D81-D2D8-4020-8B5C-6203CFDA38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E3D3FDE2-BE35-4D5A-98C3-551478983452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82" name="Text Box 47">
              <a:extLst>
                <a:ext uri="{FF2B5EF4-FFF2-40B4-BE49-F238E27FC236}">
                  <a16:creationId xmlns:a16="http://schemas.microsoft.com/office/drawing/2014/main" id="{92880545-3D0B-4FC0-A41E-6D8542819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283" name="Line 46">
              <a:extLst>
                <a:ext uri="{FF2B5EF4-FFF2-40B4-BE49-F238E27FC236}">
                  <a16:creationId xmlns:a16="http://schemas.microsoft.com/office/drawing/2014/main" id="{20F2AE1A-06A3-47D1-B923-91EB5CB47B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4" name="Text Box 47">
              <a:extLst>
                <a:ext uri="{FF2B5EF4-FFF2-40B4-BE49-F238E27FC236}">
                  <a16:creationId xmlns:a16="http://schemas.microsoft.com/office/drawing/2014/main" id="{3B568501-FE75-4AB0-8D08-F4B99D369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47">
              <a:extLst>
                <a:ext uri="{FF2B5EF4-FFF2-40B4-BE49-F238E27FC236}">
                  <a16:creationId xmlns:a16="http://schemas.microsoft.com/office/drawing/2014/main" id="{A7D54497-BE3A-4464-A6AE-1103293BCE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86" name="Text Box 47">
              <a:extLst>
                <a:ext uri="{FF2B5EF4-FFF2-40B4-BE49-F238E27FC236}">
                  <a16:creationId xmlns:a16="http://schemas.microsoft.com/office/drawing/2014/main" id="{D75575A4-9335-4DB7-BAF4-FF4EBB51FB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287" name="Line 44">
              <a:extLst>
                <a:ext uri="{FF2B5EF4-FFF2-40B4-BE49-F238E27FC236}">
                  <a16:creationId xmlns:a16="http://schemas.microsoft.com/office/drawing/2014/main" id="{A09289E6-8539-4B2E-9EFC-214D31499B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5">
              <a:extLst>
                <a:ext uri="{FF2B5EF4-FFF2-40B4-BE49-F238E27FC236}">
                  <a16:creationId xmlns:a16="http://schemas.microsoft.com/office/drawing/2014/main" id="{6875F083-80CA-4665-AB6C-652E1E1CF1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89" name="Line 71">
            <a:extLst>
              <a:ext uri="{FF2B5EF4-FFF2-40B4-BE49-F238E27FC236}">
                <a16:creationId xmlns:a16="http://schemas.microsoft.com/office/drawing/2014/main" id="{0EF4EDE6-D533-43D3-9F50-0EA980FBA78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0" name="Text Box 72">
            <a:extLst>
              <a:ext uri="{FF2B5EF4-FFF2-40B4-BE49-F238E27FC236}">
                <a16:creationId xmlns:a16="http://schemas.microsoft.com/office/drawing/2014/main" id="{72511428-E7F9-44AA-BB5A-5F74E2D126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1" name="Line 70">
            <a:extLst>
              <a:ext uri="{FF2B5EF4-FFF2-40B4-BE49-F238E27FC236}">
                <a16:creationId xmlns:a16="http://schemas.microsoft.com/office/drawing/2014/main" id="{34CC0823-6B21-4220-934D-565F857ED407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Forma libre 291">
            <a:extLst>
              <a:ext uri="{FF2B5EF4-FFF2-40B4-BE49-F238E27FC236}">
                <a16:creationId xmlns:a16="http://schemas.microsoft.com/office/drawing/2014/main" id="{A9EA1FFA-F65C-4CDF-80A5-BD836948AEFE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3" name="Elipse 292">
            <a:extLst>
              <a:ext uri="{FF2B5EF4-FFF2-40B4-BE49-F238E27FC236}">
                <a16:creationId xmlns:a16="http://schemas.microsoft.com/office/drawing/2014/main" id="{B003C345-283C-4371-81D3-F04F859CE07C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4" name="Text Box 50">
            <a:extLst>
              <a:ext uri="{FF2B5EF4-FFF2-40B4-BE49-F238E27FC236}">
                <a16:creationId xmlns:a16="http://schemas.microsoft.com/office/drawing/2014/main" id="{285C4F61-C0C0-4BFE-AFA7-31561E0B10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5" name="Conector recto de flecha 294">
            <a:extLst>
              <a:ext uri="{FF2B5EF4-FFF2-40B4-BE49-F238E27FC236}">
                <a16:creationId xmlns:a16="http://schemas.microsoft.com/office/drawing/2014/main" id="{7E0A7421-45CE-4E27-B8D3-9E335EE11DF4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 Box 72">
            <a:extLst>
              <a:ext uri="{FF2B5EF4-FFF2-40B4-BE49-F238E27FC236}">
                <a16:creationId xmlns:a16="http://schemas.microsoft.com/office/drawing/2014/main" id="{0124A2F3-2A34-45D6-B3D6-BADA595F5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7" name="Line 71">
            <a:extLst>
              <a:ext uri="{FF2B5EF4-FFF2-40B4-BE49-F238E27FC236}">
                <a16:creationId xmlns:a16="http://schemas.microsoft.com/office/drawing/2014/main" id="{BB086B42-2C80-4260-A4A3-A15DB31798F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98" name="Text Box 50">
            <a:extLst>
              <a:ext uri="{FF2B5EF4-FFF2-40B4-BE49-F238E27FC236}">
                <a16:creationId xmlns:a16="http://schemas.microsoft.com/office/drawing/2014/main" id="{E3A6BFB5-C378-4662-A5F5-8EF2747957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299" name="Text Box 50">
            <a:extLst>
              <a:ext uri="{FF2B5EF4-FFF2-40B4-BE49-F238E27FC236}">
                <a16:creationId xmlns:a16="http://schemas.microsoft.com/office/drawing/2014/main" id="{20439A1E-CD5A-4EBC-A3B2-5F6F229C0B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Text Box 50">
            <a:extLst>
              <a:ext uri="{FF2B5EF4-FFF2-40B4-BE49-F238E27FC236}">
                <a16:creationId xmlns:a16="http://schemas.microsoft.com/office/drawing/2014/main" id="{5E43F1D3-F186-41AA-ABE2-2B17D88BC7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301" name="Text Box 50">
            <a:extLst>
              <a:ext uri="{FF2B5EF4-FFF2-40B4-BE49-F238E27FC236}">
                <a16:creationId xmlns:a16="http://schemas.microsoft.com/office/drawing/2014/main" id="{4F9592B1-F6F6-45CC-951D-3AB902D45E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2" name="Text Box 50">
            <a:extLst>
              <a:ext uri="{FF2B5EF4-FFF2-40B4-BE49-F238E27FC236}">
                <a16:creationId xmlns:a16="http://schemas.microsoft.com/office/drawing/2014/main" id="{E05424F6-7D15-430D-AF9C-946A1F5E8A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03" name="Text Box 50">
            <a:extLst>
              <a:ext uri="{FF2B5EF4-FFF2-40B4-BE49-F238E27FC236}">
                <a16:creationId xmlns:a16="http://schemas.microsoft.com/office/drawing/2014/main" id="{C4C37811-0C82-4A7F-A449-8A9FF5DBEA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04" name="Conector recto 303">
            <a:extLst>
              <a:ext uri="{FF2B5EF4-FFF2-40B4-BE49-F238E27FC236}">
                <a16:creationId xmlns:a16="http://schemas.microsoft.com/office/drawing/2014/main" id="{87B66E4B-4535-468D-B9FB-0AF60B9CAB81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9157" name="Grupo 304">
            <a:extLst>
              <a:ext uri="{FF2B5EF4-FFF2-40B4-BE49-F238E27FC236}">
                <a16:creationId xmlns:a16="http://schemas.microsoft.com/office/drawing/2014/main" id="{7BE2E814-5EC3-4363-A7B8-41ED4C154D0F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306" name="Forma libre 305">
              <a:extLst>
                <a:ext uri="{FF2B5EF4-FFF2-40B4-BE49-F238E27FC236}">
                  <a16:creationId xmlns:a16="http://schemas.microsoft.com/office/drawing/2014/main" id="{8CC03A85-D27C-4F39-9959-FB85FCC53F9E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F450B44E-04E6-42BB-B781-CB01FC16A44F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8" name="Forma libre 307">
              <a:extLst>
                <a:ext uri="{FF2B5EF4-FFF2-40B4-BE49-F238E27FC236}">
                  <a16:creationId xmlns:a16="http://schemas.microsoft.com/office/drawing/2014/main" id="{C8720D4F-6A07-49F2-A310-C399AB26E789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9" name="Forma libre 308">
              <a:extLst>
                <a:ext uri="{FF2B5EF4-FFF2-40B4-BE49-F238E27FC236}">
                  <a16:creationId xmlns:a16="http://schemas.microsoft.com/office/drawing/2014/main" id="{C9D875E0-EBB3-4F40-8684-EC00DC835EDF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310" name="Text Box 50">
            <a:extLst>
              <a:ext uri="{FF2B5EF4-FFF2-40B4-BE49-F238E27FC236}">
                <a16:creationId xmlns:a16="http://schemas.microsoft.com/office/drawing/2014/main" id="{B0CB09E6-B5B3-455B-B0E5-4A1E32AF6D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1" name="Text Box 72">
            <a:extLst>
              <a:ext uri="{FF2B5EF4-FFF2-40B4-BE49-F238E27FC236}">
                <a16:creationId xmlns:a16="http://schemas.microsoft.com/office/drawing/2014/main" id="{7F1460C2-4C6D-4D58-B3CF-123DFB13D8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12" name="Text Box 50">
            <a:extLst>
              <a:ext uri="{FF2B5EF4-FFF2-40B4-BE49-F238E27FC236}">
                <a16:creationId xmlns:a16="http://schemas.microsoft.com/office/drawing/2014/main" id="{928B2EE2-A40A-4B4F-AE91-AC24C3070B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BD1C48DD-49CB-4E21-9C7B-4B46657DBA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4" name="Text Box 50">
            <a:extLst>
              <a:ext uri="{FF2B5EF4-FFF2-40B4-BE49-F238E27FC236}">
                <a16:creationId xmlns:a16="http://schemas.microsoft.com/office/drawing/2014/main" id="{0D957B10-0261-4BC2-B25B-16CDCDD33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5" name="Text Box 50">
            <a:extLst>
              <a:ext uri="{FF2B5EF4-FFF2-40B4-BE49-F238E27FC236}">
                <a16:creationId xmlns:a16="http://schemas.microsoft.com/office/drawing/2014/main" id="{5F101FEC-B1AF-4B4E-8256-6A35A779F9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E5F1B678-14DA-4021-91BB-B27827A7EF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7" name="Conector recto de flecha 316">
            <a:extLst>
              <a:ext uri="{FF2B5EF4-FFF2-40B4-BE49-F238E27FC236}">
                <a16:creationId xmlns:a16="http://schemas.microsoft.com/office/drawing/2014/main" id="{8E5FED9B-E21B-4B90-84FA-EEA3A96988D4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Conector recto de flecha 317">
            <a:extLst>
              <a:ext uri="{FF2B5EF4-FFF2-40B4-BE49-F238E27FC236}">
                <a16:creationId xmlns:a16="http://schemas.microsoft.com/office/drawing/2014/main" id="{588FC8A4-234F-448C-BEBD-BFBF9E024F7E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Conector recto de flecha 318">
            <a:extLst>
              <a:ext uri="{FF2B5EF4-FFF2-40B4-BE49-F238E27FC236}">
                <a16:creationId xmlns:a16="http://schemas.microsoft.com/office/drawing/2014/main" id="{18AD910B-7D13-4665-AA82-BA344E07497B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Conector recto de flecha 319">
            <a:extLst>
              <a:ext uri="{FF2B5EF4-FFF2-40B4-BE49-F238E27FC236}">
                <a16:creationId xmlns:a16="http://schemas.microsoft.com/office/drawing/2014/main" id="{7F81890D-4298-45D3-A3FB-2944689C0B18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Conector recto de flecha 320">
            <a:extLst>
              <a:ext uri="{FF2B5EF4-FFF2-40B4-BE49-F238E27FC236}">
                <a16:creationId xmlns:a16="http://schemas.microsoft.com/office/drawing/2014/main" id="{8A6F549E-DA3C-4F7D-B970-42FA41BC0663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 Box 50">
            <a:extLst>
              <a:ext uri="{FF2B5EF4-FFF2-40B4-BE49-F238E27FC236}">
                <a16:creationId xmlns:a16="http://schemas.microsoft.com/office/drawing/2014/main" id="{4FD711FC-7D9A-461D-823E-9D48228BD9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Line 71">
            <a:extLst>
              <a:ext uri="{FF2B5EF4-FFF2-40B4-BE49-F238E27FC236}">
                <a16:creationId xmlns:a16="http://schemas.microsoft.com/office/drawing/2014/main" id="{6EDCA1A7-CB19-4661-B4C3-E8B43E4A30B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4" name="Text Box 72">
            <a:extLst>
              <a:ext uri="{FF2B5EF4-FFF2-40B4-BE49-F238E27FC236}">
                <a16:creationId xmlns:a16="http://schemas.microsoft.com/office/drawing/2014/main" id="{1DE68B15-C0B7-48C3-965B-10869C4DD8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5" name="Line 71">
            <a:extLst>
              <a:ext uri="{FF2B5EF4-FFF2-40B4-BE49-F238E27FC236}">
                <a16:creationId xmlns:a16="http://schemas.microsoft.com/office/drawing/2014/main" id="{F0151C37-EB5C-4371-BBB4-228975760A1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6" name="Text Box 72">
            <a:extLst>
              <a:ext uri="{FF2B5EF4-FFF2-40B4-BE49-F238E27FC236}">
                <a16:creationId xmlns:a16="http://schemas.microsoft.com/office/drawing/2014/main" id="{96EE19A0-9474-46A5-B35B-77621274CC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7" name="Line 71">
            <a:extLst>
              <a:ext uri="{FF2B5EF4-FFF2-40B4-BE49-F238E27FC236}">
                <a16:creationId xmlns:a16="http://schemas.microsoft.com/office/drawing/2014/main" id="{3B738A32-9B93-4184-8103-30E25065A79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4014EB36-FA8A-4A38-9E30-C909AE328F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17F357AD-C02F-4F4E-8AF8-EB155CC2C43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FDEBF1EF-4308-4C2E-8997-3EBB32003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16DC9E20-7622-4AE9-9062-39C35D6C11F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Forma libre 331">
            <a:extLst>
              <a:ext uri="{FF2B5EF4-FFF2-40B4-BE49-F238E27FC236}">
                <a16:creationId xmlns:a16="http://schemas.microsoft.com/office/drawing/2014/main" id="{3BAB6768-5865-4FE0-93B4-C40B6F3AA5FB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3" name="Forma libre 332">
            <a:extLst>
              <a:ext uri="{FF2B5EF4-FFF2-40B4-BE49-F238E27FC236}">
                <a16:creationId xmlns:a16="http://schemas.microsoft.com/office/drawing/2014/main" id="{7A0795B1-35C9-4553-A338-F84897C2E912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9182" name="CuadroTexto 349">
            <a:extLst>
              <a:ext uri="{FF2B5EF4-FFF2-40B4-BE49-F238E27FC236}">
                <a16:creationId xmlns:a16="http://schemas.microsoft.com/office/drawing/2014/main" id="{570A4145-CEA4-413E-9DA7-875589E72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0863" y="714375"/>
            <a:ext cx="6288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Mem. instrucciones                Banco de registros                            Memoria de datos</a:t>
            </a:r>
          </a:p>
        </p:txBody>
      </p:sp>
      <p:sp>
        <p:nvSpPr>
          <p:cNvPr id="259183" name="CuadroTexto 350">
            <a:extLst>
              <a:ext uri="{FF2B5EF4-FFF2-40B4-BE49-F238E27FC236}">
                <a16:creationId xmlns:a16="http://schemas.microsoft.com/office/drawing/2014/main" id="{A491765C-349D-4CB9-A351-2852E4D5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473233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59184" name="CuadroTexto 351">
            <a:extLst>
              <a:ext uri="{FF2B5EF4-FFF2-40B4-BE49-F238E27FC236}">
                <a16:creationId xmlns:a16="http://schemas.microsoft.com/office/drawing/2014/main" id="{92EF333B-AC04-40C1-AA06-A3EC76A5AD9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2794" y="39870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59185" name="CuadroTexto 353">
            <a:extLst>
              <a:ext uri="{FF2B5EF4-FFF2-40B4-BE49-F238E27FC236}">
                <a16:creationId xmlns:a16="http://schemas.microsoft.com/office/drawing/2014/main" id="{A62FC123-A035-4E26-8EF0-E97ED6F00D96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040188" y="5045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0xFFC4A303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59186" name="CuadroTexto 356">
            <a:extLst>
              <a:ext uri="{FF2B5EF4-FFF2-40B4-BE49-F238E27FC236}">
                <a16:creationId xmlns:a16="http://schemas.microsoft.com/office/drawing/2014/main" id="{F7788D3D-6E97-4BED-9D9E-E77D1E0C3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8825" y="45926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59187" name="CuadroTexto 358">
            <a:extLst>
              <a:ext uri="{FF2B5EF4-FFF2-40B4-BE49-F238E27FC236}">
                <a16:creationId xmlns:a16="http://schemas.microsoft.com/office/drawing/2014/main" id="{EB398206-504F-49E0-9808-F2DECF829F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4063" y="41481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0x09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360" name="CuadroTexto 359">
            <a:extLst>
              <a:ext uri="{FF2B5EF4-FFF2-40B4-BE49-F238E27FC236}">
                <a16:creationId xmlns:a16="http://schemas.microsoft.com/office/drawing/2014/main" id="{9BA9B91C-AF1F-4458-853E-35F2E32C27F2}"/>
              </a:ext>
            </a:extLst>
          </p:cNvPr>
          <p:cNvSpPr txBox="1"/>
          <p:nvPr/>
        </p:nvSpPr>
        <p:spPr>
          <a:xfrm>
            <a:off x="5673725" y="3786188"/>
            <a:ext cx="250825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</a:p>
        </p:txBody>
      </p:sp>
      <p:sp>
        <p:nvSpPr>
          <p:cNvPr id="361" name="CuadroTexto 360">
            <a:extLst>
              <a:ext uri="{FF2B5EF4-FFF2-40B4-BE49-F238E27FC236}">
                <a16:creationId xmlns:a16="http://schemas.microsoft.com/office/drawing/2014/main" id="{EA95E764-D878-49F2-ABEA-20C74BB3BED0}"/>
              </a:ext>
            </a:extLst>
          </p:cNvPr>
          <p:cNvSpPr txBox="1"/>
          <p:nvPr/>
        </p:nvSpPr>
        <p:spPr>
          <a:xfrm rot="16200000">
            <a:off x="6188869" y="5133182"/>
            <a:ext cx="923925" cy="18573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62" name="CuadroTexto 361">
            <a:extLst>
              <a:ext uri="{FF2B5EF4-FFF2-40B4-BE49-F238E27FC236}">
                <a16:creationId xmlns:a16="http://schemas.microsoft.com/office/drawing/2014/main" id="{7D6C95D8-6DF9-43CE-B454-1E87AD57F79C}"/>
              </a:ext>
            </a:extLst>
          </p:cNvPr>
          <p:cNvSpPr txBox="1"/>
          <p:nvPr/>
        </p:nvSpPr>
        <p:spPr>
          <a:xfrm>
            <a:off x="7024688" y="3813175"/>
            <a:ext cx="227012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364" name="CuadroTexto 363">
            <a:extLst>
              <a:ext uri="{FF2B5EF4-FFF2-40B4-BE49-F238E27FC236}">
                <a16:creationId xmlns:a16="http://schemas.microsoft.com/office/drawing/2014/main" id="{8EAAC441-24E3-4859-AA58-F4A2A875E134}"/>
              </a:ext>
            </a:extLst>
          </p:cNvPr>
          <p:cNvSpPr txBox="1"/>
          <p:nvPr/>
        </p:nvSpPr>
        <p:spPr>
          <a:xfrm>
            <a:off x="6443663" y="4068763"/>
            <a:ext cx="981075" cy="18573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0x00002004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65" name="CuadroTexto 364">
            <a:extLst>
              <a:ext uri="{FF2B5EF4-FFF2-40B4-BE49-F238E27FC236}">
                <a16:creationId xmlns:a16="http://schemas.microsoft.com/office/drawing/2014/main" id="{D80E8371-8619-4983-8B11-C8EDDAE7F1B0}"/>
              </a:ext>
            </a:extLst>
          </p:cNvPr>
          <p:cNvSpPr txBox="1"/>
          <p:nvPr/>
        </p:nvSpPr>
        <p:spPr>
          <a:xfrm>
            <a:off x="7712075" y="3810000"/>
            <a:ext cx="442913" cy="18573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000</a:t>
            </a:r>
          </a:p>
        </p:txBody>
      </p:sp>
      <p:sp>
        <p:nvSpPr>
          <p:cNvPr id="367" name="CuadroTexto 366">
            <a:extLst>
              <a:ext uri="{FF2B5EF4-FFF2-40B4-BE49-F238E27FC236}">
                <a16:creationId xmlns:a16="http://schemas.microsoft.com/office/drawing/2014/main" id="{DD31BFD1-EC1E-4D97-B5E6-E6CD8AEF47D5}"/>
              </a:ext>
            </a:extLst>
          </p:cNvPr>
          <p:cNvSpPr txBox="1"/>
          <p:nvPr/>
        </p:nvSpPr>
        <p:spPr>
          <a:xfrm>
            <a:off x="9493250" y="3848100"/>
            <a:ext cx="234950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369" name="CuadroTexto 368">
            <a:extLst>
              <a:ext uri="{FF2B5EF4-FFF2-40B4-BE49-F238E27FC236}">
                <a16:creationId xmlns:a16="http://schemas.microsoft.com/office/drawing/2014/main" id="{05BBEF4B-A2B5-439A-98B7-6D105039EF07}"/>
              </a:ext>
            </a:extLst>
          </p:cNvPr>
          <p:cNvSpPr txBox="1"/>
          <p:nvPr/>
        </p:nvSpPr>
        <p:spPr>
          <a:xfrm>
            <a:off x="10588625" y="3781425"/>
            <a:ext cx="365125" cy="18573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73" name="CuadroTexto 372">
            <a:extLst>
              <a:ext uri="{FF2B5EF4-FFF2-40B4-BE49-F238E27FC236}">
                <a16:creationId xmlns:a16="http://schemas.microsoft.com/office/drawing/2014/main" id="{982EC44E-6375-40F1-B0C8-AF04694685DE}"/>
              </a:ext>
            </a:extLst>
          </p:cNvPr>
          <p:cNvSpPr txBox="1"/>
          <p:nvPr/>
        </p:nvSpPr>
        <p:spPr>
          <a:xfrm>
            <a:off x="4567238" y="4356100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0x1C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4" name="CuadroTexto 373">
            <a:extLst>
              <a:ext uri="{FF2B5EF4-FFF2-40B4-BE49-F238E27FC236}">
                <a16:creationId xmlns:a16="http://schemas.microsoft.com/office/drawing/2014/main" id="{4A164EF7-E430-4975-8AAD-C04F996BC787}"/>
              </a:ext>
            </a:extLst>
          </p:cNvPr>
          <p:cNvSpPr txBox="1"/>
          <p:nvPr/>
        </p:nvSpPr>
        <p:spPr>
          <a:xfrm>
            <a:off x="6394450" y="4311650"/>
            <a:ext cx="981075" cy="18573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0x00000000</a:t>
            </a:r>
            <a:endParaRPr lang="es-ES" sz="12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5" name="CuadroTexto 374">
            <a:extLst>
              <a:ext uri="{FF2B5EF4-FFF2-40B4-BE49-F238E27FC236}">
                <a16:creationId xmlns:a16="http://schemas.microsoft.com/office/drawing/2014/main" id="{1AFBD26F-8F9F-408E-AEFD-C3DD4ADB607F}"/>
              </a:ext>
            </a:extLst>
          </p:cNvPr>
          <p:cNvSpPr txBox="1"/>
          <p:nvPr/>
        </p:nvSpPr>
        <p:spPr>
          <a:xfrm>
            <a:off x="6861175" y="5478463"/>
            <a:ext cx="938213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sz="12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6" name="CuadroTexto 375">
            <a:extLst>
              <a:ext uri="{FF2B5EF4-FFF2-40B4-BE49-F238E27FC236}">
                <a16:creationId xmlns:a16="http://schemas.microsoft.com/office/drawing/2014/main" id="{D276F276-23A3-4421-82D5-D41EB2757BAC}"/>
              </a:ext>
            </a:extLst>
          </p:cNvPr>
          <p:cNvSpPr txBox="1"/>
          <p:nvPr/>
        </p:nvSpPr>
        <p:spPr>
          <a:xfrm>
            <a:off x="7024688" y="591185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80" name="CuadroTexto 379">
            <a:extLst>
              <a:ext uri="{FF2B5EF4-FFF2-40B4-BE49-F238E27FC236}">
                <a16:creationId xmlns:a16="http://schemas.microsoft.com/office/drawing/2014/main" id="{9E597CBB-EA6D-4108-83C6-0C8837E4422F}"/>
              </a:ext>
            </a:extLst>
          </p:cNvPr>
          <p:cNvSpPr txBox="1"/>
          <p:nvPr/>
        </p:nvSpPr>
        <p:spPr>
          <a:xfrm>
            <a:off x="1481138" y="3994150"/>
            <a:ext cx="215900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381" name="CuadroTexto 380">
            <a:extLst>
              <a:ext uri="{FF2B5EF4-FFF2-40B4-BE49-F238E27FC236}">
                <a16:creationId xmlns:a16="http://schemas.microsoft.com/office/drawing/2014/main" id="{7B742B39-F0D3-469D-82CE-D41534FCD8A5}"/>
              </a:ext>
            </a:extLst>
          </p:cNvPr>
          <p:cNvSpPr txBox="1"/>
          <p:nvPr/>
        </p:nvSpPr>
        <p:spPr>
          <a:xfrm>
            <a:off x="5629275" y="6053138"/>
            <a:ext cx="382588" cy="18573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84" name="CuadroTexto 383">
            <a:extLst>
              <a:ext uri="{FF2B5EF4-FFF2-40B4-BE49-F238E27FC236}">
                <a16:creationId xmlns:a16="http://schemas.microsoft.com/office/drawing/2014/main" id="{ECBA36BE-5325-4018-9A66-1ABB42F0D078}"/>
              </a:ext>
            </a:extLst>
          </p:cNvPr>
          <p:cNvSpPr txBox="1"/>
          <p:nvPr/>
        </p:nvSpPr>
        <p:spPr>
          <a:xfrm>
            <a:off x="9625013" y="345440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59202" name="CuadroTexto 3">
            <a:extLst>
              <a:ext uri="{FF2B5EF4-FFF2-40B4-BE49-F238E27FC236}">
                <a16:creationId xmlns:a16="http://schemas.microsoft.com/office/drawing/2014/main" id="{22C24D77-434E-415C-918F-4E5F150448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3394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59203" name="CuadroTexto 6">
            <a:extLst>
              <a:ext uri="{FF2B5EF4-FFF2-40B4-BE49-F238E27FC236}">
                <a16:creationId xmlns:a16="http://schemas.microsoft.com/office/drawing/2014/main" id="{CF10832D-10AB-45EA-ADA6-86068591BC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0075" y="33909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0x2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2" name="CuadroTexto 21">
            <a:extLst>
              <a:ext uri="{FF2B5EF4-FFF2-40B4-BE49-F238E27FC236}">
                <a16:creationId xmlns:a16="http://schemas.microsoft.com/office/drawing/2014/main" id="{3DCD54EC-CF84-4A0B-93FE-C83ADA592C20}"/>
              </a:ext>
            </a:extLst>
          </p:cNvPr>
          <p:cNvSpPr txBox="1"/>
          <p:nvPr/>
        </p:nvSpPr>
        <p:spPr>
          <a:xfrm>
            <a:off x="4848225" y="3394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0x7f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4" name="Forma libre 33">
            <a:extLst>
              <a:ext uri="{FF2B5EF4-FFF2-40B4-BE49-F238E27FC236}">
                <a16:creationId xmlns:a16="http://schemas.microsoft.com/office/drawing/2014/main" id="{597C7DD5-B94B-48BD-8A84-802C9F2FD6CF}"/>
              </a:ext>
            </a:extLst>
          </p:cNvPr>
          <p:cNvSpPr/>
          <p:nvPr/>
        </p:nvSpPr>
        <p:spPr>
          <a:xfrm>
            <a:off x="4956175" y="1687513"/>
            <a:ext cx="2420938" cy="2481262"/>
          </a:xfrm>
          <a:custGeom>
            <a:avLst/>
            <a:gdLst>
              <a:gd name="connsiteX0" fmla="*/ 2452 w 2229358"/>
              <a:gd name="connsiteY0" fmla="*/ 3365241 h 3365241"/>
              <a:gd name="connsiteX1" fmla="*/ 357016 w 2229358"/>
              <a:gd name="connsiteY1" fmla="*/ 1648408 h 3365241"/>
              <a:gd name="connsiteX2" fmla="*/ 2229358 w 2229358"/>
              <a:gd name="connsiteY2" fmla="*/ 0 h 3365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29358" h="3365241">
                <a:moveTo>
                  <a:pt x="2452" y="3365241"/>
                </a:moveTo>
                <a:cubicBezTo>
                  <a:pt x="-5842" y="2787261"/>
                  <a:pt x="-14135" y="2209281"/>
                  <a:pt x="357016" y="1648408"/>
                </a:cubicBezTo>
                <a:cubicBezTo>
                  <a:pt x="728167" y="1087535"/>
                  <a:pt x="1478762" y="543767"/>
                  <a:pt x="2229358" y="0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 dirty="0"/>
          </a:p>
        </p:txBody>
      </p:sp>
      <p:sp>
        <p:nvSpPr>
          <p:cNvPr id="35" name="Forma libre 34">
            <a:extLst>
              <a:ext uri="{FF2B5EF4-FFF2-40B4-BE49-F238E27FC236}">
                <a16:creationId xmlns:a16="http://schemas.microsoft.com/office/drawing/2014/main" id="{9C5AA193-7043-42CC-9FFE-FD698E5D64F4}"/>
              </a:ext>
            </a:extLst>
          </p:cNvPr>
          <p:cNvSpPr/>
          <p:nvPr/>
        </p:nvSpPr>
        <p:spPr>
          <a:xfrm>
            <a:off x="7381875" y="1724025"/>
            <a:ext cx="1433513" cy="2349500"/>
          </a:xfrm>
          <a:custGeom>
            <a:avLst/>
            <a:gdLst>
              <a:gd name="connsiteX0" fmla="*/ 1909665 w 2234898"/>
              <a:gd name="connsiteY0" fmla="*/ 0 h 3719805"/>
              <a:gd name="connsiteX1" fmla="*/ 2083837 w 2234898"/>
              <a:gd name="connsiteY1" fmla="*/ 1505339 h 3719805"/>
              <a:gd name="connsiteX2" fmla="*/ 0 w 2234898"/>
              <a:gd name="connsiteY2" fmla="*/ 3719805 h 37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34898" h="3719805">
                <a:moveTo>
                  <a:pt x="1909665" y="0"/>
                </a:moveTo>
                <a:cubicBezTo>
                  <a:pt x="2155890" y="442685"/>
                  <a:pt x="2402115" y="885371"/>
                  <a:pt x="2083837" y="1505339"/>
                </a:cubicBezTo>
                <a:cubicBezTo>
                  <a:pt x="1765559" y="2125307"/>
                  <a:pt x="882779" y="2922556"/>
                  <a:pt x="0" y="3719805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59207" name="CuadroTexto 35">
            <a:extLst>
              <a:ext uri="{FF2B5EF4-FFF2-40B4-BE49-F238E27FC236}">
                <a16:creationId xmlns:a16="http://schemas.microsoft.com/office/drawing/2014/main" id="{8F59949A-8A23-4B0A-87FA-A095035156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55713"/>
            <a:ext cx="3792538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rgbClr val="C0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lw x8, -4(x9)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BR[8] </a:t>
            </a:r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 MEM[BR[9] + sExt(-4)], 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PC  PC + 4</a:t>
            </a:r>
            <a:endParaRPr lang="es-ES" altLang="es-ES">
              <a:solidFill>
                <a:schemeClr val="accent2"/>
              </a:solidFill>
              <a:ea typeface="ＭＳ Ｐゴシック" panose="020B0600070205080204" pitchFamily="34" charset="-128"/>
              <a:cs typeface="Courier New" panose="02070309020205020404" pitchFamily="49" charset="0"/>
            </a:endParaRPr>
          </a:p>
        </p:txBody>
      </p:sp>
      <p:graphicFrame>
        <p:nvGraphicFramePr>
          <p:cNvPr id="37" name="Tabla 36">
            <a:extLst>
              <a:ext uri="{FF2B5EF4-FFF2-40B4-BE49-F238E27FC236}">
                <a16:creationId xmlns:a16="http://schemas.microsoft.com/office/drawing/2014/main" id="{C5CF2CE5-A46A-4DC5-A372-7FCD97A91042}"/>
              </a:ext>
            </a:extLst>
          </p:cNvPr>
          <p:cNvGraphicFramePr>
            <a:graphicFrameLocks noGrp="1"/>
          </p:cNvGraphicFramePr>
          <p:nvPr/>
        </p:nvGraphicFramePr>
        <p:xfrm>
          <a:off x="6686550" y="998538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0x00000006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8" name="Tabla 37">
            <a:extLst>
              <a:ext uri="{FF2B5EF4-FFF2-40B4-BE49-F238E27FC236}">
                <a16:creationId xmlns:a16="http://schemas.microsoft.com/office/drawing/2014/main" id="{D4BA1973-943D-414D-A67C-90D14C35D9CD}"/>
              </a:ext>
            </a:extLst>
          </p:cNvPr>
          <p:cNvGraphicFramePr>
            <a:graphicFrameLocks noGrp="1"/>
          </p:cNvGraphicFramePr>
          <p:nvPr/>
        </p:nvGraphicFramePr>
        <p:xfrm>
          <a:off x="4579938" y="993775"/>
          <a:ext cx="2595562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0" name="Tabla 39">
            <a:extLst>
              <a:ext uri="{FF2B5EF4-FFF2-40B4-BE49-F238E27FC236}">
                <a16:creationId xmlns:a16="http://schemas.microsoft.com/office/drawing/2014/main" id="{C675FD0A-5B64-4BC8-8AB6-095F4E7BFD8A}"/>
              </a:ext>
            </a:extLst>
          </p:cNvPr>
          <p:cNvGraphicFramePr>
            <a:graphicFrameLocks noGrp="1"/>
          </p:cNvGraphicFramePr>
          <p:nvPr/>
        </p:nvGraphicFramePr>
        <p:xfrm>
          <a:off x="9275763" y="998538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23" name="Text Box 50">
            <a:extLst>
              <a:ext uri="{FF2B5EF4-FFF2-40B4-BE49-F238E27FC236}">
                <a16:creationId xmlns:a16="http://schemas.microsoft.com/office/drawing/2014/main" id="{CD5C8FD3-70B4-47B8-9B3D-57072456F5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41" name="Marcador de número de diapositiva 40">
            <a:extLst>
              <a:ext uri="{FF2B5EF4-FFF2-40B4-BE49-F238E27FC236}">
                <a16:creationId xmlns:a16="http://schemas.microsoft.com/office/drawing/2014/main" id="{C1689225-670C-415C-AAA3-A0BFBFE2A9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CD387BA-366F-49E4-938A-9E23FC526D15}" type="slidenum">
              <a:rPr lang="es-ES" altLang="es-ES">
                <a:solidFill>
                  <a:srgbClr val="171717"/>
                </a:solidFill>
              </a:rPr>
              <a:pPr/>
              <a:t>129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6ACEDC3-AEAF-44A9-B3F4-B5525B8965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A11F4D4B-D3BB-421D-9149-B4B8573A16D7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EA69DD05-5343-4320-873D-57F62112EEF4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225DFBA0-BDC8-48EB-B8CD-7F2AD33DAE6B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72">
            <a:extLst>
              <a:ext uri="{FF2B5EF4-FFF2-40B4-BE49-F238E27FC236}">
                <a16:creationId xmlns:a16="http://schemas.microsoft.com/office/drawing/2014/main" id="{9ACBDE27-E500-4240-8EC2-145ABFEEBF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9" name="Line 70">
            <a:extLst>
              <a:ext uri="{FF2B5EF4-FFF2-40B4-BE49-F238E27FC236}">
                <a16:creationId xmlns:a16="http://schemas.microsoft.com/office/drawing/2014/main" id="{34F7CD8D-E38B-41A0-B32B-6A3DFB5B32A7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5379F159-F2C1-4402-954B-C281793776CE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5293E978-41D9-4654-BF38-100DECAEFDE1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C0469FF8-9DBB-4980-9A22-F86F0E20C72F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DC215FD4-2BFD-43C6-90E2-F335950E384B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61131" name="Grupo 13">
            <a:extLst>
              <a:ext uri="{FF2B5EF4-FFF2-40B4-BE49-F238E27FC236}">
                <a16:creationId xmlns:a16="http://schemas.microsoft.com/office/drawing/2014/main" id="{1787D03D-1F6F-41FB-A2B7-653E8278BD00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15" name="Text Box 37">
              <a:extLst>
                <a:ext uri="{FF2B5EF4-FFF2-40B4-BE49-F238E27FC236}">
                  <a16:creationId xmlns:a16="http://schemas.microsoft.com/office/drawing/2014/main" id="{BF004F67-C1F9-40C7-9D5F-CDDE84E4A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32">
              <a:extLst>
                <a:ext uri="{FF2B5EF4-FFF2-40B4-BE49-F238E27FC236}">
                  <a16:creationId xmlns:a16="http://schemas.microsoft.com/office/drawing/2014/main" id="{C9E50005-8AA8-42E9-8662-D7E9D5EA1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4A44EC1B-78E3-4674-9E25-C15614CAAB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5B41CE9F-EBE9-430C-8E58-BAC98B1F8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9" name="Text Box 14">
              <a:extLst>
                <a:ext uri="{FF2B5EF4-FFF2-40B4-BE49-F238E27FC236}">
                  <a16:creationId xmlns:a16="http://schemas.microsoft.com/office/drawing/2014/main" id="{9BF983D2-490B-41B5-BB24-C3624792ED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6DA96563-E775-4DA6-9E30-5236D7686B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B75B22E7-9445-46BC-9604-F2A997798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8">
              <a:extLst>
                <a:ext uri="{FF2B5EF4-FFF2-40B4-BE49-F238E27FC236}">
                  <a16:creationId xmlns:a16="http://schemas.microsoft.com/office/drawing/2014/main" id="{213A556E-82FC-48E1-BEEC-A28117E547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9">
              <a:extLst>
                <a:ext uri="{FF2B5EF4-FFF2-40B4-BE49-F238E27FC236}">
                  <a16:creationId xmlns:a16="http://schemas.microsoft.com/office/drawing/2014/main" id="{7FD6C71A-B886-4644-8487-F8A988E7A5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D1E05ABC-BFF9-4E0C-8F28-51F3FE0A55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643762B7-B49A-42D3-8378-6212C6808C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" name="Text Box 15">
              <a:extLst>
                <a:ext uri="{FF2B5EF4-FFF2-40B4-BE49-F238E27FC236}">
                  <a16:creationId xmlns:a16="http://schemas.microsoft.com/office/drawing/2014/main" id="{CDD7E31F-D2BE-4359-93A4-C6FDBD66B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9" name="Text Box 16">
              <a:extLst>
                <a:ext uri="{FF2B5EF4-FFF2-40B4-BE49-F238E27FC236}">
                  <a16:creationId xmlns:a16="http://schemas.microsoft.com/office/drawing/2014/main" id="{3DF8D501-9452-472B-92D0-C5753F70F5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1" name="Text Box 17">
              <a:extLst>
                <a:ext uri="{FF2B5EF4-FFF2-40B4-BE49-F238E27FC236}">
                  <a16:creationId xmlns:a16="http://schemas.microsoft.com/office/drawing/2014/main" id="{22745E4F-AB12-46CC-9741-D2DCE0401B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18">
              <a:extLst>
                <a:ext uri="{FF2B5EF4-FFF2-40B4-BE49-F238E27FC236}">
                  <a16:creationId xmlns:a16="http://schemas.microsoft.com/office/drawing/2014/main" id="{7C99F8EE-0DFA-4CBA-BF24-98D1B63CAD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20">
              <a:extLst>
                <a:ext uri="{FF2B5EF4-FFF2-40B4-BE49-F238E27FC236}">
                  <a16:creationId xmlns:a16="http://schemas.microsoft.com/office/drawing/2014/main" id="{EDEFA9C2-E66F-451F-9760-8BC9ED85B3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21">
              <a:extLst>
                <a:ext uri="{FF2B5EF4-FFF2-40B4-BE49-F238E27FC236}">
                  <a16:creationId xmlns:a16="http://schemas.microsoft.com/office/drawing/2014/main" id="{903F0016-B9B3-44E1-9798-3BA902228B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8BFEA2CC-12A7-4B79-88AB-4209A31462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44" name="Line 25">
              <a:extLst>
                <a:ext uri="{FF2B5EF4-FFF2-40B4-BE49-F238E27FC236}">
                  <a16:creationId xmlns:a16="http://schemas.microsoft.com/office/drawing/2014/main" id="{D5F22ACB-4E0B-40CF-9FB2-97B136939C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26">
              <a:extLst>
                <a:ext uri="{FF2B5EF4-FFF2-40B4-BE49-F238E27FC236}">
                  <a16:creationId xmlns:a16="http://schemas.microsoft.com/office/drawing/2014/main" id="{C58522D5-06ED-46EF-A642-86969C1F48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CBEB7604-1B5B-4C85-8AA7-CDD79F7309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61EDBB80-7ED8-4AC7-BE0A-001C7FEFFE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31">
              <a:extLst>
                <a:ext uri="{FF2B5EF4-FFF2-40B4-BE49-F238E27FC236}">
                  <a16:creationId xmlns:a16="http://schemas.microsoft.com/office/drawing/2014/main" id="{60D789E8-117E-490B-838B-6EBADFD248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Text Box 33">
              <a:extLst>
                <a:ext uri="{FF2B5EF4-FFF2-40B4-BE49-F238E27FC236}">
                  <a16:creationId xmlns:a16="http://schemas.microsoft.com/office/drawing/2014/main" id="{A4E1167D-32C5-4F4F-BEFB-FB0BF84545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54" name="Line 35">
              <a:extLst>
                <a:ext uri="{FF2B5EF4-FFF2-40B4-BE49-F238E27FC236}">
                  <a16:creationId xmlns:a16="http://schemas.microsoft.com/office/drawing/2014/main" id="{D405208D-A39E-462D-AECD-9D0E34EAB4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36">
              <a:extLst>
                <a:ext uri="{FF2B5EF4-FFF2-40B4-BE49-F238E27FC236}">
                  <a16:creationId xmlns:a16="http://schemas.microsoft.com/office/drawing/2014/main" id="{F8E8FA9D-E977-40B8-9326-1CEC71BAB2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0" name="Text Box 38">
              <a:extLst>
                <a:ext uri="{FF2B5EF4-FFF2-40B4-BE49-F238E27FC236}">
                  <a16:creationId xmlns:a16="http://schemas.microsoft.com/office/drawing/2014/main" id="{B5EFC55F-4BE2-44BB-8907-A4C79009E1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61" name="Text Box 39">
              <a:extLst>
                <a:ext uri="{FF2B5EF4-FFF2-40B4-BE49-F238E27FC236}">
                  <a16:creationId xmlns:a16="http://schemas.microsoft.com/office/drawing/2014/main" id="{F8374BAC-2292-453C-A867-6D6D6174B8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62" name="Forma libre 61">
              <a:extLst>
                <a:ext uri="{FF2B5EF4-FFF2-40B4-BE49-F238E27FC236}">
                  <a16:creationId xmlns:a16="http://schemas.microsoft.com/office/drawing/2014/main" id="{EE7AE667-97F1-4D2F-A843-674811C665E0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61132" name="Grupo 62">
            <a:extLst>
              <a:ext uri="{FF2B5EF4-FFF2-40B4-BE49-F238E27FC236}">
                <a16:creationId xmlns:a16="http://schemas.microsoft.com/office/drawing/2014/main" id="{9E2E1702-CAF2-4846-87BD-CD7C4DF6F929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4" name="Text Box 80">
              <a:extLst>
                <a:ext uri="{FF2B5EF4-FFF2-40B4-BE49-F238E27FC236}">
                  <a16:creationId xmlns:a16="http://schemas.microsoft.com/office/drawing/2014/main" id="{7F20CD6D-C813-4B2A-9BAA-B88D6A5635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63">
              <a:extLst>
                <a:ext uri="{FF2B5EF4-FFF2-40B4-BE49-F238E27FC236}">
                  <a16:creationId xmlns:a16="http://schemas.microsoft.com/office/drawing/2014/main" id="{712B88A9-8C6A-4013-92A3-E67D78EBD6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6" name="Rectangle 59">
              <a:extLst>
                <a:ext uri="{FF2B5EF4-FFF2-40B4-BE49-F238E27FC236}">
                  <a16:creationId xmlns:a16="http://schemas.microsoft.com/office/drawing/2014/main" id="{C6B6A472-0C08-41B4-9817-851B016B5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61">
              <a:extLst>
                <a:ext uri="{FF2B5EF4-FFF2-40B4-BE49-F238E27FC236}">
                  <a16:creationId xmlns:a16="http://schemas.microsoft.com/office/drawing/2014/main" id="{695DD3D3-857B-4614-8E2F-95A4A604BA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9" name="Line 62">
              <a:extLst>
                <a:ext uri="{FF2B5EF4-FFF2-40B4-BE49-F238E27FC236}">
                  <a16:creationId xmlns:a16="http://schemas.microsoft.com/office/drawing/2014/main" id="{3E98511D-64BE-4721-BAF8-EA920435E5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0" name="Line 65">
              <a:extLst>
                <a:ext uri="{FF2B5EF4-FFF2-40B4-BE49-F238E27FC236}">
                  <a16:creationId xmlns:a16="http://schemas.microsoft.com/office/drawing/2014/main" id="{BEACAA11-D1E4-4AF2-88D8-EC95E5BFCE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55C28826-7D9F-4C61-919D-FC09B0A609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67">
              <a:extLst>
                <a:ext uri="{FF2B5EF4-FFF2-40B4-BE49-F238E27FC236}">
                  <a16:creationId xmlns:a16="http://schemas.microsoft.com/office/drawing/2014/main" id="{C2222212-E0F5-44CC-B385-5A5190C48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3" name="Text Box 68">
              <a:extLst>
                <a:ext uri="{FF2B5EF4-FFF2-40B4-BE49-F238E27FC236}">
                  <a16:creationId xmlns:a16="http://schemas.microsoft.com/office/drawing/2014/main" id="{188597CA-9398-42DB-A5AA-23BCE4BA9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74" name="Text Box 69">
              <a:extLst>
                <a:ext uri="{FF2B5EF4-FFF2-40B4-BE49-F238E27FC236}">
                  <a16:creationId xmlns:a16="http://schemas.microsoft.com/office/drawing/2014/main" id="{D7605262-C2A5-4165-862C-91781D98F4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78" name="Text Box 70">
              <a:extLst>
                <a:ext uri="{FF2B5EF4-FFF2-40B4-BE49-F238E27FC236}">
                  <a16:creationId xmlns:a16="http://schemas.microsoft.com/office/drawing/2014/main" id="{03864246-D606-44C8-AB6E-0BD006AD18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82" name="Text Box 71">
              <a:extLst>
                <a:ext uri="{FF2B5EF4-FFF2-40B4-BE49-F238E27FC236}">
                  <a16:creationId xmlns:a16="http://schemas.microsoft.com/office/drawing/2014/main" id="{62C7221F-2D42-4A0C-A56F-EE37A6B10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84" name="Line 73">
              <a:extLst>
                <a:ext uri="{FF2B5EF4-FFF2-40B4-BE49-F238E27FC236}">
                  <a16:creationId xmlns:a16="http://schemas.microsoft.com/office/drawing/2014/main" id="{E913CFD9-D774-40E3-BEB1-13CBBF4B96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Text Box 76">
              <a:extLst>
                <a:ext uri="{FF2B5EF4-FFF2-40B4-BE49-F238E27FC236}">
                  <a16:creationId xmlns:a16="http://schemas.microsoft.com/office/drawing/2014/main" id="{8183A5A9-EA83-4F08-A78A-2CDBA75BB7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8" name="Line 78">
              <a:extLst>
                <a:ext uri="{FF2B5EF4-FFF2-40B4-BE49-F238E27FC236}">
                  <a16:creationId xmlns:a16="http://schemas.microsoft.com/office/drawing/2014/main" id="{1292B908-0DE2-4E7E-9DA7-3E5E7A71AC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9" name="Line 79">
              <a:extLst>
                <a:ext uri="{FF2B5EF4-FFF2-40B4-BE49-F238E27FC236}">
                  <a16:creationId xmlns:a16="http://schemas.microsoft.com/office/drawing/2014/main" id="{E9366772-3BB0-4AF8-9BE7-18060411A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0" name="Forma libre 89">
              <a:extLst>
                <a:ext uri="{FF2B5EF4-FFF2-40B4-BE49-F238E27FC236}">
                  <a16:creationId xmlns:a16="http://schemas.microsoft.com/office/drawing/2014/main" id="{6B9F3865-2163-462E-BF9B-62D411D491E4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91" name="Text Box 48">
            <a:extLst>
              <a:ext uri="{FF2B5EF4-FFF2-40B4-BE49-F238E27FC236}">
                <a16:creationId xmlns:a16="http://schemas.microsoft.com/office/drawing/2014/main" id="{2CBF49B4-B115-456E-9682-7A2A2242D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2" name="Text Box 53">
            <a:extLst>
              <a:ext uri="{FF2B5EF4-FFF2-40B4-BE49-F238E27FC236}">
                <a16:creationId xmlns:a16="http://schemas.microsoft.com/office/drawing/2014/main" id="{297106AD-FB96-496D-8C4D-0D69CD8E70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4" name="Text Box 57">
            <a:extLst>
              <a:ext uri="{FF2B5EF4-FFF2-40B4-BE49-F238E27FC236}">
                <a16:creationId xmlns:a16="http://schemas.microsoft.com/office/drawing/2014/main" id="{47FC623E-460A-4EEF-AB19-C8FF14635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id="{2D40072E-301F-4DDC-B376-DE450D096EE6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0" name="Line 46">
            <a:extLst>
              <a:ext uri="{FF2B5EF4-FFF2-40B4-BE49-F238E27FC236}">
                <a16:creationId xmlns:a16="http://schemas.microsoft.com/office/drawing/2014/main" id="{E76F22C8-8FF1-407D-8445-1BE5362F03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FB60D5B7-7BD8-42E8-BC26-B296BEA000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6" name="Text Box 49">
            <a:extLst>
              <a:ext uri="{FF2B5EF4-FFF2-40B4-BE49-F238E27FC236}">
                <a16:creationId xmlns:a16="http://schemas.microsoft.com/office/drawing/2014/main" id="{346952D5-493B-49B9-A30B-33EF4FB31A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110" name="Line 52">
            <a:extLst>
              <a:ext uri="{FF2B5EF4-FFF2-40B4-BE49-F238E27FC236}">
                <a16:creationId xmlns:a16="http://schemas.microsoft.com/office/drawing/2014/main" id="{360C9BA0-8E90-4F07-982D-97062F750F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1" name="Line 56">
            <a:extLst>
              <a:ext uri="{FF2B5EF4-FFF2-40B4-BE49-F238E27FC236}">
                <a16:creationId xmlns:a16="http://schemas.microsoft.com/office/drawing/2014/main" id="{A6CE8FE7-6E0B-49F7-BA16-1C11F78884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2" name="Line 60">
            <a:extLst>
              <a:ext uri="{FF2B5EF4-FFF2-40B4-BE49-F238E27FC236}">
                <a16:creationId xmlns:a16="http://schemas.microsoft.com/office/drawing/2014/main" id="{7AFF6CCC-E28C-43EF-BC8B-1F160523F3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3" name="Text Box 61">
            <a:extLst>
              <a:ext uri="{FF2B5EF4-FFF2-40B4-BE49-F238E27FC236}">
                <a16:creationId xmlns:a16="http://schemas.microsoft.com/office/drawing/2014/main" id="{0136326F-51A8-4D12-A966-B58D560E62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114" name="Text Box 62">
            <a:extLst>
              <a:ext uri="{FF2B5EF4-FFF2-40B4-BE49-F238E27FC236}">
                <a16:creationId xmlns:a16="http://schemas.microsoft.com/office/drawing/2014/main" id="{7281A95D-8C75-408E-8081-01A0BA2109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89B4881E-8C93-44E3-8EBE-A26874F159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119" name="Text Box 64">
            <a:extLst>
              <a:ext uri="{FF2B5EF4-FFF2-40B4-BE49-F238E27FC236}">
                <a16:creationId xmlns:a16="http://schemas.microsoft.com/office/drawing/2014/main" id="{7FF69F36-DCA3-40D2-A57B-DC1DB5F7C2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120" name="Line 71">
            <a:extLst>
              <a:ext uri="{FF2B5EF4-FFF2-40B4-BE49-F238E27FC236}">
                <a16:creationId xmlns:a16="http://schemas.microsoft.com/office/drawing/2014/main" id="{B1B4D87D-1299-4A92-AC1F-31E0EA7BFEA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1" name="Text Box 72">
            <a:extLst>
              <a:ext uri="{FF2B5EF4-FFF2-40B4-BE49-F238E27FC236}">
                <a16:creationId xmlns:a16="http://schemas.microsoft.com/office/drawing/2014/main" id="{82D2DBE8-C015-4D33-940B-8AAE574F63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122" name="Text Box 144">
            <a:extLst>
              <a:ext uri="{FF2B5EF4-FFF2-40B4-BE49-F238E27FC236}">
                <a16:creationId xmlns:a16="http://schemas.microsoft.com/office/drawing/2014/main" id="{2873707B-AB78-4776-929D-753B4F56B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123" name="Line 51">
            <a:extLst>
              <a:ext uri="{FF2B5EF4-FFF2-40B4-BE49-F238E27FC236}">
                <a16:creationId xmlns:a16="http://schemas.microsoft.com/office/drawing/2014/main" id="{35367F80-052D-4DCF-8DBF-58729924B1E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4" name="Line 55">
            <a:extLst>
              <a:ext uri="{FF2B5EF4-FFF2-40B4-BE49-F238E27FC236}">
                <a16:creationId xmlns:a16="http://schemas.microsoft.com/office/drawing/2014/main" id="{50A57E99-6E85-40DE-AD14-0A28C4BFEB4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5" name="Line 70">
            <a:extLst>
              <a:ext uri="{FF2B5EF4-FFF2-40B4-BE49-F238E27FC236}">
                <a16:creationId xmlns:a16="http://schemas.microsoft.com/office/drawing/2014/main" id="{13325134-C2B4-4C59-9751-B88EEFD2C46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6" name="Line 59">
            <a:extLst>
              <a:ext uri="{FF2B5EF4-FFF2-40B4-BE49-F238E27FC236}">
                <a16:creationId xmlns:a16="http://schemas.microsoft.com/office/drawing/2014/main" id="{BA4ACC5A-D701-4ACB-A0AB-22EEA30983A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61154" name="Grupo 126">
            <a:extLst>
              <a:ext uri="{FF2B5EF4-FFF2-40B4-BE49-F238E27FC236}">
                <a16:creationId xmlns:a16="http://schemas.microsoft.com/office/drawing/2014/main" id="{DB9163EE-D681-4901-A922-5A16D049FFDD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31" name="Text Box 48">
              <a:extLst>
                <a:ext uri="{FF2B5EF4-FFF2-40B4-BE49-F238E27FC236}">
                  <a16:creationId xmlns:a16="http://schemas.microsoft.com/office/drawing/2014/main" id="{457B10B7-1553-432D-853A-4FA7A321BA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055E62B3-C8D5-4B05-8BF3-27280608CC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3" name="Forma libre 132">
              <a:extLst>
                <a:ext uri="{FF2B5EF4-FFF2-40B4-BE49-F238E27FC236}">
                  <a16:creationId xmlns:a16="http://schemas.microsoft.com/office/drawing/2014/main" id="{FE57314A-8363-4259-AAD2-B01CB2D1FDDD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34" name="Line 46">
              <a:extLst>
                <a:ext uri="{FF2B5EF4-FFF2-40B4-BE49-F238E27FC236}">
                  <a16:creationId xmlns:a16="http://schemas.microsoft.com/office/drawing/2014/main" id="{1610470D-6E34-4359-9CFE-3E45D2969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7">
              <a:extLst>
                <a:ext uri="{FF2B5EF4-FFF2-40B4-BE49-F238E27FC236}">
                  <a16:creationId xmlns:a16="http://schemas.microsoft.com/office/drawing/2014/main" id="{539BDC9B-B4B2-4822-A9F5-0FA166D761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6A5B0917-9D1F-447A-B7FA-C976A8EC70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DCEC9B25-86E6-4FCF-AB7F-90CE941602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C24DBB34-637E-46A7-9CA2-83FDF35A23B6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9" name="Text Box 50">
            <a:extLst>
              <a:ext uri="{FF2B5EF4-FFF2-40B4-BE49-F238E27FC236}">
                <a16:creationId xmlns:a16="http://schemas.microsoft.com/office/drawing/2014/main" id="{79439819-3751-4DD1-8DC2-7A88528A69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140" name="Forma libre 139">
            <a:extLst>
              <a:ext uri="{FF2B5EF4-FFF2-40B4-BE49-F238E27FC236}">
                <a16:creationId xmlns:a16="http://schemas.microsoft.com/office/drawing/2014/main" id="{302D0F19-0014-447E-990F-20DA65BEE363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2" name="Forma libre 141">
            <a:extLst>
              <a:ext uri="{FF2B5EF4-FFF2-40B4-BE49-F238E27FC236}">
                <a16:creationId xmlns:a16="http://schemas.microsoft.com/office/drawing/2014/main" id="{B0105E7A-55B0-4AA5-84BF-3EE5ABA5E12D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" name="Forma libre 142">
            <a:extLst>
              <a:ext uri="{FF2B5EF4-FFF2-40B4-BE49-F238E27FC236}">
                <a16:creationId xmlns:a16="http://schemas.microsoft.com/office/drawing/2014/main" id="{078F2B6F-5802-4E39-9FCC-54587B11E909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702548DF-4BEE-4D39-BF46-E8D976365B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45" name="Text Box 50">
            <a:extLst>
              <a:ext uri="{FF2B5EF4-FFF2-40B4-BE49-F238E27FC236}">
                <a16:creationId xmlns:a16="http://schemas.microsoft.com/office/drawing/2014/main" id="{168227C6-2DBC-4A05-A56D-FC9F83F6A8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146" name="Forma libre 145">
            <a:extLst>
              <a:ext uri="{FF2B5EF4-FFF2-40B4-BE49-F238E27FC236}">
                <a16:creationId xmlns:a16="http://schemas.microsoft.com/office/drawing/2014/main" id="{82DA9F9A-27AF-4369-9208-04F7D5A3B6A9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" name="Forma libre 146">
            <a:extLst>
              <a:ext uri="{FF2B5EF4-FFF2-40B4-BE49-F238E27FC236}">
                <a16:creationId xmlns:a16="http://schemas.microsoft.com/office/drawing/2014/main" id="{261063C4-4764-4566-8EAA-3CF086C21789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8" name="Forma libre 147">
            <a:extLst>
              <a:ext uri="{FF2B5EF4-FFF2-40B4-BE49-F238E27FC236}">
                <a16:creationId xmlns:a16="http://schemas.microsoft.com/office/drawing/2014/main" id="{E3646C62-4E6C-4A9C-898B-75BCDE976736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1165" name="Grupo 148">
            <a:extLst>
              <a:ext uri="{FF2B5EF4-FFF2-40B4-BE49-F238E27FC236}">
                <a16:creationId xmlns:a16="http://schemas.microsoft.com/office/drawing/2014/main" id="{EDBDE767-E8FB-4939-85C5-F09A3A995017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150" name="Text Box 49">
              <a:extLst>
                <a:ext uri="{FF2B5EF4-FFF2-40B4-BE49-F238E27FC236}">
                  <a16:creationId xmlns:a16="http://schemas.microsoft.com/office/drawing/2014/main" id="{588D2C2C-2918-4F31-AE27-4C8D8BD3A9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47">
              <a:extLst>
                <a:ext uri="{FF2B5EF4-FFF2-40B4-BE49-F238E27FC236}">
                  <a16:creationId xmlns:a16="http://schemas.microsoft.com/office/drawing/2014/main" id="{E9833966-3471-4FF1-876E-E83860AFE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Rectangle 43">
              <a:extLst>
                <a:ext uri="{FF2B5EF4-FFF2-40B4-BE49-F238E27FC236}">
                  <a16:creationId xmlns:a16="http://schemas.microsoft.com/office/drawing/2014/main" id="{8F88DBE9-C509-4503-9B71-7289F4309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4">
              <a:extLst>
                <a:ext uri="{FF2B5EF4-FFF2-40B4-BE49-F238E27FC236}">
                  <a16:creationId xmlns:a16="http://schemas.microsoft.com/office/drawing/2014/main" id="{3E03A506-84A6-47AA-8F28-271B6E9EE4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Line 46">
              <a:extLst>
                <a:ext uri="{FF2B5EF4-FFF2-40B4-BE49-F238E27FC236}">
                  <a16:creationId xmlns:a16="http://schemas.microsoft.com/office/drawing/2014/main" id="{82C80286-1D5B-440F-B55B-88098DCBB6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Text Box 47">
              <a:extLst>
                <a:ext uri="{FF2B5EF4-FFF2-40B4-BE49-F238E27FC236}">
                  <a16:creationId xmlns:a16="http://schemas.microsoft.com/office/drawing/2014/main" id="{77768B2C-65B7-4198-AA8C-604416B0E8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3" name="Line 48">
              <a:extLst>
                <a:ext uri="{FF2B5EF4-FFF2-40B4-BE49-F238E27FC236}">
                  <a16:creationId xmlns:a16="http://schemas.microsoft.com/office/drawing/2014/main" id="{45CFAE78-1383-45A0-81E2-C43E3C7A3E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Line 44">
              <a:extLst>
                <a:ext uri="{FF2B5EF4-FFF2-40B4-BE49-F238E27FC236}">
                  <a16:creationId xmlns:a16="http://schemas.microsoft.com/office/drawing/2014/main" id="{8DAAAEB4-B903-4946-AFA7-133CB3957A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7B94E760-8BD4-4945-8A76-ED2B84D398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Forma libre 165">
              <a:extLst>
                <a:ext uri="{FF2B5EF4-FFF2-40B4-BE49-F238E27FC236}">
                  <a16:creationId xmlns:a16="http://schemas.microsoft.com/office/drawing/2014/main" id="{552E075A-F0EF-4070-8F0A-030C25583776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67" name="Text Box 47">
              <a:extLst>
                <a:ext uri="{FF2B5EF4-FFF2-40B4-BE49-F238E27FC236}">
                  <a16:creationId xmlns:a16="http://schemas.microsoft.com/office/drawing/2014/main" id="{88CF0DF6-4C4D-4067-AD1D-2A9BC200AC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68" name="Line 45">
              <a:extLst>
                <a:ext uri="{FF2B5EF4-FFF2-40B4-BE49-F238E27FC236}">
                  <a16:creationId xmlns:a16="http://schemas.microsoft.com/office/drawing/2014/main" id="{9EDFD5C1-9DD7-43C7-97D4-1DEC0EED7C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9" name="Forma libre 168">
            <a:extLst>
              <a:ext uri="{FF2B5EF4-FFF2-40B4-BE49-F238E27FC236}">
                <a16:creationId xmlns:a16="http://schemas.microsoft.com/office/drawing/2014/main" id="{58BEC717-DA64-44F7-9A66-D2A561C9EEA8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2E384160-3B72-4ACC-868A-842C93C53955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8268E058-A4D8-40AB-A93A-0B8194D079B3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2" name="Elipse 171">
            <a:extLst>
              <a:ext uri="{FF2B5EF4-FFF2-40B4-BE49-F238E27FC236}">
                <a16:creationId xmlns:a16="http://schemas.microsoft.com/office/drawing/2014/main" id="{C02C50CD-0F98-450B-8019-10E4391A8E43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" name="Line 18">
            <a:extLst>
              <a:ext uri="{FF2B5EF4-FFF2-40B4-BE49-F238E27FC236}">
                <a16:creationId xmlns:a16="http://schemas.microsoft.com/office/drawing/2014/main" id="{274FE36E-4313-4ABA-B8BF-A25118E81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4" name="Line 56">
            <a:extLst>
              <a:ext uri="{FF2B5EF4-FFF2-40B4-BE49-F238E27FC236}">
                <a16:creationId xmlns:a16="http://schemas.microsoft.com/office/drawing/2014/main" id="{E86B74B8-CD75-4352-A0D5-FCDF61B171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5" name="Forma libre 174">
            <a:extLst>
              <a:ext uri="{FF2B5EF4-FFF2-40B4-BE49-F238E27FC236}">
                <a16:creationId xmlns:a16="http://schemas.microsoft.com/office/drawing/2014/main" id="{48644320-90E0-4EC0-B653-15AD5C674132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1173" name="Grupo 175">
            <a:extLst>
              <a:ext uri="{FF2B5EF4-FFF2-40B4-BE49-F238E27FC236}">
                <a16:creationId xmlns:a16="http://schemas.microsoft.com/office/drawing/2014/main" id="{CC134D2B-319D-4B08-973D-8A1360B23575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177" name="Text Box 48">
              <a:extLst>
                <a:ext uri="{FF2B5EF4-FFF2-40B4-BE49-F238E27FC236}">
                  <a16:creationId xmlns:a16="http://schemas.microsoft.com/office/drawing/2014/main" id="{61EDB8E8-5D45-4932-BCDF-9342374C5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8" name="Text Box 57">
              <a:extLst>
                <a:ext uri="{FF2B5EF4-FFF2-40B4-BE49-F238E27FC236}">
                  <a16:creationId xmlns:a16="http://schemas.microsoft.com/office/drawing/2014/main" id="{F32C839B-6C67-4476-91E5-88C375B5D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9" name="Text Box 53">
              <a:extLst>
                <a:ext uri="{FF2B5EF4-FFF2-40B4-BE49-F238E27FC236}">
                  <a16:creationId xmlns:a16="http://schemas.microsoft.com/office/drawing/2014/main" id="{A29F940B-1278-46CC-9F89-42FBEE448D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2CF964E5-687D-44E8-A36A-7EA74CE77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47">
              <a:extLst>
                <a:ext uri="{FF2B5EF4-FFF2-40B4-BE49-F238E27FC236}">
                  <a16:creationId xmlns:a16="http://schemas.microsoft.com/office/drawing/2014/main" id="{9F309975-C3B9-4A6A-AAFA-843E028E53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7E33769E-9262-47D3-80D9-7EFC47613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52">
              <a:extLst>
                <a:ext uri="{FF2B5EF4-FFF2-40B4-BE49-F238E27FC236}">
                  <a16:creationId xmlns:a16="http://schemas.microsoft.com/office/drawing/2014/main" id="{37CA5619-A80E-4EA3-97E1-FDF79328FF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56">
              <a:extLst>
                <a:ext uri="{FF2B5EF4-FFF2-40B4-BE49-F238E27FC236}">
                  <a16:creationId xmlns:a16="http://schemas.microsoft.com/office/drawing/2014/main" id="{78123EC1-B27A-4265-AFE7-E2C89CB931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Line 55">
              <a:extLst>
                <a:ext uri="{FF2B5EF4-FFF2-40B4-BE49-F238E27FC236}">
                  <a16:creationId xmlns:a16="http://schemas.microsoft.com/office/drawing/2014/main" id="{6328BFC7-0C87-4111-919A-DDCDD6D6D2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6" name="Line 51">
              <a:extLst>
                <a:ext uri="{FF2B5EF4-FFF2-40B4-BE49-F238E27FC236}">
                  <a16:creationId xmlns:a16="http://schemas.microsoft.com/office/drawing/2014/main" id="{103E26AB-AB52-4262-8431-3C37C9E6B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7" name="Line 46">
              <a:extLst>
                <a:ext uri="{FF2B5EF4-FFF2-40B4-BE49-F238E27FC236}">
                  <a16:creationId xmlns:a16="http://schemas.microsoft.com/office/drawing/2014/main" id="{F6B3F50D-7033-45E7-82F4-52E1BDDFE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0EA5FF60-1A9C-46A0-AC9B-ED8B9BC0FEBE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Forma libre 188">
            <a:extLst>
              <a:ext uri="{FF2B5EF4-FFF2-40B4-BE49-F238E27FC236}">
                <a16:creationId xmlns:a16="http://schemas.microsoft.com/office/drawing/2014/main" id="{2DAF01FC-EDCA-4376-9E21-3CB879B207BB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Forma libre 189">
            <a:extLst>
              <a:ext uri="{FF2B5EF4-FFF2-40B4-BE49-F238E27FC236}">
                <a16:creationId xmlns:a16="http://schemas.microsoft.com/office/drawing/2014/main" id="{B2B95CFF-FBB2-4BD3-AC8E-AE6633FC7C5E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1177" name="Grupo 190">
            <a:extLst>
              <a:ext uri="{FF2B5EF4-FFF2-40B4-BE49-F238E27FC236}">
                <a16:creationId xmlns:a16="http://schemas.microsoft.com/office/drawing/2014/main" id="{A5EB6AF8-34E8-4F96-BFE1-359E1CDEB322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92" name="Text Box 49">
              <a:extLst>
                <a:ext uri="{FF2B5EF4-FFF2-40B4-BE49-F238E27FC236}">
                  <a16:creationId xmlns:a16="http://schemas.microsoft.com/office/drawing/2014/main" id="{5D2E60D6-ADE4-4A4F-BEE9-F79058B2F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A9F539C1-DAD6-49A8-9DD8-18388373C2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4" name="Rectangle 43">
              <a:extLst>
                <a:ext uri="{FF2B5EF4-FFF2-40B4-BE49-F238E27FC236}">
                  <a16:creationId xmlns:a16="http://schemas.microsoft.com/office/drawing/2014/main" id="{620F96B8-03F3-4833-BE56-F9DC1761D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5" name="Line 44">
              <a:extLst>
                <a:ext uri="{FF2B5EF4-FFF2-40B4-BE49-F238E27FC236}">
                  <a16:creationId xmlns:a16="http://schemas.microsoft.com/office/drawing/2014/main" id="{E1CD0F4F-CE41-4C77-BD18-0C72A0AC05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6">
              <a:extLst>
                <a:ext uri="{FF2B5EF4-FFF2-40B4-BE49-F238E27FC236}">
                  <a16:creationId xmlns:a16="http://schemas.microsoft.com/office/drawing/2014/main" id="{28B661CC-D3F0-4236-A45A-39F323C412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Line 48">
              <a:extLst>
                <a:ext uri="{FF2B5EF4-FFF2-40B4-BE49-F238E27FC236}">
                  <a16:creationId xmlns:a16="http://schemas.microsoft.com/office/drawing/2014/main" id="{CDA2E66C-2540-44A0-B965-AE345FA954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8" name="Text Box 53">
              <a:extLst>
                <a:ext uri="{FF2B5EF4-FFF2-40B4-BE49-F238E27FC236}">
                  <a16:creationId xmlns:a16="http://schemas.microsoft.com/office/drawing/2014/main" id="{041862D2-1711-4D70-A448-F705D335D1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99" name="Forma libre 198">
              <a:extLst>
                <a:ext uri="{FF2B5EF4-FFF2-40B4-BE49-F238E27FC236}">
                  <a16:creationId xmlns:a16="http://schemas.microsoft.com/office/drawing/2014/main" id="{4063B63A-8A3D-43F8-9075-0FB5F60699C5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00" name="Line 45">
              <a:extLst>
                <a:ext uri="{FF2B5EF4-FFF2-40B4-BE49-F238E27FC236}">
                  <a16:creationId xmlns:a16="http://schemas.microsoft.com/office/drawing/2014/main" id="{1B111D68-77B7-47C1-8BB0-201F10E910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61178" name="Grupo 200">
            <a:extLst>
              <a:ext uri="{FF2B5EF4-FFF2-40B4-BE49-F238E27FC236}">
                <a16:creationId xmlns:a16="http://schemas.microsoft.com/office/drawing/2014/main" id="{812379DA-A768-443A-8E51-6DA5A31F6F6C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02" name="Text Box 48">
              <a:extLst>
                <a:ext uri="{FF2B5EF4-FFF2-40B4-BE49-F238E27FC236}">
                  <a16:creationId xmlns:a16="http://schemas.microsoft.com/office/drawing/2014/main" id="{822CCC65-3482-4782-8606-1BFA02E93D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3" name="Text Box 57">
              <a:extLst>
                <a:ext uri="{FF2B5EF4-FFF2-40B4-BE49-F238E27FC236}">
                  <a16:creationId xmlns:a16="http://schemas.microsoft.com/office/drawing/2014/main" id="{1BC4753B-3F8D-48F5-8993-81D7E5F26E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4" name="Text Box 53">
              <a:extLst>
                <a:ext uri="{FF2B5EF4-FFF2-40B4-BE49-F238E27FC236}">
                  <a16:creationId xmlns:a16="http://schemas.microsoft.com/office/drawing/2014/main" id="{45A9406A-DCDB-4BFE-9A8A-08F271091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Freeform 44">
              <a:extLst>
                <a:ext uri="{FF2B5EF4-FFF2-40B4-BE49-F238E27FC236}">
                  <a16:creationId xmlns:a16="http://schemas.microsoft.com/office/drawing/2014/main" id="{182B2C40-4575-49A1-8C6B-C122DF583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6" name="Line 47">
              <a:extLst>
                <a:ext uri="{FF2B5EF4-FFF2-40B4-BE49-F238E27FC236}">
                  <a16:creationId xmlns:a16="http://schemas.microsoft.com/office/drawing/2014/main" id="{E8ED5495-D320-4F6F-B952-EDBFB0005F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Text Box 49">
              <a:extLst>
                <a:ext uri="{FF2B5EF4-FFF2-40B4-BE49-F238E27FC236}">
                  <a16:creationId xmlns:a16="http://schemas.microsoft.com/office/drawing/2014/main" id="{DF70F27A-2045-4832-B0B9-E5739F9199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52">
              <a:extLst>
                <a:ext uri="{FF2B5EF4-FFF2-40B4-BE49-F238E27FC236}">
                  <a16:creationId xmlns:a16="http://schemas.microsoft.com/office/drawing/2014/main" id="{F416E4BD-0475-4EF8-A62D-3ED0E070A9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56">
              <a:extLst>
                <a:ext uri="{FF2B5EF4-FFF2-40B4-BE49-F238E27FC236}">
                  <a16:creationId xmlns:a16="http://schemas.microsoft.com/office/drawing/2014/main" id="{45D36F64-9F25-4156-A584-B3F5BE3F0D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6">
              <a:extLst>
                <a:ext uri="{FF2B5EF4-FFF2-40B4-BE49-F238E27FC236}">
                  <a16:creationId xmlns:a16="http://schemas.microsoft.com/office/drawing/2014/main" id="{94D4FCDE-08A6-42B5-98D8-26E4A513EA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Line 55">
              <a:extLst>
                <a:ext uri="{FF2B5EF4-FFF2-40B4-BE49-F238E27FC236}">
                  <a16:creationId xmlns:a16="http://schemas.microsoft.com/office/drawing/2014/main" id="{864EDC6F-A3CE-4947-BB34-96D176D731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Line 51">
              <a:extLst>
                <a:ext uri="{FF2B5EF4-FFF2-40B4-BE49-F238E27FC236}">
                  <a16:creationId xmlns:a16="http://schemas.microsoft.com/office/drawing/2014/main" id="{D2B1955F-CAEC-4139-AB57-24FA5C1BC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13" name="Forma libre 212">
            <a:extLst>
              <a:ext uri="{FF2B5EF4-FFF2-40B4-BE49-F238E27FC236}">
                <a16:creationId xmlns:a16="http://schemas.microsoft.com/office/drawing/2014/main" id="{1D7EC3AA-3EA5-4320-A1A8-F6C8C73B5F9D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4" name="Text Box 46">
            <a:extLst>
              <a:ext uri="{FF2B5EF4-FFF2-40B4-BE49-F238E27FC236}">
                <a16:creationId xmlns:a16="http://schemas.microsoft.com/office/drawing/2014/main" id="{C0DA4902-5026-47D4-9D2A-EA3B2B9AF4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5" name="Elipse 214">
            <a:extLst>
              <a:ext uri="{FF2B5EF4-FFF2-40B4-BE49-F238E27FC236}">
                <a16:creationId xmlns:a16="http://schemas.microsoft.com/office/drawing/2014/main" id="{73B96EA5-B904-4BE5-8473-4739B8C03934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1182" name="Grupo 239">
            <a:extLst>
              <a:ext uri="{FF2B5EF4-FFF2-40B4-BE49-F238E27FC236}">
                <a16:creationId xmlns:a16="http://schemas.microsoft.com/office/drawing/2014/main" id="{B844CB03-493A-4A4F-8203-DBFF253CD2DE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244" name="Rectangle 42">
              <a:extLst>
                <a:ext uri="{FF2B5EF4-FFF2-40B4-BE49-F238E27FC236}">
                  <a16:creationId xmlns:a16="http://schemas.microsoft.com/office/drawing/2014/main" id="{120062EF-FE0A-46CC-842B-F836CC2F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44">
              <a:extLst>
                <a:ext uri="{FF2B5EF4-FFF2-40B4-BE49-F238E27FC236}">
                  <a16:creationId xmlns:a16="http://schemas.microsoft.com/office/drawing/2014/main" id="{2CAB3725-720E-45A9-AD8F-9A57F71CD6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45">
              <a:extLst>
                <a:ext uri="{FF2B5EF4-FFF2-40B4-BE49-F238E27FC236}">
                  <a16:creationId xmlns:a16="http://schemas.microsoft.com/office/drawing/2014/main" id="{4175ED0F-EE13-4BCF-84F6-B998C35555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46">
              <a:extLst>
                <a:ext uri="{FF2B5EF4-FFF2-40B4-BE49-F238E27FC236}">
                  <a16:creationId xmlns:a16="http://schemas.microsoft.com/office/drawing/2014/main" id="{02CFC869-00BD-45DA-ADF6-6C6AE176DB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Line 48">
              <a:extLst>
                <a:ext uri="{FF2B5EF4-FFF2-40B4-BE49-F238E27FC236}">
                  <a16:creationId xmlns:a16="http://schemas.microsoft.com/office/drawing/2014/main" id="{B5DE2239-01F8-4BE8-9B8D-8F646E95FE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9">
              <a:extLst>
                <a:ext uri="{FF2B5EF4-FFF2-40B4-BE49-F238E27FC236}">
                  <a16:creationId xmlns:a16="http://schemas.microsoft.com/office/drawing/2014/main" id="{02979A87-2661-4BB2-AFA0-3EC58B973E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Text Box 50">
              <a:extLst>
                <a:ext uri="{FF2B5EF4-FFF2-40B4-BE49-F238E27FC236}">
                  <a16:creationId xmlns:a16="http://schemas.microsoft.com/office/drawing/2014/main" id="{A5AEEE5D-EA4F-47EC-98EC-83BECA4A84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1" name="Text Box 51">
              <a:extLst>
                <a:ext uri="{FF2B5EF4-FFF2-40B4-BE49-F238E27FC236}">
                  <a16:creationId xmlns:a16="http://schemas.microsoft.com/office/drawing/2014/main" id="{BD2111C8-3F59-4CC7-B65A-D4947DC999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52" name="Text Box 52">
              <a:extLst>
                <a:ext uri="{FF2B5EF4-FFF2-40B4-BE49-F238E27FC236}">
                  <a16:creationId xmlns:a16="http://schemas.microsoft.com/office/drawing/2014/main" id="{4F39C407-1413-4810-9379-009A3501D5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Text Box 53">
              <a:extLst>
                <a:ext uri="{FF2B5EF4-FFF2-40B4-BE49-F238E27FC236}">
                  <a16:creationId xmlns:a16="http://schemas.microsoft.com/office/drawing/2014/main" id="{A4C54F9B-6B7B-45CA-BD75-8B43CDD435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254" name="Forma libre 253">
            <a:extLst>
              <a:ext uri="{FF2B5EF4-FFF2-40B4-BE49-F238E27FC236}">
                <a16:creationId xmlns:a16="http://schemas.microsoft.com/office/drawing/2014/main" id="{6BCCD387-5686-4A3E-87C5-F713735FE5EC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1184" name="Grupo 254">
            <a:extLst>
              <a:ext uri="{FF2B5EF4-FFF2-40B4-BE49-F238E27FC236}">
                <a16:creationId xmlns:a16="http://schemas.microsoft.com/office/drawing/2014/main" id="{F39E27F4-83F4-4DC5-8369-3E8D8BF926CA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256" name="Text Box 49">
              <a:extLst>
                <a:ext uri="{FF2B5EF4-FFF2-40B4-BE49-F238E27FC236}">
                  <a16:creationId xmlns:a16="http://schemas.microsoft.com/office/drawing/2014/main" id="{886D50FC-7782-44CC-A987-C4D5C692D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7" name="Text Box 47">
              <a:extLst>
                <a:ext uri="{FF2B5EF4-FFF2-40B4-BE49-F238E27FC236}">
                  <a16:creationId xmlns:a16="http://schemas.microsoft.com/office/drawing/2014/main" id="{02D93D72-7A7D-402C-9D47-7FA794BE4F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8" name="Text Box 47">
              <a:extLst>
                <a:ext uri="{FF2B5EF4-FFF2-40B4-BE49-F238E27FC236}">
                  <a16:creationId xmlns:a16="http://schemas.microsoft.com/office/drawing/2014/main" id="{87FB353E-784A-4C75-AFA2-E0402918B8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Rectangle 43">
              <a:extLst>
                <a:ext uri="{FF2B5EF4-FFF2-40B4-BE49-F238E27FC236}">
                  <a16:creationId xmlns:a16="http://schemas.microsoft.com/office/drawing/2014/main" id="{FA6439E5-92DD-415B-819E-DFAE77E8B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EDFBE967-3C1D-474B-B33F-27C595338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1" name="Line 46">
              <a:extLst>
                <a:ext uri="{FF2B5EF4-FFF2-40B4-BE49-F238E27FC236}">
                  <a16:creationId xmlns:a16="http://schemas.microsoft.com/office/drawing/2014/main" id="{EAB74E40-1020-4A13-A762-B90BC7EEB9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2" name="Line 48">
              <a:extLst>
                <a:ext uri="{FF2B5EF4-FFF2-40B4-BE49-F238E27FC236}">
                  <a16:creationId xmlns:a16="http://schemas.microsoft.com/office/drawing/2014/main" id="{1AAE52B0-7E43-44FF-9183-815AE5E95D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3" name="Line 46">
              <a:extLst>
                <a:ext uri="{FF2B5EF4-FFF2-40B4-BE49-F238E27FC236}">
                  <a16:creationId xmlns:a16="http://schemas.microsoft.com/office/drawing/2014/main" id="{3A3ACED9-5604-4E03-9CC8-BD58648B88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4" name="Forma libre 263">
              <a:extLst>
                <a:ext uri="{FF2B5EF4-FFF2-40B4-BE49-F238E27FC236}">
                  <a16:creationId xmlns:a16="http://schemas.microsoft.com/office/drawing/2014/main" id="{EBC18CB1-0F75-4C71-A805-34B96BDB3F67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5" name="Text Box 47">
              <a:extLst>
                <a:ext uri="{FF2B5EF4-FFF2-40B4-BE49-F238E27FC236}">
                  <a16:creationId xmlns:a16="http://schemas.microsoft.com/office/drawing/2014/main" id="{BB46704D-F18D-4CA2-9293-204349779E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66" name="Line 44">
              <a:extLst>
                <a:ext uri="{FF2B5EF4-FFF2-40B4-BE49-F238E27FC236}">
                  <a16:creationId xmlns:a16="http://schemas.microsoft.com/office/drawing/2014/main" id="{F0F0D14A-C88D-4375-8806-5B28DF6160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44">
              <a:extLst>
                <a:ext uri="{FF2B5EF4-FFF2-40B4-BE49-F238E27FC236}">
                  <a16:creationId xmlns:a16="http://schemas.microsoft.com/office/drawing/2014/main" id="{4FF342C5-DEB4-4D6E-9764-453383EC77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68" name="Forma libre 267">
            <a:extLst>
              <a:ext uri="{FF2B5EF4-FFF2-40B4-BE49-F238E27FC236}">
                <a16:creationId xmlns:a16="http://schemas.microsoft.com/office/drawing/2014/main" id="{8C246E94-80A0-4DAB-AFB2-70D6F6FE5C51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" name="Line 18">
            <a:extLst>
              <a:ext uri="{FF2B5EF4-FFF2-40B4-BE49-F238E27FC236}">
                <a16:creationId xmlns:a16="http://schemas.microsoft.com/office/drawing/2014/main" id="{046EB579-25B4-471E-A56D-4B61D1DFD6D2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0" name="Elipse 269">
            <a:extLst>
              <a:ext uri="{FF2B5EF4-FFF2-40B4-BE49-F238E27FC236}">
                <a16:creationId xmlns:a16="http://schemas.microsoft.com/office/drawing/2014/main" id="{12696422-0344-42E5-AC30-29807BCE0981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1188" name="Grupo 270">
            <a:extLst>
              <a:ext uri="{FF2B5EF4-FFF2-40B4-BE49-F238E27FC236}">
                <a16:creationId xmlns:a16="http://schemas.microsoft.com/office/drawing/2014/main" id="{7A01EBE4-2BC2-4405-80F7-A35F758292EA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272" name="Text Box 49">
              <a:extLst>
                <a:ext uri="{FF2B5EF4-FFF2-40B4-BE49-F238E27FC236}">
                  <a16:creationId xmlns:a16="http://schemas.microsoft.com/office/drawing/2014/main" id="{389D96A3-6FB0-477A-A01F-5588503B23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3" name="Rectangle 43">
              <a:extLst>
                <a:ext uri="{FF2B5EF4-FFF2-40B4-BE49-F238E27FC236}">
                  <a16:creationId xmlns:a16="http://schemas.microsoft.com/office/drawing/2014/main" id="{551FE0EB-37B6-45C7-AB7A-441E13F77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4" name="Line 44">
              <a:extLst>
                <a:ext uri="{FF2B5EF4-FFF2-40B4-BE49-F238E27FC236}">
                  <a16:creationId xmlns:a16="http://schemas.microsoft.com/office/drawing/2014/main" id="{555E9A66-3904-4C01-AF0A-74C4658A3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5" name="Line 46">
              <a:extLst>
                <a:ext uri="{FF2B5EF4-FFF2-40B4-BE49-F238E27FC236}">
                  <a16:creationId xmlns:a16="http://schemas.microsoft.com/office/drawing/2014/main" id="{2260F17C-9967-4F65-A32C-73AA95FC3A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6" name="Text Box 47">
              <a:extLst>
                <a:ext uri="{FF2B5EF4-FFF2-40B4-BE49-F238E27FC236}">
                  <a16:creationId xmlns:a16="http://schemas.microsoft.com/office/drawing/2014/main" id="{E1B5D1DD-5473-48E8-B4CA-646BC116A5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7" name="Line 48">
              <a:extLst>
                <a:ext uri="{FF2B5EF4-FFF2-40B4-BE49-F238E27FC236}">
                  <a16:creationId xmlns:a16="http://schemas.microsoft.com/office/drawing/2014/main" id="{3B7A5829-38F9-464A-B315-36DA00AB64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8" name="Line 44">
              <a:extLst>
                <a:ext uri="{FF2B5EF4-FFF2-40B4-BE49-F238E27FC236}">
                  <a16:creationId xmlns:a16="http://schemas.microsoft.com/office/drawing/2014/main" id="{2F9D03FD-40BA-463D-ABD4-EC39A74308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46">
              <a:extLst>
                <a:ext uri="{FF2B5EF4-FFF2-40B4-BE49-F238E27FC236}">
                  <a16:creationId xmlns:a16="http://schemas.microsoft.com/office/drawing/2014/main" id="{42930E9C-3800-4FDE-AB78-B8890E9859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47">
              <a:extLst>
                <a:ext uri="{FF2B5EF4-FFF2-40B4-BE49-F238E27FC236}">
                  <a16:creationId xmlns:a16="http://schemas.microsoft.com/office/drawing/2014/main" id="{B39816DE-594F-4ECD-86AE-A1CF086B7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E59977F3-2CF8-497F-8C33-BA6D263D875C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82" name="Text Box 47">
              <a:extLst>
                <a:ext uri="{FF2B5EF4-FFF2-40B4-BE49-F238E27FC236}">
                  <a16:creationId xmlns:a16="http://schemas.microsoft.com/office/drawing/2014/main" id="{74D727D4-5524-4461-8E58-D1B7D24CB3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283" name="Line 46">
              <a:extLst>
                <a:ext uri="{FF2B5EF4-FFF2-40B4-BE49-F238E27FC236}">
                  <a16:creationId xmlns:a16="http://schemas.microsoft.com/office/drawing/2014/main" id="{8A37A70D-3A4D-4D50-8A3F-A1D1A52B5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4" name="Text Box 47">
              <a:extLst>
                <a:ext uri="{FF2B5EF4-FFF2-40B4-BE49-F238E27FC236}">
                  <a16:creationId xmlns:a16="http://schemas.microsoft.com/office/drawing/2014/main" id="{22660912-16C5-4B73-B0B4-BF7589A8BB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47">
              <a:extLst>
                <a:ext uri="{FF2B5EF4-FFF2-40B4-BE49-F238E27FC236}">
                  <a16:creationId xmlns:a16="http://schemas.microsoft.com/office/drawing/2014/main" id="{B0B6F44F-3341-495E-B71F-5CC33C0073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86" name="Text Box 47">
              <a:extLst>
                <a:ext uri="{FF2B5EF4-FFF2-40B4-BE49-F238E27FC236}">
                  <a16:creationId xmlns:a16="http://schemas.microsoft.com/office/drawing/2014/main" id="{BBB04BDE-204E-4FAB-9A98-D5B84C8CE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287" name="Line 44">
              <a:extLst>
                <a:ext uri="{FF2B5EF4-FFF2-40B4-BE49-F238E27FC236}">
                  <a16:creationId xmlns:a16="http://schemas.microsoft.com/office/drawing/2014/main" id="{99DE64AE-C989-456C-AD24-53BFE87C65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5">
              <a:extLst>
                <a:ext uri="{FF2B5EF4-FFF2-40B4-BE49-F238E27FC236}">
                  <a16:creationId xmlns:a16="http://schemas.microsoft.com/office/drawing/2014/main" id="{E39808BF-BC33-4E7B-9C97-215987F6A0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89" name="Line 71">
            <a:extLst>
              <a:ext uri="{FF2B5EF4-FFF2-40B4-BE49-F238E27FC236}">
                <a16:creationId xmlns:a16="http://schemas.microsoft.com/office/drawing/2014/main" id="{77DB34C3-F175-4280-BFB5-ACE6368AC8A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0" name="Text Box 72">
            <a:extLst>
              <a:ext uri="{FF2B5EF4-FFF2-40B4-BE49-F238E27FC236}">
                <a16:creationId xmlns:a16="http://schemas.microsoft.com/office/drawing/2014/main" id="{43AEC137-CD3E-40EC-A708-28C88D1B82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1" name="Line 70">
            <a:extLst>
              <a:ext uri="{FF2B5EF4-FFF2-40B4-BE49-F238E27FC236}">
                <a16:creationId xmlns:a16="http://schemas.microsoft.com/office/drawing/2014/main" id="{EEB01474-9100-427C-8A68-B987481E5C5D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Forma libre 291">
            <a:extLst>
              <a:ext uri="{FF2B5EF4-FFF2-40B4-BE49-F238E27FC236}">
                <a16:creationId xmlns:a16="http://schemas.microsoft.com/office/drawing/2014/main" id="{98472A17-D848-4FBB-8756-C9C8077B7CE9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3" name="Elipse 292">
            <a:extLst>
              <a:ext uri="{FF2B5EF4-FFF2-40B4-BE49-F238E27FC236}">
                <a16:creationId xmlns:a16="http://schemas.microsoft.com/office/drawing/2014/main" id="{4079481F-6099-4F42-A37F-A88E3568D6F9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4" name="Text Box 50">
            <a:extLst>
              <a:ext uri="{FF2B5EF4-FFF2-40B4-BE49-F238E27FC236}">
                <a16:creationId xmlns:a16="http://schemas.microsoft.com/office/drawing/2014/main" id="{21D64C10-4296-4762-B3EF-404FA69FC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5" name="Conector recto de flecha 294">
            <a:extLst>
              <a:ext uri="{FF2B5EF4-FFF2-40B4-BE49-F238E27FC236}">
                <a16:creationId xmlns:a16="http://schemas.microsoft.com/office/drawing/2014/main" id="{4CFC5E72-C244-435D-A2FD-B86C765466F5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 Box 72">
            <a:extLst>
              <a:ext uri="{FF2B5EF4-FFF2-40B4-BE49-F238E27FC236}">
                <a16:creationId xmlns:a16="http://schemas.microsoft.com/office/drawing/2014/main" id="{A1675A20-D172-45DA-A194-D3E78FD20D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7" name="Line 71">
            <a:extLst>
              <a:ext uri="{FF2B5EF4-FFF2-40B4-BE49-F238E27FC236}">
                <a16:creationId xmlns:a16="http://schemas.microsoft.com/office/drawing/2014/main" id="{10784B4F-3651-4846-B75B-81D1FA755B2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98" name="Text Box 50">
            <a:extLst>
              <a:ext uri="{FF2B5EF4-FFF2-40B4-BE49-F238E27FC236}">
                <a16:creationId xmlns:a16="http://schemas.microsoft.com/office/drawing/2014/main" id="{0553E8D8-CE1D-4483-B983-1FBF4C4AD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299" name="Text Box 50">
            <a:extLst>
              <a:ext uri="{FF2B5EF4-FFF2-40B4-BE49-F238E27FC236}">
                <a16:creationId xmlns:a16="http://schemas.microsoft.com/office/drawing/2014/main" id="{A68EF558-E79C-4CC5-9C0C-E3A71C7382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Text Box 50">
            <a:extLst>
              <a:ext uri="{FF2B5EF4-FFF2-40B4-BE49-F238E27FC236}">
                <a16:creationId xmlns:a16="http://schemas.microsoft.com/office/drawing/2014/main" id="{8CF8681F-A559-4F86-9305-7F10E2F632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301" name="Text Box 50">
            <a:extLst>
              <a:ext uri="{FF2B5EF4-FFF2-40B4-BE49-F238E27FC236}">
                <a16:creationId xmlns:a16="http://schemas.microsoft.com/office/drawing/2014/main" id="{2C880F8F-AF20-4B07-873F-6531D5A913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2" name="Text Box 50">
            <a:extLst>
              <a:ext uri="{FF2B5EF4-FFF2-40B4-BE49-F238E27FC236}">
                <a16:creationId xmlns:a16="http://schemas.microsoft.com/office/drawing/2014/main" id="{34E6A2D9-8DE1-4499-AD30-6ED55056D7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03" name="Text Box 50">
            <a:extLst>
              <a:ext uri="{FF2B5EF4-FFF2-40B4-BE49-F238E27FC236}">
                <a16:creationId xmlns:a16="http://schemas.microsoft.com/office/drawing/2014/main" id="{399465CC-6661-490F-81B8-11BBEC1B78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04" name="Conector recto 303">
            <a:extLst>
              <a:ext uri="{FF2B5EF4-FFF2-40B4-BE49-F238E27FC236}">
                <a16:creationId xmlns:a16="http://schemas.microsoft.com/office/drawing/2014/main" id="{D0E93A1A-8804-441D-9144-92A17D1288BB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1205" name="Grupo 304">
            <a:extLst>
              <a:ext uri="{FF2B5EF4-FFF2-40B4-BE49-F238E27FC236}">
                <a16:creationId xmlns:a16="http://schemas.microsoft.com/office/drawing/2014/main" id="{32F31612-5C85-4909-A695-05D55B8902D2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306" name="Forma libre 305">
              <a:extLst>
                <a:ext uri="{FF2B5EF4-FFF2-40B4-BE49-F238E27FC236}">
                  <a16:creationId xmlns:a16="http://schemas.microsoft.com/office/drawing/2014/main" id="{69DFA346-FDE4-4480-8979-26509270ACC8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25777A9D-F464-4EC2-B66D-D398AB2B2049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8" name="Forma libre 307">
              <a:extLst>
                <a:ext uri="{FF2B5EF4-FFF2-40B4-BE49-F238E27FC236}">
                  <a16:creationId xmlns:a16="http://schemas.microsoft.com/office/drawing/2014/main" id="{3DE24263-7813-4E1A-A64B-10788AB3B6F9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9" name="Forma libre 308">
              <a:extLst>
                <a:ext uri="{FF2B5EF4-FFF2-40B4-BE49-F238E27FC236}">
                  <a16:creationId xmlns:a16="http://schemas.microsoft.com/office/drawing/2014/main" id="{1BC2DAA2-1D7D-42CB-816E-FACCCEDE47F8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310" name="Text Box 50">
            <a:extLst>
              <a:ext uri="{FF2B5EF4-FFF2-40B4-BE49-F238E27FC236}">
                <a16:creationId xmlns:a16="http://schemas.microsoft.com/office/drawing/2014/main" id="{EAC9FC47-D5EF-4154-9E5E-B2B3072AE3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1" name="Text Box 72">
            <a:extLst>
              <a:ext uri="{FF2B5EF4-FFF2-40B4-BE49-F238E27FC236}">
                <a16:creationId xmlns:a16="http://schemas.microsoft.com/office/drawing/2014/main" id="{F0205531-E571-454C-B3F0-A1A4E883C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12" name="Text Box 50">
            <a:extLst>
              <a:ext uri="{FF2B5EF4-FFF2-40B4-BE49-F238E27FC236}">
                <a16:creationId xmlns:a16="http://schemas.microsoft.com/office/drawing/2014/main" id="{DCF9EE70-FB25-4EF5-8F83-D657094FA9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2A66B6DC-5EAA-4DED-AD38-0ABC969A69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4" name="Text Box 50">
            <a:extLst>
              <a:ext uri="{FF2B5EF4-FFF2-40B4-BE49-F238E27FC236}">
                <a16:creationId xmlns:a16="http://schemas.microsoft.com/office/drawing/2014/main" id="{D41D5419-0917-4E2E-9755-4817C440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5" name="Text Box 50">
            <a:extLst>
              <a:ext uri="{FF2B5EF4-FFF2-40B4-BE49-F238E27FC236}">
                <a16:creationId xmlns:a16="http://schemas.microsoft.com/office/drawing/2014/main" id="{6E3E5BBD-B2C9-4B9A-B50C-F7D5A90EC0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4B2BA62B-C9AE-4346-A23E-F4EA5A4394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7" name="Conector recto de flecha 316">
            <a:extLst>
              <a:ext uri="{FF2B5EF4-FFF2-40B4-BE49-F238E27FC236}">
                <a16:creationId xmlns:a16="http://schemas.microsoft.com/office/drawing/2014/main" id="{5034D0B6-257B-4069-AB9C-0D26817F8FC0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Conector recto de flecha 317">
            <a:extLst>
              <a:ext uri="{FF2B5EF4-FFF2-40B4-BE49-F238E27FC236}">
                <a16:creationId xmlns:a16="http://schemas.microsoft.com/office/drawing/2014/main" id="{29628B42-1331-48CB-B72A-7531319AEA91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Conector recto de flecha 318">
            <a:extLst>
              <a:ext uri="{FF2B5EF4-FFF2-40B4-BE49-F238E27FC236}">
                <a16:creationId xmlns:a16="http://schemas.microsoft.com/office/drawing/2014/main" id="{25B509DA-7823-4D37-B621-74FFC98771F5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Conector recto de flecha 319">
            <a:extLst>
              <a:ext uri="{FF2B5EF4-FFF2-40B4-BE49-F238E27FC236}">
                <a16:creationId xmlns:a16="http://schemas.microsoft.com/office/drawing/2014/main" id="{CBDAC1EF-C64E-4E69-A1EF-C0E968BBBAEC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Conector recto de flecha 320">
            <a:extLst>
              <a:ext uri="{FF2B5EF4-FFF2-40B4-BE49-F238E27FC236}">
                <a16:creationId xmlns:a16="http://schemas.microsoft.com/office/drawing/2014/main" id="{014385ED-77B8-4124-AF71-75200DD1E6D9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 Box 50">
            <a:extLst>
              <a:ext uri="{FF2B5EF4-FFF2-40B4-BE49-F238E27FC236}">
                <a16:creationId xmlns:a16="http://schemas.microsoft.com/office/drawing/2014/main" id="{2CE367B2-4324-4521-AD58-69232596F8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Line 71">
            <a:extLst>
              <a:ext uri="{FF2B5EF4-FFF2-40B4-BE49-F238E27FC236}">
                <a16:creationId xmlns:a16="http://schemas.microsoft.com/office/drawing/2014/main" id="{98B987F2-CAEA-47B2-89C3-C2DA10A49CF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4" name="Text Box 72">
            <a:extLst>
              <a:ext uri="{FF2B5EF4-FFF2-40B4-BE49-F238E27FC236}">
                <a16:creationId xmlns:a16="http://schemas.microsoft.com/office/drawing/2014/main" id="{1EBDD4F8-044B-4354-B087-9CAF556729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5" name="Line 71">
            <a:extLst>
              <a:ext uri="{FF2B5EF4-FFF2-40B4-BE49-F238E27FC236}">
                <a16:creationId xmlns:a16="http://schemas.microsoft.com/office/drawing/2014/main" id="{B39AFBDD-B7D5-4DB3-B4B8-0CFFDD21204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6" name="Text Box 72">
            <a:extLst>
              <a:ext uri="{FF2B5EF4-FFF2-40B4-BE49-F238E27FC236}">
                <a16:creationId xmlns:a16="http://schemas.microsoft.com/office/drawing/2014/main" id="{E1AE73C1-B8D2-45D9-A7DF-3B83F27826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7" name="Line 71">
            <a:extLst>
              <a:ext uri="{FF2B5EF4-FFF2-40B4-BE49-F238E27FC236}">
                <a16:creationId xmlns:a16="http://schemas.microsoft.com/office/drawing/2014/main" id="{78B03898-47F1-42B9-9DA4-DBEE49BEB0E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7778827A-912F-4656-BF05-3253C6FB1A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0E6F2793-FBC8-4236-91AD-A6C518B8EEB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AA133315-9C28-4422-8FEB-E838D98567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C117F678-96E7-415D-B707-9E07251BB33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Forma libre 331">
            <a:extLst>
              <a:ext uri="{FF2B5EF4-FFF2-40B4-BE49-F238E27FC236}">
                <a16:creationId xmlns:a16="http://schemas.microsoft.com/office/drawing/2014/main" id="{96442713-BAD5-48F0-AAC9-829A910B61CA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3" name="Forma libre 332">
            <a:extLst>
              <a:ext uri="{FF2B5EF4-FFF2-40B4-BE49-F238E27FC236}">
                <a16:creationId xmlns:a16="http://schemas.microsoft.com/office/drawing/2014/main" id="{DC9200F2-D839-4421-9D79-924BD8B82277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1230" name="CuadroTexto 349">
            <a:extLst>
              <a:ext uri="{FF2B5EF4-FFF2-40B4-BE49-F238E27FC236}">
                <a16:creationId xmlns:a16="http://schemas.microsoft.com/office/drawing/2014/main" id="{836AD5C0-E7CD-44DD-BBA4-BFE2672972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0863" y="714375"/>
            <a:ext cx="6288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Mem. instrucciones                Banco de registros                            Memoria de datos</a:t>
            </a:r>
          </a:p>
        </p:txBody>
      </p:sp>
      <p:sp>
        <p:nvSpPr>
          <p:cNvPr id="261231" name="CuadroTexto 350">
            <a:extLst>
              <a:ext uri="{FF2B5EF4-FFF2-40B4-BE49-F238E27FC236}">
                <a16:creationId xmlns:a16="http://schemas.microsoft.com/office/drawing/2014/main" id="{A080D8E7-217F-4243-883B-8293858A2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473233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1232" name="CuadroTexto 351">
            <a:extLst>
              <a:ext uri="{FF2B5EF4-FFF2-40B4-BE49-F238E27FC236}">
                <a16:creationId xmlns:a16="http://schemas.microsoft.com/office/drawing/2014/main" id="{4E80C028-54DE-483F-988B-4507C1FA589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2794" y="39870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1233" name="CuadroTexto 353">
            <a:extLst>
              <a:ext uri="{FF2B5EF4-FFF2-40B4-BE49-F238E27FC236}">
                <a16:creationId xmlns:a16="http://schemas.microsoft.com/office/drawing/2014/main" id="{C5414BB2-894B-4A62-B34C-F6A0D8C8C4D3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040188" y="5045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0xFFC4A303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1234" name="CuadroTexto 354">
            <a:extLst>
              <a:ext uri="{FF2B5EF4-FFF2-40B4-BE49-F238E27FC236}">
                <a16:creationId xmlns:a16="http://schemas.microsoft.com/office/drawing/2014/main" id="{65FBD551-E917-49AC-9FF6-888F9B41B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3394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1235" name="CuadroTexto 355">
            <a:extLst>
              <a:ext uri="{FF2B5EF4-FFF2-40B4-BE49-F238E27FC236}">
                <a16:creationId xmlns:a16="http://schemas.microsoft.com/office/drawing/2014/main" id="{238BF56E-B138-4E10-AE16-F6DE805B16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0075" y="33909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0x2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1236" name="CuadroTexto 356">
            <a:extLst>
              <a:ext uri="{FF2B5EF4-FFF2-40B4-BE49-F238E27FC236}">
                <a16:creationId xmlns:a16="http://schemas.microsoft.com/office/drawing/2014/main" id="{4F937182-9225-441E-8910-1F35452539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8825" y="45926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1237" name="CuadroTexto 358">
            <a:extLst>
              <a:ext uri="{FF2B5EF4-FFF2-40B4-BE49-F238E27FC236}">
                <a16:creationId xmlns:a16="http://schemas.microsoft.com/office/drawing/2014/main" id="{84E2176C-CBC3-4AF1-ACAF-6FB7E73BA0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4063" y="41481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0x09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1238" name="CuadroTexto 359">
            <a:extLst>
              <a:ext uri="{FF2B5EF4-FFF2-40B4-BE49-F238E27FC236}">
                <a16:creationId xmlns:a16="http://schemas.microsoft.com/office/drawing/2014/main" id="{DADFBDDD-F709-43F0-8EA5-08A71504D0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6238" y="3816350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</a:p>
        </p:txBody>
      </p:sp>
      <p:sp>
        <p:nvSpPr>
          <p:cNvPr id="261239" name="CuadroTexto 360">
            <a:extLst>
              <a:ext uri="{FF2B5EF4-FFF2-40B4-BE49-F238E27FC236}">
                <a16:creationId xmlns:a16="http://schemas.microsoft.com/office/drawing/2014/main" id="{58EBD7FB-AAE5-4FA1-A348-34B4C222FC91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6255544" y="52316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1240" name="CuadroTexto 361">
            <a:extLst>
              <a:ext uri="{FF2B5EF4-FFF2-40B4-BE49-F238E27FC236}">
                <a16:creationId xmlns:a16="http://schemas.microsoft.com/office/drawing/2014/main" id="{9856B53D-C359-403B-AA31-16771A9E8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3400" y="40179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363" name="CuadroTexto 362">
            <a:extLst>
              <a:ext uri="{FF2B5EF4-FFF2-40B4-BE49-F238E27FC236}">
                <a16:creationId xmlns:a16="http://schemas.microsoft.com/office/drawing/2014/main" id="{B192AD40-F747-4713-943F-B7922F99974A}"/>
              </a:ext>
            </a:extLst>
          </p:cNvPr>
          <p:cNvSpPr txBox="1"/>
          <p:nvPr/>
        </p:nvSpPr>
        <p:spPr>
          <a:xfrm>
            <a:off x="7194550" y="4673600"/>
            <a:ext cx="923925" cy="18573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61242" name="CuadroTexto 363">
            <a:extLst>
              <a:ext uri="{FF2B5EF4-FFF2-40B4-BE49-F238E27FC236}">
                <a16:creationId xmlns:a16="http://schemas.microsoft.com/office/drawing/2014/main" id="{9B2DD90B-2F75-4949-B590-D3D6949C0C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4100513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1243" name="CuadroTexto 364">
            <a:extLst>
              <a:ext uri="{FF2B5EF4-FFF2-40B4-BE49-F238E27FC236}">
                <a16:creationId xmlns:a16="http://schemas.microsoft.com/office/drawing/2014/main" id="{454E2DC5-20BB-4952-8B6F-FEF3E957CD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38417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000</a:t>
            </a:r>
          </a:p>
        </p:txBody>
      </p:sp>
      <p:sp>
        <p:nvSpPr>
          <p:cNvPr id="261244" name="CuadroTexto 366">
            <a:extLst>
              <a:ext uri="{FF2B5EF4-FFF2-40B4-BE49-F238E27FC236}">
                <a16:creationId xmlns:a16="http://schemas.microsoft.com/office/drawing/2014/main" id="{5C67C6F7-B5E7-4FDC-BC28-0B80E2FF34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31313" y="38782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1245" name="CuadroTexto 368">
            <a:extLst>
              <a:ext uri="{FF2B5EF4-FFF2-40B4-BE49-F238E27FC236}">
                <a16:creationId xmlns:a16="http://schemas.microsoft.com/office/drawing/2014/main" id="{ECC83A95-102D-4879-A884-4589B8B3E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8625" y="3813175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71" name="CuadroTexto 370">
            <a:extLst>
              <a:ext uri="{FF2B5EF4-FFF2-40B4-BE49-F238E27FC236}">
                <a16:creationId xmlns:a16="http://schemas.microsoft.com/office/drawing/2014/main" id="{97C40A32-1B9F-4DCC-8645-AC8F07B51545}"/>
              </a:ext>
            </a:extLst>
          </p:cNvPr>
          <p:cNvSpPr txBox="1"/>
          <p:nvPr/>
        </p:nvSpPr>
        <p:spPr>
          <a:xfrm>
            <a:off x="4848225" y="3394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0x7f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3" name="CuadroTexto 372">
            <a:extLst>
              <a:ext uri="{FF2B5EF4-FFF2-40B4-BE49-F238E27FC236}">
                <a16:creationId xmlns:a16="http://schemas.microsoft.com/office/drawing/2014/main" id="{DD75621F-DA51-4FDB-9262-265F91CF7624}"/>
              </a:ext>
            </a:extLst>
          </p:cNvPr>
          <p:cNvSpPr txBox="1"/>
          <p:nvPr/>
        </p:nvSpPr>
        <p:spPr>
          <a:xfrm>
            <a:off x="4567238" y="4356100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0x1C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4" name="CuadroTexto 373">
            <a:extLst>
              <a:ext uri="{FF2B5EF4-FFF2-40B4-BE49-F238E27FC236}">
                <a16:creationId xmlns:a16="http://schemas.microsoft.com/office/drawing/2014/main" id="{6A789B72-D002-440E-A906-4830D893A8B8}"/>
              </a:ext>
            </a:extLst>
          </p:cNvPr>
          <p:cNvSpPr txBox="1"/>
          <p:nvPr/>
        </p:nvSpPr>
        <p:spPr>
          <a:xfrm>
            <a:off x="6394450" y="4343400"/>
            <a:ext cx="790575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5" name="CuadroTexto 374">
            <a:extLst>
              <a:ext uri="{FF2B5EF4-FFF2-40B4-BE49-F238E27FC236}">
                <a16:creationId xmlns:a16="http://schemas.microsoft.com/office/drawing/2014/main" id="{F43F3E0B-47AA-48DE-969E-364A45A99921}"/>
              </a:ext>
            </a:extLst>
          </p:cNvPr>
          <p:cNvSpPr txBox="1"/>
          <p:nvPr/>
        </p:nvSpPr>
        <p:spPr>
          <a:xfrm>
            <a:off x="7008813" y="5510213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6" name="CuadroTexto 375">
            <a:extLst>
              <a:ext uri="{FF2B5EF4-FFF2-40B4-BE49-F238E27FC236}">
                <a16:creationId xmlns:a16="http://schemas.microsoft.com/office/drawing/2014/main" id="{85636178-C828-45EA-AF39-9BC4FC7DCE6B}"/>
              </a:ext>
            </a:extLst>
          </p:cNvPr>
          <p:cNvSpPr txBox="1"/>
          <p:nvPr/>
        </p:nvSpPr>
        <p:spPr>
          <a:xfrm>
            <a:off x="7024688" y="591185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8" name="CuadroTexto 377">
            <a:extLst>
              <a:ext uri="{FF2B5EF4-FFF2-40B4-BE49-F238E27FC236}">
                <a16:creationId xmlns:a16="http://schemas.microsoft.com/office/drawing/2014/main" id="{586213D5-0091-490E-9016-5F1B019440F9}"/>
              </a:ext>
            </a:extLst>
          </p:cNvPr>
          <p:cNvSpPr txBox="1"/>
          <p:nvPr/>
        </p:nvSpPr>
        <p:spPr>
          <a:xfrm>
            <a:off x="8247063" y="5629275"/>
            <a:ext cx="928687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0x00000FFC</a:t>
            </a:r>
            <a:endParaRPr lang="es-ES" sz="12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9" name="CuadroTexto 378">
            <a:extLst>
              <a:ext uri="{FF2B5EF4-FFF2-40B4-BE49-F238E27FC236}">
                <a16:creationId xmlns:a16="http://schemas.microsoft.com/office/drawing/2014/main" id="{3DBFA999-9899-4075-B985-09282F85826B}"/>
              </a:ext>
            </a:extLst>
          </p:cNvPr>
          <p:cNvSpPr txBox="1"/>
          <p:nvPr/>
        </p:nvSpPr>
        <p:spPr>
          <a:xfrm rot="16200000">
            <a:off x="688181" y="5344319"/>
            <a:ext cx="941388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0x00000FFC</a:t>
            </a:r>
            <a:endParaRPr lang="es-ES" sz="12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61253" name="CuadroTexto 379">
            <a:extLst>
              <a:ext uri="{FF2B5EF4-FFF2-40B4-BE49-F238E27FC236}">
                <a16:creationId xmlns:a16="http://schemas.microsoft.com/office/drawing/2014/main" id="{2BDF2B2B-B267-4098-9D21-76B5B3FA10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402431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1254" name="CuadroTexto 380">
            <a:extLst>
              <a:ext uri="{FF2B5EF4-FFF2-40B4-BE49-F238E27FC236}">
                <a16:creationId xmlns:a16="http://schemas.microsoft.com/office/drawing/2014/main" id="{3F1300DF-682F-4FB2-BD20-3F5DEAC43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750" y="608488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84" name="CuadroTexto 383">
            <a:extLst>
              <a:ext uri="{FF2B5EF4-FFF2-40B4-BE49-F238E27FC236}">
                <a16:creationId xmlns:a16="http://schemas.microsoft.com/office/drawing/2014/main" id="{29BAD287-E8DD-4A65-8037-457456083D35}"/>
              </a:ext>
            </a:extLst>
          </p:cNvPr>
          <p:cNvSpPr txBox="1"/>
          <p:nvPr/>
        </p:nvSpPr>
        <p:spPr>
          <a:xfrm>
            <a:off x="9625013" y="345440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AE7D6266-749E-4587-9C22-5B7B5FE9CDBA}"/>
              </a:ext>
            </a:extLst>
          </p:cNvPr>
          <p:cNvSpPr txBox="1"/>
          <p:nvPr/>
        </p:nvSpPr>
        <p:spPr>
          <a:xfrm>
            <a:off x="1474788" y="4689475"/>
            <a:ext cx="968375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61257" name="CuadroTexto 29">
            <a:extLst>
              <a:ext uri="{FF2B5EF4-FFF2-40B4-BE49-F238E27FC236}">
                <a16:creationId xmlns:a16="http://schemas.microsoft.com/office/drawing/2014/main" id="{323CD354-B5A9-4953-97ED-86A50C3302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55713"/>
            <a:ext cx="3792538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rgbClr val="C0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lw x8, -4(x9)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BR[8] </a:t>
            </a:r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 MEM[BR[9] + sExt(-4)], 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PC  PC + 4</a:t>
            </a:r>
            <a:endParaRPr lang="es-ES" altLang="es-ES">
              <a:solidFill>
                <a:schemeClr val="accent2"/>
              </a:solidFill>
              <a:ea typeface="ＭＳ Ｐゴシック" panose="020B0600070205080204" pitchFamily="34" charset="-128"/>
              <a:cs typeface="Courier New" panose="02070309020205020404" pitchFamily="49" charset="0"/>
            </a:endParaRPr>
          </a:p>
        </p:txBody>
      </p:sp>
      <p:graphicFrame>
        <p:nvGraphicFramePr>
          <p:cNvPr id="33" name="Tabla 32">
            <a:extLst>
              <a:ext uri="{FF2B5EF4-FFF2-40B4-BE49-F238E27FC236}">
                <a16:creationId xmlns:a16="http://schemas.microsoft.com/office/drawing/2014/main" id="{731B9DEE-C7F9-43CD-9D39-3072128ED4A2}"/>
              </a:ext>
            </a:extLst>
          </p:cNvPr>
          <p:cNvGraphicFramePr>
            <a:graphicFrameLocks noGrp="1"/>
          </p:cNvGraphicFramePr>
          <p:nvPr/>
        </p:nvGraphicFramePr>
        <p:xfrm>
          <a:off x="6686550" y="998538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0x00000006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4" name="Tabla 33">
            <a:extLst>
              <a:ext uri="{FF2B5EF4-FFF2-40B4-BE49-F238E27FC236}">
                <a16:creationId xmlns:a16="http://schemas.microsoft.com/office/drawing/2014/main" id="{B71B1B02-CBFA-4AF7-9AC9-80E8CC9E13BE}"/>
              </a:ext>
            </a:extLst>
          </p:cNvPr>
          <p:cNvGraphicFramePr>
            <a:graphicFrameLocks noGrp="1"/>
          </p:cNvGraphicFramePr>
          <p:nvPr/>
        </p:nvGraphicFramePr>
        <p:xfrm>
          <a:off x="4579938" y="993775"/>
          <a:ext cx="2595562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35" name="Tabla 34">
            <a:extLst>
              <a:ext uri="{FF2B5EF4-FFF2-40B4-BE49-F238E27FC236}">
                <a16:creationId xmlns:a16="http://schemas.microsoft.com/office/drawing/2014/main" id="{177A9190-671B-4D2A-8406-30FE49506552}"/>
              </a:ext>
            </a:extLst>
          </p:cNvPr>
          <p:cNvGraphicFramePr>
            <a:graphicFrameLocks noGrp="1"/>
          </p:cNvGraphicFramePr>
          <p:nvPr/>
        </p:nvGraphicFramePr>
        <p:xfrm>
          <a:off x="9275763" y="998538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7" name="Text Box 50">
            <a:extLst>
              <a:ext uri="{FF2B5EF4-FFF2-40B4-BE49-F238E27FC236}">
                <a16:creationId xmlns:a16="http://schemas.microsoft.com/office/drawing/2014/main" id="{61C49AEC-1BEC-4114-AA83-2CF27FAB6F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6" name="Marcador de número de diapositiva 35">
            <a:extLst>
              <a:ext uri="{FF2B5EF4-FFF2-40B4-BE49-F238E27FC236}">
                <a16:creationId xmlns:a16="http://schemas.microsoft.com/office/drawing/2014/main" id="{815222A9-C7F6-46F5-8973-B4BDE1EE7C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A073F5CB-AB05-4CBD-B377-B281FE34AD9B}" type="slidenum">
              <a:rPr lang="es-ES" altLang="es-ES">
                <a:solidFill>
                  <a:srgbClr val="171717"/>
                </a:solidFill>
              </a:rPr>
              <a:pPr/>
              <a:t>130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E5146C2-4AFB-45D5-8116-D1FFBC4DC5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EE330704-262A-4BE2-8934-592BE34F39C3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09D2678A-C2EE-461E-A094-FD49ACA86D91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F7914E5A-1149-4E1E-B1A7-AAABC75AD712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72">
            <a:extLst>
              <a:ext uri="{FF2B5EF4-FFF2-40B4-BE49-F238E27FC236}">
                <a16:creationId xmlns:a16="http://schemas.microsoft.com/office/drawing/2014/main" id="{722B24FD-EE30-4E07-8FDD-6F15B10FBD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9" name="Line 70">
            <a:extLst>
              <a:ext uri="{FF2B5EF4-FFF2-40B4-BE49-F238E27FC236}">
                <a16:creationId xmlns:a16="http://schemas.microsoft.com/office/drawing/2014/main" id="{803A05B7-5A22-4BC4-A1D4-D20A74F84843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2D0630E3-57E3-495F-9179-013FCEE09D1E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C6D5F024-53DC-4237-BCBE-C61D6CE9201F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2DD14E02-032F-4786-9A4F-E85A37AB0BB1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4A45AB15-307D-4571-8385-3F02D477070B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63179" name="Grupo 13">
            <a:extLst>
              <a:ext uri="{FF2B5EF4-FFF2-40B4-BE49-F238E27FC236}">
                <a16:creationId xmlns:a16="http://schemas.microsoft.com/office/drawing/2014/main" id="{76370533-6211-47DA-8300-E3C258B63A48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15" name="Text Box 37">
              <a:extLst>
                <a:ext uri="{FF2B5EF4-FFF2-40B4-BE49-F238E27FC236}">
                  <a16:creationId xmlns:a16="http://schemas.microsoft.com/office/drawing/2014/main" id="{73ADC819-2FCF-4E90-A0E1-C61659E35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32">
              <a:extLst>
                <a:ext uri="{FF2B5EF4-FFF2-40B4-BE49-F238E27FC236}">
                  <a16:creationId xmlns:a16="http://schemas.microsoft.com/office/drawing/2014/main" id="{27D50B72-1473-4250-9731-3B7CBB8B5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45757F35-1E2B-4F96-AD74-F29533004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2E749D52-C42B-41B8-A143-F1EF7B3D37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9" name="Text Box 14">
              <a:extLst>
                <a:ext uri="{FF2B5EF4-FFF2-40B4-BE49-F238E27FC236}">
                  <a16:creationId xmlns:a16="http://schemas.microsoft.com/office/drawing/2014/main" id="{A1EDFD02-2561-422D-AFE1-C6493E859A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E824350D-7F2E-4F40-A0C7-96DA174075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24D6B19F-384E-4815-AA29-4F09F3A78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8">
              <a:extLst>
                <a:ext uri="{FF2B5EF4-FFF2-40B4-BE49-F238E27FC236}">
                  <a16:creationId xmlns:a16="http://schemas.microsoft.com/office/drawing/2014/main" id="{DFDE72D6-E762-4FCD-8118-E10C01D9A0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9">
              <a:extLst>
                <a:ext uri="{FF2B5EF4-FFF2-40B4-BE49-F238E27FC236}">
                  <a16:creationId xmlns:a16="http://schemas.microsoft.com/office/drawing/2014/main" id="{B05BB32B-A8DC-4F4A-B671-DF61D1717E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6832863E-D2A1-432E-A673-520FA5CE92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C5A2CC69-4DFC-4E65-9011-B946FF7B8E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" name="Text Box 15">
              <a:extLst>
                <a:ext uri="{FF2B5EF4-FFF2-40B4-BE49-F238E27FC236}">
                  <a16:creationId xmlns:a16="http://schemas.microsoft.com/office/drawing/2014/main" id="{4D0F1F80-2EF1-4092-B726-01311EADD8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9" name="Text Box 16">
              <a:extLst>
                <a:ext uri="{FF2B5EF4-FFF2-40B4-BE49-F238E27FC236}">
                  <a16:creationId xmlns:a16="http://schemas.microsoft.com/office/drawing/2014/main" id="{383A3662-9794-4AA0-B157-DD3CD09536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1" name="Text Box 17">
              <a:extLst>
                <a:ext uri="{FF2B5EF4-FFF2-40B4-BE49-F238E27FC236}">
                  <a16:creationId xmlns:a16="http://schemas.microsoft.com/office/drawing/2014/main" id="{06DB0427-A31E-48EE-BA6D-0C13E14728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18">
              <a:extLst>
                <a:ext uri="{FF2B5EF4-FFF2-40B4-BE49-F238E27FC236}">
                  <a16:creationId xmlns:a16="http://schemas.microsoft.com/office/drawing/2014/main" id="{6025C666-1635-4E36-9116-5A5ACCFF72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20">
              <a:extLst>
                <a:ext uri="{FF2B5EF4-FFF2-40B4-BE49-F238E27FC236}">
                  <a16:creationId xmlns:a16="http://schemas.microsoft.com/office/drawing/2014/main" id="{0A94ECC9-EE3D-4510-A7E0-E69AB1200D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21">
              <a:extLst>
                <a:ext uri="{FF2B5EF4-FFF2-40B4-BE49-F238E27FC236}">
                  <a16:creationId xmlns:a16="http://schemas.microsoft.com/office/drawing/2014/main" id="{ABAE6AC3-77AF-47BF-9D99-6A97D9BC20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884D732A-4DE6-472C-9442-2E4276E987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44" name="Line 25">
              <a:extLst>
                <a:ext uri="{FF2B5EF4-FFF2-40B4-BE49-F238E27FC236}">
                  <a16:creationId xmlns:a16="http://schemas.microsoft.com/office/drawing/2014/main" id="{56B4958C-18E8-4225-95B9-2481471456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26">
              <a:extLst>
                <a:ext uri="{FF2B5EF4-FFF2-40B4-BE49-F238E27FC236}">
                  <a16:creationId xmlns:a16="http://schemas.microsoft.com/office/drawing/2014/main" id="{31083FCC-E836-4368-A732-07E79E7CA5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B00AD6BB-79BF-4016-9C38-65783A6959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03BB317B-C810-418F-9CD7-50742C8CFF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31">
              <a:extLst>
                <a:ext uri="{FF2B5EF4-FFF2-40B4-BE49-F238E27FC236}">
                  <a16:creationId xmlns:a16="http://schemas.microsoft.com/office/drawing/2014/main" id="{C2404939-2783-46DF-A9F2-29FF7F9A7D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Text Box 33">
              <a:extLst>
                <a:ext uri="{FF2B5EF4-FFF2-40B4-BE49-F238E27FC236}">
                  <a16:creationId xmlns:a16="http://schemas.microsoft.com/office/drawing/2014/main" id="{47C5CBD1-AFB7-4868-BBED-01840A96A6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54" name="Line 35">
              <a:extLst>
                <a:ext uri="{FF2B5EF4-FFF2-40B4-BE49-F238E27FC236}">
                  <a16:creationId xmlns:a16="http://schemas.microsoft.com/office/drawing/2014/main" id="{15E47EA6-59E6-4C58-92E1-069E13E393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36">
              <a:extLst>
                <a:ext uri="{FF2B5EF4-FFF2-40B4-BE49-F238E27FC236}">
                  <a16:creationId xmlns:a16="http://schemas.microsoft.com/office/drawing/2014/main" id="{D3C2E1C9-3DCD-4C07-A06B-3ED4A4AD9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0" name="Text Box 38">
              <a:extLst>
                <a:ext uri="{FF2B5EF4-FFF2-40B4-BE49-F238E27FC236}">
                  <a16:creationId xmlns:a16="http://schemas.microsoft.com/office/drawing/2014/main" id="{95104266-CB7C-4482-8FB2-549EBD4DEC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61" name="Text Box 39">
              <a:extLst>
                <a:ext uri="{FF2B5EF4-FFF2-40B4-BE49-F238E27FC236}">
                  <a16:creationId xmlns:a16="http://schemas.microsoft.com/office/drawing/2014/main" id="{F2ED8E20-028E-494D-9BDF-9BA89F2B1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62" name="Forma libre 61">
              <a:extLst>
                <a:ext uri="{FF2B5EF4-FFF2-40B4-BE49-F238E27FC236}">
                  <a16:creationId xmlns:a16="http://schemas.microsoft.com/office/drawing/2014/main" id="{A8BD5ECD-7DDF-49F9-90C2-C724FCC6083E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63180" name="Grupo 62">
            <a:extLst>
              <a:ext uri="{FF2B5EF4-FFF2-40B4-BE49-F238E27FC236}">
                <a16:creationId xmlns:a16="http://schemas.microsoft.com/office/drawing/2014/main" id="{2A212E6C-9ED0-45C2-85B5-99D86FF3882E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4" name="Text Box 80">
              <a:extLst>
                <a:ext uri="{FF2B5EF4-FFF2-40B4-BE49-F238E27FC236}">
                  <a16:creationId xmlns:a16="http://schemas.microsoft.com/office/drawing/2014/main" id="{C61FBAA1-EF81-4DEA-834B-828274440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63">
              <a:extLst>
                <a:ext uri="{FF2B5EF4-FFF2-40B4-BE49-F238E27FC236}">
                  <a16:creationId xmlns:a16="http://schemas.microsoft.com/office/drawing/2014/main" id="{4D569218-9FDD-470B-848B-0AEE2A37FC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6" name="Rectangle 59">
              <a:extLst>
                <a:ext uri="{FF2B5EF4-FFF2-40B4-BE49-F238E27FC236}">
                  <a16:creationId xmlns:a16="http://schemas.microsoft.com/office/drawing/2014/main" id="{353C8B38-930E-486D-9B6B-E1E28C292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61">
              <a:extLst>
                <a:ext uri="{FF2B5EF4-FFF2-40B4-BE49-F238E27FC236}">
                  <a16:creationId xmlns:a16="http://schemas.microsoft.com/office/drawing/2014/main" id="{81F1AC82-7BCD-4996-B1A1-F27DD4F8DD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9" name="Line 62">
              <a:extLst>
                <a:ext uri="{FF2B5EF4-FFF2-40B4-BE49-F238E27FC236}">
                  <a16:creationId xmlns:a16="http://schemas.microsoft.com/office/drawing/2014/main" id="{A2AE551D-2701-484E-9E7E-3496E8A872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0" name="Line 65">
              <a:extLst>
                <a:ext uri="{FF2B5EF4-FFF2-40B4-BE49-F238E27FC236}">
                  <a16:creationId xmlns:a16="http://schemas.microsoft.com/office/drawing/2014/main" id="{D255341A-6B61-475B-B087-3C517F6880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872A5857-502E-4BFE-AF8C-CC4C89CDDA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67">
              <a:extLst>
                <a:ext uri="{FF2B5EF4-FFF2-40B4-BE49-F238E27FC236}">
                  <a16:creationId xmlns:a16="http://schemas.microsoft.com/office/drawing/2014/main" id="{F2D9E68B-8E36-4B8E-9BB3-79BD6BA02F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3" name="Text Box 68">
              <a:extLst>
                <a:ext uri="{FF2B5EF4-FFF2-40B4-BE49-F238E27FC236}">
                  <a16:creationId xmlns:a16="http://schemas.microsoft.com/office/drawing/2014/main" id="{B3DF31CB-8D07-4646-9589-DEAEB3EE9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74" name="Text Box 69">
              <a:extLst>
                <a:ext uri="{FF2B5EF4-FFF2-40B4-BE49-F238E27FC236}">
                  <a16:creationId xmlns:a16="http://schemas.microsoft.com/office/drawing/2014/main" id="{B98414D6-8BB6-4BC7-AE2F-C9CB878970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78" name="Text Box 70">
              <a:extLst>
                <a:ext uri="{FF2B5EF4-FFF2-40B4-BE49-F238E27FC236}">
                  <a16:creationId xmlns:a16="http://schemas.microsoft.com/office/drawing/2014/main" id="{E65FC852-9078-4F0E-84F7-19F38C2E0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82" name="Text Box 71">
              <a:extLst>
                <a:ext uri="{FF2B5EF4-FFF2-40B4-BE49-F238E27FC236}">
                  <a16:creationId xmlns:a16="http://schemas.microsoft.com/office/drawing/2014/main" id="{8F3CCF3A-63C2-4A30-9CB4-D63A692E30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84" name="Line 73">
              <a:extLst>
                <a:ext uri="{FF2B5EF4-FFF2-40B4-BE49-F238E27FC236}">
                  <a16:creationId xmlns:a16="http://schemas.microsoft.com/office/drawing/2014/main" id="{A2EE837C-0A32-4B09-A34B-40895E0507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Text Box 76">
              <a:extLst>
                <a:ext uri="{FF2B5EF4-FFF2-40B4-BE49-F238E27FC236}">
                  <a16:creationId xmlns:a16="http://schemas.microsoft.com/office/drawing/2014/main" id="{62ACDF27-7868-4713-8310-A7330E339F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8" name="Line 78">
              <a:extLst>
                <a:ext uri="{FF2B5EF4-FFF2-40B4-BE49-F238E27FC236}">
                  <a16:creationId xmlns:a16="http://schemas.microsoft.com/office/drawing/2014/main" id="{8DCCAEDD-A603-44EC-9F8A-2B4E45A234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9" name="Line 79">
              <a:extLst>
                <a:ext uri="{FF2B5EF4-FFF2-40B4-BE49-F238E27FC236}">
                  <a16:creationId xmlns:a16="http://schemas.microsoft.com/office/drawing/2014/main" id="{26135C5D-31DE-4615-89E4-8CC00642D4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0" name="Forma libre 89">
              <a:extLst>
                <a:ext uri="{FF2B5EF4-FFF2-40B4-BE49-F238E27FC236}">
                  <a16:creationId xmlns:a16="http://schemas.microsoft.com/office/drawing/2014/main" id="{C7DB910E-2694-45AC-8F6D-5D1D9FAEEEDF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91" name="Text Box 48">
            <a:extLst>
              <a:ext uri="{FF2B5EF4-FFF2-40B4-BE49-F238E27FC236}">
                <a16:creationId xmlns:a16="http://schemas.microsoft.com/office/drawing/2014/main" id="{0BD02BB4-8EDD-4040-959C-6B1809012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2" name="Text Box 53">
            <a:extLst>
              <a:ext uri="{FF2B5EF4-FFF2-40B4-BE49-F238E27FC236}">
                <a16:creationId xmlns:a16="http://schemas.microsoft.com/office/drawing/2014/main" id="{6AFFF38C-224D-42D1-BCB2-81A122B117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4" name="Text Box 57">
            <a:extLst>
              <a:ext uri="{FF2B5EF4-FFF2-40B4-BE49-F238E27FC236}">
                <a16:creationId xmlns:a16="http://schemas.microsoft.com/office/drawing/2014/main" id="{41358EB0-D86E-433B-BF2F-3E0D0CCF2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id="{AC190868-1E1B-4B0A-8F16-977F64ECFF88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0" name="Line 46">
            <a:extLst>
              <a:ext uri="{FF2B5EF4-FFF2-40B4-BE49-F238E27FC236}">
                <a16:creationId xmlns:a16="http://schemas.microsoft.com/office/drawing/2014/main" id="{E91150F0-61F3-4A04-B3A6-B52D8150770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D41F13DF-7DE0-433F-AC4F-76B4A9E1B8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6" name="Text Box 49">
            <a:extLst>
              <a:ext uri="{FF2B5EF4-FFF2-40B4-BE49-F238E27FC236}">
                <a16:creationId xmlns:a16="http://schemas.microsoft.com/office/drawing/2014/main" id="{B018173D-8EF2-4529-988F-8C6D7FDBA5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110" name="Line 52">
            <a:extLst>
              <a:ext uri="{FF2B5EF4-FFF2-40B4-BE49-F238E27FC236}">
                <a16:creationId xmlns:a16="http://schemas.microsoft.com/office/drawing/2014/main" id="{96C3A2E1-84EF-4085-B25D-F4BE0F0A72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1" name="Line 56">
            <a:extLst>
              <a:ext uri="{FF2B5EF4-FFF2-40B4-BE49-F238E27FC236}">
                <a16:creationId xmlns:a16="http://schemas.microsoft.com/office/drawing/2014/main" id="{1516CA92-9E6A-465F-9B6A-9835F0ACF16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2" name="Line 60">
            <a:extLst>
              <a:ext uri="{FF2B5EF4-FFF2-40B4-BE49-F238E27FC236}">
                <a16:creationId xmlns:a16="http://schemas.microsoft.com/office/drawing/2014/main" id="{4312CB4E-83B5-4190-8C55-F59CF05777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3" name="Text Box 61">
            <a:extLst>
              <a:ext uri="{FF2B5EF4-FFF2-40B4-BE49-F238E27FC236}">
                <a16:creationId xmlns:a16="http://schemas.microsoft.com/office/drawing/2014/main" id="{D2DD0C33-160C-4FD9-A335-D59F0F7D52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114" name="Text Box 62">
            <a:extLst>
              <a:ext uri="{FF2B5EF4-FFF2-40B4-BE49-F238E27FC236}">
                <a16:creationId xmlns:a16="http://schemas.microsoft.com/office/drawing/2014/main" id="{3426F14A-73CC-4D23-964F-9B65FCAAE0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09D512A6-588F-4F8A-AF60-36B5FB05C1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119" name="Text Box 64">
            <a:extLst>
              <a:ext uri="{FF2B5EF4-FFF2-40B4-BE49-F238E27FC236}">
                <a16:creationId xmlns:a16="http://schemas.microsoft.com/office/drawing/2014/main" id="{7877823D-F860-426B-8B20-7AA7C1EFEF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120" name="Line 71">
            <a:extLst>
              <a:ext uri="{FF2B5EF4-FFF2-40B4-BE49-F238E27FC236}">
                <a16:creationId xmlns:a16="http://schemas.microsoft.com/office/drawing/2014/main" id="{F50C5FCD-EC99-462C-AE1C-1D4AD484C80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1" name="Text Box 72">
            <a:extLst>
              <a:ext uri="{FF2B5EF4-FFF2-40B4-BE49-F238E27FC236}">
                <a16:creationId xmlns:a16="http://schemas.microsoft.com/office/drawing/2014/main" id="{BAF023B3-977E-4890-8655-316620B652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122" name="Text Box 144">
            <a:extLst>
              <a:ext uri="{FF2B5EF4-FFF2-40B4-BE49-F238E27FC236}">
                <a16:creationId xmlns:a16="http://schemas.microsoft.com/office/drawing/2014/main" id="{5E35463E-CA91-4266-9D83-9246B67C06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123" name="Line 51">
            <a:extLst>
              <a:ext uri="{FF2B5EF4-FFF2-40B4-BE49-F238E27FC236}">
                <a16:creationId xmlns:a16="http://schemas.microsoft.com/office/drawing/2014/main" id="{0CD50669-2508-4BEE-9E6C-7A19E81D658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4" name="Line 55">
            <a:extLst>
              <a:ext uri="{FF2B5EF4-FFF2-40B4-BE49-F238E27FC236}">
                <a16:creationId xmlns:a16="http://schemas.microsoft.com/office/drawing/2014/main" id="{E68C033B-4F44-4ACF-97F4-4E038EC5FA8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5" name="Line 70">
            <a:extLst>
              <a:ext uri="{FF2B5EF4-FFF2-40B4-BE49-F238E27FC236}">
                <a16:creationId xmlns:a16="http://schemas.microsoft.com/office/drawing/2014/main" id="{F3E79E88-EFB0-45C6-A480-883A79107058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6" name="Line 59">
            <a:extLst>
              <a:ext uri="{FF2B5EF4-FFF2-40B4-BE49-F238E27FC236}">
                <a16:creationId xmlns:a16="http://schemas.microsoft.com/office/drawing/2014/main" id="{45901348-5362-4BEF-A4E9-5B93FABD5D5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63202" name="Grupo 126">
            <a:extLst>
              <a:ext uri="{FF2B5EF4-FFF2-40B4-BE49-F238E27FC236}">
                <a16:creationId xmlns:a16="http://schemas.microsoft.com/office/drawing/2014/main" id="{5F5BFED0-39A7-4FE4-91CB-1B87CF4939A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31" name="Text Box 48">
              <a:extLst>
                <a:ext uri="{FF2B5EF4-FFF2-40B4-BE49-F238E27FC236}">
                  <a16:creationId xmlns:a16="http://schemas.microsoft.com/office/drawing/2014/main" id="{DFA7B9BF-1BA0-4813-B877-8566CB38C8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755D2C89-2F7B-48AF-81B1-8B5A7B8B1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3" name="Forma libre 132">
              <a:extLst>
                <a:ext uri="{FF2B5EF4-FFF2-40B4-BE49-F238E27FC236}">
                  <a16:creationId xmlns:a16="http://schemas.microsoft.com/office/drawing/2014/main" id="{49CDCFDE-941E-42EE-AE8E-C552EB084491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34" name="Line 46">
              <a:extLst>
                <a:ext uri="{FF2B5EF4-FFF2-40B4-BE49-F238E27FC236}">
                  <a16:creationId xmlns:a16="http://schemas.microsoft.com/office/drawing/2014/main" id="{F5A353C0-58C1-47C9-8B21-45618F2F99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7">
              <a:extLst>
                <a:ext uri="{FF2B5EF4-FFF2-40B4-BE49-F238E27FC236}">
                  <a16:creationId xmlns:a16="http://schemas.microsoft.com/office/drawing/2014/main" id="{2505C034-DDB6-4F04-92BB-2BB1428690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C4D417C7-73FF-4930-AAA0-B7E23F8FC8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B0F1C10C-D7F8-480A-8B03-BA5FD31BD2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29B5B669-6E1B-4827-BE28-AEC2FD7D68DF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9" name="Text Box 50">
            <a:extLst>
              <a:ext uri="{FF2B5EF4-FFF2-40B4-BE49-F238E27FC236}">
                <a16:creationId xmlns:a16="http://schemas.microsoft.com/office/drawing/2014/main" id="{948AF064-AA93-442C-BD31-C30E77104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140" name="Forma libre 139">
            <a:extLst>
              <a:ext uri="{FF2B5EF4-FFF2-40B4-BE49-F238E27FC236}">
                <a16:creationId xmlns:a16="http://schemas.microsoft.com/office/drawing/2014/main" id="{B08A240A-8B1F-451E-A34A-C3C11123BE87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2" name="Forma libre 141">
            <a:extLst>
              <a:ext uri="{FF2B5EF4-FFF2-40B4-BE49-F238E27FC236}">
                <a16:creationId xmlns:a16="http://schemas.microsoft.com/office/drawing/2014/main" id="{30D1B864-B68F-4364-87F8-F70BE073745E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" name="Forma libre 142">
            <a:extLst>
              <a:ext uri="{FF2B5EF4-FFF2-40B4-BE49-F238E27FC236}">
                <a16:creationId xmlns:a16="http://schemas.microsoft.com/office/drawing/2014/main" id="{202651CF-7AE4-4F5A-B847-92E58193AED8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33F60F1B-778C-4C8F-90A6-D10C4628B5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45" name="Text Box 50">
            <a:extLst>
              <a:ext uri="{FF2B5EF4-FFF2-40B4-BE49-F238E27FC236}">
                <a16:creationId xmlns:a16="http://schemas.microsoft.com/office/drawing/2014/main" id="{F2BCF1CF-84C7-422C-8D5C-30F2936DE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146" name="Forma libre 145">
            <a:extLst>
              <a:ext uri="{FF2B5EF4-FFF2-40B4-BE49-F238E27FC236}">
                <a16:creationId xmlns:a16="http://schemas.microsoft.com/office/drawing/2014/main" id="{276E4777-7785-4C8C-92EB-5FD8A343C239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" name="Forma libre 146">
            <a:extLst>
              <a:ext uri="{FF2B5EF4-FFF2-40B4-BE49-F238E27FC236}">
                <a16:creationId xmlns:a16="http://schemas.microsoft.com/office/drawing/2014/main" id="{10193354-C823-4FD8-969E-1EF95A318D1A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8" name="Forma libre 147">
            <a:extLst>
              <a:ext uri="{FF2B5EF4-FFF2-40B4-BE49-F238E27FC236}">
                <a16:creationId xmlns:a16="http://schemas.microsoft.com/office/drawing/2014/main" id="{C3C3ED34-77AB-4973-8A46-D559EE4A2ABF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3213" name="Grupo 148">
            <a:extLst>
              <a:ext uri="{FF2B5EF4-FFF2-40B4-BE49-F238E27FC236}">
                <a16:creationId xmlns:a16="http://schemas.microsoft.com/office/drawing/2014/main" id="{8518A21F-0AD5-4017-802D-3D5544E26E79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150" name="Text Box 49">
              <a:extLst>
                <a:ext uri="{FF2B5EF4-FFF2-40B4-BE49-F238E27FC236}">
                  <a16:creationId xmlns:a16="http://schemas.microsoft.com/office/drawing/2014/main" id="{D013FFDA-6DED-4144-AE8C-97A43D0743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47">
              <a:extLst>
                <a:ext uri="{FF2B5EF4-FFF2-40B4-BE49-F238E27FC236}">
                  <a16:creationId xmlns:a16="http://schemas.microsoft.com/office/drawing/2014/main" id="{EF7E1C20-4F40-44B1-A2C4-252BE8A394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Rectangle 43">
              <a:extLst>
                <a:ext uri="{FF2B5EF4-FFF2-40B4-BE49-F238E27FC236}">
                  <a16:creationId xmlns:a16="http://schemas.microsoft.com/office/drawing/2014/main" id="{8F05F574-C63A-4658-B085-455348FE9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4">
              <a:extLst>
                <a:ext uri="{FF2B5EF4-FFF2-40B4-BE49-F238E27FC236}">
                  <a16:creationId xmlns:a16="http://schemas.microsoft.com/office/drawing/2014/main" id="{3A17E047-E797-4D10-BCF3-89437B0581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Line 46">
              <a:extLst>
                <a:ext uri="{FF2B5EF4-FFF2-40B4-BE49-F238E27FC236}">
                  <a16:creationId xmlns:a16="http://schemas.microsoft.com/office/drawing/2014/main" id="{A07C9910-F663-405C-81C4-0265FD57C7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Text Box 47">
              <a:extLst>
                <a:ext uri="{FF2B5EF4-FFF2-40B4-BE49-F238E27FC236}">
                  <a16:creationId xmlns:a16="http://schemas.microsoft.com/office/drawing/2014/main" id="{3437455B-1D69-4F6D-8501-A4663089C9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3" name="Line 48">
              <a:extLst>
                <a:ext uri="{FF2B5EF4-FFF2-40B4-BE49-F238E27FC236}">
                  <a16:creationId xmlns:a16="http://schemas.microsoft.com/office/drawing/2014/main" id="{FDF77421-61D6-48FF-A5E4-3FECA2EF7A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Line 44">
              <a:extLst>
                <a:ext uri="{FF2B5EF4-FFF2-40B4-BE49-F238E27FC236}">
                  <a16:creationId xmlns:a16="http://schemas.microsoft.com/office/drawing/2014/main" id="{34462D2E-8BC8-4A42-BE28-204F94CEA2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C7D4CE24-A19B-4EFF-8A33-BB3FC24B8F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Forma libre 165">
              <a:extLst>
                <a:ext uri="{FF2B5EF4-FFF2-40B4-BE49-F238E27FC236}">
                  <a16:creationId xmlns:a16="http://schemas.microsoft.com/office/drawing/2014/main" id="{7C7C7D9F-CFED-4DE8-8D32-59CD019FB537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67" name="Text Box 47">
              <a:extLst>
                <a:ext uri="{FF2B5EF4-FFF2-40B4-BE49-F238E27FC236}">
                  <a16:creationId xmlns:a16="http://schemas.microsoft.com/office/drawing/2014/main" id="{AF9074DF-7780-4D84-9778-C5E7E29797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68" name="Line 45">
              <a:extLst>
                <a:ext uri="{FF2B5EF4-FFF2-40B4-BE49-F238E27FC236}">
                  <a16:creationId xmlns:a16="http://schemas.microsoft.com/office/drawing/2014/main" id="{54D5C069-C0B1-4F72-B53F-0BA4990CCD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9" name="Forma libre 168">
            <a:extLst>
              <a:ext uri="{FF2B5EF4-FFF2-40B4-BE49-F238E27FC236}">
                <a16:creationId xmlns:a16="http://schemas.microsoft.com/office/drawing/2014/main" id="{F7003BF1-99EA-4C54-968B-F30D89FAA8DE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40AF15FB-A6B4-417E-89E3-7947F2C631DA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5D5FD50D-055B-4BA7-9C2B-7D40A5C499BC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2" name="Elipse 171">
            <a:extLst>
              <a:ext uri="{FF2B5EF4-FFF2-40B4-BE49-F238E27FC236}">
                <a16:creationId xmlns:a16="http://schemas.microsoft.com/office/drawing/2014/main" id="{1EDF840D-C334-43B1-9241-ABE214CE7D7C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" name="Line 18">
            <a:extLst>
              <a:ext uri="{FF2B5EF4-FFF2-40B4-BE49-F238E27FC236}">
                <a16:creationId xmlns:a16="http://schemas.microsoft.com/office/drawing/2014/main" id="{DA72C8C5-5B63-4340-8A15-7C6F6513BB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4" name="Line 56">
            <a:extLst>
              <a:ext uri="{FF2B5EF4-FFF2-40B4-BE49-F238E27FC236}">
                <a16:creationId xmlns:a16="http://schemas.microsoft.com/office/drawing/2014/main" id="{97CBFA25-953D-4357-98A9-EA77BA210D1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5" name="Forma libre 174">
            <a:extLst>
              <a:ext uri="{FF2B5EF4-FFF2-40B4-BE49-F238E27FC236}">
                <a16:creationId xmlns:a16="http://schemas.microsoft.com/office/drawing/2014/main" id="{B6FAC2D6-AC93-40A7-8C7C-75D7B9F96AAF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3221" name="Grupo 175">
            <a:extLst>
              <a:ext uri="{FF2B5EF4-FFF2-40B4-BE49-F238E27FC236}">
                <a16:creationId xmlns:a16="http://schemas.microsoft.com/office/drawing/2014/main" id="{6512B10A-2121-4787-ABEB-CA8DFDCA6DFE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177" name="Text Box 48">
              <a:extLst>
                <a:ext uri="{FF2B5EF4-FFF2-40B4-BE49-F238E27FC236}">
                  <a16:creationId xmlns:a16="http://schemas.microsoft.com/office/drawing/2014/main" id="{B14C09D5-8337-4721-9E9F-D391857F2D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8" name="Text Box 57">
              <a:extLst>
                <a:ext uri="{FF2B5EF4-FFF2-40B4-BE49-F238E27FC236}">
                  <a16:creationId xmlns:a16="http://schemas.microsoft.com/office/drawing/2014/main" id="{300F5629-6E12-4F99-86D6-1CB8836179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9" name="Text Box 53">
              <a:extLst>
                <a:ext uri="{FF2B5EF4-FFF2-40B4-BE49-F238E27FC236}">
                  <a16:creationId xmlns:a16="http://schemas.microsoft.com/office/drawing/2014/main" id="{72B45191-395D-479C-B504-D080E7E735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8A9F596B-E49A-436D-AFB3-C7BE6C4C1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47">
              <a:extLst>
                <a:ext uri="{FF2B5EF4-FFF2-40B4-BE49-F238E27FC236}">
                  <a16:creationId xmlns:a16="http://schemas.microsoft.com/office/drawing/2014/main" id="{DADC4186-8FBC-4123-9F19-977D1A45A6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9ADB0836-A82D-4886-A8CD-3E4381717E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52">
              <a:extLst>
                <a:ext uri="{FF2B5EF4-FFF2-40B4-BE49-F238E27FC236}">
                  <a16:creationId xmlns:a16="http://schemas.microsoft.com/office/drawing/2014/main" id="{85E0F895-9C57-41CC-9D97-69C065945B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56">
              <a:extLst>
                <a:ext uri="{FF2B5EF4-FFF2-40B4-BE49-F238E27FC236}">
                  <a16:creationId xmlns:a16="http://schemas.microsoft.com/office/drawing/2014/main" id="{CD207D30-8696-498A-B9F4-CD05C4B332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Line 55">
              <a:extLst>
                <a:ext uri="{FF2B5EF4-FFF2-40B4-BE49-F238E27FC236}">
                  <a16:creationId xmlns:a16="http://schemas.microsoft.com/office/drawing/2014/main" id="{38AE74C4-4764-4AB7-B677-6D23D35CD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6" name="Line 51">
              <a:extLst>
                <a:ext uri="{FF2B5EF4-FFF2-40B4-BE49-F238E27FC236}">
                  <a16:creationId xmlns:a16="http://schemas.microsoft.com/office/drawing/2014/main" id="{B8CA03CD-58D9-4F99-B6C5-0CE0746C3A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7" name="Line 46">
              <a:extLst>
                <a:ext uri="{FF2B5EF4-FFF2-40B4-BE49-F238E27FC236}">
                  <a16:creationId xmlns:a16="http://schemas.microsoft.com/office/drawing/2014/main" id="{B63374A5-CFF9-44D2-A1B6-BD37F57BED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97A2150F-D88E-483F-8B47-55D3533E385F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Forma libre 188">
            <a:extLst>
              <a:ext uri="{FF2B5EF4-FFF2-40B4-BE49-F238E27FC236}">
                <a16:creationId xmlns:a16="http://schemas.microsoft.com/office/drawing/2014/main" id="{33BD7256-4838-431B-9EE9-ACA38CA15796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Forma libre 189">
            <a:extLst>
              <a:ext uri="{FF2B5EF4-FFF2-40B4-BE49-F238E27FC236}">
                <a16:creationId xmlns:a16="http://schemas.microsoft.com/office/drawing/2014/main" id="{74D72B36-F2A2-4393-AE87-5370A0121B39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3225" name="Grupo 190">
            <a:extLst>
              <a:ext uri="{FF2B5EF4-FFF2-40B4-BE49-F238E27FC236}">
                <a16:creationId xmlns:a16="http://schemas.microsoft.com/office/drawing/2014/main" id="{860E447B-3345-43B3-B129-2CC951B75919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92" name="Text Box 49">
              <a:extLst>
                <a:ext uri="{FF2B5EF4-FFF2-40B4-BE49-F238E27FC236}">
                  <a16:creationId xmlns:a16="http://schemas.microsoft.com/office/drawing/2014/main" id="{EFC3FFC9-EE4B-443F-912B-59E56A9C88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EB3CB461-7511-4209-A145-3F794AB78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4" name="Rectangle 43">
              <a:extLst>
                <a:ext uri="{FF2B5EF4-FFF2-40B4-BE49-F238E27FC236}">
                  <a16:creationId xmlns:a16="http://schemas.microsoft.com/office/drawing/2014/main" id="{CC199D25-2B09-44C0-ADC5-8F2549547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5" name="Line 44">
              <a:extLst>
                <a:ext uri="{FF2B5EF4-FFF2-40B4-BE49-F238E27FC236}">
                  <a16:creationId xmlns:a16="http://schemas.microsoft.com/office/drawing/2014/main" id="{875D3843-64F0-4ED1-ABB0-E02D63882E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6">
              <a:extLst>
                <a:ext uri="{FF2B5EF4-FFF2-40B4-BE49-F238E27FC236}">
                  <a16:creationId xmlns:a16="http://schemas.microsoft.com/office/drawing/2014/main" id="{934EA201-C238-475E-BCEA-57B1E29BC3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Line 48">
              <a:extLst>
                <a:ext uri="{FF2B5EF4-FFF2-40B4-BE49-F238E27FC236}">
                  <a16:creationId xmlns:a16="http://schemas.microsoft.com/office/drawing/2014/main" id="{1C0831BD-41DD-4AD5-8D6F-658972B7C8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8" name="Text Box 53">
              <a:extLst>
                <a:ext uri="{FF2B5EF4-FFF2-40B4-BE49-F238E27FC236}">
                  <a16:creationId xmlns:a16="http://schemas.microsoft.com/office/drawing/2014/main" id="{A431D1E2-EFF9-4840-81F1-04CE6C7C5A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99" name="Forma libre 198">
              <a:extLst>
                <a:ext uri="{FF2B5EF4-FFF2-40B4-BE49-F238E27FC236}">
                  <a16:creationId xmlns:a16="http://schemas.microsoft.com/office/drawing/2014/main" id="{68C4EF62-25FA-4A5C-8C3C-7CEF74B183B8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00" name="Line 45">
              <a:extLst>
                <a:ext uri="{FF2B5EF4-FFF2-40B4-BE49-F238E27FC236}">
                  <a16:creationId xmlns:a16="http://schemas.microsoft.com/office/drawing/2014/main" id="{CC2AA872-EA0D-46CC-A568-CB5F8976E2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63226" name="Grupo 200">
            <a:extLst>
              <a:ext uri="{FF2B5EF4-FFF2-40B4-BE49-F238E27FC236}">
                <a16:creationId xmlns:a16="http://schemas.microsoft.com/office/drawing/2014/main" id="{41FCA030-DAF4-4142-A37A-CBD72A2A9F75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02" name="Text Box 48">
              <a:extLst>
                <a:ext uri="{FF2B5EF4-FFF2-40B4-BE49-F238E27FC236}">
                  <a16:creationId xmlns:a16="http://schemas.microsoft.com/office/drawing/2014/main" id="{EBE22C7E-B1BC-4CBF-B4E2-FF54D26735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3" name="Text Box 57">
              <a:extLst>
                <a:ext uri="{FF2B5EF4-FFF2-40B4-BE49-F238E27FC236}">
                  <a16:creationId xmlns:a16="http://schemas.microsoft.com/office/drawing/2014/main" id="{7857AE1D-8A23-4C63-B2AE-36C49950B3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4" name="Text Box 53">
              <a:extLst>
                <a:ext uri="{FF2B5EF4-FFF2-40B4-BE49-F238E27FC236}">
                  <a16:creationId xmlns:a16="http://schemas.microsoft.com/office/drawing/2014/main" id="{CB1239F5-DC0D-41A1-99CC-D169C81365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Freeform 44">
              <a:extLst>
                <a:ext uri="{FF2B5EF4-FFF2-40B4-BE49-F238E27FC236}">
                  <a16:creationId xmlns:a16="http://schemas.microsoft.com/office/drawing/2014/main" id="{51B92C4D-7154-41A8-8F1A-4070ED721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6" name="Line 47">
              <a:extLst>
                <a:ext uri="{FF2B5EF4-FFF2-40B4-BE49-F238E27FC236}">
                  <a16:creationId xmlns:a16="http://schemas.microsoft.com/office/drawing/2014/main" id="{29E0C802-FB0C-48F3-B4EC-97AB62B1B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Text Box 49">
              <a:extLst>
                <a:ext uri="{FF2B5EF4-FFF2-40B4-BE49-F238E27FC236}">
                  <a16:creationId xmlns:a16="http://schemas.microsoft.com/office/drawing/2014/main" id="{D6E991B1-3856-4D55-8239-FC2A0A8793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52">
              <a:extLst>
                <a:ext uri="{FF2B5EF4-FFF2-40B4-BE49-F238E27FC236}">
                  <a16:creationId xmlns:a16="http://schemas.microsoft.com/office/drawing/2014/main" id="{3184E96A-5695-40CA-9D72-18EA286689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56">
              <a:extLst>
                <a:ext uri="{FF2B5EF4-FFF2-40B4-BE49-F238E27FC236}">
                  <a16:creationId xmlns:a16="http://schemas.microsoft.com/office/drawing/2014/main" id="{FE2A9216-22D2-4800-B6D9-B29148F3DB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6">
              <a:extLst>
                <a:ext uri="{FF2B5EF4-FFF2-40B4-BE49-F238E27FC236}">
                  <a16:creationId xmlns:a16="http://schemas.microsoft.com/office/drawing/2014/main" id="{F8F85B7F-5BF5-4D77-A5F6-55FBE28E6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Line 55">
              <a:extLst>
                <a:ext uri="{FF2B5EF4-FFF2-40B4-BE49-F238E27FC236}">
                  <a16:creationId xmlns:a16="http://schemas.microsoft.com/office/drawing/2014/main" id="{90C9340B-29AE-4323-9448-6084C1DF9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Line 51">
              <a:extLst>
                <a:ext uri="{FF2B5EF4-FFF2-40B4-BE49-F238E27FC236}">
                  <a16:creationId xmlns:a16="http://schemas.microsoft.com/office/drawing/2014/main" id="{75C23DF1-A052-4A0B-998E-25E597FB07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13" name="Forma libre 212">
            <a:extLst>
              <a:ext uri="{FF2B5EF4-FFF2-40B4-BE49-F238E27FC236}">
                <a16:creationId xmlns:a16="http://schemas.microsoft.com/office/drawing/2014/main" id="{4C2F4C84-CB89-4489-93E6-87B2BB8BB64B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4" name="Text Box 46">
            <a:extLst>
              <a:ext uri="{FF2B5EF4-FFF2-40B4-BE49-F238E27FC236}">
                <a16:creationId xmlns:a16="http://schemas.microsoft.com/office/drawing/2014/main" id="{FB4A98F9-BF12-42FC-A107-15F8EC857B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5" name="Elipse 214">
            <a:extLst>
              <a:ext uri="{FF2B5EF4-FFF2-40B4-BE49-F238E27FC236}">
                <a16:creationId xmlns:a16="http://schemas.microsoft.com/office/drawing/2014/main" id="{67732A1A-38D1-47CB-9579-C4B36EC122CB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3230" name="Grupo 239">
            <a:extLst>
              <a:ext uri="{FF2B5EF4-FFF2-40B4-BE49-F238E27FC236}">
                <a16:creationId xmlns:a16="http://schemas.microsoft.com/office/drawing/2014/main" id="{B4F21869-35A8-4A52-80D7-57AE7B1316FE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244" name="Rectangle 42">
              <a:extLst>
                <a:ext uri="{FF2B5EF4-FFF2-40B4-BE49-F238E27FC236}">
                  <a16:creationId xmlns:a16="http://schemas.microsoft.com/office/drawing/2014/main" id="{1C21B816-0E7B-4F2E-BCA6-D1EC4C694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44">
              <a:extLst>
                <a:ext uri="{FF2B5EF4-FFF2-40B4-BE49-F238E27FC236}">
                  <a16:creationId xmlns:a16="http://schemas.microsoft.com/office/drawing/2014/main" id="{1E68FB10-DECA-4961-810C-8FDAF9CC76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45">
              <a:extLst>
                <a:ext uri="{FF2B5EF4-FFF2-40B4-BE49-F238E27FC236}">
                  <a16:creationId xmlns:a16="http://schemas.microsoft.com/office/drawing/2014/main" id="{0E728CE6-F132-4014-80F7-FDFE0A04FE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46">
              <a:extLst>
                <a:ext uri="{FF2B5EF4-FFF2-40B4-BE49-F238E27FC236}">
                  <a16:creationId xmlns:a16="http://schemas.microsoft.com/office/drawing/2014/main" id="{4EFE84FD-5D66-44B8-A309-E54123189C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Line 48">
              <a:extLst>
                <a:ext uri="{FF2B5EF4-FFF2-40B4-BE49-F238E27FC236}">
                  <a16:creationId xmlns:a16="http://schemas.microsoft.com/office/drawing/2014/main" id="{805C5409-0C95-4B13-97D6-35E6C0EBAC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9">
              <a:extLst>
                <a:ext uri="{FF2B5EF4-FFF2-40B4-BE49-F238E27FC236}">
                  <a16:creationId xmlns:a16="http://schemas.microsoft.com/office/drawing/2014/main" id="{B6DBF29B-0ACA-4F51-95B0-B513570802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Text Box 50">
              <a:extLst>
                <a:ext uri="{FF2B5EF4-FFF2-40B4-BE49-F238E27FC236}">
                  <a16:creationId xmlns:a16="http://schemas.microsoft.com/office/drawing/2014/main" id="{92AC901E-DFAB-455E-A4DD-55FE72E75E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1" name="Text Box 51">
              <a:extLst>
                <a:ext uri="{FF2B5EF4-FFF2-40B4-BE49-F238E27FC236}">
                  <a16:creationId xmlns:a16="http://schemas.microsoft.com/office/drawing/2014/main" id="{EF46833D-22E3-4419-A822-EDFF3816E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52" name="Text Box 52">
              <a:extLst>
                <a:ext uri="{FF2B5EF4-FFF2-40B4-BE49-F238E27FC236}">
                  <a16:creationId xmlns:a16="http://schemas.microsoft.com/office/drawing/2014/main" id="{52B1DF8E-9A65-4AEB-8866-1ACAF995F9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Text Box 53">
              <a:extLst>
                <a:ext uri="{FF2B5EF4-FFF2-40B4-BE49-F238E27FC236}">
                  <a16:creationId xmlns:a16="http://schemas.microsoft.com/office/drawing/2014/main" id="{17E88DCF-D641-4222-9555-AE32448D44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254" name="Forma libre 253">
            <a:extLst>
              <a:ext uri="{FF2B5EF4-FFF2-40B4-BE49-F238E27FC236}">
                <a16:creationId xmlns:a16="http://schemas.microsoft.com/office/drawing/2014/main" id="{13125D0C-A1EA-443E-9081-B82C94DCC018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3232" name="Grupo 254">
            <a:extLst>
              <a:ext uri="{FF2B5EF4-FFF2-40B4-BE49-F238E27FC236}">
                <a16:creationId xmlns:a16="http://schemas.microsoft.com/office/drawing/2014/main" id="{17250C53-49DC-4976-9999-52E47BEE60D1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256" name="Text Box 49">
              <a:extLst>
                <a:ext uri="{FF2B5EF4-FFF2-40B4-BE49-F238E27FC236}">
                  <a16:creationId xmlns:a16="http://schemas.microsoft.com/office/drawing/2014/main" id="{D57BFA94-4B6F-4B6B-9DD1-8F712A0B24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7" name="Text Box 47">
              <a:extLst>
                <a:ext uri="{FF2B5EF4-FFF2-40B4-BE49-F238E27FC236}">
                  <a16:creationId xmlns:a16="http://schemas.microsoft.com/office/drawing/2014/main" id="{BC625C9E-F454-4557-9B57-CB30D017AC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8" name="Text Box 47">
              <a:extLst>
                <a:ext uri="{FF2B5EF4-FFF2-40B4-BE49-F238E27FC236}">
                  <a16:creationId xmlns:a16="http://schemas.microsoft.com/office/drawing/2014/main" id="{71516BF4-CFB9-4CA4-AFCE-181444B01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Rectangle 43">
              <a:extLst>
                <a:ext uri="{FF2B5EF4-FFF2-40B4-BE49-F238E27FC236}">
                  <a16:creationId xmlns:a16="http://schemas.microsoft.com/office/drawing/2014/main" id="{ACB85EC2-53D3-4B87-8A38-B8CE621EE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D1F8946B-D8AF-4942-B858-4BD94C1B72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1" name="Line 46">
              <a:extLst>
                <a:ext uri="{FF2B5EF4-FFF2-40B4-BE49-F238E27FC236}">
                  <a16:creationId xmlns:a16="http://schemas.microsoft.com/office/drawing/2014/main" id="{40E08318-057C-4F34-9DBA-5BF8B8603C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2" name="Line 48">
              <a:extLst>
                <a:ext uri="{FF2B5EF4-FFF2-40B4-BE49-F238E27FC236}">
                  <a16:creationId xmlns:a16="http://schemas.microsoft.com/office/drawing/2014/main" id="{ED96A487-4F38-44EB-82C1-636E6AA20A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3" name="Line 46">
              <a:extLst>
                <a:ext uri="{FF2B5EF4-FFF2-40B4-BE49-F238E27FC236}">
                  <a16:creationId xmlns:a16="http://schemas.microsoft.com/office/drawing/2014/main" id="{2F529A85-1AFA-48F3-A177-3CCC3FC475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4" name="Forma libre 263">
              <a:extLst>
                <a:ext uri="{FF2B5EF4-FFF2-40B4-BE49-F238E27FC236}">
                  <a16:creationId xmlns:a16="http://schemas.microsoft.com/office/drawing/2014/main" id="{1B255F72-ACEC-4060-AFD5-913122FEF9D9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5" name="Text Box 47">
              <a:extLst>
                <a:ext uri="{FF2B5EF4-FFF2-40B4-BE49-F238E27FC236}">
                  <a16:creationId xmlns:a16="http://schemas.microsoft.com/office/drawing/2014/main" id="{EA4FAEB4-4C77-4739-B4EF-F02B73A33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66" name="Line 44">
              <a:extLst>
                <a:ext uri="{FF2B5EF4-FFF2-40B4-BE49-F238E27FC236}">
                  <a16:creationId xmlns:a16="http://schemas.microsoft.com/office/drawing/2014/main" id="{7A1CCDF9-4618-4713-96BF-88B501A464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44">
              <a:extLst>
                <a:ext uri="{FF2B5EF4-FFF2-40B4-BE49-F238E27FC236}">
                  <a16:creationId xmlns:a16="http://schemas.microsoft.com/office/drawing/2014/main" id="{07AA22BD-AB30-49CF-AF11-D682C8B75B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68" name="Forma libre 267">
            <a:extLst>
              <a:ext uri="{FF2B5EF4-FFF2-40B4-BE49-F238E27FC236}">
                <a16:creationId xmlns:a16="http://schemas.microsoft.com/office/drawing/2014/main" id="{E6FAB403-F56F-4161-B73B-97797DEC3196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" name="Line 18">
            <a:extLst>
              <a:ext uri="{FF2B5EF4-FFF2-40B4-BE49-F238E27FC236}">
                <a16:creationId xmlns:a16="http://schemas.microsoft.com/office/drawing/2014/main" id="{EBCB1ABB-D967-4899-A2AA-57C3EF2B04D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0" name="Elipse 269">
            <a:extLst>
              <a:ext uri="{FF2B5EF4-FFF2-40B4-BE49-F238E27FC236}">
                <a16:creationId xmlns:a16="http://schemas.microsoft.com/office/drawing/2014/main" id="{00122CAE-1A28-481A-830B-E6AAC7589711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3236" name="Grupo 270">
            <a:extLst>
              <a:ext uri="{FF2B5EF4-FFF2-40B4-BE49-F238E27FC236}">
                <a16:creationId xmlns:a16="http://schemas.microsoft.com/office/drawing/2014/main" id="{9D3606FB-A3E0-4ACB-8100-1AFE5C284E42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272" name="Text Box 49">
              <a:extLst>
                <a:ext uri="{FF2B5EF4-FFF2-40B4-BE49-F238E27FC236}">
                  <a16:creationId xmlns:a16="http://schemas.microsoft.com/office/drawing/2014/main" id="{9026FD04-A159-4338-A1BC-23515BAF3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3" name="Rectangle 43">
              <a:extLst>
                <a:ext uri="{FF2B5EF4-FFF2-40B4-BE49-F238E27FC236}">
                  <a16:creationId xmlns:a16="http://schemas.microsoft.com/office/drawing/2014/main" id="{C9A83C38-1995-4B1B-9801-5E1216FFA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4" name="Line 44">
              <a:extLst>
                <a:ext uri="{FF2B5EF4-FFF2-40B4-BE49-F238E27FC236}">
                  <a16:creationId xmlns:a16="http://schemas.microsoft.com/office/drawing/2014/main" id="{AD062F4F-20AF-46B6-8ECB-FB66445438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5" name="Line 46">
              <a:extLst>
                <a:ext uri="{FF2B5EF4-FFF2-40B4-BE49-F238E27FC236}">
                  <a16:creationId xmlns:a16="http://schemas.microsoft.com/office/drawing/2014/main" id="{F07944B7-CFB7-4AA6-8D51-5C47C1C0E1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6" name="Text Box 47">
              <a:extLst>
                <a:ext uri="{FF2B5EF4-FFF2-40B4-BE49-F238E27FC236}">
                  <a16:creationId xmlns:a16="http://schemas.microsoft.com/office/drawing/2014/main" id="{4EF14F37-ECA4-4C20-9D97-757C05B239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7" name="Line 48">
              <a:extLst>
                <a:ext uri="{FF2B5EF4-FFF2-40B4-BE49-F238E27FC236}">
                  <a16:creationId xmlns:a16="http://schemas.microsoft.com/office/drawing/2014/main" id="{57BC9E59-F7C8-49DA-9000-82FAFD8054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8" name="Line 44">
              <a:extLst>
                <a:ext uri="{FF2B5EF4-FFF2-40B4-BE49-F238E27FC236}">
                  <a16:creationId xmlns:a16="http://schemas.microsoft.com/office/drawing/2014/main" id="{66F67103-47CA-49BF-9964-72ED29B0D9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46">
              <a:extLst>
                <a:ext uri="{FF2B5EF4-FFF2-40B4-BE49-F238E27FC236}">
                  <a16:creationId xmlns:a16="http://schemas.microsoft.com/office/drawing/2014/main" id="{0AD4C77C-A636-4BD5-8FEA-AB83199F9C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47">
              <a:extLst>
                <a:ext uri="{FF2B5EF4-FFF2-40B4-BE49-F238E27FC236}">
                  <a16:creationId xmlns:a16="http://schemas.microsoft.com/office/drawing/2014/main" id="{9C664425-D202-4B63-B2D5-4E7718A3BA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92959A01-E899-4050-99F4-1A2B18DE32AA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82" name="Text Box 47">
              <a:extLst>
                <a:ext uri="{FF2B5EF4-FFF2-40B4-BE49-F238E27FC236}">
                  <a16:creationId xmlns:a16="http://schemas.microsoft.com/office/drawing/2014/main" id="{39628BEA-0A1F-4A40-9512-AF616BE373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283" name="Line 46">
              <a:extLst>
                <a:ext uri="{FF2B5EF4-FFF2-40B4-BE49-F238E27FC236}">
                  <a16:creationId xmlns:a16="http://schemas.microsoft.com/office/drawing/2014/main" id="{F3431391-4C41-4EED-8C02-E0299BF58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4" name="Text Box 47">
              <a:extLst>
                <a:ext uri="{FF2B5EF4-FFF2-40B4-BE49-F238E27FC236}">
                  <a16:creationId xmlns:a16="http://schemas.microsoft.com/office/drawing/2014/main" id="{44811B09-03B6-4E82-9E20-115BCF2D1E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47">
              <a:extLst>
                <a:ext uri="{FF2B5EF4-FFF2-40B4-BE49-F238E27FC236}">
                  <a16:creationId xmlns:a16="http://schemas.microsoft.com/office/drawing/2014/main" id="{D4D2DE62-9D29-48B7-BA36-E265360D6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86" name="Text Box 47">
              <a:extLst>
                <a:ext uri="{FF2B5EF4-FFF2-40B4-BE49-F238E27FC236}">
                  <a16:creationId xmlns:a16="http://schemas.microsoft.com/office/drawing/2014/main" id="{BEE077CD-F447-4509-BC7D-38E00D377B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287" name="Line 44">
              <a:extLst>
                <a:ext uri="{FF2B5EF4-FFF2-40B4-BE49-F238E27FC236}">
                  <a16:creationId xmlns:a16="http://schemas.microsoft.com/office/drawing/2014/main" id="{DA20C5F7-D6AA-48CF-B5FA-791ADBFE69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5">
              <a:extLst>
                <a:ext uri="{FF2B5EF4-FFF2-40B4-BE49-F238E27FC236}">
                  <a16:creationId xmlns:a16="http://schemas.microsoft.com/office/drawing/2014/main" id="{095F01D2-EF51-4C10-B3BB-271DD4A8A8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89" name="Line 71">
            <a:extLst>
              <a:ext uri="{FF2B5EF4-FFF2-40B4-BE49-F238E27FC236}">
                <a16:creationId xmlns:a16="http://schemas.microsoft.com/office/drawing/2014/main" id="{05351668-CCD7-492F-9F69-EAD19E26B5C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0" name="Text Box 72">
            <a:extLst>
              <a:ext uri="{FF2B5EF4-FFF2-40B4-BE49-F238E27FC236}">
                <a16:creationId xmlns:a16="http://schemas.microsoft.com/office/drawing/2014/main" id="{F72DE58D-E653-4660-87F8-84F854DDC2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1" name="Line 70">
            <a:extLst>
              <a:ext uri="{FF2B5EF4-FFF2-40B4-BE49-F238E27FC236}">
                <a16:creationId xmlns:a16="http://schemas.microsoft.com/office/drawing/2014/main" id="{8864B562-2569-4BD3-8269-9A93F625634B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Forma libre 291">
            <a:extLst>
              <a:ext uri="{FF2B5EF4-FFF2-40B4-BE49-F238E27FC236}">
                <a16:creationId xmlns:a16="http://schemas.microsoft.com/office/drawing/2014/main" id="{3401C88D-5FEE-4797-A020-A58FF95023BC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3" name="Elipse 292">
            <a:extLst>
              <a:ext uri="{FF2B5EF4-FFF2-40B4-BE49-F238E27FC236}">
                <a16:creationId xmlns:a16="http://schemas.microsoft.com/office/drawing/2014/main" id="{A148F2D9-54B8-4547-9777-2402811691E9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4" name="Text Box 50">
            <a:extLst>
              <a:ext uri="{FF2B5EF4-FFF2-40B4-BE49-F238E27FC236}">
                <a16:creationId xmlns:a16="http://schemas.microsoft.com/office/drawing/2014/main" id="{50B61FEB-9F30-49D9-98AE-A4180A3F9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5" name="Conector recto de flecha 294">
            <a:extLst>
              <a:ext uri="{FF2B5EF4-FFF2-40B4-BE49-F238E27FC236}">
                <a16:creationId xmlns:a16="http://schemas.microsoft.com/office/drawing/2014/main" id="{37CE32AC-C9D1-4E1D-9941-879DE764C5B2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 Box 72">
            <a:extLst>
              <a:ext uri="{FF2B5EF4-FFF2-40B4-BE49-F238E27FC236}">
                <a16:creationId xmlns:a16="http://schemas.microsoft.com/office/drawing/2014/main" id="{7AF91D88-9B78-4D0B-B988-CECAE2CF08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7" name="Line 71">
            <a:extLst>
              <a:ext uri="{FF2B5EF4-FFF2-40B4-BE49-F238E27FC236}">
                <a16:creationId xmlns:a16="http://schemas.microsoft.com/office/drawing/2014/main" id="{62AC854D-E8DB-42AA-8825-21C6C985E74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98" name="Text Box 50">
            <a:extLst>
              <a:ext uri="{FF2B5EF4-FFF2-40B4-BE49-F238E27FC236}">
                <a16:creationId xmlns:a16="http://schemas.microsoft.com/office/drawing/2014/main" id="{1EB99377-28F9-4EE1-A231-6E63C20C33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299" name="Text Box 50">
            <a:extLst>
              <a:ext uri="{FF2B5EF4-FFF2-40B4-BE49-F238E27FC236}">
                <a16:creationId xmlns:a16="http://schemas.microsoft.com/office/drawing/2014/main" id="{F8D3FB92-899D-43AC-A1B6-F587A979D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Text Box 50">
            <a:extLst>
              <a:ext uri="{FF2B5EF4-FFF2-40B4-BE49-F238E27FC236}">
                <a16:creationId xmlns:a16="http://schemas.microsoft.com/office/drawing/2014/main" id="{8932AFA2-341E-4AA1-A80D-CE62346958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301" name="Text Box 50">
            <a:extLst>
              <a:ext uri="{FF2B5EF4-FFF2-40B4-BE49-F238E27FC236}">
                <a16:creationId xmlns:a16="http://schemas.microsoft.com/office/drawing/2014/main" id="{584382B2-9E3A-40FC-999F-5D449C8CA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2" name="Text Box 50">
            <a:extLst>
              <a:ext uri="{FF2B5EF4-FFF2-40B4-BE49-F238E27FC236}">
                <a16:creationId xmlns:a16="http://schemas.microsoft.com/office/drawing/2014/main" id="{7DBF1FE2-11EE-4103-A3EA-4C3E90C6D1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03" name="Text Box 50">
            <a:extLst>
              <a:ext uri="{FF2B5EF4-FFF2-40B4-BE49-F238E27FC236}">
                <a16:creationId xmlns:a16="http://schemas.microsoft.com/office/drawing/2014/main" id="{A368446D-D288-4815-ACEC-C7CFD1631C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04" name="Conector recto 303">
            <a:extLst>
              <a:ext uri="{FF2B5EF4-FFF2-40B4-BE49-F238E27FC236}">
                <a16:creationId xmlns:a16="http://schemas.microsoft.com/office/drawing/2014/main" id="{0F38C3D6-0319-4223-ACAF-DB759BA008B0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3253" name="Grupo 304">
            <a:extLst>
              <a:ext uri="{FF2B5EF4-FFF2-40B4-BE49-F238E27FC236}">
                <a16:creationId xmlns:a16="http://schemas.microsoft.com/office/drawing/2014/main" id="{63ED4616-9BFD-4DFA-A3C0-1388CDA07ED5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306" name="Forma libre 305">
              <a:extLst>
                <a:ext uri="{FF2B5EF4-FFF2-40B4-BE49-F238E27FC236}">
                  <a16:creationId xmlns:a16="http://schemas.microsoft.com/office/drawing/2014/main" id="{C04EC17E-9880-4D0D-BB2A-2AD9A73078D5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1F30CDF9-13B2-44CF-A478-CC1169198859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8" name="Forma libre 307">
              <a:extLst>
                <a:ext uri="{FF2B5EF4-FFF2-40B4-BE49-F238E27FC236}">
                  <a16:creationId xmlns:a16="http://schemas.microsoft.com/office/drawing/2014/main" id="{23DD8776-E2B6-4FEC-A2B3-3A0BD7ABBCD5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9" name="Forma libre 308">
              <a:extLst>
                <a:ext uri="{FF2B5EF4-FFF2-40B4-BE49-F238E27FC236}">
                  <a16:creationId xmlns:a16="http://schemas.microsoft.com/office/drawing/2014/main" id="{1CE2198D-4269-4267-B562-CCC0AB4EB673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310" name="Text Box 50">
            <a:extLst>
              <a:ext uri="{FF2B5EF4-FFF2-40B4-BE49-F238E27FC236}">
                <a16:creationId xmlns:a16="http://schemas.microsoft.com/office/drawing/2014/main" id="{12E29DD6-B93E-472D-807C-E101F761EC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1" name="Text Box 72">
            <a:extLst>
              <a:ext uri="{FF2B5EF4-FFF2-40B4-BE49-F238E27FC236}">
                <a16:creationId xmlns:a16="http://schemas.microsoft.com/office/drawing/2014/main" id="{72599785-FD74-4526-A245-424E0352D6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12" name="Text Box 50">
            <a:extLst>
              <a:ext uri="{FF2B5EF4-FFF2-40B4-BE49-F238E27FC236}">
                <a16:creationId xmlns:a16="http://schemas.microsoft.com/office/drawing/2014/main" id="{0D06A992-3C82-4EEC-90E2-CD4E106A0C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989BD9D7-DBB5-4BCF-8301-F7375F45D2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4" name="Text Box 50">
            <a:extLst>
              <a:ext uri="{FF2B5EF4-FFF2-40B4-BE49-F238E27FC236}">
                <a16:creationId xmlns:a16="http://schemas.microsoft.com/office/drawing/2014/main" id="{BB18A747-7244-4F5A-BDF6-CB75EF7DA0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5" name="Text Box 50">
            <a:extLst>
              <a:ext uri="{FF2B5EF4-FFF2-40B4-BE49-F238E27FC236}">
                <a16:creationId xmlns:a16="http://schemas.microsoft.com/office/drawing/2014/main" id="{102E7E2F-0BFE-4C02-B9BC-948EAB0C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F920A2B5-CB24-4E63-9861-B0E223AB51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7" name="Conector recto de flecha 316">
            <a:extLst>
              <a:ext uri="{FF2B5EF4-FFF2-40B4-BE49-F238E27FC236}">
                <a16:creationId xmlns:a16="http://schemas.microsoft.com/office/drawing/2014/main" id="{B15F703D-A662-4512-9F99-758643D9801E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Conector recto de flecha 317">
            <a:extLst>
              <a:ext uri="{FF2B5EF4-FFF2-40B4-BE49-F238E27FC236}">
                <a16:creationId xmlns:a16="http://schemas.microsoft.com/office/drawing/2014/main" id="{C1BA5ECB-DF78-4359-BB7C-49B1F91E6985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Conector recto de flecha 318">
            <a:extLst>
              <a:ext uri="{FF2B5EF4-FFF2-40B4-BE49-F238E27FC236}">
                <a16:creationId xmlns:a16="http://schemas.microsoft.com/office/drawing/2014/main" id="{8D78A55D-F96C-438D-82B1-9CE750C1101B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Conector recto de flecha 319">
            <a:extLst>
              <a:ext uri="{FF2B5EF4-FFF2-40B4-BE49-F238E27FC236}">
                <a16:creationId xmlns:a16="http://schemas.microsoft.com/office/drawing/2014/main" id="{ED4956D4-4406-45C6-96ED-AFBD089421DD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Conector recto de flecha 320">
            <a:extLst>
              <a:ext uri="{FF2B5EF4-FFF2-40B4-BE49-F238E27FC236}">
                <a16:creationId xmlns:a16="http://schemas.microsoft.com/office/drawing/2014/main" id="{05CCE13B-F516-49E1-B89E-374A079E591C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 Box 50">
            <a:extLst>
              <a:ext uri="{FF2B5EF4-FFF2-40B4-BE49-F238E27FC236}">
                <a16:creationId xmlns:a16="http://schemas.microsoft.com/office/drawing/2014/main" id="{FF5BDCD9-FD50-43DD-B2DC-01C179CB5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Line 71">
            <a:extLst>
              <a:ext uri="{FF2B5EF4-FFF2-40B4-BE49-F238E27FC236}">
                <a16:creationId xmlns:a16="http://schemas.microsoft.com/office/drawing/2014/main" id="{B15CC59D-7398-4F04-AD4C-61AD98E1282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4" name="Text Box 72">
            <a:extLst>
              <a:ext uri="{FF2B5EF4-FFF2-40B4-BE49-F238E27FC236}">
                <a16:creationId xmlns:a16="http://schemas.microsoft.com/office/drawing/2014/main" id="{61878229-3BE9-4380-9D37-41AF09E813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5" name="Line 71">
            <a:extLst>
              <a:ext uri="{FF2B5EF4-FFF2-40B4-BE49-F238E27FC236}">
                <a16:creationId xmlns:a16="http://schemas.microsoft.com/office/drawing/2014/main" id="{81C0406F-E3A9-472A-BE36-EEC2779E212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6" name="Text Box 72">
            <a:extLst>
              <a:ext uri="{FF2B5EF4-FFF2-40B4-BE49-F238E27FC236}">
                <a16:creationId xmlns:a16="http://schemas.microsoft.com/office/drawing/2014/main" id="{C88004E3-8707-473F-9986-0B6E36BB0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7" name="Line 71">
            <a:extLst>
              <a:ext uri="{FF2B5EF4-FFF2-40B4-BE49-F238E27FC236}">
                <a16:creationId xmlns:a16="http://schemas.microsoft.com/office/drawing/2014/main" id="{91F552A5-1F8D-43B4-9D69-6428208FD5D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EADE1038-2585-4AD3-A5FD-E904D15676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665EE097-0049-4BA7-ABF1-DD6AA486770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0F93038C-A9B4-4410-8069-BB81BDBF0A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1D289C39-F930-4320-8AFD-9AC1E3AD3D0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Forma libre 331">
            <a:extLst>
              <a:ext uri="{FF2B5EF4-FFF2-40B4-BE49-F238E27FC236}">
                <a16:creationId xmlns:a16="http://schemas.microsoft.com/office/drawing/2014/main" id="{4C45A0E4-73CC-4BAE-88C7-88392BC96196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3" name="Forma libre 332">
            <a:extLst>
              <a:ext uri="{FF2B5EF4-FFF2-40B4-BE49-F238E27FC236}">
                <a16:creationId xmlns:a16="http://schemas.microsoft.com/office/drawing/2014/main" id="{B9BCBFC2-91A3-4C2A-AA7C-5075F26D9E0A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3278" name="CuadroTexto 349">
            <a:extLst>
              <a:ext uri="{FF2B5EF4-FFF2-40B4-BE49-F238E27FC236}">
                <a16:creationId xmlns:a16="http://schemas.microsoft.com/office/drawing/2014/main" id="{FE0F471E-0276-440A-8994-2DFC8C851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0863" y="714375"/>
            <a:ext cx="6288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Mem. instrucciones                Banco de registros                            Memoria de datos</a:t>
            </a:r>
          </a:p>
        </p:txBody>
      </p:sp>
      <p:sp>
        <p:nvSpPr>
          <p:cNvPr id="263279" name="CuadroTexto 350">
            <a:extLst>
              <a:ext uri="{FF2B5EF4-FFF2-40B4-BE49-F238E27FC236}">
                <a16:creationId xmlns:a16="http://schemas.microsoft.com/office/drawing/2014/main" id="{7FEFF1A7-D9D1-4EA8-B706-A5C0D25D8E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473233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3280" name="CuadroTexto 351">
            <a:extLst>
              <a:ext uri="{FF2B5EF4-FFF2-40B4-BE49-F238E27FC236}">
                <a16:creationId xmlns:a16="http://schemas.microsoft.com/office/drawing/2014/main" id="{1225E2EF-FBF3-4637-87D9-6BE388E36D1A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2794" y="39870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3281" name="CuadroTexto 352">
            <a:extLst>
              <a:ext uri="{FF2B5EF4-FFF2-40B4-BE49-F238E27FC236}">
                <a16:creationId xmlns:a16="http://schemas.microsoft.com/office/drawing/2014/main" id="{9A280422-0C96-4D1A-9CD8-DBE0AA5DBB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00" y="4719638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3282" name="CuadroTexto 353">
            <a:extLst>
              <a:ext uri="{FF2B5EF4-FFF2-40B4-BE49-F238E27FC236}">
                <a16:creationId xmlns:a16="http://schemas.microsoft.com/office/drawing/2014/main" id="{BDF5D53B-A314-4139-9778-70E1C232FF6B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040188" y="5045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0xFFC4A303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3283" name="CuadroTexto 354">
            <a:extLst>
              <a:ext uri="{FF2B5EF4-FFF2-40B4-BE49-F238E27FC236}">
                <a16:creationId xmlns:a16="http://schemas.microsoft.com/office/drawing/2014/main" id="{8730DFA9-23B4-4FD8-97CF-D0EDA0A01C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3394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3284" name="CuadroTexto 355">
            <a:extLst>
              <a:ext uri="{FF2B5EF4-FFF2-40B4-BE49-F238E27FC236}">
                <a16:creationId xmlns:a16="http://schemas.microsoft.com/office/drawing/2014/main" id="{F6876312-7483-492C-B684-FA965432B1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0075" y="33909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0x2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3285" name="CuadroTexto 356">
            <a:extLst>
              <a:ext uri="{FF2B5EF4-FFF2-40B4-BE49-F238E27FC236}">
                <a16:creationId xmlns:a16="http://schemas.microsoft.com/office/drawing/2014/main" id="{35E64DC3-E94C-4758-844E-9952003E8F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8825" y="45926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3286" name="CuadroTexto 358">
            <a:extLst>
              <a:ext uri="{FF2B5EF4-FFF2-40B4-BE49-F238E27FC236}">
                <a16:creationId xmlns:a16="http://schemas.microsoft.com/office/drawing/2014/main" id="{4AC00DB5-0A56-4668-B1C0-F0261A7E65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4063" y="41481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0x09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3287" name="CuadroTexto 359">
            <a:extLst>
              <a:ext uri="{FF2B5EF4-FFF2-40B4-BE49-F238E27FC236}">
                <a16:creationId xmlns:a16="http://schemas.microsoft.com/office/drawing/2014/main" id="{A536478F-19D4-42B9-8F8B-A3842BEC06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6238" y="3816350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</a:p>
        </p:txBody>
      </p:sp>
      <p:sp>
        <p:nvSpPr>
          <p:cNvPr id="263288" name="CuadroTexto 360">
            <a:extLst>
              <a:ext uri="{FF2B5EF4-FFF2-40B4-BE49-F238E27FC236}">
                <a16:creationId xmlns:a16="http://schemas.microsoft.com/office/drawing/2014/main" id="{0A36A999-3309-46AA-A684-DCADB07155FB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6255544" y="52316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3289" name="CuadroTexto 361">
            <a:extLst>
              <a:ext uri="{FF2B5EF4-FFF2-40B4-BE49-F238E27FC236}">
                <a16:creationId xmlns:a16="http://schemas.microsoft.com/office/drawing/2014/main" id="{9750A00C-C2D5-4FAB-9E2D-558E37407A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3400" y="40179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3290" name="CuadroTexto 362">
            <a:extLst>
              <a:ext uri="{FF2B5EF4-FFF2-40B4-BE49-F238E27FC236}">
                <a16:creationId xmlns:a16="http://schemas.microsoft.com/office/drawing/2014/main" id="{F0927332-288A-499C-91D1-F09A2D64B3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988" y="47053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3291" name="CuadroTexto 363">
            <a:extLst>
              <a:ext uri="{FF2B5EF4-FFF2-40B4-BE49-F238E27FC236}">
                <a16:creationId xmlns:a16="http://schemas.microsoft.com/office/drawing/2014/main" id="{6C7ACFD6-14EC-4FC7-A33B-0CB4BCBFAC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4100513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3292" name="CuadroTexto 364">
            <a:extLst>
              <a:ext uri="{FF2B5EF4-FFF2-40B4-BE49-F238E27FC236}">
                <a16:creationId xmlns:a16="http://schemas.microsoft.com/office/drawing/2014/main" id="{1BD886AD-D96D-44A5-87AC-A7FE324C47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38417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000</a:t>
            </a:r>
          </a:p>
        </p:txBody>
      </p:sp>
      <p:sp>
        <p:nvSpPr>
          <p:cNvPr id="366" name="CuadroTexto 365">
            <a:extLst>
              <a:ext uri="{FF2B5EF4-FFF2-40B4-BE49-F238E27FC236}">
                <a16:creationId xmlns:a16="http://schemas.microsoft.com/office/drawing/2014/main" id="{F15BB9D2-9278-471B-BA7B-C18798DD2ED1}"/>
              </a:ext>
            </a:extLst>
          </p:cNvPr>
          <p:cNvSpPr txBox="1"/>
          <p:nvPr/>
        </p:nvSpPr>
        <p:spPr>
          <a:xfrm>
            <a:off x="8181975" y="4432300"/>
            <a:ext cx="942975" cy="18573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0x00002000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63294" name="CuadroTexto 366">
            <a:extLst>
              <a:ext uri="{FF2B5EF4-FFF2-40B4-BE49-F238E27FC236}">
                <a16:creationId xmlns:a16="http://schemas.microsoft.com/office/drawing/2014/main" id="{D84C4321-1610-4A2F-ABB5-C505C0FBC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31313" y="38782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3295" name="CuadroTexto 368">
            <a:extLst>
              <a:ext uri="{FF2B5EF4-FFF2-40B4-BE49-F238E27FC236}">
                <a16:creationId xmlns:a16="http://schemas.microsoft.com/office/drawing/2014/main" id="{D5D5B2CF-E915-4E72-A9EA-A59733841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8625" y="3813175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71" name="CuadroTexto 370">
            <a:extLst>
              <a:ext uri="{FF2B5EF4-FFF2-40B4-BE49-F238E27FC236}">
                <a16:creationId xmlns:a16="http://schemas.microsoft.com/office/drawing/2014/main" id="{7F094AED-C7C2-4EEF-80E4-832DD1413B2F}"/>
              </a:ext>
            </a:extLst>
          </p:cNvPr>
          <p:cNvSpPr txBox="1"/>
          <p:nvPr/>
        </p:nvSpPr>
        <p:spPr>
          <a:xfrm>
            <a:off x="4848225" y="3394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0x7f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2" name="CuadroTexto 371">
            <a:extLst>
              <a:ext uri="{FF2B5EF4-FFF2-40B4-BE49-F238E27FC236}">
                <a16:creationId xmlns:a16="http://schemas.microsoft.com/office/drawing/2014/main" id="{5843D119-A030-42A0-BF7E-76982438CC2F}"/>
              </a:ext>
            </a:extLst>
          </p:cNvPr>
          <p:cNvSpPr txBox="1"/>
          <p:nvPr/>
        </p:nvSpPr>
        <p:spPr>
          <a:xfrm>
            <a:off x="8167688" y="4143375"/>
            <a:ext cx="198437" cy="18573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  <a:endParaRPr lang="es-ES" sz="12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3" name="CuadroTexto 372">
            <a:extLst>
              <a:ext uri="{FF2B5EF4-FFF2-40B4-BE49-F238E27FC236}">
                <a16:creationId xmlns:a16="http://schemas.microsoft.com/office/drawing/2014/main" id="{7B3B92A6-0977-44F4-9D93-5845E347C85E}"/>
              </a:ext>
            </a:extLst>
          </p:cNvPr>
          <p:cNvSpPr txBox="1"/>
          <p:nvPr/>
        </p:nvSpPr>
        <p:spPr>
          <a:xfrm>
            <a:off x="4567238" y="4356100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0x1C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4" name="CuadroTexto 373">
            <a:extLst>
              <a:ext uri="{FF2B5EF4-FFF2-40B4-BE49-F238E27FC236}">
                <a16:creationId xmlns:a16="http://schemas.microsoft.com/office/drawing/2014/main" id="{F8B46123-EBDE-410F-873F-6756297D1FD4}"/>
              </a:ext>
            </a:extLst>
          </p:cNvPr>
          <p:cNvSpPr txBox="1"/>
          <p:nvPr/>
        </p:nvSpPr>
        <p:spPr>
          <a:xfrm>
            <a:off x="6394450" y="4343400"/>
            <a:ext cx="790575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5" name="CuadroTexto 374">
            <a:extLst>
              <a:ext uri="{FF2B5EF4-FFF2-40B4-BE49-F238E27FC236}">
                <a16:creationId xmlns:a16="http://schemas.microsoft.com/office/drawing/2014/main" id="{09553525-BFD4-43DD-8230-774199413515}"/>
              </a:ext>
            </a:extLst>
          </p:cNvPr>
          <p:cNvSpPr txBox="1"/>
          <p:nvPr/>
        </p:nvSpPr>
        <p:spPr>
          <a:xfrm>
            <a:off x="7008813" y="5510213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6" name="CuadroTexto 375">
            <a:extLst>
              <a:ext uri="{FF2B5EF4-FFF2-40B4-BE49-F238E27FC236}">
                <a16:creationId xmlns:a16="http://schemas.microsoft.com/office/drawing/2014/main" id="{4CB5EDA9-A308-403C-824B-FC82CF4B9E5E}"/>
              </a:ext>
            </a:extLst>
          </p:cNvPr>
          <p:cNvSpPr txBox="1"/>
          <p:nvPr/>
        </p:nvSpPr>
        <p:spPr>
          <a:xfrm>
            <a:off x="7024688" y="591185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8" name="CuadroTexto 377">
            <a:extLst>
              <a:ext uri="{FF2B5EF4-FFF2-40B4-BE49-F238E27FC236}">
                <a16:creationId xmlns:a16="http://schemas.microsoft.com/office/drawing/2014/main" id="{9FE07B28-27CE-4477-A3CC-769F59D4CA88}"/>
              </a:ext>
            </a:extLst>
          </p:cNvPr>
          <p:cNvSpPr txBox="1"/>
          <p:nvPr/>
        </p:nvSpPr>
        <p:spPr>
          <a:xfrm>
            <a:off x="8247063" y="5661025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9" name="CuadroTexto 378">
            <a:extLst>
              <a:ext uri="{FF2B5EF4-FFF2-40B4-BE49-F238E27FC236}">
                <a16:creationId xmlns:a16="http://schemas.microsoft.com/office/drawing/2014/main" id="{36DA4957-BF7B-45C8-9942-CAA2542B035E}"/>
              </a:ext>
            </a:extLst>
          </p:cNvPr>
          <p:cNvSpPr txBox="1"/>
          <p:nvPr/>
        </p:nvSpPr>
        <p:spPr>
          <a:xfrm rot="16200000">
            <a:off x="763588" y="5299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63304" name="CuadroTexto 379">
            <a:extLst>
              <a:ext uri="{FF2B5EF4-FFF2-40B4-BE49-F238E27FC236}">
                <a16:creationId xmlns:a16="http://schemas.microsoft.com/office/drawing/2014/main" id="{85CFFB26-82AD-489B-A383-0ACA9A49C7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402431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3305" name="CuadroTexto 380">
            <a:extLst>
              <a:ext uri="{FF2B5EF4-FFF2-40B4-BE49-F238E27FC236}">
                <a16:creationId xmlns:a16="http://schemas.microsoft.com/office/drawing/2014/main" id="{FBB249F0-4A6D-42B6-8599-2D93B1A0E7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750" y="608488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82" name="CuadroTexto 381">
            <a:extLst>
              <a:ext uri="{FF2B5EF4-FFF2-40B4-BE49-F238E27FC236}">
                <a16:creationId xmlns:a16="http://schemas.microsoft.com/office/drawing/2014/main" id="{147ED586-30AB-4836-9D4C-307C41C49BA5}"/>
              </a:ext>
            </a:extLst>
          </p:cNvPr>
          <p:cNvSpPr txBox="1"/>
          <p:nvPr/>
        </p:nvSpPr>
        <p:spPr>
          <a:xfrm>
            <a:off x="9305925" y="3708400"/>
            <a:ext cx="1001713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0x00002000</a:t>
            </a:r>
            <a:endParaRPr lang="es-ES" sz="12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84" name="CuadroTexto 383">
            <a:extLst>
              <a:ext uri="{FF2B5EF4-FFF2-40B4-BE49-F238E27FC236}">
                <a16:creationId xmlns:a16="http://schemas.microsoft.com/office/drawing/2014/main" id="{AEC7DBDF-504A-4747-AA3D-9224789939C1}"/>
              </a:ext>
            </a:extLst>
          </p:cNvPr>
          <p:cNvSpPr txBox="1"/>
          <p:nvPr/>
        </p:nvSpPr>
        <p:spPr>
          <a:xfrm>
            <a:off x="9625013" y="345440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63308" name="CuadroTexto 22">
            <a:extLst>
              <a:ext uri="{FF2B5EF4-FFF2-40B4-BE49-F238E27FC236}">
                <a16:creationId xmlns:a16="http://schemas.microsoft.com/office/drawing/2014/main" id="{246AF930-3EA8-4F69-90AC-63113738B2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55713"/>
            <a:ext cx="3792538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rgbClr val="C0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lw x8, -4(x9)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BR[8] </a:t>
            </a:r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 MEM[BR[9] + sExt(-4)], 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PC  PC + 4</a:t>
            </a:r>
            <a:endParaRPr lang="es-ES" altLang="es-ES">
              <a:solidFill>
                <a:schemeClr val="accent2"/>
              </a:solidFill>
              <a:ea typeface="ＭＳ Ｐゴシック" panose="020B0600070205080204" pitchFamily="34" charset="-128"/>
              <a:cs typeface="Courier New" panose="02070309020205020404" pitchFamily="49" charset="0"/>
            </a:endParaRPr>
          </a:p>
        </p:txBody>
      </p:sp>
      <p:graphicFrame>
        <p:nvGraphicFramePr>
          <p:cNvPr id="30" name="Tabla 29">
            <a:extLst>
              <a:ext uri="{FF2B5EF4-FFF2-40B4-BE49-F238E27FC236}">
                <a16:creationId xmlns:a16="http://schemas.microsoft.com/office/drawing/2014/main" id="{7C23C252-6CD4-41E7-BE98-DED484F1A772}"/>
              </a:ext>
            </a:extLst>
          </p:cNvPr>
          <p:cNvGraphicFramePr>
            <a:graphicFrameLocks noGrp="1"/>
          </p:cNvGraphicFramePr>
          <p:nvPr/>
        </p:nvGraphicFramePr>
        <p:xfrm>
          <a:off x="6686550" y="998538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0x00000006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" name="Tabla 32">
            <a:extLst>
              <a:ext uri="{FF2B5EF4-FFF2-40B4-BE49-F238E27FC236}">
                <a16:creationId xmlns:a16="http://schemas.microsoft.com/office/drawing/2014/main" id="{F14ACCDB-C293-4472-91E6-CC19952994D7}"/>
              </a:ext>
            </a:extLst>
          </p:cNvPr>
          <p:cNvGraphicFramePr>
            <a:graphicFrameLocks noGrp="1"/>
          </p:cNvGraphicFramePr>
          <p:nvPr/>
        </p:nvGraphicFramePr>
        <p:xfrm>
          <a:off x="4579938" y="993775"/>
          <a:ext cx="2595562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34" name="Tabla 33">
            <a:extLst>
              <a:ext uri="{FF2B5EF4-FFF2-40B4-BE49-F238E27FC236}">
                <a16:creationId xmlns:a16="http://schemas.microsoft.com/office/drawing/2014/main" id="{0B220BEE-5ADA-45B3-B986-5AD85E141D15}"/>
              </a:ext>
            </a:extLst>
          </p:cNvPr>
          <p:cNvGraphicFramePr>
            <a:graphicFrameLocks noGrp="1"/>
          </p:cNvGraphicFramePr>
          <p:nvPr/>
        </p:nvGraphicFramePr>
        <p:xfrm>
          <a:off x="9275763" y="998538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 Box 50">
            <a:extLst>
              <a:ext uri="{FF2B5EF4-FFF2-40B4-BE49-F238E27FC236}">
                <a16:creationId xmlns:a16="http://schemas.microsoft.com/office/drawing/2014/main" id="{8D98BD5B-7EAD-450A-9A5A-013A324149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5" name="Marcador de número de diapositiva 34">
            <a:extLst>
              <a:ext uri="{FF2B5EF4-FFF2-40B4-BE49-F238E27FC236}">
                <a16:creationId xmlns:a16="http://schemas.microsoft.com/office/drawing/2014/main" id="{5D55E749-E99F-46AC-BC41-873A964336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2A317F0B-AFCE-4262-848B-371C1C1A03F0}" type="slidenum">
              <a:rPr lang="es-ES" altLang="es-ES">
                <a:solidFill>
                  <a:srgbClr val="171717"/>
                </a:solidFill>
              </a:rPr>
              <a:pPr/>
              <a:t>131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F2B6E1F-9784-4DD6-B224-7D708E2536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DA2E7393-7F25-488D-8602-0917288C1601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B1DF90CE-AA26-4157-BAE4-50DE981A3691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6DC89B2A-C705-41F1-8361-15B493F08D58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72">
            <a:extLst>
              <a:ext uri="{FF2B5EF4-FFF2-40B4-BE49-F238E27FC236}">
                <a16:creationId xmlns:a16="http://schemas.microsoft.com/office/drawing/2014/main" id="{C8228004-7696-4E33-A2A2-EFC398DBD1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9" name="Line 70">
            <a:extLst>
              <a:ext uri="{FF2B5EF4-FFF2-40B4-BE49-F238E27FC236}">
                <a16:creationId xmlns:a16="http://schemas.microsoft.com/office/drawing/2014/main" id="{4D713054-1BF7-4E00-B19D-AF517EAB12D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C5B64C65-57ED-4CD0-AA7E-D99DBE088338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64C6B144-7A9A-4A62-85DA-B86E5B63F943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542544BC-8F00-48AC-9C3A-16199FB920CC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E06807A0-E144-49BD-9B8D-1B6E1BD6E9A9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65227" name="Grupo 13">
            <a:extLst>
              <a:ext uri="{FF2B5EF4-FFF2-40B4-BE49-F238E27FC236}">
                <a16:creationId xmlns:a16="http://schemas.microsoft.com/office/drawing/2014/main" id="{BE18B433-72D8-4371-9A5B-50EA4F49D58B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15" name="Text Box 37">
              <a:extLst>
                <a:ext uri="{FF2B5EF4-FFF2-40B4-BE49-F238E27FC236}">
                  <a16:creationId xmlns:a16="http://schemas.microsoft.com/office/drawing/2014/main" id="{12098132-C0FE-4CD7-B9BC-1B4E526E86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32">
              <a:extLst>
                <a:ext uri="{FF2B5EF4-FFF2-40B4-BE49-F238E27FC236}">
                  <a16:creationId xmlns:a16="http://schemas.microsoft.com/office/drawing/2014/main" id="{08A087E9-2889-4B78-B62D-B48ECF5BB8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E71C10BB-4924-4732-BA88-651E46566D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C57E85C7-E34C-4F3E-93E9-9C7342F235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9" name="Text Box 14">
              <a:extLst>
                <a:ext uri="{FF2B5EF4-FFF2-40B4-BE49-F238E27FC236}">
                  <a16:creationId xmlns:a16="http://schemas.microsoft.com/office/drawing/2014/main" id="{FC3B8E54-B603-46B5-8FEA-566F7D1A40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4384B61D-C5B2-4C38-9AEA-645B1499DB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17D9CD6D-1CC2-4753-8DC3-0DC5AF66A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8">
              <a:extLst>
                <a:ext uri="{FF2B5EF4-FFF2-40B4-BE49-F238E27FC236}">
                  <a16:creationId xmlns:a16="http://schemas.microsoft.com/office/drawing/2014/main" id="{B3A3A982-F2C9-417A-8D5C-DB87EECA5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9">
              <a:extLst>
                <a:ext uri="{FF2B5EF4-FFF2-40B4-BE49-F238E27FC236}">
                  <a16:creationId xmlns:a16="http://schemas.microsoft.com/office/drawing/2014/main" id="{259154FD-C5D4-4897-9212-8F4CDF4CE4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382935CC-8620-481A-AE85-8D6D0D0008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BDE56A2D-BEED-4D53-B668-FFC3A1E08E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" name="Text Box 15">
              <a:extLst>
                <a:ext uri="{FF2B5EF4-FFF2-40B4-BE49-F238E27FC236}">
                  <a16:creationId xmlns:a16="http://schemas.microsoft.com/office/drawing/2014/main" id="{673ACAC7-3993-4D7E-B89D-45237C33AC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9" name="Text Box 16">
              <a:extLst>
                <a:ext uri="{FF2B5EF4-FFF2-40B4-BE49-F238E27FC236}">
                  <a16:creationId xmlns:a16="http://schemas.microsoft.com/office/drawing/2014/main" id="{DE86B68D-BEAA-41CB-AA79-79C15A49B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1" name="Text Box 17">
              <a:extLst>
                <a:ext uri="{FF2B5EF4-FFF2-40B4-BE49-F238E27FC236}">
                  <a16:creationId xmlns:a16="http://schemas.microsoft.com/office/drawing/2014/main" id="{ADEAFA50-570A-47D1-8D39-2A0E5CFCF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18">
              <a:extLst>
                <a:ext uri="{FF2B5EF4-FFF2-40B4-BE49-F238E27FC236}">
                  <a16:creationId xmlns:a16="http://schemas.microsoft.com/office/drawing/2014/main" id="{482C7D7B-EB8E-4069-91A4-1BC3EB91AB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20">
              <a:extLst>
                <a:ext uri="{FF2B5EF4-FFF2-40B4-BE49-F238E27FC236}">
                  <a16:creationId xmlns:a16="http://schemas.microsoft.com/office/drawing/2014/main" id="{F278E612-D321-460B-9E38-FDF87A9083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21">
              <a:extLst>
                <a:ext uri="{FF2B5EF4-FFF2-40B4-BE49-F238E27FC236}">
                  <a16:creationId xmlns:a16="http://schemas.microsoft.com/office/drawing/2014/main" id="{6481F8ED-25BF-4497-AB46-5AECC99EDE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9B280419-B5DF-4229-A931-4E4FCA6415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44" name="Line 25">
              <a:extLst>
                <a:ext uri="{FF2B5EF4-FFF2-40B4-BE49-F238E27FC236}">
                  <a16:creationId xmlns:a16="http://schemas.microsoft.com/office/drawing/2014/main" id="{48246C40-F457-4953-93C4-5F7F37085D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26">
              <a:extLst>
                <a:ext uri="{FF2B5EF4-FFF2-40B4-BE49-F238E27FC236}">
                  <a16:creationId xmlns:a16="http://schemas.microsoft.com/office/drawing/2014/main" id="{363618C1-2EF7-4E9C-B68E-1FF114C75E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252D7DE0-84B4-48BA-9936-D103FFFB1E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9E98068E-9D07-49D4-8BA6-F5E149D544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31">
              <a:extLst>
                <a:ext uri="{FF2B5EF4-FFF2-40B4-BE49-F238E27FC236}">
                  <a16:creationId xmlns:a16="http://schemas.microsoft.com/office/drawing/2014/main" id="{0211B30C-8A28-4ABD-B915-B9268FE80A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Text Box 33">
              <a:extLst>
                <a:ext uri="{FF2B5EF4-FFF2-40B4-BE49-F238E27FC236}">
                  <a16:creationId xmlns:a16="http://schemas.microsoft.com/office/drawing/2014/main" id="{9FB5EA86-E462-41B7-A201-25D6738DB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54" name="Line 35">
              <a:extLst>
                <a:ext uri="{FF2B5EF4-FFF2-40B4-BE49-F238E27FC236}">
                  <a16:creationId xmlns:a16="http://schemas.microsoft.com/office/drawing/2014/main" id="{F759B009-B60C-4E08-B71C-FD448DF215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36">
              <a:extLst>
                <a:ext uri="{FF2B5EF4-FFF2-40B4-BE49-F238E27FC236}">
                  <a16:creationId xmlns:a16="http://schemas.microsoft.com/office/drawing/2014/main" id="{330EEF8E-BE79-4709-B47B-BA01CAC0D2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0" name="Text Box 38">
              <a:extLst>
                <a:ext uri="{FF2B5EF4-FFF2-40B4-BE49-F238E27FC236}">
                  <a16:creationId xmlns:a16="http://schemas.microsoft.com/office/drawing/2014/main" id="{2E9C2D1A-4547-4D08-B829-FD0E75D3F0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61" name="Text Box 39">
              <a:extLst>
                <a:ext uri="{FF2B5EF4-FFF2-40B4-BE49-F238E27FC236}">
                  <a16:creationId xmlns:a16="http://schemas.microsoft.com/office/drawing/2014/main" id="{3C8FEC06-0802-459F-93E6-D7B3A3A719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62" name="Forma libre 61">
              <a:extLst>
                <a:ext uri="{FF2B5EF4-FFF2-40B4-BE49-F238E27FC236}">
                  <a16:creationId xmlns:a16="http://schemas.microsoft.com/office/drawing/2014/main" id="{C91B985E-C752-4B02-AEBD-2C44377C2E88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65228" name="Grupo 62">
            <a:extLst>
              <a:ext uri="{FF2B5EF4-FFF2-40B4-BE49-F238E27FC236}">
                <a16:creationId xmlns:a16="http://schemas.microsoft.com/office/drawing/2014/main" id="{6347CAD9-7D7B-49EF-979F-0F845A59CA61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4" name="Text Box 80">
              <a:extLst>
                <a:ext uri="{FF2B5EF4-FFF2-40B4-BE49-F238E27FC236}">
                  <a16:creationId xmlns:a16="http://schemas.microsoft.com/office/drawing/2014/main" id="{CA09A63B-F213-4EDC-BCF8-B1FFC97FD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63">
              <a:extLst>
                <a:ext uri="{FF2B5EF4-FFF2-40B4-BE49-F238E27FC236}">
                  <a16:creationId xmlns:a16="http://schemas.microsoft.com/office/drawing/2014/main" id="{1A5F386B-58A0-4595-A6FF-F6111DDAF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6" name="Rectangle 59">
              <a:extLst>
                <a:ext uri="{FF2B5EF4-FFF2-40B4-BE49-F238E27FC236}">
                  <a16:creationId xmlns:a16="http://schemas.microsoft.com/office/drawing/2014/main" id="{2AE2932E-1F35-4385-BADB-8E8425C08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61">
              <a:extLst>
                <a:ext uri="{FF2B5EF4-FFF2-40B4-BE49-F238E27FC236}">
                  <a16:creationId xmlns:a16="http://schemas.microsoft.com/office/drawing/2014/main" id="{7C3F2BD8-A61C-4C90-8847-CD8C5B9A41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9" name="Line 62">
              <a:extLst>
                <a:ext uri="{FF2B5EF4-FFF2-40B4-BE49-F238E27FC236}">
                  <a16:creationId xmlns:a16="http://schemas.microsoft.com/office/drawing/2014/main" id="{4C4BA276-F04D-4E65-88DD-C72FF2CB0E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0" name="Line 65">
              <a:extLst>
                <a:ext uri="{FF2B5EF4-FFF2-40B4-BE49-F238E27FC236}">
                  <a16:creationId xmlns:a16="http://schemas.microsoft.com/office/drawing/2014/main" id="{B2375881-A486-4E94-ABE4-C55C755281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5ECF033A-27FB-4833-9749-C6889852A6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67">
              <a:extLst>
                <a:ext uri="{FF2B5EF4-FFF2-40B4-BE49-F238E27FC236}">
                  <a16:creationId xmlns:a16="http://schemas.microsoft.com/office/drawing/2014/main" id="{29505C74-FFB8-48BD-AEBC-5E0FA7263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3" name="Text Box 68">
              <a:extLst>
                <a:ext uri="{FF2B5EF4-FFF2-40B4-BE49-F238E27FC236}">
                  <a16:creationId xmlns:a16="http://schemas.microsoft.com/office/drawing/2014/main" id="{1A0C73DA-0B5A-48CC-B9D2-A567F8FB84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74" name="Text Box 69">
              <a:extLst>
                <a:ext uri="{FF2B5EF4-FFF2-40B4-BE49-F238E27FC236}">
                  <a16:creationId xmlns:a16="http://schemas.microsoft.com/office/drawing/2014/main" id="{86446C50-B1A9-4567-BE97-F108CB80A2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78" name="Text Box 70">
              <a:extLst>
                <a:ext uri="{FF2B5EF4-FFF2-40B4-BE49-F238E27FC236}">
                  <a16:creationId xmlns:a16="http://schemas.microsoft.com/office/drawing/2014/main" id="{39E9CC1E-13E5-4247-A986-F483915F87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82" name="Text Box 71">
              <a:extLst>
                <a:ext uri="{FF2B5EF4-FFF2-40B4-BE49-F238E27FC236}">
                  <a16:creationId xmlns:a16="http://schemas.microsoft.com/office/drawing/2014/main" id="{197A1D8F-7206-4C2C-8E19-7B9DD63018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84" name="Line 73">
              <a:extLst>
                <a:ext uri="{FF2B5EF4-FFF2-40B4-BE49-F238E27FC236}">
                  <a16:creationId xmlns:a16="http://schemas.microsoft.com/office/drawing/2014/main" id="{A9E2CD77-C340-4A2A-99F1-6747BC45C0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Text Box 76">
              <a:extLst>
                <a:ext uri="{FF2B5EF4-FFF2-40B4-BE49-F238E27FC236}">
                  <a16:creationId xmlns:a16="http://schemas.microsoft.com/office/drawing/2014/main" id="{9DF82ECE-57B9-4BE3-A6FD-501F1253B0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8" name="Line 78">
              <a:extLst>
                <a:ext uri="{FF2B5EF4-FFF2-40B4-BE49-F238E27FC236}">
                  <a16:creationId xmlns:a16="http://schemas.microsoft.com/office/drawing/2014/main" id="{4DB55D04-EFAA-41E3-9459-81EC9D1408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9" name="Line 79">
              <a:extLst>
                <a:ext uri="{FF2B5EF4-FFF2-40B4-BE49-F238E27FC236}">
                  <a16:creationId xmlns:a16="http://schemas.microsoft.com/office/drawing/2014/main" id="{07580231-52DC-4D56-A084-AA512298E5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0" name="Forma libre 89">
              <a:extLst>
                <a:ext uri="{FF2B5EF4-FFF2-40B4-BE49-F238E27FC236}">
                  <a16:creationId xmlns:a16="http://schemas.microsoft.com/office/drawing/2014/main" id="{5216904C-4F98-4EAF-A43B-F2EAA05A2541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91" name="Text Box 48">
            <a:extLst>
              <a:ext uri="{FF2B5EF4-FFF2-40B4-BE49-F238E27FC236}">
                <a16:creationId xmlns:a16="http://schemas.microsoft.com/office/drawing/2014/main" id="{03648B99-5674-4332-8912-D4E78CA465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2" name="Text Box 53">
            <a:extLst>
              <a:ext uri="{FF2B5EF4-FFF2-40B4-BE49-F238E27FC236}">
                <a16:creationId xmlns:a16="http://schemas.microsoft.com/office/drawing/2014/main" id="{EDFB288D-AB38-4AAF-A5D0-07EBDFB2F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4" name="Text Box 57">
            <a:extLst>
              <a:ext uri="{FF2B5EF4-FFF2-40B4-BE49-F238E27FC236}">
                <a16:creationId xmlns:a16="http://schemas.microsoft.com/office/drawing/2014/main" id="{4870457D-4F08-4E01-A51D-128917DCF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id="{1E288A9F-F067-43D7-BABF-3ADBB590E0D1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0" name="Line 46">
            <a:extLst>
              <a:ext uri="{FF2B5EF4-FFF2-40B4-BE49-F238E27FC236}">
                <a16:creationId xmlns:a16="http://schemas.microsoft.com/office/drawing/2014/main" id="{9023D566-3432-4EBF-97BC-947CDD30426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10F60A31-64A1-4620-90A7-7BFD9092D7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6" name="Text Box 49">
            <a:extLst>
              <a:ext uri="{FF2B5EF4-FFF2-40B4-BE49-F238E27FC236}">
                <a16:creationId xmlns:a16="http://schemas.microsoft.com/office/drawing/2014/main" id="{D5708042-0200-4B1A-A0E1-A28DDF1BE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110" name="Line 52">
            <a:extLst>
              <a:ext uri="{FF2B5EF4-FFF2-40B4-BE49-F238E27FC236}">
                <a16:creationId xmlns:a16="http://schemas.microsoft.com/office/drawing/2014/main" id="{4B6515E6-95C8-471E-98B6-28CA3922F0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1" name="Line 56">
            <a:extLst>
              <a:ext uri="{FF2B5EF4-FFF2-40B4-BE49-F238E27FC236}">
                <a16:creationId xmlns:a16="http://schemas.microsoft.com/office/drawing/2014/main" id="{66B0D14E-7FCC-41EF-B052-764AE3E712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2" name="Line 60">
            <a:extLst>
              <a:ext uri="{FF2B5EF4-FFF2-40B4-BE49-F238E27FC236}">
                <a16:creationId xmlns:a16="http://schemas.microsoft.com/office/drawing/2014/main" id="{CEC56362-D60B-4D86-91D6-AE13D671A7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3" name="Text Box 61">
            <a:extLst>
              <a:ext uri="{FF2B5EF4-FFF2-40B4-BE49-F238E27FC236}">
                <a16:creationId xmlns:a16="http://schemas.microsoft.com/office/drawing/2014/main" id="{612E56CB-FE8E-4A3C-BEB9-C1E076869E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114" name="Text Box 62">
            <a:extLst>
              <a:ext uri="{FF2B5EF4-FFF2-40B4-BE49-F238E27FC236}">
                <a16:creationId xmlns:a16="http://schemas.microsoft.com/office/drawing/2014/main" id="{8DE57879-22DB-4595-A4AF-78B88F8F2A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4281CF66-6A4F-4B29-86DD-DF3809F070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119" name="Text Box 64">
            <a:extLst>
              <a:ext uri="{FF2B5EF4-FFF2-40B4-BE49-F238E27FC236}">
                <a16:creationId xmlns:a16="http://schemas.microsoft.com/office/drawing/2014/main" id="{B6A9D75B-60E9-4488-B6B8-21A79E66E4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120" name="Line 71">
            <a:extLst>
              <a:ext uri="{FF2B5EF4-FFF2-40B4-BE49-F238E27FC236}">
                <a16:creationId xmlns:a16="http://schemas.microsoft.com/office/drawing/2014/main" id="{A8D6BE0F-C022-4378-A367-E49BCE31464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1" name="Text Box 72">
            <a:extLst>
              <a:ext uri="{FF2B5EF4-FFF2-40B4-BE49-F238E27FC236}">
                <a16:creationId xmlns:a16="http://schemas.microsoft.com/office/drawing/2014/main" id="{0D05721D-42DA-403F-956E-F9FC9F4D2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122" name="Text Box 144">
            <a:extLst>
              <a:ext uri="{FF2B5EF4-FFF2-40B4-BE49-F238E27FC236}">
                <a16:creationId xmlns:a16="http://schemas.microsoft.com/office/drawing/2014/main" id="{1D0F88FA-C7D2-49F9-AE58-1E2328206A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123" name="Line 51">
            <a:extLst>
              <a:ext uri="{FF2B5EF4-FFF2-40B4-BE49-F238E27FC236}">
                <a16:creationId xmlns:a16="http://schemas.microsoft.com/office/drawing/2014/main" id="{8775C1FB-CEC9-49FC-9FE1-F7C8C14E0E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4" name="Line 55">
            <a:extLst>
              <a:ext uri="{FF2B5EF4-FFF2-40B4-BE49-F238E27FC236}">
                <a16:creationId xmlns:a16="http://schemas.microsoft.com/office/drawing/2014/main" id="{89EB4387-509F-4664-93A3-F24F40AFAF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5" name="Line 70">
            <a:extLst>
              <a:ext uri="{FF2B5EF4-FFF2-40B4-BE49-F238E27FC236}">
                <a16:creationId xmlns:a16="http://schemas.microsoft.com/office/drawing/2014/main" id="{B7EE960D-0C95-4CFD-AD8F-D622F42FF51F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6" name="Line 59">
            <a:extLst>
              <a:ext uri="{FF2B5EF4-FFF2-40B4-BE49-F238E27FC236}">
                <a16:creationId xmlns:a16="http://schemas.microsoft.com/office/drawing/2014/main" id="{FDA3A0E7-8F65-435C-BDA1-ABC8F419E82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65250" name="Grupo 126">
            <a:extLst>
              <a:ext uri="{FF2B5EF4-FFF2-40B4-BE49-F238E27FC236}">
                <a16:creationId xmlns:a16="http://schemas.microsoft.com/office/drawing/2014/main" id="{27C5F481-34D9-4075-B7B1-13E6457F939C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31" name="Text Box 48">
              <a:extLst>
                <a:ext uri="{FF2B5EF4-FFF2-40B4-BE49-F238E27FC236}">
                  <a16:creationId xmlns:a16="http://schemas.microsoft.com/office/drawing/2014/main" id="{09354C3D-0C6A-4A6E-9DD4-3929F7B487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75D2B4C4-B189-4F10-B89E-B5EBF2044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3" name="Forma libre 132">
              <a:extLst>
                <a:ext uri="{FF2B5EF4-FFF2-40B4-BE49-F238E27FC236}">
                  <a16:creationId xmlns:a16="http://schemas.microsoft.com/office/drawing/2014/main" id="{F04D2413-2916-4F4B-AAEE-181508D91586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34" name="Line 46">
              <a:extLst>
                <a:ext uri="{FF2B5EF4-FFF2-40B4-BE49-F238E27FC236}">
                  <a16:creationId xmlns:a16="http://schemas.microsoft.com/office/drawing/2014/main" id="{4CF69BD5-EF05-42B6-A733-301E496442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7">
              <a:extLst>
                <a:ext uri="{FF2B5EF4-FFF2-40B4-BE49-F238E27FC236}">
                  <a16:creationId xmlns:a16="http://schemas.microsoft.com/office/drawing/2014/main" id="{FB54FC08-1D8D-4B2D-B1B0-1B991A295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E4B434F6-0DBB-4656-97C0-381C6919E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7191A511-F2B1-4C8F-A408-2D49527BF4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D507BFB6-0FFF-4E00-B761-D7154C49F0E1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9" name="Text Box 50">
            <a:extLst>
              <a:ext uri="{FF2B5EF4-FFF2-40B4-BE49-F238E27FC236}">
                <a16:creationId xmlns:a16="http://schemas.microsoft.com/office/drawing/2014/main" id="{5B5225A9-FB6B-465B-9313-144124DD2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140" name="Forma libre 139">
            <a:extLst>
              <a:ext uri="{FF2B5EF4-FFF2-40B4-BE49-F238E27FC236}">
                <a16:creationId xmlns:a16="http://schemas.microsoft.com/office/drawing/2014/main" id="{B23A03AD-3840-4D2E-848A-C9359093F95A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2" name="Forma libre 141">
            <a:extLst>
              <a:ext uri="{FF2B5EF4-FFF2-40B4-BE49-F238E27FC236}">
                <a16:creationId xmlns:a16="http://schemas.microsoft.com/office/drawing/2014/main" id="{A54B313A-2684-462E-91E7-CC6B4570916A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" name="Forma libre 142">
            <a:extLst>
              <a:ext uri="{FF2B5EF4-FFF2-40B4-BE49-F238E27FC236}">
                <a16:creationId xmlns:a16="http://schemas.microsoft.com/office/drawing/2014/main" id="{81F9DDD0-F6A3-471D-B620-2E0C9BBE94C7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20079F89-F742-4545-BA0C-0D8E77953A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45" name="Text Box 50">
            <a:extLst>
              <a:ext uri="{FF2B5EF4-FFF2-40B4-BE49-F238E27FC236}">
                <a16:creationId xmlns:a16="http://schemas.microsoft.com/office/drawing/2014/main" id="{F6C618AB-A14D-437A-82D2-038EEE7EF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146" name="Forma libre 145">
            <a:extLst>
              <a:ext uri="{FF2B5EF4-FFF2-40B4-BE49-F238E27FC236}">
                <a16:creationId xmlns:a16="http://schemas.microsoft.com/office/drawing/2014/main" id="{A4DC9285-04D5-4C94-93EC-2464DEB24062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" name="Forma libre 146">
            <a:extLst>
              <a:ext uri="{FF2B5EF4-FFF2-40B4-BE49-F238E27FC236}">
                <a16:creationId xmlns:a16="http://schemas.microsoft.com/office/drawing/2014/main" id="{D355DF0F-869D-40C8-BB7F-107A8590E62C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8" name="Forma libre 147">
            <a:extLst>
              <a:ext uri="{FF2B5EF4-FFF2-40B4-BE49-F238E27FC236}">
                <a16:creationId xmlns:a16="http://schemas.microsoft.com/office/drawing/2014/main" id="{9641BA1A-182A-4244-967C-2E01860E04AB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5261" name="Grupo 148">
            <a:extLst>
              <a:ext uri="{FF2B5EF4-FFF2-40B4-BE49-F238E27FC236}">
                <a16:creationId xmlns:a16="http://schemas.microsoft.com/office/drawing/2014/main" id="{EB0C83D1-573B-46EF-A222-80D77C4ED9C7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150" name="Text Box 49">
              <a:extLst>
                <a:ext uri="{FF2B5EF4-FFF2-40B4-BE49-F238E27FC236}">
                  <a16:creationId xmlns:a16="http://schemas.microsoft.com/office/drawing/2014/main" id="{225201CC-AE63-48B4-BAF8-CB1B2B2496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47">
              <a:extLst>
                <a:ext uri="{FF2B5EF4-FFF2-40B4-BE49-F238E27FC236}">
                  <a16:creationId xmlns:a16="http://schemas.microsoft.com/office/drawing/2014/main" id="{C7918F6B-27F1-4FE6-9A63-FD4B660E6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Rectangle 43">
              <a:extLst>
                <a:ext uri="{FF2B5EF4-FFF2-40B4-BE49-F238E27FC236}">
                  <a16:creationId xmlns:a16="http://schemas.microsoft.com/office/drawing/2014/main" id="{13699A09-610F-4B64-8EEF-84F712B78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4">
              <a:extLst>
                <a:ext uri="{FF2B5EF4-FFF2-40B4-BE49-F238E27FC236}">
                  <a16:creationId xmlns:a16="http://schemas.microsoft.com/office/drawing/2014/main" id="{04B4D8DA-A554-4782-9982-D5BEDB5D9F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Line 46">
              <a:extLst>
                <a:ext uri="{FF2B5EF4-FFF2-40B4-BE49-F238E27FC236}">
                  <a16:creationId xmlns:a16="http://schemas.microsoft.com/office/drawing/2014/main" id="{CD8921C3-A416-4A14-A02D-36E941D528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Text Box 47">
              <a:extLst>
                <a:ext uri="{FF2B5EF4-FFF2-40B4-BE49-F238E27FC236}">
                  <a16:creationId xmlns:a16="http://schemas.microsoft.com/office/drawing/2014/main" id="{983DFF36-374B-4461-8E53-A13FD66380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3" name="Line 48">
              <a:extLst>
                <a:ext uri="{FF2B5EF4-FFF2-40B4-BE49-F238E27FC236}">
                  <a16:creationId xmlns:a16="http://schemas.microsoft.com/office/drawing/2014/main" id="{22310F39-77A1-48CC-92BF-6A586CD334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Line 44">
              <a:extLst>
                <a:ext uri="{FF2B5EF4-FFF2-40B4-BE49-F238E27FC236}">
                  <a16:creationId xmlns:a16="http://schemas.microsoft.com/office/drawing/2014/main" id="{0DEEF0E4-F1D2-4DAD-A036-75C9AE602E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987AC481-2844-4700-A976-B00FDF923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Forma libre 165">
              <a:extLst>
                <a:ext uri="{FF2B5EF4-FFF2-40B4-BE49-F238E27FC236}">
                  <a16:creationId xmlns:a16="http://schemas.microsoft.com/office/drawing/2014/main" id="{26186471-5C92-4890-BA69-474C9EC7D045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67" name="Text Box 47">
              <a:extLst>
                <a:ext uri="{FF2B5EF4-FFF2-40B4-BE49-F238E27FC236}">
                  <a16:creationId xmlns:a16="http://schemas.microsoft.com/office/drawing/2014/main" id="{CE072937-D13E-48CC-B962-DF3F89F1DC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68" name="Line 45">
              <a:extLst>
                <a:ext uri="{FF2B5EF4-FFF2-40B4-BE49-F238E27FC236}">
                  <a16:creationId xmlns:a16="http://schemas.microsoft.com/office/drawing/2014/main" id="{974A6EAC-F515-4295-8087-FE1C91EA02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9" name="Forma libre 168">
            <a:extLst>
              <a:ext uri="{FF2B5EF4-FFF2-40B4-BE49-F238E27FC236}">
                <a16:creationId xmlns:a16="http://schemas.microsoft.com/office/drawing/2014/main" id="{0345C0A6-1735-4980-97BB-A5B147B688D8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BE127D1D-D6A1-42D7-8EC4-635DEE859D94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E2672443-A5FE-44DF-AB54-328CA0A06705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2" name="Elipse 171">
            <a:extLst>
              <a:ext uri="{FF2B5EF4-FFF2-40B4-BE49-F238E27FC236}">
                <a16:creationId xmlns:a16="http://schemas.microsoft.com/office/drawing/2014/main" id="{A1711E6F-FFE6-4623-B3D6-C12978B5E8E9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" name="Line 18">
            <a:extLst>
              <a:ext uri="{FF2B5EF4-FFF2-40B4-BE49-F238E27FC236}">
                <a16:creationId xmlns:a16="http://schemas.microsoft.com/office/drawing/2014/main" id="{88BE9A9E-D2F3-406F-BD04-A3680B41C768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4" name="Line 56">
            <a:extLst>
              <a:ext uri="{FF2B5EF4-FFF2-40B4-BE49-F238E27FC236}">
                <a16:creationId xmlns:a16="http://schemas.microsoft.com/office/drawing/2014/main" id="{AB291A46-C4C7-4D0F-A05A-96D2766796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5" name="Forma libre 174">
            <a:extLst>
              <a:ext uri="{FF2B5EF4-FFF2-40B4-BE49-F238E27FC236}">
                <a16:creationId xmlns:a16="http://schemas.microsoft.com/office/drawing/2014/main" id="{87CB0663-34E1-4809-88BE-6D27EAAEE72F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5269" name="Grupo 175">
            <a:extLst>
              <a:ext uri="{FF2B5EF4-FFF2-40B4-BE49-F238E27FC236}">
                <a16:creationId xmlns:a16="http://schemas.microsoft.com/office/drawing/2014/main" id="{838C19FA-B86B-40FD-8BF3-40A45F17B08A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177" name="Text Box 48">
              <a:extLst>
                <a:ext uri="{FF2B5EF4-FFF2-40B4-BE49-F238E27FC236}">
                  <a16:creationId xmlns:a16="http://schemas.microsoft.com/office/drawing/2014/main" id="{7463B1CA-C301-4C8B-9CDD-DC6834104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8" name="Text Box 57">
              <a:extLst>
                <a:ext uri="{FF2B5EF4-FFF2-40B4-BE49-F238E27FC236}">
                  <a16:creationId xmlns:a16="http://schemas.microsoft.com/office/drawing/2014/main" id="{4880346E-179E-4048-8041-6D41CF92E2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9" name="Text Box 53">
              <a:extLst>
                <a:ext uri="{FF2B5EF4-FFF2-40B4-BE49-F238E27FC236}">
                  <a16:creationId xmlns:a16="http://schemas.microsoft.com/office/drawing/2014/main" id="{511A2A65-F437-4999-AB9F-6E7A8F2D43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5CFC7A45-A2E9-4457-A862-798C5D1AF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47">
              <a:extLst>
                <a:ext uri="{FF2B5EF4-FFF2-40B4-BE49-F238E27FC236}">
                  <a16:creationId xmlns:a16="http://schemas.microsoft.com/office/drawing/2014/main" id="{7C37F701-B8BB-4C18-9A4D-6F76A25202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7499919A-C616-407D-9135-51E8AB4FEB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52">
              <a:extLst>
                <a:ext uri="{FF2B5EF4-FFF2-40B4-BE49-F238E27FC236}">
                  <a16:creationId xmlns:a16="http://schemas.microsoft.com/office/drawing/2014/main" id="{C3906BF2-24FF-4C07-BE3C-C2192B71DF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56">
              <a:extLst>
                <a:ext uri="{FF2B5EF4-FFF2-40B4-BE49-F238E27FC236}">
                  <a16:creationId xmlns:a16="http://schemas.microsoft.com/office/drawing/2014/main" id="{D22FCE6D-7705-4824-8E6E-BA1177BA84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Line 55">
              <a:extLst>
                <a:ext uri="{FF2B5EF4-FFF2-40B4-BE49-F238E27FC236}">
                  <a16:creationId xmlns:a16="http://schemas.microsoft.com/office/drawing/2014/main" id="{523970F7-C788-4FAF-B596-F19BF038B8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6" name="Line 51">
              <a:extLst>
                <a:ext uri="{FF2B5EF4-FFF2-40B4-BE49-F238E27FC236}">
                  <a16:creationId xmlns:a16="http://schemas.microsoft.com/office/drawing/2014/main" id="{F005A812-99D7-470A-955D-3BD15B841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7" name="Line 46">
              <a:extLst>
                <a:ext uri="{FF2B5EF4-FFF2-40B4-BE49-F238E27FC236}">
                  <a16:creationId xmlns:a16="http://schemas.microsoft.com/office/drawing/2014/main" id="{9F85D822-E92A-4546-9ACD-A457FD1625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4739353A-1CB1-4063-BA44-47EC244D0F5E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Forma libre 188">
            <a:extLst>
              <a:ext uri="{FF2B5EF4-FFF2-40B4-BE49-F238E27FC236}">
                <a16:creationId xmlns:a16="http://schemas.microsoft.com/office/drawing/2014/main" id="{C2038F9D-3200-4B26-BA0A-17860E3D473E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Forma libre 189">
            <a:extLst>
              <a:ext uri="{FF2B5EF4-FFF2-40B4-BE49-F238E27FC236}">
                <a16:creationId xmlns:a16="http://schemas.microsoft.com/office/drawing/2014/main" id="{238F111D-FD64-4FED-A86C-4ED1E8AC16B5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5273" name="Grupo 190">
            <a:extLst>
              <a:ext uri="{FF2B5EF4-FFF2-40B4-BE49-F238E27FC236}">
                <a16:creationId xmlns:a16="http://schemas.microsoft.com/office/drawing/2014/main" id="{3ADED732-1BAD-43E7-B05B-94833752964B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92" name="Text Box 49">
              <a:extLst>
                <a:ext uri="{FF2B5EF4-FFF2-40B4-BE49-F238E27FC236}">
                  <a16:creationId xmlns:a16="http://schemas.microsoft.com/office/drawing/2014/main" id="{A7EEE74E-8009-4546-BF1C-409CEE298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3D8A325C-1842-493F-887C-92CD393E72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4" name="Rectangle 43">
              <a:extLst>
                <a:ext uri="{FF2B5EF4-FFF2-40B4-BE49-F238E27FC236}">
                  <a16:creationId xmlns:a16="http://schemas.microsoft.com/office/drawing/2014/main" id="{55FB6848-1725-4D8F-82D2-8A083DA93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5" name="Line 44">
              <a:extLst>
                <a:ext uri="{FF2B5EF4-FFF2-40B4-BE49-F238E27FC236}">
                  <a16:creationId xmlns:a16="http://schemas.microsoft.com/office/drawing/2014/main" id="{C215495C-44E0-4AB1-B263-6904534BE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6">
              <a:extLst>
                <a:ext uri="{FF2B5EF4-FFF2-40B4-BE49-F238E27FC236}">
                  <a16:creationId xmlns:a16="http://schemas.microsoft.com/office/drawing/2014/main" id="{1334F602-2812-4967-8B8E-148F40E108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Line 48">
              <a:extLst>
                <a:ext uri="{FF2B5EF4-FFF2-40B4-BE49-F238E27FC236}">
                  <a16:creationId xmlns:a16="http://schemas.microsoft.com/office/drawing/2014/main" id="{B6201377-F270-4BC1-BE32-3265B2986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8" name="Text Box 53">
              <a:extLst>
                <a:ext uri="{FF2B5EF4-FFF2-40B4-BE49-F238E27FC236}">
                  <a16:creationId xmlns:a16="http://schemas.microsoft.com/office/drawing/2014/main" id="{A84B7BDA-6476-4D8C-A324-4354E661DC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99" name="Forma libre 198">
              <a:extLst>
                <a:ext uri="{FF2B5EF4-FFF2-40B4-BE49-F238E27FC236}">
                  <a16:creationId xmlns:a16="http://schemas.microsoft.com/office/drawing/2014/main" id="{BAB883DB-A80F-4145-ADF7-80BBB9B48252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00" name="Line 45">
              <a:extLst>
                <a:ext uri="{FF2B5EF4-FFF2-40B4-BE49-F238E27FC236}">
                  <a16:creationId xmlns:a16="http://schemas.microsoft.com/office/drawing/2014/main" id="{09E0CBB4-5123-4727-8273-7DC928DB62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65274" name="Grupo 200">
            <a:extLst>
              <a:ext uri="{FF2B5EF4-FFF2-40B4-BE49-F238E27FC236}">
                <a16:creationId xmlns:a16="http://schemas.microsoft.com/office/drawing/2014/main" id="{39F50812-E9CD-47AB-9CA7-A13582A52895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02" name="Text Box 48">
              <a:extLst>
                <a:ext uri="{FF2B5EF4-FFF2-40B4-BE49-F238E27FC236}">
                  <a16:creationId xmlns:a16="http://schemas.microsoft.com/office/drawing/2014/main" id="{F33533EF-32DB-4EB5-8C50-03D2C0803B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3" name="Text Box 57">
              <a:extLst>
                <a:ext uri="{FF2B5EF4-FFF2-40B4-BE49-F238E27FC236}">
                  <a16:creationId xmlns:a16="http://schemas.microsoft.com/office/drawing/2014/main" id="{D45DB892-0AF4-40DE-BDA1-08CE120AD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4" name="Text Box 53">
              <a:extLst>
                <a:ext uri="{FF2B5EF4-FFF2-40B4-BE49-F238E27FC236}">
                  <a16:creationId xmlns:a16="http://schemas.microsoft.com/office/drawing/2014/main" id="{D5199FC8-C3B7-4F08-9E4D-64D87E1F88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Freeform 44">
              <a:extLst>
                <a:ext uri="{FF2B5EF4-FFF2-40B4-BE49-F238E27FC236}">
                  <a16:creationId xmlns:a16="http://schemas.microsoft.com/office/drawing/2014/main" id="{50FBC729-7713-4A26-BC43-D4B1F2AA8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6" name="Line 47">
              <a:extLst>
                <a:ext uri="{FF2B5EF4-FFF2-40B4-BE49-F238E27FC236}">
                  <a16:creationId xmlns:a16="http://schemas.microsoft.com/office/drawing/2014/main" id="{4D288573-7708-430E-B925-F65BDF8C66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Text Box 49">
              <a:extLst>
                <a:ext uri="{FF2B5EF4-FFF2-40B4-BE49-F238E27FC236}">
                  <a16:creationId xmlns:a16="http://schemas.microsoft.com/office/drawing/2014/main" id="{C7CF19D0-2AF2-40FE-A9C3-D00CA7978A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52">
              <a:extLst>
                <a:ext uri="{FF2B5EF4-FFF2-40B4-BE49-F238E27FC236}">
                  <a16:creationId xmlns:a16="http://schemas.microsoft.com/office/drawing/2014/main" id="{EA2D686D-E238-43A0-9C7B-187EC3952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56">
              <a:extLst>
                <a:ext uri="{FF2B5EF4-FFF2-40B4-BE49-F238E27FC236}">
                  <a16:creationId xmlns:a16="http://schemas.microsoft.com/office/drawing/2014/main" id="{F7C30870-C9AA-49BC-B238-05B1332F01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6">
              <a:extLst>
                <a:ext uri="{FF2B5EF4-FFF2-40B4-BE49-F238E27FC236}">
                  <a16:creationId xmlns:a16="http://schemas.microsoft.com/office/drawing/2014/main" id="{56160A48-139B-4395-91D2-0B61647021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Line 55">
              <a:extLst>
                <a:ext uri="{FF2B5EF4-FFF2-40B4-BE49-F238E27FC236}">
                  <a16:creationId xmlns:a16="http://schemas.microsoft.com/office/drawing/2014/main" id="{7CFD56BC-47A8-489B-9CB9-FD6ACE44A8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Line 51">
              <a:extLst>
                <a:ext uri="{FF2B5EF4-FFF2-40B4-BE49-F238E27FC236}">
                  <a16:creationId xmlns:a16="http://schemas.microsoft.com/office/drawing/2014/main" id="{A35F44A0-D822-4352-A9CA-F1C9EA5D63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13" name="Forma libre 212">
            <a:extLst>
              <a:ext uri="{FF2B5EF4-FFF2-40B4-BE49-F238E27FC236}">
                <a16:creationId xmlns:a16="http://schemas.microsoft.com/office/drawing/2014/main" id="{066CAF2F-5AB9-4F51-A725-FE89BE2655F7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4" name="Text Box 46">
            <a:extLst>
              <a:ext uri="{FF2B5EF4-FFF2-40B4-BE49-F238E27FC236}">
                <a16:creationId xmlns:a16="http://schemas.microsoft.com/office/drawing/2014/main" id="{77330E83-0F07-4DAB-9BA4-BE40C4566B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5" name="Elipse 214">
            <a:extLst>
              <a:ext uri="{FF2B5EF4-FFF2-40B4-BE49-F238E27FC236}">
                <a16:creationId xmlns:a16="http://schemas.microsoft.com/office/drawing/2014/main" id="{3DAF8A5E-617C-4429-A9D2-228074FFAFAF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5278" name="Grupo 239">
            <a:extLst>
              <a:ext uri="{FF2B5EF4-FFF2-40B4-BE49-F238E27FC236}">
                <a16:creationId xmlns:a16="http://schemas.microsoft.com/office/drawing/2014/main" id="{399422DC-D6D7-46F9-9195-562A1903A92C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244" name="Rectangle 42">
              <a:extLst>
                <a:ext uri="{FF2B5EF4-FFF2-40B4-BE49-F238E27FC236}">
                  <a16:creationId xmlns:a16="http://schemas.microsoft.com/office/drawing/2014/main" id="{742D7309-DBDD-4FCF-A3E8-FBF834FFC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44">
              <a:extLst>
                <a:ext uri="{FF2B5EF4-FFF2-40B4-BE49-F238E27FC236}">
                  <a16:creationId xmlns:a16="http://schemas.microsoft.com/office/drawing/2014/main" id="{27E6B092-CE93-4A44-A996-90D6FEC5C6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45">
              <a:extLst>
                <a:ext uri="{FF2B5EF4-FFF2-40B4-BE49-F238E27FC236}">
                  <a16:creationId xmlns:a16="http://schemas.microsoft.com/office/drawing/2014/main" id="{9ECB5A37-5554-4C59-98C5-A888F2DBEE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46">
              <a:extLst>
                <a:ext uri="{FF2B5EF4-FFF2-40B4-BE49-F238E27FC236}">
                  <a16:creationId xmlns:a16="http://schemas.microsoft.com/office/drawing/2014/main" id="{CD1B2889-EAA3-4330-AF52-0A8732C8DE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Line 48">
              <a:extLst>
                <a:ext uri="{FF2B5EF4-FFF2-40B4-BE49-F238E27FC236}">
                  <a16:creationId xmlns:a16="http://schemas.microsoft.com/office/drawing/2014/main" id="{FC971008-A8ED-4435-8154-AD6FA7B16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9">
              <a:extLst>
                <a:ext uri="{FF2B5EF4-FFF2-40B4-BE49-F238E27FC236}">
                  <a16:creationId xmlns:a16="http://schemas.microsoft.com/office/drawing/2014/main" id="{3DC4CD60-1833-4A7B-A6BD-1B3A3A6BE5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Text Box 50">
              <a:extLst>
                <a:ext uri="{FF2B5EF4-FFF2-40B4-BE49-F238E27FC236}">
                  <a16:creationId xmlns:a16="http://schemas.microsoft.com/office/drawing/2014/main" id="{9CFAB78C-39AD-44D5-95A7-566CE61B7D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1" name="Text Box 51">
              <a:extLst>
                <a:ext uri="{FF2B5EF4-FFF2-40B4-BE49-F238E27FC236}">
                  <a16:creationId xmlns:a16="http://schemas.microsoft.com/office/drawing/2014/main" id="{AF91458F-9755-4229-99D0-77E1A6207B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52" name="Text Box 52">
              <a:extLst>
                <a:ext uri="{FF2B5EF4-FFF2-40B4-BE49-F238E27FC236}">
                  <a16:creationId xmlns:a16="http://schemas.microsoft.com/office/drawing/2014/main" id="{BB176347-7356-4671-8475-D86EE3679F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Text Box 53">
              <a:extLst>
                <a:ext uri="{FF2B5EF4-FFF2-40B4-BE49-F238E27FC236}">
                  <a16:creationId xmlns:a16="http://schemas.microsoft.com/office/drawing/2014/main" id="{E7F6149A-A0FE-446C-B122-BD2A9D0344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254" name="Forma libre 253">
            <a:extLst>
              <a:ext uri="{FF2B5EF4-FFF2-40B4-BE49-F238E27FC236}">
                <a16:creationId xmlns:a16="http://schemas.microsoft.com/office/drawing/2014/main" id="{C10AEC8A-6545-4450-BFDB-6816818A8948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5280" name="Grupo 254">
            <a:extLst>
              <a:ext uri="{FF2B5EF4-FFF2-40B4-BE49-F238E27FC236}">
                <a16:creationId xmlns:a16="http://schemas.microsoft.com/office/drawing/2014/main" id="{9ACFC4BC-71A4-4DDC-9740-8BEE312FC7A1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256" name="Text Box 49">
              <a:extLst>
                <a:ext uri="{FF2B5EF4-FFF2-40B4-BE49-F238E27FC236}">
                  <a16:creationId xmlns:a16="http://schemas.microsoft.com/office/drawing/2014/main" id="{99523499-0023-4A55-A9CF-66E14A8EB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7" name="Text Box 47">
              <a:extLst>
                <a:ext uri="{FF2B5EF4-FFF2-40B4-BE49-F238E27FC236}">
                  <a16:creationId xmlns:a16="http://schemas.microsoft.com/office/drawing/2014/main" id="{37C1CA03-A7F0-48E2-8D03-0536384783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8" name="Text Box 47">
              <a:extLst>
                <a:ext uri="{FF2B5EF4-FFF2-40B4-BE49-F238E27FC236}">
                  <a16:creationId xmlns:a16="http://schemas.microsoft.com/office/drawing/2014/main" id="{541CEF5A-EE7F-40ED-B10E-35B0DE1CC5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Rectangle 43">
              <a:extLst>
                <a:ext uri="{FF2B5EF4-FFF2-40B4-BE49-F238E27FC236}">
                  <a16:creationId xmlns:a16="http://schemas.microsoft.com/office/drawing/2014/main" id="{A683DC04-B799-4EFA-A617-BB7A382DA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AB50905F-A4A1-4FC9-ADF3-FFDF9248E8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1" name="Line 46">
              <a:extLst>
                <a:ext uri="{FF2B5EF4-FFF2-40B4-BE49-F238E27FC236}">
                  <a16:creationId xmlns:a16="http://schemas.microsoft.com/office/drawing/2014/main" id="{DFF2CBE2-3C19-47D5-9236-DCAAB70770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2" name="Line 48">
              <a:extLst>
                <a:ext uri="{FF2B5EF4-FFF2-40B4-BE49-F238E27FC236}">
                  <a16:creationId xmlns:a16="http://schemas.microsoft.com/office/drawing/2014/main" id="{39BD0728-7BD2-492C-B244-08F241E3D1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3" name="Line 46">
              <a:extLst>
                <a:ext uri="{FF2B5EF4-FFF2-40B4-BE49-F238E27FC236}">
                  <a16:creationId xmlns:a16="http://schemas.microsoft.com/office/drawing/2014/main" id="{0AFED3E3-219C-414F-BF8B-DA0383CEEC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4" name="Forma libre 263">
              <a:extLst>
                <a:ext uri="{FF2B5EF4-FFF2-40B4-BE49-F238E27FC236}">
                  <a16:creationId xmlns:a16="http://schemas.microsoft.com/office/drawing/2014/main" id="{A5AD2BFE-ACAB-46D2-A0D7-966BC4C3C7EA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5" name="Text Box 47">
              <a:extLst>
                <a:ext uri="{FF2B5EF4-FFF2-40B4-BE49-F238E27FC236}">
                  <a16:creationId xmlns:a16="http://schemas.microsoft.com/office/drawing/2014/main" id="{C057336B-50AD-475C-AD63-AAC9F7B744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66" name="Line 44">
              <a:extLst>
                <a:ext uri="{FF2B5EF4-FFF2-40B4-BE49-F238E27FC236}">
                  <a16:creationId xmlns:a16="http://schemas.microsoft.com/office/drawing/2014/main" id="{9066E985-8FA3-40B4-BD64-AB53F18BC9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44">
              <a:extLst>
                <a:ext uri="{FF2B5EF4-FFF2-40B4-BE49-F238E27FC236}">
                  <a16:creationId xmlns:a16="http://schemas.microsoft.com/office/drawing/2014/main" id="{5B93B747-639E-4D9E-9724-CEF7DBF335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68" name="Forma libre 267">
            <a:extLst>
              <a:ext uri="{FF2B5EF4-FFF2-40B4-BE49-F238E27FC236}">
                <a16:creationId xmlns:a16="http://schemas.microsoft.com/office/drawing/2014/main" id="{2955A561-5A5D-462A-ABBE-2D859621CE9F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" name="Line 18">
            <a:extLst>
              <a:ext uri="{FF2B5EF4-FFF2-40B4-BE49-F238E27FC236}">
                <a16:creationId xmlns:a16="http://schemas.microsoft.com/office/drawing/2014/main" id="{CF3C13D2-B069-4C29-8823-6AE7A279D5BE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0" name="Elipse 269">
            <a:extLst>
              <a:ext uri="{FF2B5EF4-FFF2-40B4-BE49-F238E27FC236}">
                <a16:creationId xmlns:a16="http://schemas.microsoft.com/office/drawing/2014/main" id="{DF1EE2CB-D78D-45EC-A7AC-F0F760B803CB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5284" name="Grupo 270">
            <a:extLst>
              <a:ext uri="{FF2B5EF4-FFF2-40B4-BE49-F238E27FC236}">
                <a16:creationId xmlns:a16="http://schemas.microsoft.com/office/drawing/2014/main" id="{552A0509-4FB9-432C-97E7-933F89778982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272" name="Text Box 49">
              <a:extLst>
                <a:ext uri="{FF2B5EF4-FFF2-40B4-BE49-F238E27FC236}">
                  <a16:creationId xmlns:a16="http://schemas.microsoft.com/office/drawing/2014/main" id="{4E9630DD-63A6-4866-A17E-2E5E0EE5D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3" name="Rectangle 43">
              <a:extLst>
                <a:ext uri="{FF2B5EF4-FFF2-40B4-BE49-F238E27FC236}">
                  <a16:creationId xmlns:a16="http://schemas.microsoft.com/office/drawing/2014/main" id="{04AB3F35-D7F4-4C2C-A717-3F934855E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4" name="Line 44">
              <a:extLst>
                <a:ext uri="{FF2B5EF4-FFF2-40B4-BE49-F238E27FC236}">
                  <a16:creationId xmlns:a16="http://schemas.microsoft.com/office/drawing/2014/main" id="{A9FE1CC9-D072-4136-A5FA-AE84E73FEB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5" name="Line 46">
              <a:extLst>
                <a:ext uri="{FF2B5EF4-FFF2-40B4-BE49-F238E27FC236}">
                  <a16:creationId xmlns:a16="http://schemas.microsoft.com/office/drawing/2014/main" id="{1C086A7E-F562-4C2E-A124-4E9A24BFDB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6" name="Text Box 47">
              <a:extLst>
                <a:ext uri="{FF2B5EF4-FFF2-40B4-BE49-F238E27FC236}">
                  <a16:creationId xmlns:a16="http://schemas.microsoft.com/office/drawing/2014/main" id="{BD383DE3-C67C-4455-B0F7-3E93B93AB8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7" name="Line 48">
              <a:extLst>
                <a:ext uri="{FF2B5EF4-FFF2-40B4-BE49-F238E27FC236}">
                  <a16:creationId xmlns:a16="http://schemas.microsoft.com/office/drawing/2014/main" id="{E7A2D4FA-CB5A-48AC-ADB1-1439EABB40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8" name="Line 44">
              <a:extLst>
                <a:ext uri="{FF2B5EF4-FFF2-40B4-BE49-F238E27FC236}">
                  <a16:creationId xmlns:a16="http://schemas.microsoft.com/office/drawing/2014/main" id="{2EF8BC64-5E40-4791-85E0-7297B17A4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46">
              <a:extLst>
                <a:ext uri="{FF2B5EF4-FFF2-40B4-BE49-F238E27FC236}">
                  <a16:creationId xmlns:a16="http://schemas.microsoft.com/office/drawing/2014/main" id="{DC8C869B-CA8C-4050-9394-CF9F28B2AD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47">
              <a:extLst>
                <a:ext uri="{FF2B5EF4-FFF2-40B4-BE49-F238E27FC236}">
                  <a16:creationId xmlns:a16="http://schemas.microsoft.com/office/drawing/2014/main" id="{D4A29383-227F-4260-98D8-B0B25B416E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FC0B5D56-392E-47DA-9C98-9A7A99DCC05C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82" name="Text Box 47">
              <a:extLst>
                <a:ext uri="{FF2B5EF4-FFF2-40B4-BE49-F238E27FC236}">
                  <a16:creationId xmlns:a16="http://schemas.microsoft.com/office/drawing/2014/main" id="{8064446C-3A64-4FF6-9241-B27A5D9582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283" name="Line 46">
              <a:extLst>
                <a:ext uri="{FF2B5EF4-FFF2-40B4-BE49-F238E27FC236}">
                  <a16:creationId xmlns:a16="http://schemas.microsoft.com/office/drawing/2014/main" id="{7F00238C-9493-40A1-AB10-4D4B07D3B7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4" name="Text Box 47">
              <a:extLst>
                <a:ext uri="{FF2B5EF4-FFF2-40B4-BE49-F238E27FC236}">
                  <a16:creationId xmlns:a16="http://schemas.microsoft.com/office/drawing/2014/main" id="{20B8B708-095C-47E4-9CFD-B873E472ED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47">
              <a:extLst>
                <a:ext uri="{FF2B5EF4-FFF2-40B4-BE49-F238E27FC236}">
                  <a16:creationId xmlns:a16="http://schemas.microsoft.com/office/drawing/2014/main" id="{E5E2BA68-096F-4938-8A28-6ABD60611F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86" name="Text Box 47">
              <a:extLst>
                <a:ext uri="{FF2B5EF4-FFF2-40B4-BE49-F238E27FC236}">
                  <a16:creationId xmlns:a16="http://schemas.microsoft.com/office/drawing/2014/main" id="{3A21466E-2C7E-40EC-BBD9-969FEC677C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287" name="Line 44">
              <a:extLst>
                <a:ext uri="{FF2B5EF4-FFF2-40B4-BE49-F238E27FC236}">
                  <a16:creationId xmlns:a16="http://schemas.microsoft.com/office/drawing/2014/main" id="{243B82BD-0904-4CBD-A9F8-81CCE7CFE2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5">
              <a:extLst>
                <a:ext uri="{FF2B5EF4-FFF2-40B4-BE49-F238E27FC236}">
                  <a16:creationId xmlns:a16="http://schemas.microsoft.com/office/drawing/2014/main" id="{88985ECF-AF05-49CB-8729-80EFF67D83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89" name="Line 71">
            <a:extLst>
              <a:ext uri="{FF2B5EF4-FFF2-40B4-BE49-F238E27FC236}">
                <a16:creationId xmlns:a16="http://schemas.microsoft.com/office/drawing/2014/main" id="{FBDD982D-D6C5-4C8D-9378-39C5E74D816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0" name="Text Box 72">
            <a:extLst>
              <a:ext uri="{FF2B5EF4-FFF2-40B4-BE49-F238E27FC236}">
                <a16:creationId xmlns:a16="http://schemas.microsoft.com/office/drawing/2014/main" id="{435539B7-4099-455B-AC4F-3C580BDAE5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1" name="Line 70">
            <a:extLst>
              <a:ext uri="{FF2B5EF4-FFF2-40B4-BE49-F238E27FC236}">
                <a16:creationId xmlns:a16="http://schemas.microsoft.com/office/drawing/2014/main" id="{2E0738C8-5AA6-4BD3-A394-19457490F366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Forma libre 291">
            <a:extLst>
              <a:ext uri="{FF2B5EF4-FFF2-40B4-BE49-F238E27FC236}">
                <a16:creationId xmlns:a16="http://schemas.microsoft.com/office/drawing/2014/main" id="{FD7381B6-CBAC-4AE8-ACD0-5E22BC3EE000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3" name="Elipse 292">
            <a:extLst>
              <a:ext uri="{FF2B5EF4-FFF2-40B4-BE49-F238E27FC236}">
                <a16:creationId xmlns:a16="http://schemas.microsoft.com/office/drawing/2014/main" id="{67509EC0-712D-41A5-814F-3E1EA9014399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4" name="Text Box 50">
            <a:extLst>
              <a:ext uri="{FF2B5EF4-FFF2-40B4-BE49-F238E27FC236}">
                <a16:creationId xmlns:a16="http://schemas.microsoft.com/office/drawing/2014/main" id="{74DA393A-76EC-4DC8-8588-8E86F3D14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5" name="Conector recto de flecha 294">
            <a:extLst>
              <a:ext uri="{FF2B5EF4-FFF2-40B4-BE49-F238E27FC236}">
                <a16:creationId xmlns:a16="http://schemas.microsoft.com/office/drawing/2014/main" id="{25B9B6A9-1E04-4AB3-8CEE-1C7AB3AA3CF8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 Box 72">
            <a:extLst>
              <a:ext uri="{FF2B5EF4-FFF2-40B4-BE49-F238E27FC236}">
                <a16:creationId xmlns:a16="http://schemas.microsoft.com/office/drawing/2014/main" id="{9E12C8D8-92D8-4800-8493-1A7E7789E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7" name="Line 71">
            <a:extLst>
              <a:ext uri="{FF2B5EF4-FFF2-40B4-BE49-F238E27FC236}">
                <a16:creationId xmlns:a16="http://schemas.microsoft.com/office/drawing/2014/main" id="{9A23E7D4-DB6A-412D-B134-8A5668F205B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98" name="Text Box 50">
            <a:extLst>
              <a:ext uri="{FF2B5EF4-FFF2-40B4-BE49-F238E27FC236}">
                <a16:creationId xmlns:a16="http://schemas.microsoft.com/office/drawing/2014/main" id="{1A054523-0875-42B3-BF52-F8FA130F7D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299" name="Text Box 50">
            <a:extLst>
              <a:ext uri="{FF2B5EF4-FFF2-40B4-BE49-F238E27FC236}">
                <a16:creationId xmlns:a16="http://schemas.microsoft.com/office/drawing/2014/main" id="{CE438C46-AE44-4C4E-AA1D-B989A4A211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Text Box 50">
            <a:extLst>
              <a:ext uri="{FF2B5EF4-FFF2-40B4-BE49-F238E27FC236}">
                <a16:creationId xmlns:a16="http://schemas.microsoft.com/office/drawing/2014/main" id="{EA361035-BCB0-42A5-9E19-53A9F8B7A2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301" name="Text Box 50">
            <a:extLst>
              <a:ext uri="{FF2B5EF4-FFF2-40B4-BE49-F238E27FC236}">
                <a16:creationId xmlns:a16="http://schemas.microsoft.com/office/drawing/2014/main" id="{7EA51F57-035B-487C-BAA5-3971FB2E62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2" name="Text Box 50">
            <a:extLst>
              <a:ext uri="{FF2B5EF4-FFF2-40B4-BE49-F238E27FC236}">
                <a16:creationId xmlns:a16="http://schemas.microsoft.com/office/drawing/2014/main" id="{9521E9FA-4F89-4A41-85AA-B27A6F92E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03" name="Text Box 50">
            <a:extLst>
              <a:ext uri="{FF2B5EF4-FFF2-40B4-BE49-F238E27FC236}">
                <a16:creationId xmlns:a16="http://schemas.microsoft.com/office/drawing/2014/main" id="{41614191-2400-4BA0-89DB-6518483650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04" name="Conector recto 303">
            <a:extLst>
              <a:ext uri="{FF2B5EF4-FFF2-40B4-BE49-F238E27FC236}">
                <a16:creationId xmlns:a16="http://schemas.microsoft.com/office/drawing/2014/main" id="{CBF981B6-5B7B-4BFC-AD40-0F722484E639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5301" name="Grupo 304">
            <a:extLst>
              <a:ext uri="{FF2B5EF4-FFF2-40B4-BE49-F238E27FC236}">
                <a16:creationId xmlns:a16="http://schemas.microsoft.com/office/drawing/2014/main" id="{08C4C6C9-350B-42FB-BF82-7E8B5D4DB314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306" name="Forma libre 305">
              <a:extLst>
                <a:ext uri="{FF2B5EF4-FFF2-40B4-BE49-F238E27FC236}">
                  <a16:creationId xmlns:a16="http://schemas.microsoft.com/office/drawing/2014/main" id="{E8606ED9-3A80-4A7D-A086-538A586F99DB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14705462-2C57-45BD-A087-40ACE108786A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8" name="Forma libre 307">
              <a:extLst>
                <a:ext uri="{FF2B5EF4-FFF2-40B4-BE49-F238E27FC236}">
                  <a16:creationId xmlns:a16="http://schemas.microsoft.com/office/drawing/2014/main" id="{9522D751-B79D-4F6D-ABA1-6600312C4E16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9" name="Forma libre 308">
              <a:extLst>
                <a:ext uri="{FF2B5EF4-FFF2-40B4-BE49-F238E27FC236}">
                  <a16:creationId xmlns:a16="http://schemas.microsoft.com/office/drawing/2014/main" id="{6035A621-32D4-4BD9-ACF4-20D712F9E22F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310" name="Text Box 50">
            <a:extLst>
              <a:ext uri="{FF2B5EF4-FFF2-40B4-BE49-F238E27FC236}">
                <a16:creationId xmlns:a16="http://schemas.microsoft.com/office/drawing/2014/main" id="{7980C546-5423-4DF3-AB6D-799C9419EA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1" name="Text Box 72">
            <a:extLst>
              <a:ext uri="{FF2B5EF4-FFF2-40B4-BE49-F238E27FC236}">
                <a16:creationId xmlns:a16="http://schemas.microsoft.com/office/drawing/2014/main" id="{0EE43FCA-5A41-4A53-B562-ED389AE43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12" name="Text Box 50">
            <a:extLst>
              <a:ext uri="{FF2B5EF4-FFF2-40B4-BE49-F238E27FC236}">
                <a16:creationId xmlns:a16="http://schemas.microsoft.com/office/drawing/2014/main" id="{6C45774F-2514-4F91-828D-A933473AE0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902718D3-1596-4F79-9A68-8385CFEE90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4" name="Text Box 50">
            <a:extLst>
              <a:ext uri="{FF2B5EF4-FFF2-40B4-BE49-F238E27FC236}">
                <a16:creationId xmlns:a16="http://schemas.microsoft.com/office/drawing/2014/main" id="{DFDA3897-4E1D-4AAF-864D-850B3D53C4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5" name="Text Box 50">
            <a:extLst>
              <a:ext uri="{FF2B5EF4-FFF2-40B4-BE49-F238E27FC236}">
                <a16:creationId xmlns:a16="http://schemas.microsoft.com/office/drawing/2014/main" id="{E1E00E2F-73FA-451A-99E2-EC0A22C094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04828367-C600-4E32-B47F-E54C6ACB58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7" name="Conector recto de flecha 316">
            <a:extLst>
              <a:ext uri="{FF2B5EF4-FFF2-40B4-BE49-F238E27FC236}">
                <a16:creationId xmlns:a16="http://schemas.microsoft.com/office/drawing/2014/main" id="{3B00679C-6194-4977-AA98-DFFAEFD7CF43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Conector recto de flecha 317">
            <a:extLst>
              <a:ext uri="{FF2B5EF4-FFF2-40B4-BE49-F238E27FC236}">
                <a16:creationId xmlns:a16="http://schemas.microsoft.com/office/drawing/2014/main" id="{12C55B9A-7DB9-4CD8-82BC-C738B6D64F3B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Conector recto de flecha 318">
            <a:extLst>
              <a:ext uri="{FF2B5EF4-FFF2-40B4-BE49-F238E27FC236}">
                <a16:creationId xmlns:a16="http://schemas.microsoft.com/office/drawing/2014/main" id="{7B72C857-84FD-4F1E-A70A-03516107282A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Conector recto de flecha 319">
            <a:extLst>
              <a:ext uri="{FF2B5EF4-FFF2-40B4-BE49-F238E27FC236}">
                <a16:creationId xmlns:a16="http://schemas.microsoft.com/office/drawing/2014/main" id="{6180B7B2-0DDB-41F0-8317-3A6BC936DB7E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Conector recto de flecha 320">
            <a:extLst>
              <a:ext uri="{FF2B5EF4-FFF2-40B4-BE49-F238E27FC236}">
                <a16:creationId xmlns:a16="http://schemas.microsoft.com/office/drawing/2014/main" id="{4FF9EE45-5A32-4CF2-BC1F-04808B7AE632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 Box 50">
            <a:extLst>
              <a:ext uri="{FF2B5EF4-FFF2-40B4-BE49-F238E27FC236}">
                <a16:creationId xmlns:a16="http://schemas.microsoft.com/office/drawing/2014/main" id="{1CDA6700-2DB5-46BE-9226-8AF57B1E34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Line 71">
            <a:extLst>
              <a:ext uri="{FF2B5EF4-FFF2-40B4-BE49-F238E27FC236}">
                <a16:creationId xmlns:a16="http://schemas.microsoft.com/office/drawing/2014/main" id="{5439A9AC-3510-42E9-92A3-417071FA6B5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4" name="Text Box 72">
            <a:extLst>
              <a:ext uri="{FF2B5EF4-FFF2-40B4-BE49-F238E27FC236}">
                <a16:creationId xmlns:a16="http://schemas.microsoft.com/office/drawing/2014/main" id="{40A1F7A3-9B28-4267-8732-3083FAD05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5" name="Line 71">
            <a:extLst>
              <a:ext uri="{FF2B5EF4-FFF2-40B4-BE49-F238E27FC236}">
                <a16:creationId xmlns:a16="http://schemas.microsoft.com/office/drawing/2014/main" id="{51B06457-E65B-48CF-A3DE-36367D7E68E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6" name="Text Box 72">
            <a:extLst>
              <a:ext uri="{FF2B5EF4-FFF2-40B4-BE49-F238E27FC236}">
                <a16:creationId xmlns:a16="http://schemas.microsoft.com/office/drawing/2014/main" id="{36D2D124-DB49-4AAD-8511-38996FCC80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7" name="Line 71">
            <a:extLst>
              <a:ext uri="{FF2B5EF4-FFF2-40B4-BE49-F238E27FC236}">
                <a16:creationId xmlns:a16="http://schemas.microsoft.com/office/drawing/2014/main" id="{BBFD4AD9-BF60-413F-97F3-08961C37549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8D8C27D9-307B-4780-8348-9E4FEC5FF7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A7925B93-FA5A-4C3D-BEE6-CB9DE026BFA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36D91D9D-6214-497E-9C55-7579631CC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BA659740-3BF4-47B5-B21A-7BA10A882A3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Forma libre 331">
            <a:extLst>
              <a:ext uri="{FF2B5EF4-FFF2-40B4-BE49-F238E27FC236}">
                <a16:creationId xmlns:a16="http://schemas.microsoft.com/office/drawing/2014/main" id="{31CFA377-89F4-4FC7-BCD7-C4AC45D5E184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3" name="Forma libre 332">
            <a:extLst>
              <a:ext uri="{FF2B5EF4-FFF2-40B4-BE49-F238E27FC236}">
                <a16:creationId xmlns:a16="http://schemas.microsoft.com/office/drawing/2014/main" id="{C9F014E1-7655-4EA6-8C65-A3348EC4CCF5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5326" name="CuadroTexto 349">
            <a:extLst>
              <a:ext uri="{FF2B5EF4-FFF2-40B4-BE49-F238E27FC236}">
                <a16:creationId xmlns:a16="http://schemas.microsoft.com/office/drawing/2014/main" id="{E0882A53-680D-436C-916E-856FC28040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0863" y="714375"/>
            <a:ext cx="6288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Mem. instrucciones                Banco de registros                            Memoria de datos</a:t>
            </a:r>
          </a:p>
        </p:txBody>
      </p:sp>
      <p:sp>
        <p:nvSpPr>
          <p:cNvPr id="265327" name="CuadroTexto 350">
            <a:extLst>
              <a:ext uri="{FF2B5EF4-FFF2-40B4-BE49-F238E27FC236}">
                <a16:creationId xmlns:a16="http://schemas.microsoft.com/office/drawing/2014/main" id="{4135CA44-BEA0-41EA-A402-2E6444545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473233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28" name="CuadroTexto 351">
            <a:extLst>
              <a:ext uri="{FF2B5EF4-FFF2-40B4-BE49-F238E27FC236}">
                <a16:creationId xmlns:a16="http://schemas.microsoft.com/office/drawing/2014/main" id="{E4B00F6C-2A44-4F76-B62C-68FAF60B2C92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2794" y="39870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29" name="CuadroTexto 352">
            <a:extLst>
              <a:ext uri="{FF2B5EF4-FFF2-40B4-BE49-F238E27FC236}">
                <a16:creationId xmlns:a16="http://schemas.microsoft.com/office/drawing/2014/main" id="{F1B37DB8-F12B-48EB-B4BA-0A9EA5F36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00" y="4719638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30" name="CuadroTexto 353">
            <a:extLst>
              <a:ext uri="{FF2B5EF4-FFF2-40B4-BE49-F238E27FC236}">
                <a16:creationId xmlns:a16="http://schemas.microsoft.com/office/drawing/2014/main" id="{58297A2E-E8B1-4A98-9268-7BC77461B70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040188" y="5045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0xFFC4A303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31" name="CuadroTexto 354">
            <a:extLst>
              <a:ext uri="{FF2B5EF4-FFF2-40B4-BE49-F238E27FC236}">
                <a16:creationId xmlns:a16="http://schemas.microsoft.com/office/drawing/2014/main" id="{439D8819-546B-49BF-9BAF-B71AC1AA1C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3394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32" name="CuadroTexto 355">
            <a:extLst>
              <a:ext uri="{FF2B5EF4-FFF2-40B4-BE49-F238E27FC236}">
                <a16:creationId xmlns:a16="http://schemas.microsoft.com/office/drawing/2014/main" id="{5B94E7A3-D7A0-4D4A-9AB4-1F7A59725B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0075" y="33909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0x2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33" name="CuadroTexto 356">
            <a:extLst>
              <a:ext uri="{FF2B5EF4-FFF2-40B4-BE49-F238E27FC236}">
                <a16:creationId xmlns:a16="http://schemas.microsoft.com/office/drawing/2014/main" id="{686084FE-EFDF-4B6A-8905-3266C2AF30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8825" y="45926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34" name="CuadroTexto 358">
            <a:extLst>
              <a:ext uri="{FF2B5EF4-FFF2-40B4-BE49-F238E27FC236}">
                <a16:creationId xmlns:a16="http://schemas.microsoft.com/office/drawing/2014/main" id="{AA74C6BF-F8FE-4521-8542-98770DA78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4063" y="41481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0x09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35" name="CuadroTexto 359">
            <a:extLst>
              <a:ext uri="{FF2B5EF4-FFF2-40B4-BE49-F238E27FC236}">
                <a16:creationId xmlns:a16="http://schemas.microsoft.com/office/drawing/2014/main" id="{94DC6B4A-AF4C-403D-ABCC-08766C7DB7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6238" y="3816350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</a:p>
        </p:txBody>
      </p:sp>
      <p:sp>
        <p:nvSpPr>
          <p:cNvPr id="265336" name="CuadroTexto 360">
            <a:extLst>
              <a:ext uri="{FF2B5EF4-FFF2-40B4-BE49-F238E27FC236}">
                <a16:creationId xmlns:a16="http://schemas.microsoft.com/office/drawing/2014/main" id="{57855E4C-9911-4A8C-B43D-7F3742FC406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6255544" y="52316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37" name="CuadroTexto 361">
            <a:extLst>
              <a:ext uri="{FF2B5EF4-FFF2-40B4-BE49-F238E27FC236}">
                <a16:creationId xmlns:a16="http://schemas.microsoft.com/office/drawing/2014/main" id="{9CF5C033-B802-4177-B776-93C483E9FF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3400" y="40179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5338" name="CuadroTexto 362">
            <a:extLst>
              <a:ext uri="{FF2B5EF4-FFF2-40B4-BE49-F238E27FC236}">
                <a16:creationId xmlns:a16="http://schemas.microsoft.com/office/drawing/2014/main" id="{698A9037-CF45-4C8F-BBB4-6E85F92E02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988" y="47053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39" name="CuadroTexto 363">
            <a:extLst>
              <a:ext uri="{FF2B5EF4-FFF2-40B4-BE49-F238E27FC236}">
                <a16:creationId xmlns:a16="http://schemas.microsoft.com/office/drawing/2014/main" id="{F5859BEF-A26F-42C7-B86B-D91232DFB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4100513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40" name="CuadroTexto 364">
            <a:extLst>
              <a:ext uri="{FF2B5EF4-FFF2-40B4-BE49-F238E27FC236}">
                <a16:creationId xmlns:a16="http://schemas.microsoft.com/office/drawing/2014/main" id="{8A03CF0F-5009-4509-9284-8730D3AD55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38417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000</a:t>
            </a:r>
          </a:p>
        </p:txBody>
      </p:sp>
      <p:sp>
        <p:nvSpPr>
          <p:cNvPr id="265341" name="CuadroTexto 365">
            <a:extLst>
              <a:ext uri="{FF2B5EF4-FFF2-40B4-BE49-F238E27FC236}">
                <a16:creationId xmlns:a16="http://schemas.microsoft.com/office/drawing/2014/main" id="{87794EBE-5B02-472E-B1C4-10E8FF7EA8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1975" y="44640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5342" name="CuadroTexto 366">
            <a:extLst>
              <a:ext uri="{FF2B5EF4-FFF2-40B4-BE49-F238E27FC236}">
                <a16:creationId xmlns:a16="http://schemas.microsoft.com/office/drawing/2014/main" id="{0000850C-F76A-4E41-A922-04B39150CD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31313" y="38782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368" name="CuadroTexto 367">
            <a:extLst>
              <a:ext uri="{FF2B5EF4-FFF2-40B4-BE49-F238E27FC236}">
                <a16:creationId xmlns:a16="http://schemas.microsoft.com/office/drawing/2014/main" id="{71BF9FAC-F8F5-4ED1-9E80-D7FA906C646B}"/>
              </a:ext>
            </a:extLst>
          </p:cNvPr>
          <p:cNvSpPr txBox="1"/>
          <p:nvPr/>
        </p:nvSpPr>
        <p:spPr>
          <a:xfrm>
            <a:off x="9880600" y="4646613"/>
            <a:ext cx="1035050" cy="18573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0x0000000A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65344" name="CuadroTexto 368">
            <a:extLst>
              <a:ext uri="{FF2B5EF4-FFF2-40B4-BE49-F238E27FC236}">
                <a16:creationId xmlns:a16="http://schemas.microsoft.com/office/drawing/2014/main" id="{F87D9980-52ED-4724-BF2D-F10736F1E2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8625" y="3813175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71" name="CuadroTexto 370">
            <a:extLst>
              <a:ext uri="{FF2B5EF4-FFF2-40B4-BE49-F238E27FC236}">
                <a16:creationId xmlns:a16="http://schemas.microsoft.com/office/drawing/2014/main" id="{2FAC4302-2574-46FF-B95F-1D431A398CE9}"/>
              </a:ext>
            </a:extLst>
          </p:cNvPr>
          <p:cNvSpPr txBox="1"/>
          <p:nvPr/>
        </p:nvSpPr>
        <p:spPr>
          <a:xfrm>
            <a:off x="4848225" y="3394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0x7f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2" name="CuadroTexto 371">
            <a:extLst>
              <a:ext uri="{FF2B5EF4-FFF2-40B4-BE49-F238E27FC236}">
                <a16:creationId xmlns:a16="http://schemas.microsoft.com/office/drawing/2014/main" id="{9A24EC3A-EA0D-4967-86E3-6923C1235C75}"/>
              </a:ext>
            </a:extLst>
          </p:cNvPr>
          <p:cNvSpPr txBox="1"/>
          <p:nvPr/>
        </p:nvSpPr>
        <p:spPr>
          <a:xfrm>
            <a:off x="7931150" y="4175125"/>
            <a:ext cx="790575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3" name="CuadroTexto 372">
            <a:extLst>
              <a:ext uri="{FF2B5EF4-FFF2-40B4-BE49-F238E27FC236}">
                <a16:creationId xmlns:a16="http://schemas.microsoft.com/office/drawing/2014/main" id="{3B5E50A3-0453-4E83-AF84-CB321F9EE6E1}"/>
              </a:ext>
            </a:extLst>
          </p:cNvPr>
          <p:cNvSpPr txBox="1"/>
          <p:nvPr/>
        </p:nvSpPr>
        <p:spPr>
          <a:xfrm>
            <a:off x="4567238" y="4356100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0x1C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4" name="CuadroTexto 373">
            <a:extLst>
              <a:ext uri="{FF2B5EF4-FFF2-40B4-BE49-F238E27FC236}">
                <a16:creationId xmlns:a16="http://schemas.microsoft.com/office/drawing/2014/main" id="{E80B04D0-7A53-4628-90CB-24F1FA984457}"/>
              </a:ext>
            </a:extLst>
          </p:cNvPr>
          <p:cNvSpPr txBox="1"/>
          <p:nvPr/>
        </p:nvSpPr>
        <p:spPr>
          <a:xfrm>
            <a:off x="6394450" y="4343400"/>
            <a:ext cx="790575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5" name="CuadroTexto 374">
            <a:extLst>
              <a:ext uri="{FF2B5EF4-FFF2-40B4-BE49-F238E27FC236}">
                <a16:creationId xmlns:a16="http://schemas.microsoft.com/office/drawing/2014/main" id="{B2BD265C-EFF5-4B39-A890-B47CEA2E7FF9}"/>
              </a:ext>
            </a:extLst>
          </p:cNvPr>
          <p:cNvSpPr txBox="1"/>
          <p:nvPr/>
        </p:nvSpPr>
        <p:spPr>
          <a:xfrm>
            <a:off x="7008813" y="5510213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6" name="CuadroTexto 375">
            <a:extLst>
              <a:ext uri="{FF2B5EF4-FFF2-40B4-BE49-F238E27FC236}">
                <a16:creationId xmlns:a16="http://schemas.microsoft.com/office/drawing/2014/main" id="{10A20C2C-659D-41B4-B212-39C2E7D33D7A}"/>
              </a:ext>
            </a:extLst>
          </p:cNvPr>
          <p:cNvSpPr txBox="1"/>
          <p:nvPr/>
        </p:nvSpPr>
        <p:spPr>
          <a:xfrm>
            <a:off x="7024688" y="591185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8" name="CuadroTexto 377">
            <a:extLst>
              <a:ext uri="{FF2B5EF4-FFF2-40B4-BE49-F238E27FC236}">
                <a16:creationId xmlns:a16="http://schemas.microsoft.com/office/drawing/2014/main" id="{D30803A9-851C-474B-B97C-743193ACC1AD}"/>
              </a:ext>
            </a:extLst>
          </p:cNvPr>
          <p:cNvSpPr txBox="1"/>
          <p:nvPr/>
        </p:nvSpPr>
        <p:spPr>
          <a:xfrm>
            <a:off x="8247063" y="5661025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9" name="CuadroTexto 378">
            <a:extLst>
              <a:ext uri="{FF2B5EF4-FFF2-40B4-BE49-F238E27FC236}">
                <a16:creationId xmlns:a16="http://schemas.microsoft.com/office/drawing/2014/main" id="{A68450D4-7EC2-412D-B507-DB200E4CF870}"/>
              </a:ext>
            </a:extLst>
          </p:cNvPr>
          <p:cNvSpPr txBox="1"/>
          <p:nvPr/>
        </p:nvSpPr>
        <p:spPr>
          <a:xfrm rot="16200000">
            <a:off x="763588" y="5299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65353" name="CuadroTexto 379">
            <a:extLst>
              <a:ext uri="{FF2B5EF4-FFF2-40B4-BE49-F238E27FC236}">
                <a16:creationId xmlns:a16="http://schemas.microsoft.com/office/drawing/2014/main" id="{59572BFD-59DB-4BC8-B4FD-428C79D17A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402431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5354" name="CuadroTexto 380">
            <a:extLst>
              <a:ext uri="{FF2B5EF4-FFF2-40B4-BE49-F238E27FC236}">
                <a16:creationId xmlns:a16="http://schemas.microsoft.com/office/drawing/2014/main" id="{AA934C8D-AAA8-4BF7-95EC-26CEA5DAFF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750" y="608488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82" name="CuadroTexto 381">
            <a:extLst>
              <a:ext uri="{FF2B5EF4-FFF2-40B4-BE49-F238E27FC236}">
                <a16:creationId xmlns:a16="http://schemas.microsoft.com/office/drawing/2014/main" id="{71D2329C-195F-402D-8712-58083AAD3CD3}"/>
              </a:ext>
            </a:extLst>
          </p:cNvPr>
          <p:cNvSpPr txBox="1"/>
          <p:nvPr/>
        </p:nvSpPr>
        <p:spPr>
          <a:xfrm>
            <a:off x="9517063" y="3738563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84" name="CuadroTexto 383">
            <a:extLst>
              <a:ext uri="{FF2B5EF4-FFF2-40B4-BE49-F238E27FC236}">
                <a16:creationId xmlns:a16="http://schemas.microsoft.com/office/drawing/2014/main" id="{742B1959-8AD8-48E8-89BE-4C62F3E115A1}"/>
              </a:ext>
            </a:extLst>
          </p:cNvPr>
          <p:cNvSpPr txBox="1"/>
          <p:nvPr/>
        </p:nvSpPr>
        <p:spPr>
          <a:xfrm>
            <a:off x="9625013" y="345440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3" name="Forma libre 22">
            <a:extLst>
              <a:ext uri="{FF2B5EF4-FFF2-40B4-BE49-F238E27FC236}">
                <a16:creationId xmlns:a16="http://schemas.microsoft.com/office/drawing/2014/main" id="{79D9AF29-08A6-4D56-B01E-DCF6109E1EFC}"/>
              </a:ext>
            </a:extLst>
          </p:cNvPr>
          <p:cNvSpPr/>
          <p:nvPr/>
        </p:nvSpPr>
        <p:spPr>
          <a:xfrm>
            <a:off x="8683625" y="1422400"/>
            <a:ext cx="823913" cy="3079750"/>
          </a:xfrm>
          <a:custGeom>
            <a:avLst/>
            <a:gdLst>
              <a:gd name="connsiteX0" fmla="*/ 2452 w 2229358"/>
              <a:gd name="connsiteY0" fmla="*/ 3365241 h 3365241"/>
              <a:gd name="connsiteX1" fmla="*/ 357016 w 2229358"/>
              <a:gd name="connsiteY1" fmla="*/ 1648408 h 3365241"/>
              <a:gd name="connsiteX2" fmla="*/ 2229358 w 2229358"/>
              <a:gd name="connsiteY2" fmla="*/ 0 h 3365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29358" h="3365241">
                <a:moveTo>
                  <a:pt x="2452" y="3365241"/>
                </a:moveTo>
                <a:cubicBezTo>
                  <a:pt x="-5842" y="2787261"/>
                  <a:pt x="-14135" y="2209281"/>
                  <a:pt x="357016" y="1648408"/>
                </a:cubicBezTo>
                <a:cubicBezTo>
                  <a:pt x="728167" y="1087535"/>
                  <a:pt x="1478762" y="543767"/>
                  <a:pt x="2229358" y="0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0" name="Forma libre 29">
            <a:extLst>
              <a:ext uri="{FF2B5EF4-FFF2-40B4-BE49-F238E27FC236}">
                <a16:creationId xmlns:a16="http://schemas.microsoft.com/office/drawing/2014/main" id="{D0936947-B25C-4225-B909-948C7E79A822}"/>
              </a:ext>
            </a:extLst>
          </p:cNvPr>
          <p:cNvSpPr/>
          <p:nvPr/>
        </p:nvSpPr>
        <p:spPr>
          <a:xfrm>
            <a:off x="10479088" y="1425575"/>
            <a:ext cx="1050925" cy="3254375"/>
          </a:xfrm>
          <a:custGeom>
            <a:avLst/>
            <a:gdLst>
              <a:gd name="connsiteX0" fmla="*/ 1909665 w 2234898"/>
              <a:gd name="connsiteY0" fmla="*/ 0 h 3719805"/>
              <a:gd name="connsiteX1" fmla="*/ 2083837 w 2234898"/>
              <a:gd name="connsiteY1" fmla="*/ 1505339 h 3719805"/>
              <a:gd name="connsiteX2" fmla="*/ 0 w 2234898"/>
              <a:gd name="connsiteY2" fmla="*/ 3719805 h 37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34898" h="3719805">
                <a:moveTo>
                  <a:pt x="1909665" y="0"/>
                </a:moveTo>
                <a:cubicBezTo>
                  <a:pt x="2155890" y="442685"/>
                  <a:pt x="2402115" y="885371"/>
                  <a:pt x="2083837" y="1505339"/>
                </a:cubicBezTo>
                <a:cubicBezTo>
                  <a:pt x="1765559" y="2125307"/>
                  <a:pt x="882779" y="2922556"/>
                  <a:pt x="0" y="3719805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5359" name="CuadroTexto 32">
            <a:extLst>
              <a:ext uri="{FF2B5EF4-FFF2-40B4-BE49-F238E27FC236}">
                <a16:creationId xmlns:a16="http://schemas.microsoft.com/office/drawing/2014/main" id="{C1B4E402-E8D3-465E-BB60-9F9854050C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55713"/>
            <a:ext cx="3792538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rgbClr val="C0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lw x8, -4(x9)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BR[8] </a:t>
            </a:r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 MEM[BR[9] + sExt(-4)], 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PC  PC + 4</a:t>
            </a:r>
            <a:endParaRPr lang="es-ES" altLang="es-ES">
              <a:solidFill>
                <a:schemeClr val="accent2"/>
              </a:solidFill>
              <a:ea typeface="ＭＳ Ｐゴシック" panose="020B0600070205080204" pitchFamily="34" charset="-128"/>
              <a:cs typeface="Courier New" panose="02070309020205020404" pitchFamily="49" charset="0"/>
            </a:endParaRPr>
          </a:p>
        </p:txBody>
      </p:sp>
      <p:graphicFrame>
        <p:nvGraphicFramePr>
          <p:cNvPr id="34" name="Tabla 33">
            <a:extLst>
              <a:ext uri="{FF2B5EF4-FFF2-40B4-BE49-F238E27FC236}">
                <a16:creationId xmlns:a16="http://schemas.microsoft.com/office/drawing/2014/main" id="{533E4AE9-BDBF-4265-882A-21A438D1DB62}"/>
              </a:ext>
            </a:extLst>
          </p:cNvPr>
          <p:cNvGraphicFramePr>
            <a:graphicFrameLocks noGrp="1"/>
          </p:cNvGraphicFramePr>
          <p:nvPr/>
        </p:nvGraphicFramePr>
        <p:xfrm>
          <a:off x="6686550" y="998538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0x00000006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5" name="Tabla 34">
            <a:extLst>
              <a:ext uri="{FF2B5EF4-FFF2-40B4-BE49-F238E27FC236}">
                <a16:creationId xmlns:a16="http://schemas.microsoft.com/office/drawing/2014/main" id="{B8703112-A580-4C7C-8F92-43F48D5788B5}"/>
              </a:ext>
            </a:extLst>
          </p:cNvPr>
          <p:cNvGraphicFramePr>
            <a:graphicFrameLocks noGrp="1"/>
          </p:cNvGraphicFramePr>
          <p:nvPr/>
        </p:nvGraphicFramePr>
        <p:xfrm>
          <a:off x="4579938" y="993775"/>
          <a:ext cx="2595562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36" name="Tabla 35">
            <a:extLst>
              <a:ext uri="{FF2B5EF4-FFF2-40B4-BE49-F238E27FC236}">
                <a16:creationId xmlns:a16="http://schemas.microsoft.com/office/drawing/2014/main" id="{3B7887A3-EEA2-454F-A587-AE936703404F}"/>
              </a:ext>
            </a:extLst>
          </p:cNvPr>
          <p:cNvGraphicFramePr>
            <a:graphicFrameLocks noGrp="1"/>
          </p:cNvGraphicFramePr>
          <p:nvPr/>
        </p:nvGraphicFramePr>
        <p:xfrm>
          <a:off x="9275763" y="998538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 Box 50">
            <a:extLst>
              <a:ext uri="{FF2B5EF4-FFF2-40B4-BE49-F238E27FC236}">
                <a16:creationId xmlns:a16="http://schemas.microsoft.com/office/drawing/2014/main" id="{2713A453-0483-4369-9566-9F62149FA7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7" name="Marcador de número de diapositiva 36">
            <a:extLst>
              <a:ext uri="{FF2B5EF4-FFF2-40B4-BE49-F238E27FC236}">
                <a16:creationId xmlns:a16="http://schemas.microsoft.com/office/drawing/2014/main" id="{EF655CD7-35EE-49DC-9EDD-0F2DC2B4A3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69DD2574-75BA-400B-BAAA-CB54D7CF28A6}" type="slidenum">
              <a:rPr lang="es-ES" altLang="es-ES">
                <a:solidFill>
                  <a:srgbClr val="171717"/>
                </a:solidFill>
              </a:rPr>
              <a:pPr/>
              <a:t>132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3C857BD-035C-4A64-9250-C573DCE29B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1BFF0D9B-1A0B-4E9A-8AB0-B0283213191F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711172FD-BFF9-4972-9566-52EB23B1DBB9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B6026F71-455D-4770-9A0F-9846033C671A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72">
            <a:extLst>
              <a:ext uri="{FF2B5EF4-FFF2-40B4-BE49-F238E27FC236}">
                <a16:creationId xmlns:a16="http://schemas.microsoft.com/office/drawing/2014/main" id="{FB0B5236-6E86-4102-9ACB-387DF837F2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9" name="Line 70">
            <a:extLst>
              <a:ext uri="{FF2B5EF4-FFF2-40B4-BE49-F238E27FC236}">
                <a16:creationId xmlns:a16="http://schemas.microsoft.com/office/drawing/2014/main" id="{851F4040-3AB9-4F4B-A444-81EFC5B869CB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3167FE90-A8C1-4887-AD8C-C525F90982E9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1A39E398-CA4B-4894-84D6-8B7ADEBF5531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DADADFC0-65AA-4794-8566-76CC9533648E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4318E1BC-1BEB-42C7-9DC6-B5426A5AF722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67275" name="Grupo 13">
            <a:extLst>
              <a:ext uri="{FF2B5EF4-FFF2-40B4-BE49-F238E27FC236}">
                <a16:creationId xmlns:a16="http://schemas.microsoft.com/office/drawing/2014/main" id="{DF312A04-7562-49F3-82C1-CA5FC668F9BE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15" name="Text Box 37">
              <a:extLst>
                <a:ext uri="{FF2B5EF4-FFF2-40B4-BE49-F238E27FC236}">
                  <a16:creationId xmlns:a16="http://schemas.microsoft.com/office/drawing/2014/main" id="{15DC35EE-6CC8-4CE6-8098-CB99A739E0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32">
              <a:extLst>
                <a:ext uri="{FF2B5EF4-FFF2-40B4-BE49-F238E27FC236}">
                  <a16:creationId xmlns:a16="http://schemas.microsoft.com/office/drawing/2014/main" id="{40B1FEBD-F6BB-45E1-ABB9-E67955634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5940C9F9-91A6-4480-973F-21B237EC56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94E29CBF-ABC2-4BD8-93E8-70608D121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9" name="Text Box 14">
              <a:extLst>
                <a:ext uri="{FF2B5EF4-FFF2-40B4-BE49-F238E27FC236}">
                  <a16:creationId xmlns:a16="http://schemas.microsoft.com/office/drawing/2014/main" id="{830BEA17-9C79-465F-8644-430144FC9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C4107CE2-23A7-4A62-A55F-DF85529366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A8EDF73C-51B5-4C15-9C76-6C6AB2B0A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8">
              <a:extLst>
                <a:ext uri="{FF2B5EF4-FFF2-40B4-BE49-F238E27FC236}">
                  <a16:creationId xmlns:a16="http://schemas.microsoft.com/office/drawing/2014/main" id="{10C75476-45FF-42AC-9120-176CF22F7A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9">
              <a:extLst>
                <a:ext uri="{FF2B5EF4-FFF2-40B4-BE49-F238E27FC236}">
                  <a16:creationId xmlns:a16="http://schemas.microsoft.com/office/drawing/2014/main" id="{DDDF0E6D-4EC1-4044-8FDD-780F222B68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E09299D3-EC30-4380-BEAD-209CE368FC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C41126C4-0DFF-4853-A5A1-19C19C134C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" name="Text Box 15">
              <a:extLst>
                <a:ext uri="{FF2B5EF4-FFF2-40B4-BE49-F238E27FC236}">
                  <a16:creationId xmlns:a16="http://schemas.microsoft.com/office/drawing/2014/main" id="{8F23FB71-A697-47A0-8C06-D493463B4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9" name="Text Box 16">
              <a:extLst>
                <a:ext uri="{FF2B5EF4-FFF2-40B4-BE49-F238E27FC236}">
                  <a16:creationId xmlns:a16="http://schemas.microsoft.com/office/drawing/2014/main" id="{A936625D-B366-4F4E-ADFE-47CC571F85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1" name="Text Box 17">
              <a:extLst>
                <a:ext uri="{FF2B5EF4-FFF2-40B4-BE49-F238E27FC236}">
                  <a16:creationId xmlns:a16="http://schemas.microsoft.com/office/drawing/2014/main" id="{0C729C82-E38A-488E-A80A-EE04BF1ED1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18">
              <a:extLst>
                <a:ext uri="{FF2B5EF4-FFF2-40B4-BE49-F238E27FC236}">
                  <a16:creationId xmlns:a16="http://schemas.microsoft.com/office/drawing/2014/main" id="{E69125F5-9F88-4F84-A957-4D88D288FB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20">
              <a:extLst>
                <a:ext uri="{FF2B5EF4-FFF2-40B4-BE49-F238E27FC236}">
                  <a16:creationId xmlns:a16="http://schemas.microsoft.com/office/drawing/2014/main" id="{F5253173-57EF-4AC8-A6C0-565E07A87D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21">
              <a:extLst>
                <a:ext uri="{FF2B5EF4-FFF2-40B4-BE49-F238E27FC236}">
                  <a16:creationId xmlns:a16="http://schemas.microsoft.com/office/drawing/2014/main" id="{A9443CF8-7BB3-4630-A535-C126DEE3B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167F9169-B99B-4774-9441-815BAD71D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44" name="Line 25">
              <a:extLst>
                <a:ext uri="{FF2B5EF4-FFF2-40B4-BE49-F238E27FC236}">
                  <a16:creationId xmlns:a16="http://schemas.microsoft.com/office/drawing/2014/main" id="{307B1365-218C-4A52-91E8-274D65E2B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26">
              <a:extLst>
                <a:ext uri="{FF2B5EF4-FFF2-40B4-BE49-F238E27FC236}">
                  <a16:creationId xmlns:a16="http://schemas.microsoft.com/office/drawing/2014/main" id="{FA3A6D6E-448C-41EC-9E41-AF6140DC2E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43E513C1-0851-462D-8540-9B323C24A0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1E782653-5543-43E5-848E-6DFF4C99C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31">
              <a:extLst>
                <a:ext uri="{FF2B5EF4-FFF2-40B4-BE49-F238E27FC236}">
                  <a16:creationId xmlns:a16="http://schemas.microsoft.com/office/drawing/2014/main" id="{6DAF7960-FE60-4EE8-9BB0-2115D17397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Text Box 33">
              <a:extLst>
                <a:ext uri="{FF2B5EF4-FFF2-40B4-BE49-F238E27FC236}">
                  <a16:creationId xmlns:a16="http://schemas.microsoft.com/office/drawing/2014/main" id="{98632C4A-21C8-4310-A69A-7A7E8BF2A1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54" name="Line 35">
              <a:extLst>
                <a:ext uri="{FF2B5EF4-FFF2-40B4-BE49-F238E27FC236}">
                  <a16:creationId xmlns:a16="http://schemas.microsoft.com/office/drawing/2014/main" id="{EEAAD123-7B03-4B95-9A1F-D5A351599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36">
              <a:extLst>
                <a:ext uri="{FF2B5EF4-FFF2-40B4-BE49-F238E27FC236}">
                  <a16:creationId xmlns:a16="http://schemas.microsoft.com/office/drawing/2014/main" id="{E544D7D2-3AEF-4BCD-87BC-335A847634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0" name="Text Box 38">
              <a:extLst>
                <a:ext uri="{FF2B5EF4-FFF2-40B4-BE49-F238E27FC236}">
                  <a16:creationId xmlns:a16="http://schemas.microsoft.com/office/drawing/2014/main" id="{4BAE5769-FCB9-4473-B619-98D8920B86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61" name="Text Box 39">
              <a:extLst>
                <a:ext uri="{FF2B5EF4-FFF2-40B4-BE49-F238E27FC236}">
                  <a16:creationId xmlns:a16="http://schemas.microsoft.com/office/drawing/2014/main" id="{A0837CB7-34E5-43B1-85B4-976BDB267D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62" name="Forma libre 61">
              <a:extLst>
                <a:ext uri="{FF2B5EF4-FFF2-40B4-BE49-F238E27FC236}">
                  <a16:creationId xmlns:a16="http://schemas.microsoft.com/office/drawing/2014/main" id="{0001F2A2-B183-43BB-9D41-C42B0DBBA3BD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67276" name="Grupo 62">
            <a:extLst>
              <a:ext uri="{FF2B5EF4-FFF2-40B4-BE49-F238E27FC236}">
                <a16:creationId xmlns:a16="http://schemas.microsoft.com/office/drawing/2014/main" id="{3D1EF561-53A8-4F84-8B1D-79923D11E135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4" name="Text Box 80">
              <a:extLst>
                <a:ext uri="{FF2B5EF4-FFF2-40B4-BE49-F238E27FC236}">
                  <a16:creationId xmlns:a16="http://schemas.microsoft.com/office/drawing/2014/main" id="{FBD58D23-BDFE-4584-9C95-E2D15887E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63">
              <a:extLst>
                <a:ext uri="{FF2B5EF4-FFF2-40B4-BE49-F238E27FC236}">
                  <a16:creationId xmlns:a16="http://schemas.microsoft.com/office/drawing/2014/main" id="{963D34D6-2FF0-42FD-9690-AF95A4503F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6" name="Rectangle 59">
              <a:extLst>
                <a:ext uri="{FF2B5EF4-FFF2-40B4-BE49-F238E27FC236}">
                  <a16:creationId xmlns:a16="http://schemas.microsoft.com/office/drawing/2014/main" id="{9210F6E2-08D2-4CD5-AFC4-521234005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61">
              <a:extLst>
                <a:ext uri="{FF2B5EF4-FFF2-40B4-BE49-F238E27FC236}">
                  <a16:creationId xmlns:a16="http://schemas.microsoft.com/office/drawing/2014/main" id="{CD7A71BF-4CF9-4471-94FF-55CE32E2D0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9" name="Line 62">
              <a:extLst>
                <a:ext uri="{FF2B5EF4-FFF2-40B4-BE49-F238E27FC236}">
                  <a16:creationId xmlns:a16="http://schemas.microsoft.com/office/drawing/2014/main" id="{445953EF-99C0-4751-ADE7-C117B942E5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0" name="Line 65">
              <a:extLst>
                <a:ext uri="{FF2B5EF4-FFF2-40B4-BE49-F238E27FC236}">
                  <a16:creationId xmlns:a16="http://schemas.microsoft.com/office/drawing/2014/main" id="{8DC243CD-7E1E-40BD-9C32-7D7721E9DA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06FCD3BE-34AD-4203-BB77-27934A71DA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67">
              <a:extLst>
                <a:ext uri="{FF2B5EF4-FFF2-40B4-BE49-F238E27FC236}">
                  <a16:creationId xmlns:a16="http://schemas.microsoft.com/office/drawing/2014/main" id="{BCB4A1E7-7E22-40B6-BE7C-B11E72689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3" name="Text Box 68">
              <a:extLst>
                <a:ext uri="{FF2B5EF4-FFF2-40B4-BE49-F238E27FC236}">
                  <a16:creationId xmlns:a16="http://schemas.microsoft.com/office/drawing/2014/main" id="{27EBAFAE-4FA7-467E-AB61-15BC9FDAB2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74" name="Text Box 69">
              <a:extLst>
                <a:ext uri="{FF2B5EF4-FFF2-40B4-BE49-F238E27FC236}">
                  <a16:creationId xmlns:a16="http://schemas.microsoft.com/office/drawing/2014/main" id="{CE96D7C6-4327-47EE-8D16-3BFF88DA6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78" name="Text Box 70">
              <a:extLst>
                <a:ext uri="{FF2B5EF4-FFF2-40B4-BE49-F238E27FC236}">
                  <a16:creationId xmlns:a16="http://schemas.microsoft.com/office/drawing/2014/main" id="{E023FFBF-536E-4465-B56B-E422944FB2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82" name="Text Box 71">
              <a:extLst>
                <a:ext uri="{FF2B5EF4-FFF2-40B4-BE49-F238E27FC236}">
                  <a16:creationId xmlns:a16="http://schemas.microsoft.com/office/drawing/2014/main" id="{F98660AD-F206-4DCE-9EDD-4B667B75F5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84" name="Line 73">
              <a:extLst>
                <a:ext uri="{FF2B5EF4-FFF2-40B4-BE49-F238E27FC236}">
                  <a16:creationId xmlns:a16="http://schemas.microsoft.com/office/drawing/2014/main" id="{14738AFF-7DFF-4B60-BFA3-F9CF6D226E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Text Box 76">
              <a:extLst>
                <a:ext uri="{FF2B5EF4-FFF2-40B4-BE49-F238E27FC236}">
                  <a16:creationId xmlns:a16="http://schemas.microsoft.com/office/drawing/2014/main" id="{F6C529E1-5D6A-4FD1-B73A-723143B72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8" name="Line 78">
              <a:extLst>
                <a:ext uri="{FF2B5EF4-FFF2-40B4-BE49-F238E27FC236}">
                  <a16:creationId xmlns:a16="http://schemas.microsoft.com/office/drawing/2014/main" id="{31AEF709-1EE7-43A6-960F-6D00A97BEB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9" name="Line 79">
              <a:extLst>
                <a:ext uri="{FF2B5EF4-FFF2-40B4-BE49-F238E27FC236}">
                  <a16:creationId xmlns:a16="http://schemas.microsoft.com/office/drawing/2014/main" id="{D2AB184C-7498-44CA-B53A-8FB02545D0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0" name="Forma libre 89">
              <a:extLst>
                <a:ext uri="{FF2B5EF4-FFF2-40B4-BE49-F238E27FC236}">
                  <a16:creationId xmlns:a16="http://schemas.microsoft.com/office/drawing/2014/main" id="{41B1340C-E605-49E0-A7A3-A6BC2838E2C4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91" name="Text Box 48">
            <a:extLst>
              <a:ext uri="{FF2B5EF4-FFF2-40B4-BE49-F238E27FC236}">
                <a16:creationId xmlns:a16="http://schemas.microsoft.com/office/drawing/2014/main" id="{8835A2DE-10E5-4999-89EB-CE1786A4F7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2" name="Text Box 53">
            <a:extLst>
              <a:ext uri="{FF2B5EF4-FFF2-40B4-BE49-F238E27FC236}">
                <a16:creationId xmlns:a16="http://schemas.microsoft.com/office/drawing/2014/main" id="{58F4AFEF-4A4F-41FE-BBC4-25D25A6950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4" name="Text Box 57">
            <a:extLst>
              <a:ext uri="{FF2B5EF4-FFF2-40B4-BE49-F238E27FC236}">
                <a16:creationId xmlns:a16="http://schemas.microsoft.com/office/drawing/2014/main" id="{9D2E5309-9E9C-4D82-A36A-C4AEF60A4D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id="{F06E73BB-9DBB-497B-B614-1AB43033D438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0" name="Line 46">
            <a:extLst>
              <a:ext uri="{FF2B5EF4-FFF2-40B4-BE49-F238E27FC236}">
                <a16:creationId xmlns:a16="http://schemas.microsoft.com/office/drawing/2014/main" id="{3CF42FD5-FBD2-4782-9409-F20AA31F0D5E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122A93AA-53B6-45D4-A7AB-7D8421A837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6" name="Text Box 49">
            <a:extLst>
              <a:ext uri="{FF2B5EF4-FFF2-40B4-BE49-F238E27FC236}">
                <a16:creationId xmlns:a16="http://schemas.microsoft.com/office/drawing/2014/main" id="{B2DC30CA-331F-4B7D-B434-34100AFC9F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110" name="Line 52">
            <a:extLst>
              <a:ext uri="{FF2B5EF4-FFF2-40B4-BE49-F238E27FC236}">
                <a16:creationId xmlns:a16="http://schemas.microsoft.com/office/drawing/2014/main" id="{594E8E5E-A83A-4560-BED4-92DDFF25D4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1" name="Line 56">
            <a:extLst>
              <a:ext uri="{FF2B5EF4-FFF2-40B4-BE49-F238E27FC236}">
                <a16:creationId xmlns:a16="http://schemas.microsoft.com/office/drawing/2014/main" id="{E49DA21E-2E5C-4BD7-87FC-BA58DBE5FC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2" name="Line 60">
            <a:extLst>
              <a:ext uri="{FF2B5EF4-FFF2-40B4-BE49-F238E27FC236}">
                <a16:creationId xmlns:a16="http://schemas.microsoft.com/office/drawing/2014/main" id="{9006DE20-EB08-4BC4-9DD7-DA919323F7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3" name="Text Box 61">
            <a:extLst>
              <a:ext uri="{FF2B5EF4-FFF2-40B4-BE49-F238E27FC236}">
                <a16:creationId xmlns:a16="http://schemas.microsoft.com/office/drawing/2014/main" id="{E0B53501-EAC6-40E7-9A74-AC5A56CD13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114" name="Text Box 62">
            <a:extLst>
              <a:ext uri="{FF2B5EF4-FFF2-40B4-BE49-F238E27FC236}">
                <a16:creationId xmlns:a16="http://schemas.microsoft.com/office/drawing/2014/main" id="{04272865-AC02-4D6D-AD35-C5557189C6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988B3F58-C484-4AA6-AE05-D99190C5BB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119" name="Text Box 64">
            <a:extLst>
              <a:ext uri="{FF2B5EF4-FFF2-40B4-BE49-F238E27FC236}">
                <a16:creationId xmlns:a16="http://schemas.microsoft.com/office/drawing/2014/main" id="{7A05D7E1-6BA6-4966-98BF-576C73FC3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120" name="Line 71">
            <a:extLst>
              <a:ext uri="{FF2B5EF4-FFF2-40B4-BE49-F238E27FC236}">
                <a16:creationId xmlns:a16="http://schemas.microsoft.com/office/drawing/2014/main" id="{AA0AA546-6B28-4341-9622-8C16BC119C0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1" name="Text Box 72">
            <a:extLst>
              <a:ext uri="{FF2B5EF4-FFF2-40B4-BE49-F238E27FC236}">
                <a16:creationId xmlns:a16="http://schemas.microsoft.com/office/drawing/2014/main" id="{3A48C239-8401-49B2-B51B-D81AB7E8BD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122" name="Text Box 144">
            <a:extLst>
              <a:ext uri="{FF2B5EF4-FFF2-40B4-BE49-F238E27FC236}">
                <a16:creationId xmlns:a16="http://schemas.microsoft.com/office/drawing/2014/main" id="{15D1B26A-70BF-4256-82FA-0C074BFDD5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123" name="Line 51">
            <a:extLst>
              <a:ext uri="{FF2B5EF4-FFF2-40B4-BE49-F238E27FC236}">
                <a16:creationId xmlns:a16="http://schemas.microsoft.com/office/drawing/2014/main" id="{EFE5230B-0D91-4E0C-A819-C84B5D6142A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4" name="Line 55">
            <a:extLst>
              <a:ext uri="{FF2B5EF4-FFF2-40B4-BE49-F238E27FC236}">
                <a16:creationId xmlns:a16="http://schemas.microsoft.com/office/drawing/2014/main" id="{3408ED19-C515-4285-B14F-6943E36C42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5" name="Line 70">
            <a:extLst>
              <a:ext uri="{FF2B5EF4-FFF2-40B4-BE49-F238E27FC236}">
                <a16:creationId xmlns:a16="http://schemas.microsoft.com/office/drawing/2014/main" id="{C9A90320-99E9-4BE5-AF8B-5226A25B945A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6" name="Line 59">
            <a:extLst>
              <a:ext uri="{FF2B5EF4-FFF2-40B4-BE49-F238E27FC236}">
                <a16:creationId xmlns:a16="http://schemas.microsoft.com/office/drawing/2014/main" id="{9C3B8DED-D542-4DCB-B872-EB8B3CD49CF0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67298" name="Grupo 126">
            <a:extLst>
              <a:ext uri="{FF2B5EF4-FFF2-40B4-BE49-F238E27FC236}">
                <a16:creationId xmlns:a16="http://schemas.microsoft.com/office/drawing/2014/main" id="{69DF56D1-27F0-4BA0-B63D-01AC55D9DA35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31" name="Text Box 48">
              <a:extLst>
                <a:ext uri="{FF2B5EF4-FFF2-40B4-BE49-F238E27FC236}">
                  <a16:creationId xmlns:a16="http://schemas.microsoft.com/office/drawing/2014/main" id="{A61BAA11-09F4-42BE-9B48-66A284811F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C4F96CC9-F8CF-47E8-8D00-77F09923D5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3" name="Forma libre 132">
              <a:extLst>
                <a:ext uri="{FF2B5EF4-FFF2-40B4-BE49-F238E27FC236}">
                  <a16:creationId xmlns:a16="http://schemas.microsoft.com/office/drawing/2014/main" id="{922E2217-EE69-4F3A-B936-BF8CCC5D3BE5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34" name="Line 46">
              <a:extLst>
                <a:ext uri="{FF2B5EF4-FFF2-40B4-BE49-F238E27FC236}">
                  <a16:creationId xmlns:a16="http://schemas.microsoft.com/office/drawing/2014/main" id="{6F94F6CE-2227-436D-9C2B-473026DBCF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7">
              <a:extLst>
                <a:ext uri="{FF2B5EF4-FFF2-40B4-BE49-F238E27FC236}">
                  <a16:creationId xmlns:a16="http://schemas.microsoft.com/office/drawing/2014/main" id="{25465FAE-10BB-434C-A756-2221098B86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435E09A1-21DC-4C8B-A2D9-E72619524C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B359E7C3-7903-4E3B-B31D-24710202DE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04795C43-73D3-4C2A-9009-9874E282BA0B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9" name="Text Box 50">
            <a:extLst>
              <a:ext uri="{FF2B5EF4-FFF2-40B4-BE49-F238E27FC236}">
                <a16:creationId xmlns:a16="http://schemas.microsoft.com/office/drawing/2014/main" id="{A23AC3D9-1331-4DFE-B057-FCD35912CE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140" name="Forma libre 139">
            <a:extLst>
              <a:ext uri="{FF2B5EF4-FFF2-40B4-BE49-F238E27FC236}">
                <a16:creationId xmlns:a16="http://schemas.microsoft.com/office/drawing/2014/main" id="{5B7FE627-4545-4E0D-9526-9D3F738563D1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2" name="Forma libre 141">
            <a:extLst>
              <a:ext uri="{FF2B5EF4-FFF2-40B4-BE49-F238E27FC236}">
                <a16:creationId xmlns:a16="http://schemas.microsoft.com/office/drawing/2014/main" id="{4ACA3671-A228-4D91-8F69-CD2873AA0C62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" name="Forma libre 142">
            <a:extLst>
              <a:ext uri="{FF2B5EF4-FFF2-40B4-BE49-F238E27FC236}">
                <a16:creationId xmlns:a16="http://schemas.microsoft.com/office/drawing/2014/main" id="{3E4A2D1F-6A33-4467-A2AA-8765698747CF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E1D8A98A-135F-41FC-8BF5-648294B58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45" name="Text Box 50">
            <a:extLst>
              <a:ext uri="{FF2B5EF4-FFF2-40B4-BE49-F238E27FC236}">
                <a16:creationId xmlns:a16="http://schemas.microsoft.com/office/drawing/2014/main" id="{7C1E8649-DEA0-4704-B802-426A08368F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146" name="Forma libre 145">
            <a:extLst>
              <a:ext uri="{FF2B5EF4-FFF2-40B4-BE49-F238E27FC236}">
                <a16:creationId xmlns:a16="http://schemas.microsoft.com/office/drawing/2014/main" id="{B917F3E1-1C5F-446D-943C-1F49E384B479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" name="Forma libre 146">
            <a:extLst>
              <a:ext uri="{FF2B5EF4-FFF2-40B4-BE49-F238E27FC236}">
                <a16:creationId xmlns:a16="http://schemas.microsoft.com/office/drawing/2014/main" id="{781DD6A7-6CCD-4174-8236-1055A6684756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8" name="Forma libre 147">
            <a:extLst>
              <a:ext uri="{FF2B5EF4-FFF2-40B4-BE49-F238E27FC236}">
                <a16:creationId xmlns:a16="http://schemas.microsoft.com/office/drawing/2014/main" id="{7ABE76B5-7FCB-4514-A4CC-B90B37135C2C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7309" name="Grupo 148">
            <a:extLst>
              <a:ext uri="{FF2B5EF4-FFF2-40B4-BE49-F238E27FC236}">
                <a16:creationId xmlns:a16="http://schemas.microsoft.com/office/drawing/2014/main" id="{1F0BF464-83B7-40E7-A27A-4EBF2A56A089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150" name="Text Box 49">
              <a:extLst>
                <a:ext uri="{FF2B5EF4-FFF2-40B4-BE49-F238E27FC236}">
                  <a16:creationId xmlns:a16="http://schemas.microsoft.com/office/drawing/2014/main" id="{489139E8-A2C3-4485-9622-2BCDE85B79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47">
              <a:extLst>
                <a:ext uri="{FF2B5EF4-FFF2-40B4-BE49-F238E27FC236}">
                  <a16:creationId xmlns:a16="http://schemas.microsoft.com/office/drawing/2014/main" id="{55C2B300-F112-4705-91E9-454AF5E67B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Rectangle 43">
              <a:extLst>
                <a:ext uri="{FF2B5EF4-FFF2-40B4-BE49-F238E27FC236}">
                  <a16:creationId xmlns:a16="http://schemas.microsoft.com/office/drawing/2014/main" id="{D49FDA48-0DAC-437C-8302-A7F3EB805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4">
              <a:extLst>
                <a:ext uri="{FF2B5EF4-FFF2-40B4-BE49-F238E27FC236}">
                  <a16:creationId xmlns:a16="http://schemas.microsoft.com/office/drawing/2014/main" id="{070E252A-169C-41DB-89F5-C357C4599C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Line 46">
              <a:extLst>
                <a:ext uri="{FF2B5EF4-FFF2-40B4-BE49-F238E27FC236}">
                  <a16:creationId xmlns:a16="http://schemas.microsoft.com/office/drawing/2014/main" id="{C323ACD0-7720-46E5-A99E-B29C22B6C3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Text Box 47">
              <a:extLst>
                <a:ext uri="{FF2B5EF4-FFF2-40B4-BE49-F238E27FC236}">
                  <a16:creationId xmlns:a16="http://schemas.microsoft.com/office/drawing/2014/main" id="{7C429AEE-EAD3-418A-989A-99DF0CECE0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3" name="Line 48">
              <a:extLst>
                <a:ext uri="{FF2B5EF4-FFF2-40B4-BE49-F238E27FC236}">
                  <a16:creationId xmlns:a16="http://schemas.microsoft.com/office/drawing/2014/main" id="{8B7874F4-44E3-4C65-9430-E098617D86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Line 44">
              <a:extLst>
                <a:ext uri="{FF2B5EF4-FFF2-40B4-BE49-F238E27FC236}">
                  <a16:creationId xmlns:a16="http://schemas.microsoft.com/office/drawing/2014/main" id="{9CE880C7-5E82-4114-8428-D98A3F4FA0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0D5FF297-9CD1-4675-9BFD-24CB854BA3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Forma libre 165">
              <a:extLst>
                <a:ext uri="{FF2B5EF4-FFF2-40B4-BE49-F238E27FC236}">
                  <a16:creationId xmlns:a16="http://schemas.microsoft.com/office/drawing/2014/main" id="{FAD4EDA3-B52A-4F73-B19E-1164DF698FCA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67" name="Text Box 47">
              <a:extLst>
                <a:ext uri="{FF2B5EF4-FFF2-40B4-BE49-F238E27FC236}">
                  <a16:creationId xmlns:a16="http://schemas.microsoft.com/office/drawing/2014/main" id="{63217203-E7DE-4ACC-A39F-2FA0E8E600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68" name="Line 45">
              <a:extLst>
                <a:ext uri="{FF2B5EF4-FFF2-40B4-BE49-F238E27FC236}">
                  <a16:creationId xmlns:a16="http://schemas.microsoft.com/office/drawing/2014/main" id="{C2752474-02D7-49E1-BFB5-AA7AB3DE3D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9" name="Forma libre 168">
            <a:extLst>
              <a:ext uri="{FF2B5EF4-FFF2-40B4-BE49-F238E27FC236}">
                <a16:creationId xmlns:a16="http://schemas.microsoft.com/office/drawing/2014/main" id="{D6E35952-C123-414C-AA46-BD7AA0FD8A89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91B05148-2603-42C8-9DBB-062254F6D9FA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020DDDE6-6B12-46E4-ADA0-426A85878367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2" name="Elipse 171">
            <a:extLst>
              <a:ext uri="{FF2B5EF4-FFF2-40B4-BE49-F238E27FC236}">
                <a16:creationId xmlns:a16="http://schemas.microsoft.com/office/drawing/2014/main" id="{5D4968A6-9234-460C-ADC2-E9E431E81AD3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" name="Line 18">
            <a:extLst>
              <a:ext uri="{FF2B5EF4-FFF2-40B4-BE49-F238E27FC236}">
                <a16:creationId xmlns:a16="http://schemas.microsoft.com/office/drawing/2014/main" id="{294ECA16-891E-410F-B5CE-9FA69F60A926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4" name="Line 56">
            <a:extLst>
              <a:ext uri="{FF2B5EF4-FFF2-40B4-BE49-F238E27FC236}">
                <a16:creationId xmlns:a16="http://schemas.microsoft.com/office/drawing/2014/main" id="{B7C45673-7C47-46C2-8711-8FFD759376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5" name="Forma libre 174">
            <a:extLst>
              <a:ext uri="{FF2B5EF4-FFF2-40B4-BE49-F238E27FC236}">
                <a16:creationId xmlns:a16="http://schemas.microsoft.com/office/drawing/2014/main" id="{26A6C93F-13E9-4EDC-87FD-796C206F7535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7317" name="Grupo 175">
            <a:extLst>
              <a:ext uri="{FF2B5EF4-FFF2-40B4-BE49-F238E27FC236}">
                <a16:creationId xmlns:a16="http://schemas.microsoft.com/office/drawing/2014/main" id="{3401A8FC-886E-46EC-ABB8-F34174815209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177" name="Text Box 48">
              <a:extLst>
                <a:ext uri="{FF2B5EF4-FFF2-40B4-BE49-F238E27FC236}">
                  <a16:creationId xmlns:a16="http://schemas.microsoft.com/office/drawing/2014/main" id="{07272EB7-396B-4B1F-8B73-AC89723730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8" name="Text Box 57">
              <a:extLst>
                <a:ext uri="{FF2B5EF4-FFF2-40B4-BE49-F238E27FC236}">
                  <a16:creationId xmlns:a16="http://schemas.microsoft.com/office/drawing/2014/main" id="{76E55147-B4F2-4A8F-A818-06F5B48551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9" name="Text Box 53">
              <a:extLst>
                <a:ext uri="{FF2B5EF4-FFF2-40B4-BE49-F238E27FC236}">
                  <a16:creationId xmlns:a16="http://schemas.microsoft.com/office/drawing/2014/main" id="{97956B7E-CA85-4422-B7BA-B4EC6D276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ED778C33-DAAE-4AD0-8CBB-597D67900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47">
              <a:extLst>
                <a:ext uri="{FF2B5EF4-FFF2-40B4-BE49-F238E27FC236}">
                  <a16:creationId xmlns:a16="http://schemas.microsoft.com/office/drawing/2014/main" id="{913E7CDA-03E9-4FFB-9498-096C99229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F582FF6B-1C37-4D3E-A211-A5F5062E4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52">
              <a:extLst>
                <a:ext uri="{FF2B5EF4-FFF2-40B4-BE49-F238E27FC236}">
                  <a16:creationId xmlns:a16="http://schemas.microsoft.com/office/drawing/2014/main" id="{936BD205-58F5-4777-BAC7-CEEA07DEAF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56">
              <a:extLst>
                <a:ext uri="{FF2B5EF4-FFF2-40B4-BE49-F238E27FC236}">
                  <a16:creationId xmlns:a16="http://schemas.microsoft.com/office/drawing/2014/main" id="{CB00DADC-8943-4CDA-9310-A162A132B7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Line 55">
              <a:extLst>
                <a:ext uri="{FF2B5EF4-FFF2-40B4-BE49-F238E27FC236}">
                  <a16:creationId xmlns:a16="http://schemas.microsoft.com/office/drawing/2014/main" id="{580612BF-D82D-4852-9620-61B35E64E7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6" name="Line 51">
              <a:extLst>
                <a:ext uri="{FF2B5EF4-FFF2-40B4-BE49-F238E27FC236}">
                  <a16:creationId xmlns:a16="http://schemas.microsoft.com/office/drawing/2014/main" id="{DCD7415A-D1C2-47A5-843F-831A3E9CF6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7" name="Line 46">
              <a:extLst>
                <a:ext uri="{FF2B5EF4-FFF2-40B4-BE49-F238E27FC236}">
                  <a16:creationId xmlns:a16="http://schemas.microsoft.com/office/drawing/2014/main" id="{EC4AF232-538B-4984-84C3-7BD8426DA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47F49CA4-2109-49AE-84BA-D501DB7F21B8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Forma libre 188">
            <a:extLst>
              <a:ext uri="{FF2B5EF4-FFF2-40B4-BE49-F238E27FC236}">
                <a16:creationId xmlns:a16="http://schemas.microsoft.com/office/drawing/2014/main" id="{DBA73040-7264-4475-B257-DB71B5BB4410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Forma libre 189">
            <a:extLst>
              <a:ext uri="{FF2B5EF4-FFF2-40B4-BE49-F238E27FC236}">
                <a16:creationId xmlns:a16="http://schemas.microsoft.com/office/drawing/2014/main" id="{F91F77DE-8119-46AE-A6CA-1BBD95AD0DD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7321" name="Grupo 190">
            <a:extLst>
              <a:ext uri="{FF2B5EF4-FFF2-40B4-BE49-F238E27FC236}">
                <a16:creationId xmlns:a16="http://schemas.microsoft.com/office/drawing/2014/main" id="{FB7F1E86-6801-428C-8BED-294932134838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92" name="Text Box 49">
              <a:extLst>
                <a:ext uri="{FF2B5EF4-FFF2-40B4-BE49-F238E27FC236}">
                  <a16:creationId xmlns:a16="http://schemas.microsoft.com/office/drawing/2014/main" id="{351AB0D3-249D-4394-A5AD-6041A56265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E3268BDD-C35E-401A-BF06-EA0F0AEA86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4" name="Rectangle 43">
              <a:extLst>
                <a:ext uri="{FF2B5EF4-FFF2-40B4-BE49-F238E27FC236}">
                  <a16:creationId xmlns:a16="http://schemas.microsoft.com/office/drawing/2014/main" id="{FC7DF0B9-16B2-42D8-A742-9A97FC16A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5" name="Line 44">
              <a:extLst>
                <a:ext uri="{FF2B5EF4-FFF2-40B4-BE49-F238E27FC236}">
                  <a16:creationId xmlns:a16="http://schemas.microsoft.com/office/drawing/2014/main" id="{FEED754C-6499-48AF-9D10-AA17B6A319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6">
              <a:extLst>
                <a:ext uri="{FF2B5EF4-FFF2-40B4-BE49-F238E27FC236}">
                  <a16:creationId xmlns:a16="http://schemas.microsoft.com/office/drawing/2014/main" id="{7576066E-B279-4C2E-B9E5-7A0059D78C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Line 48">
              <a:extLst>
                <a:ext uri="{FF2B5EF4-FFF2-40B4-BE49-F238E27FC236}">
                  <a16:creationId xmlns:a16="http://schemas.microsoft.com/office/drawing/2014/main" id="{CE789B3A-AB69-4AA0-A4FA-69EE4DF1CF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8" name="Text Box 53">
              <a:extLst>
                <a:ext uri="{FF2B5EF4-FFF2-40B4-BE49-F238E27FC236}">
                  <a16:creationId xmlns:a16="http://schemas.microsoft.com/office/drawing/2014/main" id="{12DD364C-89A1-4BC0-AC74-347C8EE828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99" name="Forma libre 198">
              <a:extLst>
                <a:ext uri="{FF2B5EF4-FFF2-40B4-BE49-F238E27FC236}">
                  <a16:creationId xmlns:a16="http://schemas.microsoft.com/office/drawing/2014/main" id="{F86A00BC-CD48-404B-BE0D-176CD201C35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00" name="Line 45">
              <a:extLst>
                <a:ext uri="{FF2B5EF4-FFF2-40B4-BE49-F238E27FC236}">
                  <a16:creationId xmlns:a16="http://schemas.microsoft.com/office/drawing/2014/main" id="{BEB50DD8-9A78-42E4-B71E-6F3B23D10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67322" name="Grupo 200">
            <a:extLst>
              <a:ext uri="{FF2B5EF4-FFF2-40B4-BE49-F238E27FC236}">
                <a16:creationId xmlns:a16="http://schemas.microsoft.com/office/drawing/2014/main" id="{CAC0FF7E-0FC1-4F14-B08C-A81EC80211FB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02" name="Text Box 48">
              <a:extLst>
                <a:ext uri="{FF2B5EF4-FFF2-40B4-BE49-F238E27FC236}">
                  <a16:creationId xmlns:a16="http://schemas.microsoft.com/office/drawing/2014/main" id="{8CC5CA5A-E296-4B57-B5E3-7233363735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3" name="Text Box 57">
              <a:extLst>
                <a:ext uri="{FF2B5EF4-FFF2-40B4-BE49-F238E27FC236}">
                  <a16:creationId xmlns:a16="http://schemas.microsoft.com/office/drawing/2014/main" id="{034DE1D1-4DD1-4EF0-A19A-270B68E51F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4" name="Text Box 53">
              <a:extLst>
                <a:ext uri="{FF2B5EF4-FFF2-40B4-BE49-F238E27FC236}">
                  <a16:creationId xmlns:a16="http://schemas.microsoft.com/office/drawing/2014/main" id="{B40946DF-4B2B-4EE4-BA12-ABE12CD4F5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Freeform 44">
              <a:extLst>
                <a:ext uri="{FF2B5EF4-FFF2-40B4-BE49-F238E27FC236}">
                  <a16:creationId xmlns:a16="http://schemas.microsoft.com/office/drawing/2014/main" id="{83ADE4F5-CD28-4250-8397-321638FC6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6" name="Line 47">
              <a:extLst>
                <a:ext uri="{FF2B5EF4-FFF2-40B4-BE49-F238E27FC236}">
                  <a16:creationId xmlns:a16="http://schemas.microsoft.com/office/drawing/2014/main" id="{E780AC97-A4EE-47B0-8BEE-1E3CD049B7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Text Box 49">
              <a:extLst>
                <a:ext uri="{FF2B5EF4-FFF2-40B4-BE49-F238E27FC236}">
                  <a16:creationId xmlns:a16="http://schemas.microsoft.com/office/drawing/2014/main" id="{D907817C-40C8-441C-9F48-B02DC3D9E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52">
              <a:extLst>
                <a:ext uri="{FF2B5EF4-FFF2-40B4-BE49-F238E27FC236}">
                  <a16:creationId xmlns:a16="http://schemas.microsoft.com/office/drawing/2014/main" id="{1D7CA9B7-4341-4E21-A8A5-68C8EC348C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56">
              <a:extLst>
                <a:ext uri="{FF2B5EF4-FFF2-40B4-BE49-F238E27FC236}">
                  <a16:creationId xmlns:a16="http://schemas.microsoft.com/office/drawing/2014/main" id="{8B06E4CA-2002-49A2-8DFF-69F57AD674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6">
              <a:extLst>
                <a:ext uri="{FF2B5EF4-FFF2-40B4-BE49-F238E27FC236}">
                  <a16:creationId xmlns:a16="http://schemas.microsoft.com/office/drawing/2014/main" id="{2135B8E1-5F06-40DF-B02D-9BAB3F6FFB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Line 55">
              <a:extLst>
                <a:ext uri="{FF2B5EF4-FFF2-40B4-BE49-F238E27FC236}">
                  <a16:creationId xmlns:a16="http://schemas.microsoft.com/office/drawing/2014/main" id="{05324342-74F7-4391-836C-884D480B7E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Line 51">
              <a:extLst>
                <a:ext uri="{FF2B5EF4-FFF2-40B4-BE49-F238E27FC236}">
                  <a16:creationId xmlns:a16="http://schemas.microsoft.com/office/drawing/2014/main" id="{FE3C3EEC-539B-4DB3-9C6D-20051E0905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13" name="Forma libre 212">
            <a:extLst>
              <a:ext uri="{FF2B5EF4-FFF2-40B4-BE49-F238E27FC236}">
                <a16:creationId xmlns:a16="http://schemas.microsoft.com/office/drawing/2014/main" id="{F4CB3777-D732-4224-8DC2-46724A803482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4" name="Text Box 46">
            <a:extLst>
              <a:ext uri="{FF2B5EF4-FFF2-40B4-BE49-F238E27FC236}">
                <a16:creationId xmlns:a16="http://schemas.microsoft.com/office/drawing/2014/main" id="{64D6222B-DC5F-4787-B6DC-DF011973DF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5" name="Elipse 214">
            <a:extLst>
              <a:ext uri="{FF2B5EF4-FFF2-40B4-BE49-F238E27FC236}">
                <a16:creationId xmlns:a16="http://schemas.microsoft.com/office/drawing/2014/main" id="{4C9AC031-8DE6-49C9-BE46-39648A928F21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7326" name="Grupo 239">
            <a:extLst>
              <a:ext uri="{FF2B5EF4-FFF2-40B4-BE49-F238E27FC236}">
                <a16:creationId xmlns:a16="http://schemas.microsoft.com/office/drawing/2014/main" id="{5400C427-FD52-46A6-83C7-45414D82FBFD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244" name="Rectangle 42">
              <a:extLst>
                <a:ext uri="{FF2B5EF4-FFF2-40B4-BE49-F238E27FC236}">
                  <a16:creationId xmlns:a16="http://schemas.microsoft.com/office/drawing/2014/main" id="{7B427252-77FE-45F2-BA45-955DFF28F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44">
              <a:extLst>
                <a:ext uri="{FF2B5EF4-FFF2-40B4-BE49-F238E27FC236}">
                  <a16:creationId xmlns:a16="http://schemas.microsoft.com/office/drawing/2014/main" id="{2A972AFC-4BE6-4661-8895-1DC2A59167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45">
              <a:extLst>
                <a:ext uri="{FF2B5EF4-FFF2-40B4-BE49-F238E27FC236}">
                  <a16:creationId xmlns:a16="http://schemas.microsoft.com/office/drawing/2014/main" id="{3B3D3C69-65B3-4B87-BD16-6B6A4A36B2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46">
              <a:extLst>
                <a:ext uri="{FF2B5EF4-FFF2-40B4-BE49-F238E27FC236}">
                  <a16:creationId xmlns:a16="http://schemas.microsoft.com/office/drawing/2014/main" id="{DF4FD96A-6D7F-420B-B553-04DE6345D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Line 48">
              <a:extLst>
                <a:ext uri="{FF2B5EF4-FFF2-40B4-BE49-F238E27FC236}">
                  <a16:creationId xmlns:a16="http://schemas.microsoft.com/office/drawing/2014/main" id="{D9129115-BD0F-437B-BD89-2E5BC672EE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9">
              <a:extLst>
                <a:ext uri="{FF2B5EF4-FFF2-40B4-BE49-F238E27FC236}">
                  <a16:creationId xmlns:a16="http://schemas.microsoft.com/office/drawing/2014/main" id="{88E5D7BF-5E8A-4680-97C8-A745211CDE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Text Box 50">
              <a:extLst>
                <a:ext uri="{FF2B5EF4-FFF2-40B4-BE49-F238E27FC236}">
                  <a16:creationId xmlns:a16="http://schemas.microsoft.com/office/drawing/2014/main" id="{251B4004-E6C9-4F4F-B4D8-A15A688E19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1" name="Text Box 51">
              <a:extLst>
                <a:ext uri="{FF2B5EF4-FFF2-40B4-BE49-F238E27FC236}">
                  <a16:creationId xmlns:a16="http://schemas.microsoft.com/office/drawing/2014/main" id="{92D2F7E6-0AC7-40CC-82DF-670AE79EC0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52" name="Text Box 52">
              <a:extLst>
                <a:ext uri="{FF2B5EF4-FFF2-40B4-BE49-F238E27FC236}">
                  <a16:creationId xmlns:a16="http://schemas.microsoft.com/office/drawing/2014/main" id="{6FE83F8B-B734-49A2-AC3A-05E9811765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Text Box 53">
              <a:extLst>
                <a:ext uri="{FF2B5EF4-FFF2-40B4-BE49-F238E27FC236}">
                  <a16:creationId xmlns:a16="http://schemas.microsoft.com/office/drawing/2014/main" id="{6105F9FB-D51D-4961-949B-DCF00671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254" name="Forma libre 253">
            <a:extLst>
              <a:ext uri="{FF2B5EF4-FFF2-40B4-BE49-F238E27FC236}">
                <a16:creationId xmlns:a16="http://schemas.microsoft.com/office/drawing/2014/main" id="{3C554A80-792E-4DD5-AC5B-DEBCA0D841A0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7328" name="Grupo 254">
            <a:extLst>
              <a:ext uri="{FF2B5EF4-FFF2-40B4-BE49-F238E27FC236}">
                <a16:creationId xmlns:a16="http://schemas.microsoft.com/office/drawing/2014/main" id="{1CB8CDC1-7BB3-4014-8568-05BB099FF44F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256" name="Text Box 49">
              <a:extLst>
                <a:ext uri="{FF2B5EF4-FFF2-40B4-BE49-F238E27FC236}">
                  <a16:creationId xmlns:a16="http://schemas.microsoft.com/office/drawing/2014/main" id="{31BF3A2D-741B-4877-99DB-6D1EDD2DB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7" name="Text Box 47">
              <a:extLst>
                <a:ext uri="{FF2B5EF4-FFF2-40B4-BE49-F238E27FC236}">
                  <a16:creationId xmlns:a16="http://schemas.microsoft.com/office/drawing/2014/main" id="{9A23416C-A543-447E-9706-AFB02F851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8" name="Text Box 47">
              <a:extLst>
                <a:ext uri="{FF2B5EF4-FFF2-40B4-BE49-F238E27FC236}">
                  <a16:creationId xmlns:a16="http://schemas.microsoft.com/office/drawing/2014/main" id="{1EE248F5-EEEB-44D4-905A-6C766E3E84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Rectangle 43">
              <a:extLst>
                <a:ext uri="{FF2B5EF4-FFF2-40B4-BE49-F238E27FC236}">
                  <a16:creationId xmlns:a16="http://schemas.microsoft.com/office/drawing/2014/main" id="{B9EDD863-EA1E-465E-A430-DD9622410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FDDBDEBE-C223-4959-ADAE-535C0275CB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1" name="Line 46">
              <a:extLst>
                <a:ext uri="{FF2B5EF4-FFF2-40B4-BE49-F238E27FC236}">
                  <a16:creationId xmlns:a16="http://schemas.microsoft.com/office/drawing/2014/main" id="{8852A8B9-BC17-40B7-B4B3-F48E2FEB24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2" name="Line 48">
              <a:extLst>
                <a:ext uri="{FF2B5EF4-FFF2-40B4-BE49-F238E27FC236}">
                  <a16:creationId xmlns:a16="http://schemas.microsoft.com/office/drawing/2014/main" id="{C2F1A451-D574-46BD-B56B-BBBE664D55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3" name="Line 46">
              <a:extLst>
                <a:ext uri="{FF2B5EF4-FFF2-40B4-BE49-F238E27FC236}">
                  <a16:creationId xmlns:a16="http://schemas.microsoft.com/office/drawing/2014/main" id="{4281B031-B737-443A-AADD-9B3723F27C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4" name="Forma libre 263">
              <a:extLst>
                <a:ext uri="{FF2B5EF4-FFF2-40B4-BE49-F238E27FC236}">
                  <a16:creationId xmlns:a16="http://schemas.microsoft.com/office/drawing/2014/main" id="{E0C38E88-994D-444D-AD4F-19CAD64BC688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5" name="Text Box 47">
              <a:extLst>
                <a:ext uri="{FF2B5EF4-FFF2-40B4-BE49-F238E27FC236}">
                  <a16:creationId xmlns:a16="http://schemas.microsoft.com/office/drawing/2014/main" id="{805A12D2-0902-480B-A512-62BCCC1CD5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66" name="Line 44">
              <a:extLst>
                <a:ext uri="{FF2B5EF4-FFF2-40B4-BE49-F238E27FC236}">
                  <a16:creationId xmlns:a16="http://schemas.microsoft.com/office/drawing/2014/main" id="{88AEBA9F-3EA7-437B-A770-AE648AB94C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44">
              <a:extLst>
                <a:ext uri="{FF2B5EF4-FFF2-40B4-BE49-F238E27FC236}">
                  <a16:creationId xmlns:a16="http://schemas.microsoft.com/office/drawing/2014/main" id="{AA92E72E-F092-4F4B-8698-F914340193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68" name="Forma libre 267">
            <a:extLst>
              <a:ext uri="{FF2B5EF4-FFF2-40B4-BE49-F238E27FC236}">
                <a16:creationId xmlns:a16="http://schemas.microsoft.com/office/drawing/2014/main" id="{93ECB476-40F9-4872-AD59-57E9BD7B83F9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" name="Line 18">
            <a:extLst>
              <a:ext uri="{FF2B5EF4-FFF2-40B4-BE49-F238E27FC236}">
                <a16:creationId xmlns:a16="http://schemas.microsoft.com/office/drawing/2014/main" id="{072A094B-BFE0-495F-814C-983663347B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0" name="Elipse 269">
            <a:extLst>
              <a:ext uri="{FF2B5EF4-FFF2-40B4-BE49-F238E27FC236}">
                <a16:creationId xmlns:a16="http://schemas.microsoft.com/office/drawing/2014/main" id="{9A0ADC8D-FD85-4145-9A54-1DF2864DDCDE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7332" name="Grupo 270">
            <a:extLst>
              <a:ext uri="{FF2B5EF4-FFF2-40B4-BE49-F238E27FC236}">
                <a16:creationId xmlns:a16="http://schemas.microsoft.com/office/drawing/2014/main" id="{C5FB9D5C-5C54-4502-ABD9-A570D9E15CEB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272" name="Text Box 49">
              <a:extLst>
                <a:ext uri="{FF2B5EF4-FFF2-40B4-BE49-F238E27FC236}">
                  <a16:creationId xmlns:a16="http://schemas.microsoft.com/office/drawing/2014/main" id="{04059180-89DE-45FA-843D-5015D50FE6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3" name="Rectangle 43">
              <a:extLst>
                <a:ext uri="{FF2B5EF4-FFF2-40B4-BE49-F238E27FC236}">
                  <a16:creationId xmlns:a16="http://schemas.microsoft.com/office/drawing/2014/main" id="{6ADD7187-9FFA-47CD-A137-3C10E1632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4" name="Line 44">
              <a:extLst>
                <a:ext uri="{FF2B5EF4-FFF2-40B4-BE49-F238E27FC236}">
                  <a16:creationId xmlns:a16="http://schemas.microsoft.com/office/drawing/2014/main" id="{180D39A0-84B2-434C-9828-F0583E5E09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5" name="Line 46">
              <a:extLst>
                <a:ext uri="{FF2B5EF4-FFF2-40B4-BE49-F238E27FC236}">
                  <a16:creationId xmlns:a16="http://schemas.microsoft.com/office/drawing/2014/main" id="{D7227A7C-98CA-4735-9838-08E4D38DA6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6" name="Text Box 47">
              <a:extLst>
                <a:ext uri="{FF2B5EF4-FFF2-40B4-BE49-F238E27FC236}">
                  <a16:creationId xmlns:a16="http://schemas.microsoft.com/office/drawing/2014/main" id="{EE1DBB44-4E18-42D1-9021-449548AC9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7" name="Line 48">
              <a:extLst>
                <a:ext uri="{FF2B5EF4-FFF2-40B4-BE49-F238E27FC236}">
                  <a16:creationId xmlns:a16="http://schemas.microsoft.com/office/drawing/2014/main" id="{694DB61D-C1CA-476B-9D0C-5B0D054121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8" name="Line 44">
              <a:extLst>
                <a:ext uri="{FF2B5EF4-FFF2-40B4-BE49-F238E27FC236}">
                  <a16:creationId xmlns:a16="http://schemas.microsoft.com/office/drawing/2014/main" id="{7C3A2BF4-5644-453D-B166-25C13E9163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46">
              <a:extLst>
                <a:ext uri="{FF2B5EF4-FFF2-40B4-BE49-F238E27FC236}">
                  <a16:creationId xmlns:a16="http://schemas.microsoft.com/office/drawing/2014/main" id="{07300751-8C20-4A15-BAA3-19017C5424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47">
              <a:extLst>
                <a:ext uri="{FF2B5EF4-FFF2-40B4-BE49-F238E27FC236}">
                  <a16:creationId xmlns:a16="http://schemas.microsoft.com/office/drawing/2014/main" id="{87DB43C7-7751-4FDF-BE25-38CFCBA18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D7BBC22E-34D7-4C75-9FF1-22ACDB510FC7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82" name="Text Box 47">
              <a:extLst>
                <a:ext uri="{FF2B5EF4-FFF2-40B4-BE49-F238E27FC236}">
                  <a16:creationId xmlns:a16="http://schemas.microsoft.com/office/drawing/2014/main" id="{9572D98E-A957-4F26-819B-B557E2C644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283" name="Line 46">
              <a:extLst>
                <a:ext uri="{FF2B5EF4-FFF2-40B4-BE49-F238E27FC236}">
                  <a16:creationId xmlns:a16="http://schemas.microsoft.com/office/drawing/2014/main" id="{3E789246-7643-4FF1-AB9F-59E881E479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4" name="Text Box 47">
              <a:extLst>
                <a:ext uri="{FF2B5EF4-FFF2-40B4-BE49-F238E27FC236}">
                  <a16:creationId xmlns:a16="http://schemas.microsoft.com/office/drawing/2014/main" id="{4922FF5E-FF28-49F0-89C8-62AEB32DED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47">
              <a:extLst>
                <a:ext uri="{FF2B5EF4-FFF2-40B4-BE49-F238E27FC236}">
                  <a16:creationId xmlns:a16="http://schemas.microsoft.com/office/drawing/2014/main" id="{EF628EB9-638C-40CD-897F-986FE74922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86" name="Text Box 47">
              <a:extLst>
                <a:ext uri="{FF2B5EF4-FFF2-40B4-BE49-F238E27FC236}">
                  <a16:creationId xmlns:a16="http://schemas.microsoft.com/office/drawing/2014/main" id="{33D44974-85A8-498C-9D05-658A0F55E1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287" name="Line 44">
              <a:extLst>
                <a:ext uri="{FF2B5EF4-FFF2-40B4-BE49-F238E27FC236}">
                  <a16:creationId xmlns:a16="http://schemas.microsoft.com/office/drawing/2014/main" id="{4FAD6001-00D8-4FCF-A96C-5F3931BD5C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5">
              <a:extLst>
                <a:ext uri="{FF2B5EF4-FFF2-40B4-BE49-F238E27FC236}">
                  <a16:creationId xmlns:a16="http://schemas.microsoft.com/office/drawing/2014/main" id="{4C3D8844-F676-4CCA-AD14-5E8C2AD00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89" name="Line 71">
            <a:extLst>
              <a:ext uri="{FF2B5EF4-FFF2-40B4-BE49-F238E27FC236}">
                <a16:creationId xmlns:a16="http://schemas.microsoft.com/office/drawing/2014/main" id="{761035D2-08BD-4A05-8B69-A7DFC4DD86E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0" name="Text Box 72">
            <a:extLst>
              <a:ext uri="{FF2B5EF4-FFF2-40B4-BE49-F238E27FC236}">
                <a16:creationId xmlns:a16="http://schemas.microsoft.com/office/drawing/2014/main" id="{CED8E6A4-C4A0-4A8D-B148-E50308F7F5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1" name="Line 70">
            <a:extLst>
              <a:ext uri="{FF2B5EF4-FFF2-40B4-BE49-F238E27FC236}">
                <a16:creationId xmlns:a16="http://schemas.microsoft.com/office/drawing/2014/main" id="{0BA225C7-F563-4014-8447-B154E1645EEF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Forma libre 291">
            <a:extLst>
              <a:ext uri="{FF2B5EF4-FFF2-40B4-BE49-F238E27FC236}">
                <a16:creationId xmlns:a16="http://schemas.microsoft.com/office/drawing/2014/main" id="{00263B63-A37B-41C0-9F01-A4696AB73715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3" name="Elipse 292">
            <a:extLst>
              <a:ext uri="{FF2B5EF4-FFF2-40B4-BE49-F238E27FC236}">
                <a16:creationId xmlns:a16="http://schemas.microsoft.com/office/drawing/2014/main" id="{FD5A3511-FB0E-4F41-A0BC-59913B759F60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4" name="Text Box 50">
            <a:extLst>
              <a:ext uri="{FF2B5EF4-FFF2-40B4-BE49-F238E27FC236}">
                <a16:creationId xmlns:a16="http://schemas.microsoft.com/office/drawing/2014/main" id="{C1554227-1313-418C-A6D1-AD4F2DDB3E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5" name="Conector recto de flecha 294">
            <a:extLst>
              <a:ext uri="{FF2B5EF4-FFF2-40B4-BE49-F238E27FC236}">
                <a16:creationId xmlns:a16="http://schemas.microsoft.com/office/drawing/2014/main" id="{4A8B1549-1D7E-4FE8-8F8B-C7F56529D6E8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 Box 72">
            <a:extLst>
              <a:ext uri="{FF2B5EF4-FFF2-40B4-BE49-F238E27FC236}">
                <a16:creationId xmlns:a16="http://schemas.microsoft.com/office/drawing/2014/main" id="{90A17AA6-7934-4364-BA9C-40FA380564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7" name="Line 71">
            <a:extLst>
              <a:ext uri="{FF2B5EF4-FFF2-40B4-BE49-F238E27FC236}">
                <a16:creationId xmlns:a16="http://schemas.microsoft.com/office/drawing/2014/main" id="{6C458A85-9662-44A0-B084-FAF1E0FECAA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98" name="Text Box 50">
            <a:extLst>
              <a:ext uri="{FF2B5EF4-FFF2-40B4-BE49-F238E27FC236}">
                <a16:creationId xmlns:a16="http://schemas.microsoft.com/office/drawing/2014/main" id="{3A8D1A74-16E8-4DA5-B10E-8AE3BA4320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299" name="Text Box 50">
            <a:extLst>
              <a:ext uri="{FF2B5EF4-FFF2-40B4-BE49-F238E27FC236}">
                <a16:creationId xmlns:a16="http://schemas.microsoft.com/office/drawing/2014/main" id="{AE417C40-6DF3-490A-969A-103B0C5A69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Text Box 50">
            <a:extLst>
              <a:ext uri="{FF2B5EF4-FFF2-40B4-BE49-F238E27FC236}">
                <a16:creationId xmlns:a16="http://schemas.microsoft.com/office/drawing/2014/main" id="{9434B76D-B97A-480A-99E9-58E5CFCFC0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301" name="Text Box 50">
            <a:extLst>
              <a:ext uri="{FF2B5EF4-FFF2-40B4-BE49-F238E27FC236}">
                <a16:creationId xmlns:a16="http://schemas.microsoft.com/office/drawing/2014/main" id="{D1105B57-99F8-423C-9ECB-EED0816969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2" name="Text Box 50">
            <a:extLst>
              <a:ext uri="{FF2B5EF4-FFF2-40B4-BE49-F238E27FC236}">
                <a16:creationId xmlns:a16="http://schemas.microsoft.com/office/drawing/2014/main" id="{0CF4EC23-C6BD-44DE-9BC4-08FC12CEA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03" name="Text Box 50">
            <a:extLst>
              <a:ext uri="{FF2B5EF4-FFF2-40B4-BE49-F238E27FC236}">
                <a16:creationId xmlns:a16="http://schemas.microsoft.com/office/drawing/2014/main" id="{577C7837-64FF-455D-B763-D53C9047C6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04" name="Conector recto 303">
            <a:extLst>
              <a:ext uri="{FF2B5EF4-FFF2-40B4-BE49-F238E27FC236}">
                <a16:creationId xmlns:a16="http://schemas.microsoft.com/office/drawing/2014/main" id="{5E4D54B0-C0BB-44FD-AA82-DEEF7D9C6C13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7349" name="Grupo 304">
            <a:extLst>
              <a:ext uri="{FF2B5EF4-FFF2-40B4-BE49-F238E27FC236}">
                <a16:creationId xmlns:a16="http://schemas.microsoft.com/office/drawing/2014/main" id="{991D5E75-8039-4E75-BE88-4697128B03F6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306" name="Forma libre 305">
              <a:extLst>
                <a:ext uri="{FF2B5EF4-FFF2-40B4-BE49-F238E27FC236}">
                  <a16:creationId xmlns:a16="http://schemas.microsoft.com/office/drawing/2014/main" id="{19F2359A-00CC-429A-BC01-785DA6FBBAA7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ECD703FE-4DC8-4157-A169-C91F627D0F94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8" name="Forma libre 307">
              <a:extLst>
                <a:ext uri="{FF2B5EF4-FFF2-40B4-BE49-F238E27FC236}">
                  <a16:creationId xmlns:a16="http://schemas.microsoft.com/office/drawing/2014/main" id="{BF4C9D21-FC7C-4264-A2E0-7E05A3037FF0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9" name="Forma libre 308">
              <a:extLst>
                <a:ext uri="{FF2B5EF4-FFF2-40B4-BE49-F238E27FC236}">
                  <a16:creationId xmlns:a16="http://schemas.microsoft.com/office/drawing/2014/main" id="{471470F9-D923-401F-A403-31FA7F77AB52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310" name="Text Box 50">
            <a:extLst>
              <a:ext uri="{FF2B5EF4-FFF2-40B4-BE49-F238E27FC236}">
                <a16:creationId xmlns:a16="http://schemas.microsoft.com/office/drawing/2014/main" id="{9065A385-0C82-42FD-82D5-6D8007ADCA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1" name="Text Box 72">
            <a:extLst>
              <a:ext uri="{FF2B5EF4-FFF2-40B4-BE49-F238E27FC236}">
                <a16:creationId xmlns:a16="http://schemas.microsoft.com/office/drawing/2014/main" id="{B5A7BA6F-F9BE-4ABC-9938-DC6770E47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12" name="Text Box 50">
            <a:extLst>
              <a:ext uri="{FF2B5EF4-FFF2-40B4-BE49-F238E27FC236}">
                <a16:creationId xmlns:a16="http://schemas.microsoft.com/office/drawing/2014/main" id="{2FAC8688-5981-4CA6-9A92-0D61D53F0D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0A48109F-64ED-4153-8A99-37F5D86ED2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4" name="Text Box 50">
            <a:extLst>
              <a:ext uri="{FF2B5EF4-FFF2-40B4-BE49-F238E27FC236}">
                <a16:creationId xmlns:a16="http://schemas.microsoft.com/office/drawing/2014/main" id="{27DFA777-4449-4375-87CF-595E53302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5" name="Text Box 50">
            <a:extLst>
              <a:ext uri="{FF2B5EF4-FFF2-40B4-BE49-F238E27FC236}">
                <a16:creationId xmlns:a16="http://schemas.microsoft.com/office/drawing/2014/main" id="{622FE0B0-6DC1-435F-9B2B-84C9CE1AC6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7B1A6574-CA79-4ABE-B8C2-82ACDD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7" name="Conector recto de flecha 316">
            <a:extLst>
              <a:ext uri="{FF2B5EF4-FFF2-40B4-BE49-F238E27FC236}">
                <a16:creationId xmlns:a16="http://schemas.microsoft.com/office/drawing/2014/main" id="{2809C9CD-8ED2-4814-B982-4A3CF21ACF8A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Conector recto de flecha 317">
            <a:extLst>
              <a:ext uri="{FF2B5EF4-FFF2-40B4-BE49-F238E27FC236}">
                <a16:creationId xmlns:a16="http://schemas.microsoft.com/office/drawing/2014/main" id="{0D396299-1BDC-4D9F-BB71-3FE51C4F10E1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Conector recto de flecha 318">
            <a:extLst>
              <a:ext uri="{FF2B5EF4-FFF2-40B4-BE49-F238E27FC236}">
                <a16:creationId xmlns:a16="http://schemas.microsoft.com/office/drawing/2014/main" id="{47A1F1A9-63C2-4F9D-A34B-19A0E54A367B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Conector recto de flecha 319">
            <a:extLst>
              <a:ext uri="{FF2B5EF4-FFF2-40B4-BE49-F238E27FC236}">
                <a16:creationId xmlns:a16="http://schemas.microsoft.com/office/drawing/2014/main" id="{DC7979A6-E44D-4ADE-BBAC-73DFFBF380F2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Conector recto de flecha 320">
            <a:extLst>
              <a:ext uri="{FF2B5EF4-FFF2-40B4-BE49-F238E27FC236}">
                <a16:creationId xmlns:a16="http://schemas.microsoft.com/office/drawing/2014/main" id="{646D9A3D-815B-4735-B4AB-DE00224A3FFD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 Box 50">
            <a:extLst>
              <a:ext uri="{FF2B5EF4-FFF2-40B4-BE49-F238E27FC236}">
                <a16:creationId xmlns:a16="http://schemas.microsoft.com/office/drawing/2014/main" id="{E440521C-6D86-48D4-B64D-CA81FCC4F3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Line 71">
            <a:extLst>
              <a:ext uri="{FF2B5EF4-FFF2-40B4-BE49-F238E27FC236}">
                <a16:creationId xmlns:a16="http://schemas.microsoft.com/office/drawing/2014/main" id="{4E55D1F9-A691-4D1A-8CD8-B1CE810D1EC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4" name="Text Box 72">
            <a:extLst>
              <a:ext uri="{FF2B5EF4-FFF2-40B4-BE49-F238E27FC236}">
                <a16:creationId xmlns:a16="http://schemas.microsoft.com/office/drawing/2014/main" id="{2F3DCD15-595E-4FF9-9464-C7F85653B6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5" name="Line 71">
            <a:extLst>
              <a:ext uri="{FF2B5EF4-FFF2-40B4-BE49-F238E27FC236}">
                <a16:creationId xmlns:a16="http://schemas.microsoft.com/office/drawing/2014/main" id="{EEE8BC47-0BB1-4863-BE4F-3BCC595D9B6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6" name="Text Box 72">
            <a:extLst>
              <a:ext uri="{FF2B5EF4-FFF2-40B4-BE49-F238E27FC236}">
                <a16:creationId xmlns:a16="http://schemas.microsoft.com/office/drawing/2014/main" id="{654F2C54-0962-4F8F-892E-6A61D3C97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7" name="Line 71">
            <a:extLst>
              <a:ext uri="{FF2B5EF4-FFF2-40B4-BE49-F238E27FC236}">
                <a16:creationId xmlns:a16="http://schemas.microsoft.com/office/drawing/2014/main" id="{F94A892F-D7C9-4D22-BBD2-D3098A3F3F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DD0841CB-3EC6-41F5-9499-93674326C5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6BD0982E-0C7D-4482-B51A-FF9B5E4C175E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49143753-7C8F-42F1-BCAF-82434C4A4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E379E704-4345-42E7-90B6-E53E70E8C00D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Forma libre 331">
            <a:extLst>
              <a:ext uri="{FF2B5EF4-FFF2-40B4-BE49-F238E27FC236}">
                <a16:creationId xmlns:a16="http://schemas.microsoft.com/office/drawing/2014/main" id="{81320FC3-24C9-4EE0-B787-83982063F230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3" name="Forma libre 332">
            <a:extLst>
              <a:ext uri="{FF2B5EF4-FFF2-40B4-BE49-F238E27FC236}">
                <a16:creationId xmlns:a16="http://schemas.microsoft.com/office/drawing/2014/main" id="{0A171749-FABA-4D0E-AE00-165A02463C5D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7374" name="CuadroTexto 349">
            <a:extLst>
              <a:ext uri="{FF2B5EF4-FFF2-40B4-BE49-F238E27FC236}">
                <a16:creationId xmlns:a16="http://schemas.microsoft.com/office/drawing/2014/main" id="{AE7B06A5-DEC9-4601-B088-248C97C98F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0863" y="714375"/>
            <a:ext cx="6288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Mem. instrucciones                Banco de registros                            Memoria de datos</a:t>
            </a:r>
          </a:p>
        </p:txBody>
      </p:sp>
      <p:sp>
        <p:nvSpPr>
          <p:cNvPr id="267375" name="CuadroTexto 350">
            <a:extLst>
              <a:ext uri="{FF2B5EF4-FFF2-40B4-BE49-F238E27FC236}">
                <a16:creationId xmlns:a16="http://schemas.microsoft.com/office/drawing/2014/main" id="{BB1ECDFD-9E3E-4482-A9C2-4DF4A58752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473233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76" name="CuadroTexto 351">
            <a:extLst>
              <a:ext uri="{FF2B5EF4-FFF2-40B4-BE49-F238E27FC236}">
                <a16:creationId xmlns:a16="http://schemas.microsoft.com/office/drawing/2014/main" id="{FA1A1A71-7407-41A5-AAD6-42EA87F45B41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2794" y="39870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77" name="CuadroTexto 352">
            <a:extLst>
              <a:ext uri="{FF2B5EF4-FFF2-40B4-BE49-F238E27FC236}">
                <a16:creationId xmlns:a16="http://schemas.microsoft.com/office/drawing/2014/main" id="{88E99647-7DC3-4297-A9CB-0CFA933AC4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00" y="4719638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78" name="CuadroTexto 353">
            <a:extLst>
              <a:ext uri="{FF2B5EF4-FFF2-40B4-BE49-F238E27FC236}">
                <a16:creationId xmlns:a16="http://schemas.microsoft.com/office/drawing/2014/main" id="{945C5B1A-8A0A-41DD-9E98-CB54C9DE830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040188" y="5045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0xFFC4A303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79" name="CuadroTexto 354">
            <a:extLst>
              <a:ext uri="{FF2B5EF4-FFF2-40B4-BE49-F238E27FC236}">
                <a16:creationId xmlns:a16="http://schemas.microsoft.com/office/drawing/2014/main" id="{94032487-1B1F-41BA-BE92-DD2F0B172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3394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80" name="CuadroTexto 355">
            <a:extLst>
              <a:ext uri="{FF2B5EF4-FFF2-40B4-BE49-F238E27FC236}">
                <a16:creationId xmlns:a16="http://schemas.microsoft.com/office/drawing/2014/main" id="{3D0C1FF1-2D93-450B-A78C-D46B45A2BB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0075" y="33909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0x2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81" name="CuadroTexto 356">
            <a:extLst>
              <a:ext uri="{FF2B5EF4-FFF2-40B4-BE49-F238E27FC236}">
                <a16:creationId xmlns:a16="http://schemas.microsoft.com/office/drawing/2014/main" id="{AA80B0FC-EF04-4E5C-B477-DD6F12312C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8825" y="45926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82" name="CuadroTexto 358">
            <a:extLst>
              <a:ext uri="{FF2B5EF4-FFF2-40B4-BE49-F238E27FC236}">
                <a16:creationId xmlns:a16="http://schemas.microsoft.com/office/drawing/2014/main" id="{F2D36295-A609-4B0F-A055-93056DDFF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4063" y="41481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0x09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83" name="CuadroTexto 359">
            <a:extLst>
              <a:ext uri="{FF2B5EF4-FFF2-40B4-BE49-F238E27FC236}">
                <a16:creationId xmlns:a16="http://schemas.microsoft.com/office/drawing/2014/main" id="{9B5A650D-6DCC-47F4-95A4-A7AFF758C8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6238" y="3816350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</a:p>
        </p:txBody>
      </p:sp>
      <p:sp>
        <p:nvSpPr>
          <p:cNvPr id="267384" name="CuadroTexto 360">
            <a:extLst>
              <a:ext uri="{FF2B5EF4-FFF2-40B4-BE49-F238E27FC236}">
                <a16:creationId xmlns:a16="http://schemas.microsoft.com/office/drawing/2014/main" id="{9016EF85-E463-4561-972B-EF8A4901E1A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6255544" y="52316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85" name="CuadroTexto 361">
            <a:extLst>
              <a:ext uri="{FF2B5EF4-FFF2-40B4-BE49-F238E27FC236}">
                <a16:creationId xmlns:a16="http://schemas.microsoft.com/office/drawing/2014/main" id="{C44ED21A-B488-4410-B85D-4D8071D4B7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3400" y="40179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7386" name="CuadroTexto 362">
            <a:extLst>
              <a:ext uri="{FF2B5EF4-FFF2-40B4-BE49-F238E27FC236}">
                <a16:creationId xmlns:a16="http://schemas.microsoft.com/office/drawing/2014/main" id="{E8720EF7-B355-429D-9CC1-CF807E0F7C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988" y="47053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87" name="CuadroTexto 363">
            <a:extLst>
              <a:ext uri="{FF2B5EF4-FFF2-40B4-BE49-F238E27FC236}">
                <a16:creationId xmlns:a16="http://schemas.microsoft.com/office/drawing/2014/main" id="{CE77A987-0FAA-4FBE-A981-8EE5E7C682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4100513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88" name="CuadroTexto 364">
            <a:extLst>
              <a:ext uri="{FF2B5EF4-FFF2-40B4-BE49-F238E27FC236}">
                <a16:creationId xmlns:a16="http://schemas.microsoft.com/office/drawing/2014/main" id="{856F8B88-4756-4D4F-BC52-070622F67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38417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000</a:t>
            </a:r>
          </a:p>
        </p:txBody>
      </p:sp>
      <p:sp>
        <p:nvSpPr>
          <p:cNvPr id="267389" name="CuadroTexto 365">
            <a:extLst>
              <a:ext uri="{FF2B5EF4-FFF2-40B4-BE49-F238E27FC236}">
                <a16:creationId xmlns:a16="http://schemas.microsoft.com/office/drawing/2014/main" id="{5B1FF5E0-030C-4F15-94FC-1E8E36EFD9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1975" y="44640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90" name="CuadroTexto 366">
            <a:extLst>
              <a:ext uri="{FF2B5EF4-FFF2-40B4-BE49-F238E27FC236}">
                <a16:creationId xmlns:a16="http://schemas.microsoft.com/office/drawing/2014/main" id="{FB6C2E2E-B305-4F1F-8015-1FB94942C2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31313" y="38782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7391" name="CuadroTexto 367">
            <a:extLst>
              <a:ext uri="{FF2B5EF4-FFF2-40B4-BE49-F238E27FC236}">
                <a16:creationId xmlns:a16="http://schemas.microsoft.com/office/drawing/2014/main" id="{6F891948-921C-4D58-B059-2C8778C843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7600" y="4678363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0x0000000A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7392" name="CuadroTexto 368">
            <a:extLst>
              <a:ext uri="{FF2B5EF4-FFF2-40B4-BE49-F238E27FC236}">
                <a16:creationId xmlns:a16="http://schemas.microsoft.com/office/drawing/2014/main" id="{9401838F-F4CB-4F7A-B88C-E9801CFCFA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8625" y="3813175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70" name="CuadroTexto 369">
            <a:extLst>
              <a:ext uri="{FF2B5EF4-FFF2-40B4-BE49-F238E27FC236}">
                <a16:creationId xmlns:a16="http://schemas.microsoft.com/office/drawing/2014/main" id="{758708CD-4B86-43BA-BE8C-A8FA8D6DA3DA}"/>
              </a:ext>
            </a:extLst>
          </p:cNvPr>
          <p:cNvSpPr txBox="1"/>
          <p:nvPr/>
        </p:nvSpPr>
        <p:spPr>
          <a:xfrm>
            <a:off x="5097463" y="5153025"/>
            <a:ext cx="998537" cy="18415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0x0000000A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71" name="CuadroTexto 370">
            <a:extLst>
              <a:ext uri="{FF2B5EF4-FFF2-40B4-BE49-F238E27FC236}">
                <a16:creationId xmlns:a16="http://schemas.microsoft.com/office/drawing/2014/main" id="{491BCE40-7CA7-49E7-A1F4-2079545A23E0}"/>
              </a:ext>
            </a:extLst>
          </p:cNvPr>
          <p:cNvSpPr txBox="1"/>
          <p:nvPr/>
        </p:nvSpPr>
        <p:spPr>
          <a:xfrm>
            <a:off x="4848225" y="3394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0x7f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2" name="CuadroTexto 371">
            <a:extLst>
              <a:ext uri="{FF2B5EF4-FFF2-40B4-BE49-F238E27FC236}">
                <a16:creationId xmlns:a16="http://schemas.microsoft.com/office/drawing/2014/main" id="{D97B4473-9D86-477A-96D3-1236794AF6A5}"/>
              </a:ext>
            </a:extLst>
          </p:cNvPr>
          <p:cNvSpPr txBox="1"/>
          <p:nvPr/>
        </p:nvSpPr>
        <p:spPr>
          <a:xfrm>
            <a:off x="7931150" y="4175125"/>
            <a:ext cx="790575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3" name="CuadroTexto 372">
            <a:extLst>
              <a:ext uri="{FF2B5EF4-FFF2-40B4-BE49-F238E27FC236}">
                <a16:creationId xmlns:a16="http://schemas.microsoft.com/office/drawing/2014/main" id="{07FA217C-355A-4B9D-88CF-3E746AADDA07}"/>
              </a:ext>
            </a:extLst>
          </p:cNvPr>
          <p:cNvSpPr txBox="1"/>
          <p:nvPr/>
        </p:nvSpPr>
        <p:spPr>
          <a:xfrm>
            <a:off x="4567238" y="4356100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0x1C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4" name="CuadroTexto 373">
            <a:extLst>
              <a:ext uri="{FF2B5EF4-FFF2-40B4-BE49-F238E27FC236}">
                <a16:creationId xmlns:a16="http://schemas.microsoft.com/office/drawing/2014/main" id="{A7A294AF-CE1E-45A7-BFCD-E0B404FEFA80}"/>
              </a:ext>
            </a:extLst>
          </p:cNvPr>
          <p:cNvSpPr txBox="1"/>
          <p:nvPr/>
        </p:nvSpPr>
        <p:spPr>
          <a:xfrm>
            <a:off x="6394450" y="4343400"/>
            <a:ext cx="790575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5" name="CuadroTexto 374">
            <a:extLst>
              <a:ext uri="{FF2B5EF4-FFF2-40B4-BE49-F238E27FC236}">
                <a16:creationId xmlns:a16="http://schemas.microsoft.com/office/drawing/2014/main" id="{D48305AE-CF9E-457F-BE24-485DA3B95DFF}"/>
              </a:ext>
            </a:extLst>
          </p:cNvPr>
          <p:cNvSpPr txBox="1"/>
          <p:nvPr/>
        </p:nvSpPr>
        <p:spPr>
          <a:xfrm>
            <a:off x="7008813" y="5510213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6" name="CuadroTexto 375">
            <a:extLst>
              <a:ext uri="{FF2B5EF4-FFF2-40B4-BE49-F238E27FC236}">
                <a16:creationId xmlns:a16="http://schemas.microsoft.com/office/drawing/2014/main" id="{854F5B26-EADC-4A26-BBE6-BDCDAD160CD8}"/>
              </a:ext>
            </a:extLst>
          </p:cNvPr>
          <p:cNvSpPr txBox="1"/>
          <p:nvPr/>
        </p:nvSpPr>
        <p:spPr>
          <a:xfrm>
            <a:off x="7024688" y="591185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8" name="CuadroTexto 377">
            <a:extLst>
              <a:ext uri="{FF2B5EF4-FFF2-40B4-BE49-F238E27FC236}">
                <a16:creationId xmlns:a16="http://schemas.microsoft.com/office/drawing/2014/main" id="{5FDF1EAD-818D-44AC-B06C-7C958FF3F114}"/>
              </a:ext>
            </a:extLst>
          </p:cNvPr>
          <p:cNvSpPr txBox="1"/>
          <p:nvPr/>
        </p:nvSpPr>
        <p:spPr>
          <a:xfrm>
            <a:off x="8247063" y="5661025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9" name="CuadroTexto 378">
            <a:extLst>
              <a:ext uri="{FF2B5EF4-FFF2-40B4-BE49-F238E27FC236}">
                <a16:creationId xmlns:a16="http://schemas.microsoft.com/office/drawing/2014/main" id="{EA19800F-AE25-4836-9638-028E658DE389}"/>
              </a:ext>
            </a:extLst>
          </p:cNvPr>
          <p:cNvSpPr txBox="1"/>
          <p:nvPr/>
        </p:nvSpPr>
        <p:spPr>
          <a:xfrm rot="16200000">
            <a:off x="763588" y="5299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67402" name="CuadroTexto 379">
            <a:extLst>
              <a:ext uri="{FF2B5EF4-FFF2-40B4-BE49-F238E27FC236}">
                <a16:creationId xmlns:a16="http://schemas.microsoft.com/office/drawing/2014/main" id="{68445D84-BEA3-4DF7-9EDE-34E1C7ECBE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402431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7403" name="CuadroTexto 380">
            <a:extLst>
              <a:ext uri="{FF2B5EF4-FFF2-40B4-BE49-F238E27FC236}">
                <a16:creationId xmlns:a16="http://schemas.microsoft.com/office/drawing/2014/main" id="{1D165564-D830-4F01-B1E7-700E83EC99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750" y="608488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82" name="CuadroTexto 381">
            <a:extLst>
              <a:ext uri="{FF2B5EF4-FFF2-40B4-BE49-F238E27FC236}">
                <a16:creationId xmlns:a16="http://schemas.microsoft.com/office/drawing/2014/main" id="{FC571064-1813-4341-AFE4-ED04F3073842}"/>
              </a:ext>
            </a:extLst>
          </p:cNvPr>
          <p:cNvSpPr txBox="1"/>
          <p:nvPr/>
        </p:nvSpPr>
        <p:spPr>
          <a:xfrm>
            <a:off x="9517063" y="3738563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84" name="CuadroTexto 383">
            <a:extLst>
              <a:ext uri="{FF2B5EF4-FFF2-40B4-BE49-F238E27FC236}">
                <a16:creationId xmlns:a16="http://schemas.microsoft.com/office/drawing/2014/main" id="{AE6C7539-A68C-4DC2-A7ED-DF78759FE905}"/>
              </a:ext>
            </a:extLst>
          </p:cNvPr>
          <p:cNvSpPr txBox="1"/>
          <p:nvPr/>
        </p:nvSpPr>
        <p:spPr>
          <a:xfrm>
            <a:off x="9625013" y="345440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67406" name="CuadroTexto 22">
            <a:extLst>
              <a:ext uri="{FF2B5EF4-FFF2-40B4-BE49-F238E27FC236}">
                <a16:creationId xmlns:a16="http://schemas.microsoft.com/office/drawing/2014/main" id="{6C4C8EEC-F5C3-4D48-9AF8-0B56D21E8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55713"/>
            <a:ext cx="3792538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rgbClr val="C0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lw x8, -4(x9)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BR[8] </a:t>
            </a:r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 MEM[BR[9] + sExt(-4)], 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PC  PC + 4</a:t>
            </a:r>
            <a:endParaRPr lang="es-ES" altLang="es-ES">
              <a:solidFill>
                <a:schemeClr val="accent2"/>
              </a:solidFill>
              <a:ea typeface="ＭＳ Ｐゴシック" panose="020B0600070205080204" pitchFamily="34" charset="-128"/>
              <a:cs typeface="Courier New" panose="02070309020205020404" pitchFamily="49" charset="0"/>
            </a:endParaRPr>
          </a:p>
        </p:txBody>
      </p:sp>
      <p:graphicFrame>
        <p:nvGraphicFramePr>
          <p:cNvPr id="30" name="Tabla 29">
            <a:extLst>
              <a:ext uri="{FF2B5EF4-FFF2-40B4-BE49-F238E27FC236}">
                <a16:creationId xmlns:a16="http://schemas.microsoft.com/office/drawing/2014/main" id="{F6F7C824-14F8-4F50-8D3C-45BF275D4A3C}"/>
              </a:ext>
            </a:extLst>
          </p:cNvPr>
          <p:cNvGraphicFramePr>
            <a:graphicFrameLocks noGrp="1"/>
          </p:cNvGraphicFramePr>
          <p:nvPr/>
        </p:nvGraphicFramePr>
        <p:xfrm>
          <a:off x="6686550" y="998538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0x00000006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" name="Tabla 32">
            <a:extLst>
              <a:ext uri="{FF2B5EF4-FFF2-40B4-BE49-F238E27FC236}">
                <a16:creationId xmlns:a16="http://schemas.microsoft.com/office/drawing/2014/main" id="{625426C3-9F6A-42C2-912B-BABB76E2F62A}"/>
              </a:ext>
            </a:extLst>
          </p:cNvPr>
          <p:cNvGraphicFramePr>
            <a:graphicFrameLocks noGrp="1"/>
          </p:cNvGraphicFramePr>
          <p:nvPr/>
        </p:nvGraphicFramePr>
        <p:xfrm>
          <a:off x="4579938" y="993775"/>
          <a:ext cx="2595562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34" name="Tabla 33">
            <a:extLst>
              <a:ext uri="{FF2B5EF4-FFF2-40B4-BE49-F238E27FC236}">
                <a16:creationId xmlns:a16="http://schemas.microsoft.com/office/drawing/2014/main" id="{CDC74B63-8645-4861-9C16-FC5C9D27BCCE}"/>
              </a:ext>
            </a:extLst>
          </p:cNvPr>
          <p:cNvGraphicFramePr>
            <a:graphicFrameLocks noGrp="1"/>
          </p:cNvGraphicFramePr>
          <p:nvPr/>
        </p:nvGraphicFramePr>
        <p:xfrm>
          <a:off x="9275763" y="998538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 Box 50">
            <a:extLst>
              <a:ext uri="{FF2B5EF4-FFF2-40B4-BE49-F238E27FC236}">
                <a16:creationId xmlns:a16="http://schemas.microsoft.com/office/drawing/2014/main" id="{647A10AA-5CDF-47B9-A3E4-A8C5ACF96C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5" name="Marcador de número de diapositiva 34">
            <a:extLst>
              <a:ext uri="{FF2B5EF4-FFF2-40B4-BE49-F238E27FC236}">
                <a16:creationId xmlns:a16="http://schemas.microsoft.com/office/drawing/2014/main" id="{15E01525-9103-45A0-B09A-BFDF469CAB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F1C6FAA3-3F43-4166-AB4D-07DE8188B21C}" type="slidenum">
              <a:rPr lang="es-ES" altLang="es-ES">
                <a:solidFill>
                  <a:srgbClr val="171717"/>
                </a:solidFill>
              </a:rPr>
              <a:pPr/>
              <a:t>133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C61D002-E0DF-4DD6-9E06-2CA85A4666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AEE7C70F-5549-4563-BCC3-02865431B9BC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84B93351-1062-4744-A5DD-9D9D5E4E3C67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101C0D25-3259-4D12-9C0F-3984B4DC545F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72">
            <a:extLst>
              <a:ext uri="{FF2B5EF4-FFF2-40B4-BE49-F238E27FC236}">
                <a16:creationId xmlns:a16="http://schemas.microsoft.com/office/drawing/2014/main" id="{F5381A76-A814-439B-8481-69A8565345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9" name="Line 70">
            <a:extLst>
              <a:ext uri="{FF2B5EF4-FFF2-40B4-BE49-F238E27FC236}">
                <a16:creationId xmlns:a16="http://schemas.microsoft.com/office/drawing/2014/main" id="{707E2AAE-D01E-4374-96AB-36FFD999529D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FAE3FAB7-AA8C-4497-901D-1E5BB842D514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D7BC53B4-72B3-4434-9D82-D39E492F4E14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0A0A76DC-FE37-4DF7-A52E-7097BA1607BF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B047D00B-85CD-4A75-A203-B1D9397AC990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69323" name="Grupo 13">
            <a:extLst>
              <a:ext uri="{FF2B5EF4-FFF2-40B4-BE49-F238E27FC236}">
                <a16:creationId xmlns:a16="http://schemas.microsoft.com/office/drawing/2014/main" id="{1DCA3D40-30A0-420D-9478-0AD2BEC9D763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15" name="Text Box 37">
              <a:extLst>
                <a:ext uri="{FF2B5EF4-FFF2-40B4-BE49-F238E27FC236}">
                  <a16:creationId xmlns:a16="http://schemas.microsoft.com/office/drawing/2014/main" id="{A8FAE87D-FF0F-4199-BC75-0871D729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32">
              <a:extLst>
                <a:ext uri="{FF2B5EF4-FFF2-40B4-BE49-F238E27FC236}">
                  <a16:creationId xmlns:a16="http://schemas.microsoft.com/office/drawing/2014/main" id="{DA203C70-EEA9-4AFA-A80A-E16CFA7976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729F5B73-C3E1-4FBF-8FDA-1FA9C8C89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A1DAF42F-E426-4835-A34E-0460474FE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9" name="Text Box 14">
              <a:extLst>
                <a:ext uri="{FF2B5EF4-FFF2-40B4-BE49-F238E27FC236}">
                  <a16:creationId xmlns:a16="http://schemas.microsoft.com/office/drawing/2014/main" id="{FD7857D8-D0E8-4B36-AABA-929B8C3BC4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C8ED3931-6977-4CE7-9C5A-853EB4D3C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5CCA6DE7-B092-43A3-BEEA-880469E46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8">
              <a:extLst>
                <a:ext uri="{FF2B5EF4-FFF2-40B4-BE49-F238E27FC236}">
                  <a16:creationId xmlns:a16="http://schemas.microsoft.com/office/drawing/2014/main" id="{6DBF4917-DF16-4E18-A336-C8FB1A68D8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9">
              <a:extLst>
                <a:ext uri="{FF2B5EF4-FFF2-40B4-BE49-F238E27FC236}">
                  <a16:creationId xmlns:a16="http://schemas.microsoft.com/office/drawing/2014/main" id="{BA6586B3-151E-4E36-AB7F-9F7233DBCF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211267CF-EFC5-4467-9C02-F0D8D094D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486B27F6-F7EF-4055-B560-92A6626E0F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" name="Text Box 15">
              <a:extLst>
                <a:ext uri="{FF2B5EF4-FFF2-40B4-BE49-F238E27FC236}">
                  <a16:creationId xmlns:a16="http://schemas.microsoft.com/office/drawing/2014/main" id="{4C9B90AB-B7A0-4817-8BB1-650A864502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9" name="Text Box 16">
              <a:extLst>
                <a:ext uri="{FF2B5EF4-FFF2-40B4-BE49-F238E27FC236}">
                  <a16:creationId xmlns:a16="http://schemas.microsoft.com/office/drawing/2014/main" id="{4008A5C0-E543-4DF7-A03C-01761D9AC8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1" name="Text Box 17">
              <a:extLst>
                <a:ext uri="{FF2B5EF4-FFF2-40B4-BE49-F238E27FC236}">
                  <a16:creationId xmlns:a16="http://schemas.microsoft.com/office/drawing/2014/main" id="{F1937059-ADDE-4905-9B84-A2B12F04EE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18">
              <a:extLst>
                <a:ext uri="{FF2B5EF4-FFF2-40B4-BE49-F238E27FC236}">
                  <a16:creationId xmlns:a16="http://schemas.microsoft.com/office/drawing/2014/main" id="{E9277B01-54A5-43B1-A5F3-A9F655BD62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20">
              <a:extLst>
                <a:ext uri="{FF2B5EF4-FFF2-40B4-BE49-F238E27FC236}">
                  <a16:creationId xmlns:a16="http://schemas.microsoft.com/office/drawing/2014/main" id="{4303A34A-0D5B-46DD-9929-AA020F4966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21">
              <a:extLst>
                <a:ext uri="{FF2B5EF4-FFF2-40B4-BE49-F238E27FC236}">
                  <a16:creationId xmlns:a16="http://schemas.microsoft.com/office/drawing/2014/main" id="{DF1D4E6F-C2ED-4409-B69C-A2E2DB5E91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825C0F96-5E30-405F-B9B2-0E5F70E65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44" name="Line 25">
              <a:extLst>
                <a:ext uri="{FF2B5EF4-FFF2-40B4-BE49-F238E27FC236}">
                  <a16:creationId xmlns:a16="http://schemas.microsoft.com/office/drawing/2014/main" id="{E610AB26-B019-4126-AFEE-2332B40AE9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26">
              <a:extLst>
                <a:ext uri="{FF2B5EF4-FFF2-40B4-BE49-F238E27FC236}">
                  <a16:creationId xmlns:a16="http://schemas.microsoft.com/office/drawing/2014/main" id="{CC0FB11F-8D65-4420-AFFD-7907A61E4F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7D21B5CB-B274-4383-AC94-A3C2BB0933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3C2617C3-09D2-42AA-BCEA-E1B45B10FA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31">
              <a:extLst>
                <a:ext uri="{FF2B5EF4-FFF2-40B4-BE49-F238E27FC236}">
                  <a16:creationId xmlns:a16="http://schemas.microsoft.com/office/drawing/2014/main" id="{BD8694E2-3AA7-4D5C-8A68-193FA8A1A5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Text Box 33">
              <a:extLst>
                <a:ext uri="{FF2B5EF4-FFF2-40B4-BE49-F238E27FC236}">
                  <a16:creationId xmlns:a16="http://schemas.microsoft.com/office/drawing/2014/main" id="{1F7E39AE-5E3D-4426-BAB2-21585E6210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54" name="Line 35">
              <a:extLst>
                <a:ext uri="{FF2B5EF4-FFF2-40B4-BE49-F238E27FC236}">
                  <a16:creationId xmlns:a16="http://schemas.microsoft.com/office/drawing/2014/main" id="{5844B97A-0970-4D8B-9EB7-89982EDC8D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36">
              <a:extLst>
                <a:ext uri="{FF2B5EF4-FFF2-40B4-BE49-F238E27FC236}">
                  <a16:creationId xmlns:a16="http://schemas.microsoft.com/office/drawing/2014/main" id="{DA82B5F7-2A87-4806-9C88-D180A05FD8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0" name="Text Box 38">
              <a:extLst>
                <a:ext uri="{FF2B5EF4-FFF2-40B4-BE49-F238E27FC236}">
                  <a16:creationId xmlns:a16="http://schemas.microsoft.com/office/drawing/2014/main" id="{80161D48-39E8-4A14-A88E-FC2F9B9EBE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61" name="Text Box 39">
              <a:extLst>
                <a:ext uri="{FF2B5EF4-FFF2-40B4-BE49-F238E27FC236}">
                  <a16:creationId xmlns:a16="http://schemas.microsoft.com/office/drawing/2014/main" id="{2F4280FE-28D1-4F8E-BAD3-A54F5B31E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62" name="Forma libre 61">
              <a:extLst>
                <a:ext uri="{FF2B5EF4-FFF2-40B4-BE49-F238E27FC236}">
                  <a16:creationId xmlns:a16="http://schemas.microsoft.com/office/drawing/2014/main" id="{E4291120-B708-4EF2-A075-B457E711E54A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69324" name="Grupo 62">
            <a:extLst>
              <a:ext uri="{FF2B5EF4-FFF2-40B4-BE49-F238E27FC236}">
                <a16:creationId xmlns:a16="http://schemas.microsoft.com/office/drawing/2014/main" id="{157AB894-6829-41D3-9415-4601C4B4F0BD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4" name="Text Box 80">
              <a:extLst>
                <a:ext uri="{FF2B5EF4-FFF2-40B4-BE49-F238E27FC236}">
                  <a16:creationId xmlns:a16="http://schemas.microsoft.com/office/drawing/2014/main" id="{757AC1BD-558D-4914-855A-4CAEEDF3B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63">
              <a:extLst>
                <a:ext uri="{FF2B5EF4-FFF2-40B4-BE49-F238E27FC236}">
                  <a16:creationId xmlns:a16="http://schemas.microsoft.com/office/drawing/2014/main" id="{05F44493-E213-4ACC-8B42-91496FCC77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6" name="Rectangle 59">
              <a:extLst>
                <a:ext uri="{FF2B5EF4-FFF2-40B4-BE49-F238E27FC236}">
                  <a16:creationId xmlns:a16="http://schemas.microsoft.com/office/drawing/2014/main" id="{C26D28B1-2B3E-4ECE-9656-3A079E48F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61">
              <a:extLst>
                <a:ext uri="{FF2B5EF4-FFF2-40B4-BE49-F238E27FC236}">
                  <a16:creationId xmlns:a16="http://schemas.microsoft.com/office/drawing/2014/main" id="{B5EDECDF-8B0F-4F5C-8F88-18EA5BD0F4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9" name="Line 62">
              <a:extLst>
                <a:ext uri="{FF2B5EF4-FFF2-40B4-BE49-F238E27FC236}">
                  <a16:creationId xmlns:a16="http://schemas.microsoft.com/office/drawing/2014/main" id="{53B0766D-6C90-46EF-BDA2-984F6200CB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0" name="Line 65">
              <a:extLst>
                <a:ext uri="{FF2B5EF4-FFF2-40B4-BE49-F238E27FC236}">
                  <a16:creationId xmlns:a16="http://schemas.microsoft.com/office/drawing/2014/main" id="{A6FF1B08-E06C-40B4-B0E7-D0263EB639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F176D283-37E3-43B4-AA44-5FBE126664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67">
              <a:extLst>
                <a:ext uri="{FF2B5EF4-FFF2-40B4-BE49-F238E27FC236}">
                  <a16:creationId xmlns:a16="http://schemas.microsoft.com/office/drawing/2014/main" id="{4A2344DB-8DAD-4957-8231-83E1AA3745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3" name="Text Box 68">
              <a:extLst>
                <a:ext uri="{FF2B5EF4-FFF2-40B4-BE49-F238E27FC236}">
                  <a16:creationId xmlns:a16="http://schemas.microsoft.com/office/drawing/2014/main" id="{47D693BF-739C-44FA-9E89-74B57105F0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74" name="Text Box 69">
              <a:extLst>
                <a:ext uri="{FF2B5EF4-FFF2-40B4-BE49-F238E27FC236}">
                  <a16:creationId xmlns:a16="http://schemas.microsoft.com/office/drawing/2014/main" id="{B4AB1C72-FDE2-4738-95F9-ED82D92710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78" name="Text Box 70">
              <a:extLst>
                <a:ext uri="{FF2B5EF4-FFF2-40B4-BE49-F238E27FC236}">
                  <a16:creationId xmlns:a16="http://schemas.microsoft.com/office/drawing/2014/main" id="{9BEFB899-250B-486C-AFA5-E37A7AA1D4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82" name="Text Box 71">
              <a:extLst>
                <a:ext uri="{FF2B5EF4-FFF2-40B4-BE49-F238E27FC236}">
                  <a16:creationId xmlns:a16="http://schemas.microsoft.com/office/drawing/2014/main" id="{9141A328-A712-47D0-8EEC-B16D5A1482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84" name="Line 73">
              <a:extLst>
                <a:ext uri="{FF2B5EF4-FFF2-40B4-BE49-F238E27FC236}">
                  <a16:creationId xmlns:a16="http://schemas.microsoft.com/office/drawing/2014/main" id="{755B6EAF-67D7-4607-800F-756493154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Text Box 76">
              <a:extLst>
                <a:ext uri="{FF2B5EF4-FFF2-40B4-BE49-F238E27FC236}">
                  <a16:creationId xmlns:a16="http://schemas.microsoft.com/office/drawing/2014/main" id="{1D58A504-C6EC-4905-9C47-F00824A902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8" name="Line 78">
              <a:extLst>
                <a:ext uri="{FF2B5EF4-FFF2-40B4-BE49-F238E27FC236}">
                  <a16:creationId xmlns:a16="http://schemas.microsoft.com/office/drawing/2014/main" id="{81AE22C0-2A99-4732-957D-77E88A0472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9" name="Line 79">
              <a:extLst>
                <a:ext uri="{FF2B5EF4-FFF2-40B4-BE49-F238E27FC236}">
                  <a16:creationId xmlns:a16="http://schemas.microsoft.com/office/drawing/2014/main" id="{95175383-5E25-43EF-9A0B-D68840CBBA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0" name="Forma libre 89">
              <a:extLst>
                <a:ext uri="{FF2B5EF4-FFF2-40B4-BE49-F238E27FC236}">
                  <a16:creationId xmlns:a16="http://schemas.microsoft.com/office/drawing/2014/main" id="{F18C353B-BD7E-476E-A06E-EFA5F779D1BF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91" name="Text Box 48">
            <a:extLst>
              <a:ext uri="{FF2B5EF4-FFF2-40B4-BE49-F238E27FC236}">
                <a16:creationId xmlns:a16="http://schemas.microsoft.com/office/drawing/2014/main" id="{D38F265C-63EE-48F0-BD1C-EFCA60785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2" name="Text Box 53">
            <a:extLst>
              <a:ext uri="{FF2B5EF4-FFF2-40B4-BE49-F238E27FC236}">
                <a16:creationId xmlns:a16="http://schemas.microsoft.com/office/drawing/2014/main" id="{5127F230-6F3D-47A7-8372-BD0BCEAB7C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4" name="Text Box 57">
            <a:extLst>
              <a:ext uri="{FF2B5EF4-FFF2-40B4-BE49-F238E27FC236}">
                <a16:creationId xmlns:a16="http://schemas.microsoft.com/office/drawing/2014/main" id="{B904F142-7D46-4D75-89B8-DBE3092CBA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id="{11DDE197-56D1-42CF-AB4A-D4B688B99D41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0" name="Line 46">
            <a:extLst>
              <a:ext uri="{FF2B5EF4-FFF2-40B4-BE49-F238E27FC236}">
                <a16:creationId xmlns:a16="http://schemas.microsoft.com/office/drawing/2014/main" id="{5CC25CBE-620B-4FC4-92EF-C6278B2C543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3D0B3E67-C99C-4DA5-A148-C9AE02FD6C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6" name="Text Box 49">
            <a:extLst>
              <a:ext uri="{FF2B5EF4-FFF2-40B4-BE49-F238E27FC236}">
                <a16:creationId xmlns:a16="http://schemas.microsoft.com/office/drawing/2014/main" id="{DBFE528A-DFAF-49FE-B999-AFF4750924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110" name="Line 52">
            <a:extLst>
              <a:ext uri="{FF2B5EF4-FFF2-40B4-BE49-F238E27FC236}">
                <a16:creationId xmlns:a16="http://schemas.microsoft.com/office/drawing/2014/main" id="{1F94A07A-9A68-4EB5-BE86-F67F6B2D69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1" name="Line 56">
            <a:extLst>
              <a:ext uri="{FF2B5EF4-FFF2-40B4-BE49-F238E27FC236}">
                <a16:creationId xmlns:a16="http://schemas.microsoft.com/office/drawing/2014/main" id="{8D6520D0-E116-4444-8BBA-5363651EF4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2" name="Line 60">
            <a:extLst>
              <a:ext uri="{FF2B5EF4-FFF2-40B4-BE49-F238E27FC236}">
                <a16:creationId xmlns:a16="http://schemas.microsoft.com/office/drawing/2014/main" id="{BE588C2F-AAC1-4831-A60C-F78BC97683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3" name="Text Box 61">
            <a:extLst>
              <a:ext uri="{FF2B5EF4-FFF2-40B4-BE49-F238E27FC236}">
                <a16:creationId xmlns:a16="http://schemas.microsoft.com/office/drawing/2014/main" id="{08A4BE26-A818-4BE7-937A-4C9C6F406A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114" name="Text Box 62">
            <a:extLst>
              <a:ext uri="{FF2B5EF4-FFF2-40B4-BE49-F238E27FC236}">
                <a16:creationId xmlns:a16="http://schemas.microsoft.com/office/drawing/2014/main" id="{8A237F86-B4F8-4254-91CA-E52BCD6FAB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46240CA3-14C0-4858-B02E-6A9EAB981A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119" name="Text Box 64">
            <a:extLst>
              <a:ext uri="{FF2B5EF4-FFF2-40B4-BE49-F238E27FC236}">
                <a16:creationId xmlns:a16="http://schemas.microsoft.com/office/drawing/2014/main" id="{6AFE5217-2169-4519-ABC6-AE74849E82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120" name="Line 71">
            <a:extLst>
              <a:ext uri="{FF2B5EF4-FFF2-40B4-BE49-F238E27FC236}">
                <a16:creationId xmlns:a16="http://schemas.microsoft.com/office/drawing/2014/main" id="{0D686F70-1C42-456E-908F-055ED018C0F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1" name="Text Box 72">
            <a:extLst>
              <a:ext uri="{FF2B5EF4-FFF2-40B4-BE49-F238E27FC236}">
                <a16:creationId xmlns:a16="http://schemas.microsoft.com/office/drawing/2014/main" id="{B33592FD-40E7-42D6-86AC-DBC73069B3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122" name="Text Box 144">
            <a:extLst>
              <a:ext uri="{FF2B5EF4-FFF2-40B4-BE49-F238E27FC236}">
                <a16:creationId xmlns:a16="http://schemas.microsoft.com/office/drawing/2014/main" id="{4AAA84C2-629B-43F4-B4CB-A4EFB007D5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123" name="Line 51">
            <a:extLst>
              <a:ext uri="{FF2B5EF4-FFF2-40B4-BE49-F238E27FC236}">
                <a16:creationId xmlns:a16="http://schemas.microsoft.com/office/drawing/2014/main" id="{21506BC3-2445-45AA-A290-57B5578DA1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4" name="Line 55">
            <a:extLst>
              <a:ext uri="{FF2B5EF4-FFF2-40B4-BE49-F238E27FC236}">
                <a16:creationId xmlns:a16="http://schemas.microsoft.com/office/drawing/2014/main" id="{312584D4-877E-4A27-90C8-97ACBC1FF04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5" name="Line 70">
            <a:extLst>
              <a:ext uri="{FF2B5EF4-FFF2-40B4-BE49-F238E27FC236}">
                <a16:creationId xmlns:a16="http://schemas.microsoft.com/office/drawing/2014/main" id="{17E093CF-EE7A-45E8-AB79-AA4D4EE74331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6" name="Line 59">
            <a:extLst>
              <a:ext uri="{FF2B5EF4-FFF2-40B4-BE49-F238E27FC236}">
                <a16:creationId xmlns:a16="http://schemas.microsoft.com/office/drawing/2014/main" id="{A653AFA4-A798-4042-A4F1-7DEC47FEB01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69346" name="Grupo 126">
            <a:extLst>
              <a:ext uri="{FF2B5EF4-FFF2-40B4-BE49-F238E27FC236}">
                <a16:creationId xmlns:a16="http://schemas.microsoft.com/office/drawing/2014/main" id="{FF79056F-30D3-4F69-A19A-2BA2E784093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31" name="Text Box 48">
              <a:extLst>
                <a:ext uri="{FF2B5EF4-FFF2-40B4-BE49-F238E27FC236}">
                  <a16:creationId xmlns:a16="http://schemas.microsoft.com/office/drawing/2014/main" id="{FE4C35C9-38F1-404F-8EA0-C4513F8E1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79B7EFE7-895F-412D-8C5A-581799363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3" name="Forma libre 132">
              <a:extLst>
                <a:ext uri="{FF2B5EF4-FFF2-40B4-BE49-F238E27FC236}">
                  <a16:creationId xmlns:a16="http://schemas.microsoft.com/office/drawing/2014/main" id="{71DD3652-052D-4D61-925C-504DEF7490ED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34" name="Line 46">
              <a:extLst>
                <a:ext uri="{FF2B5EF4-FFF2-40B4-BE49-F238E27FC236}">
                  <a16:creationId xmlns:a16="http://schemas.microsoft.com/office/drawing/2014/main" id="{B4087FC6-3C14-46A4-BCB0-1571DDB306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7">
              <a:extLst>
                <a:ext uri="{FF2B5EF4-FFF2-40B4-BE49-F238E27FC236}">
                  <a16:creationId xmlns:a16="http://schemas.microsoft.com/office/drawing/2014/main" id="{FBCF5AFD-FB54-40EC-9300-21E6FB770A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C7ABC9E6-1DB9-4B43-AC44-3602D725ED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1452CDFC-4844-45A7-8E68-6B3F01612C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8E3034F4-9E9F-4F17-8504-70EC0C7B96AC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9" name="Text Box 50">
            <a:extLst>
              <a:ext uri="{FF2B5EF4-FFF2-40B4-BE49-F238E27FC236}">
                <a16:creationId xmlns:a16="http://schemas.microsoft.com/office/drawing/2014/main" id="{D295A60B-88AD-408B-A7EE-30A7F65504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140" name="Forma libre 139">
            <a:extLst>
              <a:ext uri="{FF2B5EF4-FFF2-40B4-BE49-F238E27FC236}">
                <a16:creationId xmlns:a16="http://schemas.microsoft.com/office/drawing/2014/main" id="{CCA9C0C9-FF0F-4088-AD38-6F5FC19AB6BD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2" name="Forma libre 141">
            <a:extLst>
              <a:ext uri="{FF2B5EF4-FFF2-40B4-BE49-F238E27FC236}">
                <a16:creationId xmlns:a16="http://schemas.microsoft.com/office/drawing/2014/main" id="{67EC9562-6E1D-4F16-8810-7E21571F343A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" name="Forma libre 142">
            <a:extLst>
              <a:ext uri="{FF2B5EF4-FFF2-40B4-BE49-F238E27FC236}">
                <a16:creationId xmlns:a16="http://schemas.microsoft.com/office/drawing/2014/main" id="{D0910E50-2FA2-44CB-B270-F4DFF8B454F8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E1BB34D2-1D1E-4F45-8349-9449F150A6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45" name="Text Box 50">
            <a:extLst>
              <a:ext uri="{FF2B5EF4-FFF2-40B4-BE49-F238E27FC236}">
                <a16:creationId xmlns:a16="http://schemas.microsoft.com/office/drawing/2014/main" id="{4695614E-B890-4A6E-9859-876A14693F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146" name="Forma libre 145">
            <a:extLst>
              <a:ext uri="{FF2B5EF4-FFF2-40B4-BE49-F238E27FC236}">
                <a16:creationId xmlns:a16="http://schemas.microsoft.com/office/drawing/2014/main" id="{65CFCE84-D319-41B3-9317-FD8BF19349EE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" name="Forma libre 146">
            <a:extLst>
              <a:ext uri="{FF2B5EF4-FFF2-40B4-BE49-F238E27FC236}">
                <a16:creationId xmlns:a16="http://schemas.microsoft.com/office/drawing/2014/main" id="{80475749-76D5-4648-A05B-1FF2D7D79880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8" name="Forma libre 147">
            <a:extLst>
              <a:ext uri="{FF2B5EF4-FFF2-40B4-BE49-F238E27FC236}">
                <a16:creationId xmlns:a16="http://schemas.microsoft.com/office/drawing/2014/main" id="{9A2BD5AF-B86F-4B7A-AB78-D11188AC760E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9357" name="Grupo 148">
            <a:extLst>
              <a:ext uri="{FF2B5EF4-FFF2-40B4-BE49-F238E27FC236}">
                <a16:creationId xmlns:a16="http://schemas.microsoft.com/office/drawing/2014/main" id="{F16B1402-8EEA-4859-8D8C-772914514170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150" name="Text Box 49">
              <a:extLst>
                <a:ext uri="{FF2B5EF4-FFF2-40B4-BE49-F238E27FC236}">
                  <a16:creationId xmlns:a16="http://schemas.microsoft.com/office/drawing/2014/main" id="{E29BB71F-199C-4209-826A-8A1FD44C1B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47">
              <a:extLst>
                <a:ext uri="{FF2B5EF4-FFF2-40B4-BE49-F238E27FC236}">
                  <a16:creationId xmlns:a16="http://schemas.microsoft.com/office/drawing/2014/main" id="{DDCE5D9B-2230-4CD6-84C8-CC4BE6CE1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Rectangle 43">
              <a:extLst>
                <a:ext uri="{FF2B5EF4-FFF2-40B4-BE49-F238E27FC236}">
                  <a16:creationId xmlns:a16="http://schemas.microsoft.com/office/drawing/2014/main" id="{8039EC42-1B09-49EA-95A4-A9DDABBDA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4">
              <a:extLst>
                <a:ext uri="{FF2B5EF4-FFF2-40B4-BE49-F238E27FC236}">
                  <a16:creationId xmlns:a16="http://schemas.microsoft.com/office/drawing/2014/main" id="{F3AD4391-F649-4DDC-8373-B61082605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Line 46">
              <a:extLst>
                <a:ext uri="{FF2B5EF4-FFF2-40B4-BE49-F238E27FC236}">
                  <a16:creationId xmlns:a16="http://schemas.microsoft.com/office/drawing/2014/main" id="{1F24A5D7-54EF-499C-80EF-23F7321B0B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Text Box 47">
              <a:extLst>
                <a:ext uri="{FF2B5EF4-FFF2-40B4-BE49-F238E27FC236}">
                  <a16:creationId xmlns:a16="http://schemas.microsoft.com/office/drawing/2014/main" id="{410E4498-F9DF-493E-8666-7CA096DF33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3" name="Line 48">
              <a:extLst>
                <a:ext uri="{FF2B5EF4-FFF2-40B4-BE49-F238E27FC236}">
                  <a16:creationId xmlns:a16="http://schemas.microsoft.com/office/drawing/2014/main" id="{9CBFF328-BB05-48F8-BE51-25A0152B6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Line 44">
              <a:extLst>
                <a:ext uri="{FF2B5EF4-FFF2-40B4-BE49-F238E27FC236}">
                  <a16:creationId xmlns:a16="http://schemas.microsoft.com/office/drawing/2014/main" id="{985FA010-4B49-4C91-BAA3-D173EF3392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642C8E6F-C4D3-40DD-AE63-09FF92B224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Forma libre 165">
              <a:extLst>
                <a:ext uri="{FF2B5EF4-FFF2-40B4-BE49-F238E27FC236}">
                  <a16:creationId xmlns:a16="http://schemas.microsoft.com/office/drawing/2014/main" id="{5C93F808-BAA5-4CD5-A8C2-592484BE6A9B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67" name="Text Box 47">
              <a:extLst>
                <a:ext uri="{FF2B5EF4-FFF2-40B4-BE49-F238E27FC236}">
                  <a16:creationId xmlns:a16="http://schemas.microsoft.com/office/drawing/2014/main" id="{D6B1A7E1-6080-4642-9759-D7A5A5C46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68" name="Line 45">
              <a:extLst>
                <a:ext uri="{FF2B5EF4-FFF2-40B4-BE49-F238E27FC236}">
                  <a16:creationId xmlns:a16="http://schemas.microsoft.com/office/drawing/2014/main" id="{402D4B0A-5B2F-452C-AAD1-D347675390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9" name="Forma libre 168">
            <a:extLst>
              <a:ext uri="{FF2B5EF4-FFF2-40B4-BE49-F238E27FC236}">
                <a16:creationId xmlns:a16="http://schemas.microsoft.com/office/drawing/2014/main" id="{4ACBCD72-C300-4F59-9BAE-6150DF669C51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90EEED05-9E8A-41D8-8B77-CC5333D4B65D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5C1A191D-EAFE-4C82-B325-F736E4D682C7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2" name="Elipse 171">
            <a:extLst>
              <a:ext uri="{FF2B5EF4-FFF2-40B4-BE49-F238E27FC236}">
                <a16:creationId xmlns:a16="http://schemas.microsoft.com/office/drawing/2014/main" id="{0C016582-8D19-4CF8-9249-0D909072E442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" name="Line 18">
            <a:extLst>
              <a:ext uri="{FF2B5EF4-FFF2-40B4-BE49-F238E27FC236}">
                <a16:creationId xmlns:a16="http://schemas.microsoft.com/office/drawing/2014/main" id="{0E7459E2-9E8D-4218-84C9-D88E0723A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4" name="Line 56">
            <a:extLst>
              <a:ext uri="{FF2B5EF4-FFF2-40B4-BE49-F238E27FC236}">
                <a16:creationId xmlns:a16="http://schemas.microsoft.com/office/drawing/2014/main" id="{B47EA2A1-5A30-4131-B641-75721FD172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5" name="Forma libre 174">
            <a:extLst>
              <a:ext uri="{FF2B5EF4-FFF2-40B4-BE49-F238E27FC236}">
                <a16:creationId xmlns:a16="http://schemas.microsoft.com/office/drawing/2014/main" id="{2886C374-5555-4741-AB75-C3A70F24181B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9365" name="Grupo 175">
            <a:extLst>
              <a:ext uri="{FF2B5EF4-FFF2-40B4-BE49-F238E27FC236}">
                <a16:creationId xmlns:a16="http://schemas.microsoft.com/office/drawing/2014/main" id="{7A6E0716-B23E-4A2E-A3AF-50678FE83F1B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177" name="Text Box 48">
              <a:extLst>
                <a:ext uri="{FF2B5EF4-FFF2-40B4-BE49-F238E27FC236}">
                  <a16:creationId xmlns:a16="http://schemas.microsoft.com/office/drawing/2014/main" id="{67845BCE-D1C9-4E3A-8861-A25B37D23B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8" name="Text Box 57">
              <a:extLst>
                <a:ext uri="{FF2B5EF4-FFF2-40B4-BE49-F238E27FC236}">
                  <a16:creationId xmlns:a16="http://schemas.microsoft.com/office/drawing/2014/main" id="{568B5E56-DB3F-4F8E-B2DB-CEC1C864A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9" name="Text Box 53">
              <a:extLst>
                <a:ext uri="{FF2B5EF4-FFF2-40B4-BE49-F238E27FC236}">
                  <a16:creationId xmlns:a16="http://schemas.microsoft.com/office/drawing/2014/main" id="{C12A36BF-8E4F-458F-90E1-E6952CA1C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63F2E119-499F-42E7-AA46-0D3D0ED2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47">
              <a:extLst>
                <a:ext uri="{FF2B5EF4-FFF2-40B4-BE49-F238E27FC236}">
                  <a16:creationId xmlns:a16="http://schemas.microsoft.com/office/drawing/2014/main" id="{5DCEFE1B-74F1-4825-B83F-582365461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A932E62E-9C53-4D27-931F-0D7F8FAB67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52">
              <a:extLst>
                <a:ext uri="{FF2B5EF4-FFF2-40B4-BE49-F238E27FC236}">
                  <a16:creationId xmlns:a16="http://schemas.microsoft.com/office/drawing/2014/main" id="{F247B68E-4B47-42DE-879D-BDA97DA77C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56">
              <a:extLst>
                <a:ext uri="{FF2B5EF4-FFF2-40B4-BE49-F238E27FC236}">
                  <a16:creationId xmlns:a16="http://schemas.microsoft.com/office/drawing/2014/main" id="{993D33BA-0CBF-4F22-B827-942B4FB8A3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Line 55">
              <a:extLst>
                <a:ext uri="{FF2B5EF4-FFF2-40B4-BE49-F238E27FC236}">
                  <a16:creationId xmlns:a16="http://schemas.microsoft.com/office/drawing/2014/main" id="{9821A09D-E024-43A7-9B4C-AB83285D2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6" name="Line 51">
              <a:extLst>
                <a:ext uri="{FF2B5EF4-FFF2-40B4-BE49-F238E27FC236}">
                  <a16:creationId xmlns:a16="http://schemas.microsoft.com/office/drawing/2014/main" id="{46227B15-B7C8-4CDD-92C6-5100D1CD7C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7" name="Line 46">
              <a:extLst>
                <a:ext uri="{FF2B5EF4-FFF2-40B4-BE49-F238E27FC236}">
                  <a16:creationId xmlns:a16="http://schemas.microsoft.com/office/drawing/2014/main" id="{9CD115AC-D21B-42C1-869A-146CDE13DD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4719A752-24A6-4539-BFAA-3D8FB8CA5863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Forma libre 188">
            <a:extLst>
              <a:ext uri="{FF2B5EF4-FFF2-40B4-BE49-F238E27FC236}">
                <a16:creationId xmlns:a16="http://schemas.microsoft.com/office/drawing/2014/main" id="{086DBEE9-6B4C-4CA0-98FA-E5414ADDFE68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Forma libre 189">
            <a:extLst>
              <a:ext uri="{FF2B5EF4-FFF2-40B4-BE49-F238E27FC236}">
                <a16:creationId xmlns:a16="http://schemas.microsoft.com/office/drawing/2014/main" id="{03CDA5FD-E175-4445-8485-4C2CB686E88A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9369" name="Grupo 190">
            <a:extLst>
              <a:ext uri="{FF2B5EF4-FFF2-40B4-BE49-F238E27FC236}">
                <a16:creationId xmlns:a16="http://schemas.microsoft.com/office/drawing/2014/main" id="{F553C108-BBFC-4440-A20F-80D1E8A2C45B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92" name="Text Box 49">
              <a:extLst>
                <a:ext uri="{FF2B5EF4-FFF2-40B4-BE49-F238E27FC236}">
                  <a16:creationId xmlns:a16="http://schemas.microsoft.com/office/drawing/2014/main" id="{156AD419-3900-4472-A866-0D63F3969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0D2F92C1-CDCC-4F43-87A2-3B2ACF804E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4" name="Rectangle 43">
              <a:extLst>
                <a:ext uri="{FF2B5EF4-FFF2-40B4-BE49-F238E27FC236}">
                  <a16:creationId xmlns:a16="http://schemas.microsoft.com/office/drawing/2014/main" id="{ECD488BE-47FD-40BC-B2C9-A307D9EE7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5" name="Line 44">
              <a:extLst>
                <a:ext uri="{FF2B5EF4-FFF2-40B4-BE49-F238E27FC236}">
                  <a16:creationId xmlns:a16="http://schemas.microsoft.com/office/drawing/2014/main" id="{DCA164A8-5378-432A-BC8A-100B50E446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6">
              <a:extLst>
                <a:ext uri="{FF2B5EF4-FFF2-40B4-BE49-F238E27FC236}">
                  <a16:creationId xmlns:a16="http://schemas.microsoft.com/office/drawing/2014/main" id="{B2D933C4-B9C4-439E-8C33-874B40BFE0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Line 48">
              <a:extLst>
                <a:ext uri="{FF2B5EF4-FFF2-40B4-BE49-F238E27FC236}">
                  <a16:creationId xmlns:a16="http://schemas.microsoft.com/office/drawing/2014/main" id="{760FE7D0-2C0B-4A5A-BD26-6672F66D28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8" name="Text Box 53">
              <a:extLst>
                <a:ext uri="{FF2B5EF4-FFF2-40B4-BE49-F238E27FC236}">
                  <a16:creationId xmlns:a16="http://schemas.microsoft.com/office/drawing/2014/main" id="{0A4FF0F9-9F06-4AB9-A271-3C4C27BBBD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99" name="Forma libre 198">
              <a:extLst>
                <a:ext uri="{FF2B5EF4-FFF2-40B4-BE49-F238E27FC236}">
                  <a16:creationId xmlns:a16="http://schemas.microsoft.com/office/drawing/2014/main" id="{D907B520-8EB9-471F-A400-E6BF97764C57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00" name="Line 45">
              <a:extLst>
                <a:ext uri="{FF2B5EF4-FFF2-40B4-BE49-F238E27FC236}">
                  <a16:creationId xmlns:a16="http://schemas.microsoft.com/office/drawing/2014/main" id="{B82B3268-5CDF-4EC6-BA87-0D8FF5E30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69370" name="Grupo 200">
            <a:extLst>
              <a:ext uri="{FF2B5EF4-FFF2-40B4-BE49-F238E27FC236}">
                <a16:creationId xmlns:a16="http://schemas.microsoft.com/office/drawing/2014/main" id="{FD7BF44E-5068-4C97-94ED-18502838E5A2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02" name="Text Box 48">
              <a:extLst>
                <a:ext uri="{FF2B5EF4-FFF2-40B4-BE49-F238E27FC236}">
                  <a16:creationId xmlns:a16="http://schemas.microsoft.com/office/drawing/2014/main" id="{C1923BAC-CA0C-4D4B-814B-361BA432A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3" name="Text Box 57">
              <a:extLst>
                <a:ext uri="{FF2B5EF4-FFF2-40B4-BE49-F238E27FC236}">
                  <a16:creationId xmlns:a16="http://schemas.microsoft.com/office/drawing/2014/main" id="{13346194-8E4F-4E1F-8E6C-A3E8C6E338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4" name="Text Box 53">
              <a:extLst>
                <a:ext uri="{FF2B5EF4-FFF2-40B4-BE49-F238E27FC236}">
                  <a16:creationId xmlns:a16="http://schemas.microsoft.com/office/drawing/2014/main" id="{F45A5EE8-F634-482E-BDA1-E53DC374F3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Freeform 44">
              <a:extLst>
                <a:ext uri="{FF2B5EF4-FFF2-40B4-BE49-F238E27FC236}">
                  <a16:creationId xmlns:a16="http://schemas.microsoft.com/office/drawing/2014/main" id="{EAFCCCCE-37D9-4311-9E3D-79CA92E03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6" name="Line 47">
              <a:extLst>
                <a:ext uri="{FF2B5EF4-FFF2-40B4-BE49-F238E27FC236}">
                  <a16:creationId xmlns:a16="http://schemas.microsoft.com/office/drawing/2014/main" id="{95BB7FBD-C18D-4D13-978D-871395C448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Text Box 49">
              <a:extLst>
                <a:ext uri="{FF2B5EF4-FFF2-40B4-BE49-F238E27FC236}">
                  <a16:creationId xmlns:a16="http://schemas.microsoft.com/office/drawing/2014/main" id="{CAF243B1-4CEF-487B-B3CE-6EA63EB8A3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52">
              <a:extLst>
                <a:ext uri="{FF2B5EF4-FFF2-40B4-BE49-F238E27FC236}">
                  <a16:creationId xmlns:a16="http://schemas.microsoft.com/office/drawing/2014/main" id="{D5F86024-7ECD-4CB5-9CA4-E95180B8BF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56">
              <a:extLst>
                <a:ext uri="{FF2B5EF4-FFF2-40B4-BE49-F238E27FC236}">
                  <a16:creationId xmlns:a16="http://schemas.microsoft.com/office/drawing/2014/main" id="{5FC33906-754D-4B3D-B602-168440948F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6">
              <a:extLst>
                <a:ext uri="{FF2B5EF4-FFF2-40B4-BE49-F238E27FC236}">
                  <a16:creationId xmlns:a16="http://schemas.microsoft.com/office/drawing/2014/main" id="{561A1D7E-5C19-4F31-90EA-DC3B7656CF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Line 55">
              <a:extLst>
                <a:ext uri="{FF2B5EF4-FFF2-40B4-BE49-F238E27FC236}">
                  <a16:creationId xmlns:a16="http://schemas.microsoft.com/office/drawing/2014/main" id="{5156B1EA-9189-4D6D-8D78-0AEE8237DA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Line 51">
              <a:extLst>
                <a:ext uri="{FF2B5EF4-FFF2-40B4-BE49-F238E27FC236}">
                  <a16:creationId xmlns:a16="http://schemas.microsoft.com/office/drawing/2014/main" id="{A15DCCC9-DD03-403D-B954-214A6BE438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13" name="Forma libre 212">
            <a:extLst>
              <a:ext uri="{FF2B5EF4-FFF2-40B4-BE49-F238E27FC236}">
                <a16:creationId xmlns:a16="http://schemas.microsoft.com/office/drawing/2014/main" id="{4501D705-3632-4D70-B82E-83328746B1AC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4" name="Text Box 46">
            <a:extLst>
              <a:ext uri="{FF2B5EF4-FFF2-40B4-BE49-F238E27FC236}">
                <a16:creationId xmlns:a16="http://schemas.microsoft.com/office/drawing/2014/main" id="{33EEEF1E-2F63-4BC2-AB31-75BA29DFCC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5" name="Elipse 214">
            <a:extLst>
              <a:ext uri="{FF2B5EF4-FFF2-40B4-BE49-F238E27FC236}">
                <a16:creationId xmlns:a16="http://schemas.microsoft.com/office/drawing/2014/main" id="{07FEF030-6A41-4DAC-B680-EA0DDEB79A3B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9374" name="Grupo 239">
            <a:extLst>
              <a:ext uri="{FF2B5EF4-FFF2-40B4-BE49-F238E27FC236}">
                <a16:creationId xmlns:a16="http://schemas.microsoft.com/office/drawing/2014/main" id="{F700421D-6D84-4538-BA10-2FC4315939BA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244" name="Rectangle 42">
              <a:extLst>
                <a:ext uri="{FF2B5EF4-FFF2-40B4-BE49-F238E27FC236}">
                  <a16:creationId xmlns:a16="http://schemas.microsoft.com/office/drawing/2014/main" id="{53108942-0AA8-4144-8689-084945ADA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44">
              <a:extLst>
                <a:ext uri="{FF2B5EF4-FFF2-40B4-BE49-F238E27FC236}">
                  <a16:creationId xmlns:a16="http://schemas.microsoft.com/office/drawing/2014/main" id="{23A0E6C7-D0E7-45B5-82D0-2E5C910DD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45">
              <a:extLst>
                <a:ext uri="{FF2B5EF4-FFF2-40B4-BE49-F238E27FC236}">
                  <a16:creationId xmlns:a16="http://schemas.microsoft.com/office/drawing/2014/main" id="{9D7BF01B-D883-40DD-B82D-85FD6FE171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46">
              <a:extLst>
                <a:ext uri="{FF2B5EF4-FFF2-40B4-BE49-F238E27FC236}">
                  <a16:creationId xmlns:a16="http://schemas.microsoft.com/office/drawing/2014/main" id="{151C9126-A0C9-466C-BB0A-A721E5CA7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Line 48">
              <a:extLst>
                <a:ext uri="{FF2B5EF4-FFF2-40B4-BE49-F238E27FC236}">
                  <a16:creationId xmlns:a16="http://schemas.microsoft.com/office/drawing/2014/main" id="{9E1C84C5-0C66-4C43-B382-CF32DF8D43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9">
              <a:extLst>
                <a:ext uri="{FF2B5EF4-FFF2-40B4-BE49-F238E27FC236}">
                  <a16:creationId xmlns:a16="http://schemas.microsoft.com/office/drawing/2014/main" id="{FF41809A-BFAC-4854-BA19-CCDEA0A20A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Text Box 50">
              <a:extLst>
                <a:ext uri="{FF2B5EF4-FFF2-40B4-BE49-F238E27FC236}">
                  <a16:creationId xmlns:a16="http://schemas.microsoft.com/office/drawing/2014/main" id="{9977CAD8-2C50-43E6-AD34-822D8D16B2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1" name="Text Box 51">
              <a:extLst>
                <a:ext uri="{FF2B5EF4-FFF2-40B4-BE49-F238E27FC236}">
                  <a16:creationId xmlns:a16="http://schemas.microsoft.com/office/drawing/2014/main" id="{E5F7F4CD-B732-461B-93F7-088C8C5052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52" name="Text Box 52">
              <a:extLst>
                <a:ext uri="{FF2B5EF4-FFF2-40B4-BE49-F238E27FC236}">
                  <a16:creationId xmlns:a16="http://schemas.microsoft.com/office/drawing/2014/main" id="{D2B107FF-3A1C-46F7-8247-833A54492D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Text Box 53">
              <a:extLst>
                <a:ext uri="{FF2B5EF4-FFF2-40B4-BE49-F238E27FC236}">
                  <a16:creationId xmlns:a16="http://schemas.microsoft.com/office/drawing/2014/main" id="{435C80C0-9245-469D-983D-9FE03DD50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254" name="Forma libre 253">
            <a:extLst>
              <a:ext uri="{FF2B5EF4-FFF2-40B4-BE49-F238E27FC236}">
                <a16:creationId xmlns:a16="http://schemas.microsoft.com/office/drawing/2014/main" id="{962EC82F-AA63-482F-A855-2B758F225D5F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9376" name="Grupo 254">
            <a:extLst>
              <a:ext uri="{FF2B5EF4-FFF2-40B4-BE49-F238E27FC236}">
                <a16:creationId xmlns:a16="http://schemas.microsoft.com/office/drawing/2014/main" id="{29A0A4F2-1F1E-4135-AC9A-E6FFD3EC58A2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256" name="Text Box 49">
              <a:extLst>
                <a:ext uri="{FF2B5EF4-FFF2-40B4-BE49-F238E27FC236}">
                  <a16:creationId xmlns:a16="http://schemas.microsoft.com/office/drawing/2014/main" id="{70D53158-20EC-49BA-AC2F-93B82D91C1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7" name="Text Box 47">
              <a:extLst>
                <a:ext uri="{FF2B5EF4-FFF2-40B4-BE49-F238E27FC236}">
                  <a16:creationId xmlns:a16="http://schemas.microsoft.com/office/drawing/2014/main" id="{E0114353-3579-4151-87F4-E6CF5F889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8" name="Text Box 47">
              <a:extLst>
                <a:ext uri="{FF2B5EF4-FFF2-40B4-BE49-F238E27FC236}">
                  <a16:creationId xmlns:a16="http://schemas.microsoft.com/office/drawing/2014/main" id="{73D31540-3C47-44E5-AD1B-60034B8696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Rectangle 43">
              <a:extLst>
                <a:ext uri="{FF2B5EF4-FFF2-40B4-BE49-F238E27FC236}">
                  <a16:creationId xmlns:a16="http://schemas.microsoft.com/office/drawing/2014/main" id="{C61C23B5-C455-4126-8807-48F3B93D0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FF3C40A6-61B8-4516-9D2C-3159C4568D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1" name="Line 46">
              <a:extLst>
                <a:ext uri="{FF2B5EF4-FFF2-40B4-BE49-F238E27FC236}">
                  <a16:creationId xmlns:a16="http://schemas.microsoft.com/office/drawing/2014/main" id="{7976B018-B8C7-41D8-93DD-595BFEB339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2" name="Line 48">
              <a:extLst>
                <a:ext uri="{FF2B5EF4-FFF2-40B4-BE49-F238E27FC236}">
                  <a16:creationId xmlns:a16="http://schemas.microsoft.com/office/drawing/2014/main" id="{C40BE749-629D-41FE-BF98-C658C21124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3" name="Line 46">
              <a:extLst>
                <a:ext uri="{FF2B5EF4-FFF2-40B4-BE49-F238E27FC236}">
                  <a16:creationId xmlns:a16="http://schemas.microsoft.com/office/drawing/2014/main" id="{F61CBD79-F4A9-4BEA-B7BD-BFAD80449E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4" name="Forma libre 263">
              <a:extLst>
                <a:ext uri="{FF2B5EF4-FFF2-40B4-BE49-F238E27FC236}">
                  <a16:creationId xmlns:a16="http://schemas.microsoft.com/office/drawing/2014/main" id="{7A4B6739-BA60-4166-AE40-2154C32950A8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5" name="Text Box 47">
              <a:extLst>
                <a:ext uri="{FF2B5EF4-FFF2-40B4-BE49-F238E27FC236}">
                  <a16:creationId xmlns:a16="http://schemas.microsoft.com/office/drawing/2014/main" id="{8453A65C-70B6-4873-BBB4-35A6EA943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66" name="Line 44">
              <a:extLst>
                <a:ext uri="{FF2B5EF4-FFF2-40B4-BE49-F238E27FC236}">
                  <a16:creationId xmlns:a16="http://schemas.microsoft.com/office/drawing/2014/main" id="{A84029C6-FC77-44D6-850E-1770EA55D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44">
              <a:extLst>
                <a:ext uri="{FF2B5EF4-FFF2-40B4-BE49-F238E27FC236}">
                  <a16:creationId xmlns:a16="http://schemas.microsoft.com/office/drawing/2014/main" id="{A22886C0-BA53-4C87-BB53-506F3255F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68" name="Forma libre 267">
            <a:extLst>
              <a:ext uri="{FF2B5EF4-FFF2-40B4-BE49-F238E27FC236}">
                <a16:creationId xmlns:a16="http://schemas.microsoft.com/office/drawing/2014/main" id="{FD795BA7-BDCB-4572-B95F-2550CD939A2D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" name="Line 18">
            <a:extLst>
              <a:ext uri="{FF2B5EF4-FFF2-40B4-BE49-F238E27FC236}">
                <a16:creationId xmlns:a16="http://schemas.microsoft.com/office/drawing/2014/main" id="{A5EF79D6-AE74-4F36-A7C1-9E688594E23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0" name="Elipse 269">
            <a:extLst>
              <a:ext uri="{FF2B5EF4-FFF2-40B4-BE49-F238E27FC236}">
                <a16:creationId xmlns:a16="http://schemas.microsoft.com/office/drawing/2014/main" id="{7525F644-CAA7-4F35-BD28-09BC2845B131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9380" name="Grupo 270">
            <a:extLst>
              <a:ext uri="{FF2B5EF4-FFF2-40B4-BE49-F238E27FC236}">
                <a16:creationId xmlns:a16="http://schemas.microsoft.com/office/drawing/2014/main" id="{D3E49EB5-9449-4109-8B31-0A4F5978C5A6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272" name="Text Box 49">
              <a:extLst>
                <a:ext uri="{FF2B5EF4-FFF2-40B4-BE49-F238E27FC236}">
                  <a16:creationId xmlns:a16="http://schemas.microsoft.com/office/drawing/2014/main" id="{1454503C-2505-41A6-AF26-A0E9B0DDF3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3" name="Rectangle 43">
              <a:extLst>
                <a:ext uri="{FF2B5EF4-FFF2-40B4-BE49-F238E27FC236}">
                  <a16:creationId xmlns:a16="http://schemas.microsoft.com/office/drawing/2014/main" id="{C886F3E7-4889-4C44-B6D4-013AE14FC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4" name="Line 44">
              <a:extLst>
                <a:ext uri="{FF2B5EF4-FFF2-40B4-BE49-F238E27FC236}">
                  <a16:creationId xmlns:a16="http://schemas.microsoft.com/office/drawing/2014/main" id="{395F6BDD-A6FA-4849-B6D0-87FB3BA723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5" name="Line 46">
              <a:extLst>
                <a:ext uri="{FF2B5EF4-FFF2-40B4-BE49-F238E27FC236}">
                  <a16:creationId xmlns:a16="http://schemas.microsoft.com/office/drawing/2014/main" id="{0C943289-6825-46E9-B350-48D13B09B7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6" name="Text Box 47">
              <a:extLst>
                <a:ext uri="{FF2B5EF4-FFF2-40B4-BE49-F238E27FC236}">
                  <a16:creationId xmlns:a16="http://schemas.microsoft.com/office/drawing/2014/main" id="{B48E5B56-6114-4102-9B84-2EE9A3B79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7" name="Line 48">
              <a:extLst>
                <a:ext uri="{FF2B5EF4-FFF2-40B4-BE49-F238E27FC236}">
                  <a16:creationId xmlns:a16="http://schemas.microsoft.com/office/drawing/2014/main" id="{580009B8-EC28-45FE-9A30-135DE10F12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8" name="Line 44">
              <a:extLst>
                <a:ext uri="{FF2B5EF4-FFF2-40B4-BE49-F238E27FC236}">
                  <a16:creationId xmlns:a16="http://schemas.microsoft.com/office/drawing/2014/main" id="{F49D6F42-6EF4-4C17-B85F-C4B6765F41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46">
              <a:extLst>
                <a:ext uri="{FF2B5EF4-FFF2-40B4-BE49-F238E27FC236}">
                  <a16:creationId xmlns:a16="http://schemas.microsoft.com/office/drawing/2014/main" id="{A0D40B4E-3977-47A3-A1B3-FE92DFBE98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47">
              <a:extLst>
                <a:ext uri="{FF2B5EF4-FFF2-40B4-BE49-F238E27FC236}">
                  <a16:creationId xmlns:a16="http://schemas.microsoft.com/office/drawing/2014/main" id="{6185F37C-2649-42B4-86E1-6BB85883F2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AFFF806B-38DC-42DC-88AB-CA8094E7C17D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82" name="Text Box 47">
              <a:extLst>
                <a:ext uri="{FF2B5EF4-FFF2-40B4-BE49-F238E27FC236}">
                  <a16:creationId xmlns:a16="http://schemas.microsoft.com/office/drawing/2014/main" id="{FA3505CD-EBB1-473F-A73B-BB21014566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283" name="Line 46">
              <a:extLst>
                <a:ext uri="{FF2B5EF4-FFF2-40B4-BE49-F238E27FC236}">
                  <a16:creationId xmlns:a16="http://schemas.microsoft.com/office/drawing/2014/main" id="{2FA2DC96-0362-488E-9734-2A8A8DE59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4" name="Text Box 47">
              <a:extLst>
                <a:ext uri="{FF2B5EF4-FFF2-40B4-BE49-F238E27FC236}">
                  <a16:creationId xmlns:a16="http://schemas.microsoft.com/office/drawing/2014/main" id="{838CCDB6-B866-4BA0-AB94-24325633C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47">
              <a:extLst>
                <a:ext uri="{FF2B5EF4-FFF2-40B4-BE49-F238E27FC236}">
                  <a16:creationId xmlns:a16="http://schemas.microsoft.com/office/drawing/2014/main" id="{D8B2F052-8378-4E75-8FB8-44ADC7ED4F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86" name="Text Box 47">
              <a:extLst>
                <a:ext uri="{FF2B5EF4-FFF2-40B4-BE49-F238E27FC236}">
                  <a16:creationId xmlns:a16="http://schemas.microsoft.com/office/drawing/2014/main" id="{A247CA71-296D-4E1E-B225-E120194C97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287" name="Line 44">
              <a:extLst>
                <a:ext uri="{FF2B5EF4-FFF2-40B4-BE49-F238E27FC236}">
                  <a16:creationId xmlns:a16="http://schemas.microsoft.com/office/drawing/2014/main" id="{BA166B91-43C1-4938-8E7D-1F0E854054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5">
              <a:extLst>
                <a:ext uri="{FF2B5EF4-FFF2-40B4-BE49-F238E27FC236}">
                  <a16:creationId xmlns:a16="http://schemas.microsoft.com/office/drawing/2014/main" id="{E85BD2CE-F743-4F0A-9A17-B859817FF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89" name="Line 71">
            <a:extLst>
              <a:ext uri="{FF2B5EF4-FFF2-40B4-BE49-F238E27FC236}">
                <a16:creationId xmlns:a16="http://schemas.microsoft.com/office/drawing/2014/main" id="{5C239CE0-826E-4E47-83FF-DDE75B31145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0" name="Text Box 72">
            <a:extLst>
              <a:ext uri="{FF2B5EF4-FFF2-40B4-BE49-F238E27FC236}">
                <a16:creationId xmlns:a16="http://schemas.microsoft.com/office/drawing/2014/main" id="{8A0494B4-E8CE-42CF-9F56-2C274B1B09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1" name="Line 70">
            <a:extLst>
              <a:ext uri="{FF2B5EF4-FFF2-40B4-BE49-F238E27FC236}">
                <a16:creationId xmlns:a16="http://schemas.microsoft.com/office/drawing/2014/main" id="{7E1636BB-D83A-41B0-BA05-CEEEDFE3F1ED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Forma libre 291">
            <a:extLst>
              <a:ext uri="{FF2B5EF4-FFF2-40B4-BE49-F238E27FC236}">
                <a16:creationId xmlns:a16="http://schemas.microsoft.com/office/drawing/2014/main" id="{ACCB7285-3E89-4986-B410-844AB4CC880C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3" name="Elipse 292">
            <a:extLst>
              <a:ext uri="{FF2B5EF4-FFF2-40B4-BE49-F238E27FC236}">
                <a16:creationId xmlns:a16="http://schemas.microsoft.com/office/drawing/2014/main" id="{E62C62EF-C271-44FE-9215-6A69190F7A13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4" name="Text Box 50">
            <a:extLst>
              <a:ext uri="{FF2B5EF4-FFF2-40B4-BE49-F238E27FC236}">
                <a16:creationId xmlns:a16="http://schemas.microsoft.com/office/drawing/2014/main" id="{22694BAC-8A44-4C11-A7C3-4D96BAA5CE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5" name="Conector recto de flecha 294">
            <a:extLst>
              <a:ext uri="{FF2B5EF4-FFF2-40B4-BE49-F238E27FC236}">
                <a16:creationId xmlns:a16="http://schemas.microsoft.com/office/drawing/2014/main" id="{82D414EB-AAF5-4A6C-B989-997731E6E30F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 Box 72">
            <a:extLst>
              <a:ext uri="{FF2B5EF4-FFF2-40B4-BE49-F238E27FC236}">
                <a16:creationId xmlns:a16="http://schemas.microsoft.com/office/drawing/2014/main" id="{9E9DBA82-CFC3-4937-AD46-50D051C5F5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7" name="Line 71">
            <a:extLst>
              <a:ext uri="{FF2B5EF4-FFF2-40B4-BE49-F238E27FC236}">
                <a16:creationId xmlns:a16="http://schemas.microsoft.com/office/drawing/2014/main" id="{B4D642E2-4204-494C-86A2-652D6F8B05A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98" name="Text Box 50">
            <a:extLst>
              <a:ext uri="{FF2B5EF4-FFF2-40B4-BE49-F238E27FC236}">
                <a16:creationId xmlns:a16="http://schemas.microsoft.com/office/drawing/2014/main" id="{24F948AA-19B3-4FE2-8F2A-3159BAEB5F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299" name="Text Box 50">
            <a:extLst>
              <a:ext uri="{FF2B5EF4-FFF2-40B4-BE49-F238E27FC236}">
                <a16:creationId xmlns:a16="http://schemas.microsoft.com/office/drawing/2014/main" id="{BDD882E0-140F-4DA2-A18C-30764E3BB7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Text Box 50">
            <a:extLst>
              <a:ext uri="{FF2B5EF4-FFF2-40B4-BE49-F238E27FC236}">
                <a16:creationId xmlns:a16="http://schemas.microsoft.com/office/drawing/2014/main" id="{F43B530E-2016-4A8E-B864-4DF20E24AC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301" name="Text Box 50">
            <a:extLst>
              <a:ext uri="{FF2B5EF4-FFF2-40B4-BE49-F238E27FC236}">
                <a16:creationId xmlns:a16="http://schemas.microsoft.com/office/drawing/2014/main" id="{CC2795A7-7B3D-48E8-A006-01963B5657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2" name="Text Box 50">
            <a:extLst>
              <a:ext uri="{FF2B5EF4-FFF2-40B4-BE49-F238E27FC236}">
                <a16:creationId xmlns:a16="http://schemas.microsoft.com/office/drawing/2014/main" id="{DFBCFAF5-AFA3-4C14-9EC1-BD829617C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03" name="Text Box 50">
            <a:extLst>
              <a:ext uri="{FF2B5EF4-FFF2-40B4-BE49-F238E27FC236}">
                <a16:creationId xmlns:a16="http://schemas.microsoft.com/office/drawing/2014/main" id="{C7293360-81C7-4BEE-9ACC-2A8397D1A6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04" name="Conector recto 303">
            <a:extLst>
              <a:ext uri="{FF2B5EF4-FFF2-40B4-BE49-F238E27FC236}">
                <a16:creationId xmlns:a16="http://schemas.microsoft.com/office/drawing/2014/main" id="{F10DA8DE-6812-43E1-AE43-848E97C91EF9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9397" name="Grupo 304">
            <a:extLst>
              <a:ext uri="{FF2B5EF4-FFF2-40B4-BE49-F238E27FC236}">
                <a16:creationId xmlns:a16="http://schemas.microsoft.com/office/drawing/2014/main" id="{12CFD7D6-E3A9-43A1-9F48-7A5594430470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306" name="Forma libre 305">
              <a:extLst>
                <a:ext uri="{FF2B5EF4-FFF2-40B4-BE49-F238E27FC236}">
                  <a16:creationId xmlns:a16="http://schemas.microsoft.com/office/drawing/2014/main" id="{B843C33B-724D-497F-9BC0-B39C9405CEA5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31BD5A80-1281-45DF-8E4D-C5252FF00300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8" name="Forma libre 307">
              <a:extLst>
                <a:ext uri="{FF2B5EF4-FFF2-40B4-BE49-F238E27FC236}">
                  <a16:creationId xmlns:a16="http://schemas.microsoft.com/office/drawing/2014/main" id="{4FD5B3B5-D2B5-4B4F-A6FA-6408BCC5E99B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9" name="Forma libre 308">
              <a:extLst>
                <a:ext uri="{FF2B5EF4-FFF2-40B4-BE49-F238E27FC236}">
                  <a16:creationId xmlns:a16="http://schemas.microsoft.com/office/drawing/2014/main" id="{A823C8D4-DA7F-4BEE-A7DF-AA4B15758D5A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310" name="Text Box 50">
            <a:extLst>
              <a:ext uri="{FF2B5EF4-FFF2-40B4-BE49-F238E27FC236}">
                <a16:creationId xmlns:a16="http://schemas.microsoft.com/office/drawing/2014/main" id="{C5530C9C-8AA1-4524-BD95-49F329CBDD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1" name="Text Box 72">
            <a:extLst>
              <a:ext uri="{FF2B5EF4-FFF2-40B4-BE49-F238E27FC236}">
                <a16:creationId xmlns:a16="http://schemas.microsoft.com/office/drawing/2014/main" id="{51FF7FD8-35F0-4047-AB96-632F8C1906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12" name="Text Box 50">
            <a:extLst>
              <a:ext uri="{FF2B5EF4-FFF2-40B4-BE49-F238E27FC236}">
                <a16:creationId xmlns:a16="http://schemas.microsoft.com/office/drawing/2014/main" id="{EBD50D2D-0056-4D86-AA06-E97AE693B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A0FB9371-1536-430A-A735-CDD524072F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4" name="Text Box 50">
            <a:extLst>
              <a:ext uri="{FF2B5EF4-FFF2-40B4-BE49-F238E27FC236}">
                <a16:creationId xmlns:a16="http://schemas.microsoft.com/office/drawing/2014/main" id="{8BA98E91-AF7F-4E13-8FA4-18328E473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5" name="Text Box 50">
            <a:extLst>
              <a:ext uri="{FF2B5EF4-FFF2-40B4-BE49-F238E27FC236}">
                <a16:creationId xmlns:a16="http://schemas.microsoft.com/office/drawing/2014/main" id="{8586426C-0068-473F-9377-214DCC95BE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4F0C479F-9F2C-4C56-BC26-F567E7C5FC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7" name="Conector recto de flecha 316">
            <a:extLst>
              <a:ext uri="{FF2B5EF4-FFF2-40B4-BE49-F238E27FC236}">
                <a16:creationId xmlns:a16="http://schemas.microsoft.com/office/drawing/2014/main" id="{449EE2E0-3472-41EF-8891-3EF549F38D14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Conector recto de flecha 317">
            <a:extLst>
              <a:ext uri="{FF2B5EF4-FFF2-40B4-BE49-F238E27FC236}">
                <a16:creationId xmlns:a16="http://schemas.microsoft.com/office/drawing/2014/main" id="{39683FFF-15CF-47C6-87D4-12631F666834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Conector recto de flecha 318">
            <a:extLst>
              <a:ext uri="{FF2B5EF4-FFF2-40B4-BE49-F238E27FC236}">
                <a16:creationId xmlns:a16="http://schemas.microsoft.com/office/drawing/2014/main" id="{0FA1068F-E2F2-4F3F-AC71-F68EABFDD466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Conector recto de flecha 319">
            <a:extLst>
              <a:ext uri="{FF2B5EF4-FFF2-40B4-BE49-F238E27FC236}">
                <a16:creationId xmlns:a16="http://schemas.microsoft.com/office/drawing/2014/main" id="{6E21D2DE-8366-4565-98D0-A768CA7360E0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Conector recto de flecha 320">
            <a:extLst>
              <a:ext uri="{FF2B5EF4-FFF2-40B4-BE49-F238E27FC236}">
                <a16:creationId xmlns:a16="http://schemas.microsoft.com/office/drawing/2014/main" id="{B10F520C-CD3C-466A-9885-19B877C4CD5E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 Box 50">
            <a:extLst>
              <a:ext uri="{FF2B5EF4-FFF2-40B4-BE49-F238E27FC236}">
                <a16:creationId xmlns:a16="http://schemas.microsoft.com/office/drawing/2014/main" id="{21D8D8D3-6114-4FB6-8A48-6944FF4BC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Line 71">
            <a:extLst>
              <a:ext uri="{FF2B5EF4-FFF2-40B4-BE49-F238E27FC236}">
                <a16:creationId xmlns:a16="http://schemas.microsoft.com/office/drawing/2014/main" id="{09870E7C-72C8-4783-9659-2878E02AEAC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4" name="Text Box 72">
            <a:extLst>
              <a:ext uri="{FF2B5EF4-FFF2-40B4-BE49-F238E27FC236}">
                <a16:creationId xmlns:a16="http://schemas.microsoft.com/office/drawing/2014/main" id="{E7C212C9-8D36-4629-AA35-F72CDC1B1F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5" name="Line 71">
            <a:extLst>
              <a:ext uri="{FF2B5EF4-FFF2-40B4-BE49-F238E27FC236}">
                <a16:creationId xmlns:a16="http://schemas.microsoft.com/office/drawing/2014/main" id="{F64867F5-12D6-4027-92D5-F8A56561107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6" name="Text Box 72">
            <a:extLst>
              <a:ext uri="{FF2B5EF4-FFF2-40B4-BE49-F238E27FC236}">
                <a16:creationId xmlns:a16="http://schemas.microsoft.com/office/drawing/2014/main" id="{79C131EC-A03B-4340-A3F6-82B3431E45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7" name="Line 71">
            <a:extLst>
              <a:ext uri="{FF2B5EF4-FFF2-40B4-BE49-F238E27FC236}">
                <a16:creationId xmlns:a16="http://schemas.microsoft.com/office/drawing/2014/main" id="{02A6E076-4251-43BD-9F9A-E912EA9D743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51479483-29C7-49CE-AF5B-B7DE130A3E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41BA046C-79F8-4DA6-A6E2-CE8DAFA5ED6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C32B7592-F3E6-41E1-81E7-350165A592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C04589AE-C070-4531-B455-1203071F418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Forma libre 331">
            <a:extLst>
              <a:ext uri="{FF2B5EF4-FFF2-40B4-BE49-F238E27FC236}">
                <a16:creationId xmlns:a16="http://schemas.microsoft.com/office/drawing/2014/main" id="{9A16C7BB-3ED1-435C-B10E-6E08B4CD3538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3" name="Forma libre 332">
            <a:extLst>
              <a:ext uri="{FF2B5EF4-FFF2-40B4-BE49-F238E27FC236}">
                <a16:creationId xmlns:a16="http://schemas.microsoft.com/office/drawing/2014/main" id="{3B1E26FA-0672-4784-B9CE-D9BFE60DC280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422" name="CuadroTexto 349">
            <a:extLst>
              <a:ext uri="{FF2B5EF4-FFF2-40B4-BE49-F238E27FC236}">
                <a16:creationId xmlns:a16="http://schemas.microsoft.com/office/drawing/2014/main" id="{5394445F-6A3E-4FC6-A82F-24A4E0A78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0863" y="714375"/>
            <a:ext cx="6288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Mem. instrucciones                Banco de registros                            Memoria de datos</a:t>
            </a:r>
          </a:p>
        </p:txBody>
      </p:sp>
      <p:sp>
        <p:nvSpPr>
          <p:cNvPr id="351" name="CuadroTexto 350">
            <a:extLst>
              <a:ext uri="{FF2B5EF4-FFF2-40B4-BE49-F238E27FC236}">
                <a16:creationId xmlns:a16="http://schemas.microsoft.com/office/drawing/2014/main" id="{A437633B-DE9E-49F8-9130-3623D60678D3}"/>
              </a:ext>
            </a:extLst>
          </p:cNvPr>
          <p:cNvSpPr txBox="1"/>
          <p:nvPr/>
        </p:nvSpPr>
        <p:spPr>
          <a:xfrm>
            <a:off x="2559050" y="4662488"/>
            <a:ext cx="947738" cy="18573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200" b="1" dirty="0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12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69424" name="CuadroTexto 351">
            <a:extLst>
              <a:ext uri="{FF2B5EF4-FFF2-40B4-BE49-F238E27FC236}">
                <a16:creationId xmlns:a16="http://schemas.microsoft.com/office/drawing/2014/main" id="{20FB02ED-892C-452E-B767-5C65937C651B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2794" y="39870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25" name="CuadroTexto 352">
            <a:extLst>
              <a:ext uri="{FF2B5EF4-FFF2-40B4-BE49-F238E27FC236}">
                <a16:creationId xmlns:a16="http://schemas.microsoft.com/office/drawing/2014/main" id="{9521F9C9-2E4B-4864-868B-53A37148C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00" y="4719638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26" name="CuadroTexto 353">
            <a:extLst>
              <a:ext uri="{FF2B5EF4-FFF2-40B4-BE49-F238E27FC236}">
                <a16:creationId xmlns:a16="http://schemas.microsoft.com/office/drawing/2014/main" id="{65EDDF8E-E6D5-4696-A1F7-D3659E8C7E6A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040188" y="5045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0xFFC4A303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27" name="CuadroTexto 354">
            <a:extLst>
              <a:ext uri="{FF2B5EF4-FFF2-40B4-BE49-F238E27FC236}">
                <a16:creationId xmlns:a16="http://schemas.microsoft.com/office/drawing/2014/main" id="{51625E59-3F02-49D3-B25B-2C30CAB511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3394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28" name="CuadroTexto 355">
            <a:extLst>
              <a:ext uri="{FF2B5EF4-FFF2-40B4-BE49-F238E27FC236}">
                <a16:creationId xmlns:a16="http://schemas.microsoft.com/office/drawing/2014/main" id="{D3A8495A-50EB-4579-9905-E1AC8B7D78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0075" y="33909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0x2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29" name="CuadroTexto 356">
            <a:extLst>
              <a:ext uri="{FF2B5EF4-FFF2-40B4-BE49-F238E27FC236}">
                <a16:creationId xmlns:a16="http://schemas.microsoft.com/office/drawing/2014/main" id="{6575C66B-86CA-4361-B458-64B196DD01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8825" y="45926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30" name="CuadroTexto 358">
            <a:extLst>
              <a:ext uri="{FF2B5EF4-FFF2-40B4-BE49-F238E27FC236}">
                <a16:creationId xmlns:a16="http://schemas.microsoft.com/office/drawing/2014/main" id="{59626302-A962-4A2F-9E4A-59BF4D4D88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4063" y="41481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0x09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31" name="CuadroTexto 359">
            <a:extLst>
              <a:ext uri="{FF2B5EF4-FFF2-40B4-BE49-F238E27FC236}">
                <a16:creationId xmlns:a16="http://schemas.microsoft.com/office/drawing/2014/main" id="{48514429-99F6-4AD5-9F07-ED4F77068E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6238" y="3816350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</a:p>
        </p:txBody>
      </p:sp>
      <p:sp>
        <p:nvSpPr>
          <p:cNvPr id="269432" name="CuadroTexto 360">
            <a:extLst>
              <a:ext uri="{FF2B5EF4-FFF2-40B4-BE49-F238E27FC236}">
                <a16:creationId xmlns:a16="http://schemas.microsoft.com/office/drawing/2014/main" id="{6723BAF6-A2B8-4D83-9FF3-9BE71F331FD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6255544" y="52316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33" name="CuadroTexto 361">
            <a:extLst>
              <a:ext uri="{FF2B5EF4-FFF2-40B4-BE49-F238E27FC236}">
                <a16:creationId xmlns:a16="http://schemas.microsoft.com/office/drawing/2014/main" id="{50D94034-578F-42DC-B1E4-4C39161B1C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3400" y="40179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9434" name="CuadroTexto 362">
            <a:extLst>
              <a:ext uri="{FF2B5EF4-FFF2-40B4-BE49-F238E27FC236}">
                <a16:creationId xmlns:a16="http://schemas.microsoft.com/office/drawing/2014/main" id="{04739742-313F-4749-8991-01468F86B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988" y="47053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35" name="CuadroTexto 363">
            <a:extLst>
              <a:ext uri="{FF2B5EF4-FFF2-40B4-BE49-F238E27FC236}">
                <a16:creationId xmlns:a16="http://schemas.microsoft.com/office/drawing/2014/main" id="{11ECF556-7739-4EB1-8C02-5A2F78C389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4100513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36" name="CuadroTexto 364">
            <a:extLst>
              <a:ext uri="{FF2B5EF4-FFF2-40B4-BE49-F238E27FC236}">
                <a16:creationId xmlns:a16="http://schemas.microsoft.com/office/drawing/2014/main" id="{412F49DD-0AEB-4944-AF31-23F6EC637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38417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000</a:t>
            </a:r>
          </a:p>
        </p:txBody>
      </p:sp>
      <p:sp>
        <p:nvSpPr>
          <p:cNvPr id="269437" name="CuadroTexto 365">
            <a:extLst>
              <a:ext uri="{FF2B5EF4-FFF2-40B4-BE49-F238E27FC236}">
                <a16:creationId xmlns:a16="http://schemas.microsoft.com/office/drawing/2014/main" id="{8F5532D6-F507-4596-BCA4-959B0BCB9B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1975" y="44640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38" name="CuadroTexto 366">
            <a:extLst>
              <a:ext uri="{FF2B5EF4-FFF2-40B4-BE49-F238E27FC236}">
                <a16:creationId xmlns:a16="http://schemas.microsoft.com/office/drawing/2014/main" id="{C00B9E05-E4AD-4268-89A8-BC17CED8F9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31313" y="38782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9439" name="CuadroTexto 367">
            <a:extLst>
              <a:ext uri="{FF2B5EF4-FFF2-40B4-BE49-F238E27FC236}">
                <a16:creationId xmlns:a16="http://schemas.microsoft.com/office/drawing/2014/main" id="{DECEBCB8-5699-4AD4-8B1E-0F0429DA15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7600" y="4678363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0x0000000A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69440" name="CuadroTexto 368">
            <a:extLst>
              <a:ext uri="{FF2B5EF4-FFF2-40B4-BE49-F238E27FC236}">
                <a16:creationId xmlns:a16="http://schemas.microsoft.com/office/drawing/2014/main" id="{9E04F1B1-49D1-4CA4-95F5-BBF3EB2D5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8625" y="3813175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269441" name="CuadroTexto 369">
            <a:extLst>
              <a:ext uri="{FF2B5EF4-FFF2-40B4-BE49-F238E27FC236}">
                <a16:creationId xmlns:a16="http://schemas.microsoft.com/office/drawing/2014/main" id="{76F3A6A4-1E4B-4C5F-AA9B-578316C163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7463" y="518318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0x0000000A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371" name="CuadroTexto 370">
            <a:extLst>
              <a:ext uri="{FF2B5EF4-FFF2-40B4-BE49-F238E27FC236}">
                <a16:creationId xmlns:a16="http://schemas.microsoft.com/office/drawing/2014/main" id="{27118C10-75F1-490E-931B-972E81E849C0}"/>
              </a:ext>
            </a:extLst>
          </p:cNvPr>
          <p:cNvSpPr txBox="1"/>
          <p:nvPr/>
        </p:nvSpPr>
        <p:spPr>
          <a:xfrm>
            <a:off x="4848225" y="3394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0x7f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2" name="CuadroTexto 371">
            <a:extLst>
              <a:ext uri="{FF2B5EF4-FFF2-40B4-BE49-F238E27FC236}">
                <a16:creationId xmlns:a16="http://schemas.microsoft.com/office/drawing/2014/main" id="{44591423-EA81-4E0B-B748-63798C5E6F68}"/>
              </a:ext>
            </a:extLst>
          </p:cNvPr>
          <p:cNvSpPr txBox="1"/>
          <p:nvPr/>
        </p:nvSpPr>
        <p:spPr>
          <a:xfrm>
            <a:off x="7931150" y="4175125"/>
            <a:ext cx="790575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3" name="CuadroTexto 372">
            <a:extLst>
              <a:ext uri="{FF2B5EF4-FFF2-40B4-BE49-F238E27FC236}">
                <a16:creationId xmlns:a16="http://schemas.microsoft.com/office/drawing/2014/main" id="{3879FDC2-D42B-4B8F-A257-944A314A8E86}"/>
              </a:ext>
            </a:extLst>
          </p:cNvPr>
          <p:cNvSpPr txBox="1"/>
          <p:nvPr/>
        </p:nvSpPr>
        <p:spPr>
          <a:xfrm>
            <a:off x="4567238" y="4356100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0x1C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4" name="CuadroTexto 373">
            <a:extLst>
              <a:ext uri="{FF2B5EF4-FFF2-40B4-BE49-F238E27FC236}">
                <a16:creationId xmlns:a16="http://schemas.microsoft.com/office/drawing/2014/main" id="{842F5255-9EEF-4E40-9F5C-101AEA5002D9}"/>
              </a:ext>
            </a:extLst>
          </p:cNvPr>
          <p:cNvSpPr txBox="1"/>
          <p:nvPr/>
        </p:nvSpPr>
        <p:spPr>
          <a:xfrm>
            <a:off x="6394450" y="4343400"/>
            <a:ext cx="790575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5" name="CuadroTexto 374">
            <a:extLst>
              <a:ext uri="{FF2B5EF4-FFF2-40B4-BE49-F238E27FC236}">
                <a16:creationId xmlns:a16="http://schemas.microsoft.com/office/drawing/2014/main" id="{FBEEA7F3-8C54-4565-A3B5-BCE69F771365}"/>
              </a:ext>
            </a:extLst>
          </p:cNvPr>
          <p:cNvSpPr txBox="1"/>
          <p:nvPr/>
        </p:nvSpPr>
        <p:spPr>
          <a:xfrm>
            <a:off x="7008813" y="5510213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6" name="CuadroTexto 375">
            <a:extLst>
              <a:ext uri="{FF2B5EF4-FFF2-40B4-BE49-F238E27FC236}">
                <a16:creationId xmlns:a16="http://schemas.microsoft.com/office/drawing/2014/main" id="{921F856D-1784-4887-9410-4BC012363032}"/>
              </a:ext>
            </a:extLst>
          </p:cNvPr>
          <p:cNvSpPr txBox="1"/>
          <p:nvPr/>
        </p:nvSpPr>
        <p:spPr>
          <a:xfrm>
            <a:off x="7024688" y="591185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8" name="CuadroTexto 377">
            <a:extLst>
              <a:ext uri="{FF2B5EF4-FFF2-40B4-BE49-F238E27FC236}">
                <a16:creationId xmlns:a16="http://schemas.microsoft.com/office/drawing/2014/main" id="{79FFD802-773B-4C0D-B5F8-B75CB94E1C27}"/>
              </a:ext>
            </a:extLst>
          </p:cNvPr>
          <p:cNvSpPr txBox="1"/>
          <p:nvPr/>
        </p:nvSpPr>
        <p:spPr>
          <a:xfrm>
            <a:off x="8247063" y="5661025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9" name="CuadroTexto 378">
            <a:extLst>
              <a:ext uri="{FF2B5EF4-FFF2-40B4-BE49-F238E27FC236}">
                <a16:creationId xmlns:a16="http://schemas.microsoft.com/office/drawing/2014/main" id="{04F00424-E439-4F01-9351-EBF163AC1974}"/>
              </a:ext>
            </a:extLst>
          </p:cNvPr>
          <p:cNvSpPr txBox="1"/>
          <p:nvPr/>
        </p:nvSpPr>
        <p:spPr>
          <a:xfrm rot="16200000">
            <a:off x="763588" y="5299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0x00000FFC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69450" name="CuadroTexto 379">
            <a:extLst>
              <a:ext uri="{FF2B5EF4-FFF2-40B4-BE49-F238E27FC236}">
                <a16:creationId xmlns:a16="http://schemas.microsoft.com/office/drawing/2014/main" id="{4075D07B-B4A7-42A9-8BD2-A2217B95B4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402431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69451" name="CuadroTexto 380">
            <a:extLst>
              <a:ext uri="{FF2B5EF4-FFF2-40B4-BE49-F238E27FC236}">
                <a16:creationId xmlns:a16="http://schemas.microsoft.com/office/drawing/2014/main" id="{62C8103A-F113-43BD-BB9E-0481D69A14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750" y="608488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82" name="CuadroTexto 381">
            <a:extLst>
              <a:ext uri="{FF2B5EF4-FFF2-40B4-BE49-F238E27FC236}">
                <a16:creationId xmlns:a16="http://schemas.microsoft.com/office/drawing/2014/main" id="{1BA0CA52-B0C4-4366-B075-885782247DAC}"/>
              </a:ext>
            </a:extLst>
          </p:cNvPr>
          <p:cNvSpPr txBox="1"/>
          <p:nvPr/>
        </p:nvSpPr>
        <p:spPr>
          <a:xfrm>
            <a:off x="9517063" y="3738563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84" name="CuadroTexto 383">
            <a:extLst>
              <a:ext uri="{FF2B5EF4-FFF2-40B4-BE49-F238E27FC236}">
                <a16:creationId xmlns:a16="http://schemas.microsoft.com/office/drawing/2014/main" id="{388A4721-E7E2-4055-A076-A3D206B0C16C}"/>
              </a:ext>
            </a:extLst>
          </p:cNvPr>
          <p:cNvSpPr txBox="1"/>
          <p:nvPr/>
        </p:nvSpPr>
        <p:spPr>
          <a:xfrm>
            <a:off x="9625013" y="345440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3" name="Forma libre 22">
            <a:extLst>
              <a:ext uri="{FF2B5EF4-FFF2-40B4-BE49-F238E27FC236}">
                <a16:creationId xmlns:a16="http://schemas.microsoft.com/office/drawing/2014/main" id="{48A0A8C7-663D-4F2B-AF4E-7CF5B6AE3FBE}"/>
              </a:ext>
            </a:extLst>
          </p:cNvPr>
          <p:cNvSpPr/>
          <p:nvPr/>
        </p:nvSpPr>
        <p:spPr>
          <a:xfrm>
            <a:off x="4957763" y="1554163"/>
            <a:ext cx="2403475" cy="3035300"/>
          </a:xfrm>
          <a:custGeom>
            <a:avLst/>
            <a:gdLst>
              <a:gd name="connsiteX0" fmla="*/ 2452 w 2229358"/>
              <a:gd name="connsiteY0" fmla="*/ 3365241 h 3365241"/>
              <a:gd name="connsiteX1" fmla="*/ 357016 w 2229358"/>
              <a:gd name="connsiteY1" fmla="*/ 1648408 h 3365241"/>
              <a:gd name="connsiteX2" fmla="*/ 2229358 w 2229358"/>
              <a:gd name="connsiteY2" fmla="*/ 0 h 3365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29358" h="3365241">
                <a:moveTo>
                  <a:pt x="2452" y="3365241"/>
                </a:moveTo>
                <a:cubicBezTo>
                  <a:pt x="-5842" y="2787261"/>
                  <a:pt x="-14135" y="2209281"/>
                  <a:pt x="357016" y="1648408"/>
                </a:cubicBezTo>
                <a:cubicBezTo>
                  <a:pt x="728167" y="1087535"/>
                  <a:pt x="1478762" y="543767"/>
                  <a:pt x="2229358" y="0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0" name="Forma libre 29">
            <a:extLst>
              <a:ext uri="{FF2B5EF4-FFF2-40B4-BE49-F238E27FC236}">
                <a16:creationId xmlns:a16="http://schemas.microsoft.com/office/drawing/2014/main" id="{2E2C13AF-109E-4158-9C4F-30224CF95B59}"/>
              </a:ext>
            </a:extLst>
          </p:cNvPr>
          <p:cNvSpPr/>
          <p:nvPr/>
        </p:nvSpPr>
        <p:spPr>
          <a:xfrm>
            <a:off x="5427663" y="1516063"/>
            <a:ext cx="2640012" cy="3683000"/>
          </a:xfrm>
          <a:custGeom>
            <a:avLst/>
            <a:gdLst>
              <a:gd name="connsiteX0" fmla="*/ 2452 w 2229358"/>
              <a:gd name="connsiteY0" fmla="*/ 3365241 h 3365241"/>
              <a:gd name="connsiteX1" fmla="*/ 357016 w 2229358"/>
              <a:gd name="connsiteY1" fmla="*/ 1648408 h 3365241"/>
              <a:gd name="connsiteX2" fmla="*/ 2229358 w 2229358"/>
              <a:gd name="connsiteY2" fmla="*/ 0 h 3365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29358" h="3365241">
                <a:moveTo>
                  <a:pt x="2452" y="3365241"/>
                </a:moveTo>
                <a:cubicBezTo>
                  <a:pt x="-5842" y="2787261"/>
                  <a:pt x="-14135" y="2209281"/>
                  <a:pt x="357016" y="1648408"/>
                </a:cubicBezTo>
                <a:cubicBezTo>
                  <a:pt x="728167" y="1087535"/>
                  <a:pt x="1478762" y="543767"/>
                  <a:pt x="2229358" y="0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69456" name="Grupo 36">
            <a:extLst>
              <a:ext uri="{FF2B5EF4-FFF2-40B4-BE49-F238E27FC236}">
                <a16:creationId xmlns:a16="http://schemas.microsoft.com/office/drawing/2014/main" id="{541B4CF5-44FE-451C-A821-2C36380E83F8}"/>
              </a:ext>
            </a:extLst>
          </p:cNvPr>
          <p:cNvGrpSpPr>
            <a:grpSpLocks/>
          </p:cNvGrpSpPr>
          <p:nvPr/>
        </p:nvGrpSpPr>
        <p:grpSpPr bwMode="auto">
          <a:xfrm>
            <a:off x="2235200" y="4702175"/>
            <a:ext cx="273050" cy="358775"/>
            <a:chOff x="3461720" y="5301083"/>
            <a:chExt cx="273150" cy="359158"/>
          </a:xfrm>
        </p:grpSpPr>
        <p:cxnSp>
          <p:nvCxnSpPr>
            <p:cNvPr id="33" name="Conector recto de flecha 32">
              <a:extLst>
                <a:ext uri="{FF2B5EF4-FFF2-40B4-BE49-F238E27FC236}">
                  <a16:creationId xmlns:a16="http://schemas.microsoft.com/office/drawing/2014/main" id="{451CBC00-AC17-4C11-ADE2-5FDB6B2322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595119" y="5301083"/>
              <a:ext cx="0" cy="359158"/>
            </a:xfrm>
            <a:prstGeom prst="straightConnector1">
              <a:avLst/>
            </a:prstGeom>
            <a:ln w="2857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Conector recto 34">
              <a:extLst>
                <a:ext uri="{FF2B5EF4-FFF2-40B4-BE49-F238E27FC236}">
                  <a16:creationId xmlns:a16="http://schemas.microsoft.com/office/drawing/2014/main" id="{67E6401A-C57B-4608-B562-537C2F08DCFE}"/>
                </a:ext>
              </a:extLst>
            </p:cNvPr>
            <p:cNvCxnSpPr/>
            <p:nvPr/>
          </p:nvCxnSpPr>
          <p:spPr>
            <a:xfrm>
              <a:off x="3595119" y="531379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Conector recto 35">
              <a:extLst>
                <a:ext uri="{FF2B5EF4-FFF2-40B4-BE49-F238E27FC236}">
                  <a16:creationId xmlns:a16="http://schemas.microsoft.com/office/drawing/2014/main" id="{6B354AAE-CC7E-4F9D-BAA0-C5DA19E71BB9}"/>
                </a:ext>
              </a:extLst>
            </p:cNvPr>
            <p:cNvCxnSpPr/>
            <p:nvPr/>
          </p:nvCxnSpPr>
          <p:spPr>
            <a:xfrm>
              <a:off x="3461720" y="564911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9457" name="Grupo 37">
            <a:extLst>
              <a:ext uri="{FF2B5EF4-FFF2-40B4-BE49-F238E27FC236}">
                <a16:creationId xmlns:a16="http://schemas.microsoft.com/office/drawing/2014/main" id="{C31EC356-3DEE-473D-ACD4-87FC84BCCDAE}"/>
              </a:ext>
            </a:extLst>
          </p:cNvPr>
          <p:cNvGrpSpPr>
            <a:grpSpLocks/>
          </p:cNvGrpSpPr>
          <p:nvPr/>
        </p:nvGrpSpPr>
        <p:grpSpPr bwMode="auto">
          <a:xfrm>
            <a:off x="5821363" y="4822825"/>
            <a:ext cx="273050" cy="358775"/>
            <a:chOff x="3461720" y="5301083"/>
            <a:chExt cx="273150" cy="359158"/>
          </a:xfrm>
        </p:grpSpPr>
        <p:cxnSp>
          <p:nvCxnSpPr>
            <p:cNvPr id="40" name="Conector recto de flecha 39">
              <a:extLst>
                <a:ext uri="{FF2B5EF4-FFF2-40B4-BE49-F238E27FC236}">
                  <a16:creationId xmlns:a16="http://schemas.microsoft.com/office/drawing/2014/main" id="{4FA17A6B-7CFD-4E9A-8383-68F2FA78B71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595119" y="5301083"/>
              <a:ext cx="0" cy="359158"/>
            </a:xfrm>
            <a:prstGeom prst="straightConnector1">
              <a:avLst/>
            </a:prstGeom>
            <a:ln w="2857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Conector recto 40">
              <a:extLst>
                <a:ext uri="{FF2B5EF4-FFF2-40B4-BE49-F238E27FC236}">
                  <a16:creationId xmlns:a16="http://schemas.microsoft.com/office/drawing/2014/main" id="{BDBC3A60-FAAF-4DF7-B2B2-8C2092AF14E2}"/>
                </a:ext>
              </a:extLst>
            </p:cNvPr>
            <p:cNvCxnSpPr/>
            <p:nvPr/>
          </p:nvCxnSpPr>
          <p:spPr>
            <a:xfrm>
              <a:off x="3595119" y="531379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Conector recto 44">
              <a:extLst>
                <a:ext uri="{FF2B5EF4-FFF2-40B4-BE49-F238E27FC236}">
                  <a16:creationId xmlns:a16="http://schemas.microsoft.com/office/drawing/2014/main" id="{CEDC7116-357B-4474-9407-19D28FAEA91E}"/>
                </a:ext>
              </a:extLst>
            </p:cNvPr>
            <p:cNvCxnSpPr/>
            <p:nvPr/>
          </p:nvCxnSpPr>
          <p:spPr>
            <a:xfrm>
              <a:off x="3461720" y="564911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Forma libre 50">
            <a:extLst>
              <a:ext uri="{FF2B5EF4-FFF2-40B4-BE49-F238E27FC236}">
                <a16:creationId xmlns:a16="http://schemas.microsoft.com/office/drawing/2014/main" id="{6C170E61-EC9C-47C2-AF29-68656FE947C1}"/>
              </a:ext>
            </a:extLst>
          </p:cNvPr>
          <p:cNvSpPr/>
          <p:nvPr/>
        </p:nvSpPr>
        <p:spPr>
          <a:xfrm>
            <a:off x="1978025" y="4086225"/>
            <a:ext cx="765175" cy="609600"/>
          </a:xfrm>
          <a:custGeom>
            <a:avLst/>
            <a:gdLst>
              <a:gd name="connsiteX0" fmla="*/ 0 w 765110"/>
              <a:gd name="connsiteY0" fmla="*/ 609624 h 609624"/>
              <a:gd name="connsiteX1" fmla="*/ 410547 w 765110"/>
              <a:gd name="connsiteY1" fmla="*/ 24 h 609624"/>
              <a:gd name="connsiteX2" fmla="*/ 765110 w 765110"/>
              <a:gd name="connsiteY2" fmla="*/ 590963 h 609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5110" h="609624">
                <a:moveTo>
                  <a:pt x="0" y="609624"/>
                </a:moveTo>
                <a:cubicBezTo>
                  <a:pt x="141514" y="306379"/>
                  <a:pt x="283029" y="3134"/>
                  <a:pt x="410547" y="24"/>
                </a:cubicBezTo>
                <a:cubicBezTo>
                  <a:pt x="538065" y="-3086"/>
                  <a:pt x="651587" y="293938"/>
                  <a:pt x="765110" y="590963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459" name="CuadroTexto 56">
            <a:extLst>
              <a:ext uri="{FF2B5EF4-FFF2-40B4-BE49-F238E27FC236}">
                <a16:creationId xmlns:a16="http://schemas.microsoft.com/office/drawing/2014/main" id="{B239D6E7-A3F8-43D2-8705-813330C55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55713"/>
            <a:ext cx="3792538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rgbClr val="C0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lw x8, -4(x9)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BR[8] </a:t>
            </a:r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 MEM[BR[9] + sExt(-4)], 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PC  PC + 4</a:t>
            </a:r>
            <a:endParaRPr lang="es-ES" altLang="es-ES">
              <a:solidFill>
                <a:schemeClr val="accent2"/>
              </a:solidFill>
              <a:ea typeface="ＭＳ Ｐゴシック" panose="020B0600070205080204" pitchFamily="34" charset="-128"/>
              <a:cs typeface="Courier New" panose="02070309020205020404" pitchFamily="49" charset="0"/>
            </a:endParaRPr>
          </a:p>
        </p:txBody>
      </p:sp>
      <p:graphicFrame>
        <p:nvGraphicFramePr>
          <p:cNvPr id="58" name="Tabla 57">
            <a:extLst>
              <a:ext uri="{FF2B5EF4-FFF2-40B4-BE49-F238E27FC236}">
                <a16:creationId xmlns:a16="http://schemas.microsoft.com/office/drawing/2014/main" id="{5CE9D1DE-76D8-4C6D-98D2-7B4F51B9D4ED}"/>
              </a:ext>
            </a:extLst>
          </p:cNvPr>
          <p:cNvGraphicFramePr>
            <a:graphicFrameLocks noGrp="1"/>
          </p:cNvGraphicFramePr>
          <p:nvPr/>
        </p:nvGraphicFramePr>
        <p:xfrm>
          <a:off x="6686550" y="998538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0x00000006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68" name="Tabla 67">
            <a:extLst>
              <a:ext uri="{FF2B5EF4-FFF2-40B4-BE49-F238E27FC236}">
                <a16:creationId xmlns:a16="http://schemas.microsoft.com/office/drawing/2014/main" id="{36969F10-F182-46F8-BB58-BC43AE382B14}"/>
              </a:ext>
            </a:extLst>
          </p:cNvPr>
          <p:cNvGraphicFramePr>
            <a:graphicFrameLocks noGrp="1"/>
          </p:cNvGraphicFramePr>
          <p:nvPr/>
        </p:nvGraphicFramePr>
        <p:xfrm>
          <a:off x="4579938" y="993775"/>
          <a:ext cx="2595562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75" name="Tabla 74">
            <a:extLst>
              <a:ext uri="{FF2B5EF4-FFF2-40B4-BE49-F238E27FC236}">
                <a16:creationId xmlns:a16="http://schemas.microsoft.com/office/drawing/2014/main" id="{ADB9130F-83BD-468C-893B-F3991B40AD76}"/>
              </a:ext>
            </a:extLst>
          </p:cNvPr>
          <p:cNvGraphicFramePr>
            <a:graphicFrameLocks noGrp="1"/>
          </p:cNvGraphicFramePr>
          <p:nvPr/>
        </p:nvGraphicFramePr>
        <p:xfrm>
          <a:off x="9275763" y="998538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 Box 50">
            <a:extLst>
              <a:ext uri="{FF2B5EF4-FFF2-40B4-BE49-F238E27FC236}">
                <a16:creationId xmlns:a16="http://schemas.microsoft.com/office/drawing/2014/main" id="{1DEE84C7-60ED-400D-8BBE-0F4BB0C1D3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4" name="Marcador de número de diapositiva 33">
            <a:extLst>
              <a:ext uri="{FF2B5EF4-FFF2-40B4-BE49-F238E27FC236}">
                <a16:creationId xmlns:a16="http://schemas.microsoft.com/office/drawing/2014/main" id="{ABB8637E-68C5-46EB-9683-4CA6F0F5BD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9E0A4FBE-33B4-4E6E-90FC-74BF822E7FEA}" type="slidenum">
              <a:rPr lang="es-ES" altLang="es-ES">
                <a:solidFill>
                  <a:srgbClr val="171717"/>
                </a:solidFill>
              </a:rPr>
              <a:pPr/>
              <a:t>134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003B888F-A89E-4EDC-BC36-CD96C69BE0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FFDFED18-7F4A-4FD6-876E-BD1039C95B61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7B5F6F47-B3AA-4A72-BCB5-D1C65938A64E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F885DAA2-9585-4647-9157-4A3C5DEF3C2E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72">
            <a:extLst>
              <a:ext uri="{FF2B5EF4-FFF2-40B4-BE49-F238E27FC236}">
                <a16:creationId xmlns:a16="http://schemas.microsoft.com/office/drawing/2014/main" id="{7EB5937E-43AF-45D2-94AC-3DE98C73A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9" name="Line 70">
            <a:extLst>
              <a:ext uri="{FF2B5EF4-FFF2-40B4-BE49-F238E27FC236}">
                <a16:creationId xmlns:a16="http://schemas.microsoft.com/office/drawing/2014/main" id="{6E6ECAE7-4049-4060-BC31-EDAD08FBCB7B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DE17BB3F-4C86-4A54-AACF-84ADEC9A3D48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E2978B7B-D401-4072-BA8A-E71DAE0B7BB7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83F0B3BD-2B82-48D0-93DD-130CA0CC4231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A6664536-A12C-4351-B625-B54F99E0199B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71371" name="Grupo 13">
            <a:extLst>
              <a:ext uri="{FF2B5EF4-FFF2-40B4-BE49-F238E27FC236}">
                <a16:creationId xmlns:a16="http://schemas.microsoft.com/office/drawing/2014/main" id="{6D7F013C-DC44-45F4-B9B5-EF02F3DE69AD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15" name="Text Box 37">
              <a:extLst>
                <a:ext uri="{FF2B5EF4-FFF2-40B4-BE49-F238E27FC236}">
                  <a16:creationId xmlns:a16="http://schemas.microsoft.com/office/drawing/2014/main" id="{B3A69AFB-BA78-4466-BA7D-86B56D500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32">
              <a:extLst>
                <a:ext uri="{FF2B5EF4-FFF2-40B4-BE49-F238E27FC236}">
                  <a16:creationId xmlns:a16="http://schemas.microsoft.com/office/drawing/2014/main" id="{41A5E650-7AF8-488C-B684-A9968200CA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CDF2675B-4AAD-46D3-8341-46058722B2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3D45E69E-150A-44E8-AE59-F0FDA0AC9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9" name="Text Box 14">
              <a:extLst>
                <a:ext uri="{FF2B5EF4-FFF2-40B4-BE49-F238E27FC236}">
                  <a16:creationId xmlns:a16="http://schemas.microsoft.com/office/drawing/2014/main" id="{31FD272C-C5BE-4898-99AA-50017CB421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85C81A1B-9924-4E11-8F8F-C22018FF6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3F5EADDA-D4A0-4902-8955-2697B8426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8">
              <a:extLst>
                <a:ext uri="{FF2B5EF4-FFF2-40B4-BE49-F238E27FC236}">
                  <a16:creationId xmlns:a16="http://schemas.microsoft.com/office/drawing/2014/main" id="{3E603BE2-866D-4510-9E66-87510EEE10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9">
              <a:extLst>
                <a:ext uri="{FF2B5EF4-FFF2-40B4-BE49-F238E27FC236}">
                  <a16:creationId xmlns:a16="http://schemas.microsoft.com/office/drawing/2014/main" id="{D3A7E8D6-AD12-47B0-B55E-CDCB24F2E8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3AB37477-18BE-4D7C-B451-DB5F1A1FB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08FE7412-819D-42CF-8E2E-F76002A91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" name="Text Box 15">
              <a:extLst>
                <a:ext uri="{FF2B5EF4-FFF2-40B4-BE49-F238E27FC236}">
                  <a16:creationId xmlns:a16="http://schemas.microsoft.com/office/drawing/2014/main" id="{B1554EDF-36CE-4D55-B7BD-436CA354B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9" name="Text Box 16">
              <a:extLst>
                <a:ext uri="{FF2B5EF4-FFF2-40B4-BE49-F238E27FC236}">
                  <a16:creationId xmlns:a16="http://schemas.microsoft.com/office/drawing/2014/main" id="{815897F4-BD59-4D94-957B-3C847DCB5C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1" name="Text Box 17">
              <a:extLst>
                <a:ext uri="{FF2B5EF4-FFF2-40B4-BE49-F238E27FC236}">
                  <a16:creationId xmlns:a16="http://schemas.microsoft.com/office/drawing/2014/main" id="{AA13C258-3F24-4216-8BAD-88B0F2797F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18">
              <a:extLst>
                <a:ext uri="{FF2B5EF4-FFF2-40B4-BE49-F238E27FC236}">
                  <a16:creationId xmlns:a16="http://schemas.microsoft.com/office/drawing/2014/main" id="{29DD1AFF-0D63-4145-9F8D-CCF462994B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20">
              <a:extLst>
                <a:ext uri="{FF2B5EF4-FFF2-40B4-BE49-F238E27FC236}">
                  <a16:creationId xmlns:a16="http://schemas.microsoft.com/office/drawing/2014/main" id="{A7B0EC94-A1FA-479C-9C95-2B8B5CD3D1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21">
              <a:extLst>
                <a:ext uri="{FF2B5EF4-FFF2-40B4-BE49-F238E27FC236}">
                  <a16:creationId xmlns:a16="http://schemas.microsoft.com/office/drawing/2014/main" id="{3E17BCAD-25DA-4248-8EAF-A3E9E3DD2A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8F102427-734A-4059-BAFB-C6D66FFFFF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44" name="Line 25">
              <a:extLst>
                <a:ext uri="{FF2B5EF4-FFF2-40B4-BE49-F238E27FC236}">
                  <a16:creationId xmlns:a16="http://schemas.microsoft.com/office/drawing/2014/main" id="{456CD754-E7B9-4957-A541-8923A5788C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26">
              <a:extLst>
                <a:ext uri="{FF2B5EF4-FFF2-40B4-BE49-F238E27FC236}">
                  <a16:creationId xmlns:a16="http://schemas.microsoft.com/office/drawing/2014/main" id="{17879972-118D-4626-9099-67334D932A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033CDAA2-F459-45AA-B738-7EA376E62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EB5CB942-2F73-472B-99A1-460559E73D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31">
              <a:extLst>
                <a:ext uri="{FF2B5EF4-FFF2-40B4-BE49-F238E27FC236}">
                  <a16:creationId xmlns:a16="http://schemas.microsoft.com/office/drawing/2014/main" id="{6F5C09C6-B63E-449B-BD6F-646C210C8D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Text Box 33">
              <a:extLst>
                <a:ext uri="{FF2B5EF4-FFF2-40B4-BE49-F238E27FC236}">
                  <a16:creationId xmlns:a16="http://schemas.microsoft.com/office/drawing/2014/main" id="{2F39663E-40C2-4938-8F0F-0A8D9D5CBA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54" name="Line 35">
              <a:extLst>
                <a:ext uri="{FF2B5EF4-FFF2-40B4-BE49-F238E27FC236}">
                  <a16:creationId xmlns:a16="http://schemas.microsoft.com/office/drawing/2014/main" id="{5A24DE80-C425-44F5-8F9D-7E7BDD7AF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36">
              <a:extLst>
                <a:ext uri="{FF2B5EF4-FFF2-40B4-BE49-F238E27FC236}">
                  <a16:creationId xmlns:a16="http://schemas.microsoft.com/office/drawing/2014/main" id="{C88C43FB-EFB2-4662-8484-1B55B0B216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0" name="Text Box 38">
              <a:extLst>
                <a:ext uri="{FF2B5EF4-FFF2-40B4-BE49-F238E27FC236}">
                  <a16:creationId xmlns:a16="http://schemas.microsoft.com/office/drawing/2014/main" id="{31EF52DC-2877-4771-A720-A17CC072E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61" name="Text Box 39">
              <a:extLst>
                <a:ext uri="{FF2B5EF4-FFF2-40B4-BE49-F238E27FC236}">
                  <a16:creationId xmlns:a16="http://schemas.microsoft.com/office/drawing/2014/main" id="{057A176E-AE67-4880-B6D8-FE63136BE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62" name="Forma libre 61">
              <a:extLst>
                <a:ext uri="{FF2B5EF4-FFF2-40B4-BE49-F238E27FC236}">
                  <a16:creationId xmlns:a16="http://schemas.microsoft.com/office/drawing/2014/main" id="{22036EE6-1634-420E-81B8-A28C6548E46A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71372" name="Grupo 62">
            <a:extLst>
              <a:ext uri="{FF2B5EF4-FFF2-40B4-BE49-F238E27FC236}">
                <a16:creationId xmlns:a16="http://schemas.microsoft.com/office/drawing/2014/main" id="{FE8DBC9C-CFC7-48B2-AC88-885FD05AD668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4" name="Text Box 80">
              <a:extLst>
                <a:ext uri="{FF2B5EF4-FFF2-40B4-BE49-F238E27FC236}">
                  <a16:creationId xmlns:a16="http://schemas.microsoft.com/office/drawing/2014/main" id="{2913CEDD-EC69-42FD-90F4-1B6B60026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63">
              <a:extLst>
                <a:ext uri="{FF2B5EF4-FFF2-40B4-BE49-F238E27FC236}">
                  <a16:creationId xmlns:a16="http://schemas.microsoft.com/office/drawing/2014/main" id="{460D4636-0A56-4F49-9568-62106F1DF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6" name="Rectangle 59">
              <a:extLst>
                <a:ext uri="{FF2B5EF4-FFF2-40B4-BE49-F238E27FC236}">
                  <a16:creationId xmlns:a16="http://schemas.microsoft.com/office/drawing/2014/main" id="{B9274401-0250-4634-A5F5-20A26328F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61">
              <a:extLst>
                <a:ext uri="{FF2B5EF4-FFF2-40B4-BE49-F238E27FC236}">
                  <a16:creationId xmlns:a16="http://schemas.microsoft.com/office/drawing/2014/main" id="{BD95D8C7-F6F1-4794-9989-2527E0C783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9" name="Line 62">
              <a:extLst>
                <a:ext uri="{FF2B5EF4-FFF2-40B4-BE49-F238E27FC236}">
                  <a16:creationId xmlns:a16="http://schemas.microsoft.com/office/drawing/2014/main" id="{0535FC35-D0C3-4E79-A96B-9924A812E9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0" name="Line 65">
              <a:extLst>
                <a:ext uri="{FF2B5EF4-FFF2-40B4-BE49-F238E27FC236}">
                  <a16:creationId xmlns:a16="http://schemas.microsoft.com/office/drawing/2014/main" id="{DE92B85F-980C-48CB-A153-433679E375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FA5751BA-19C7-4CD4-B0F0-A90B8848A8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67">
              <a:extLst>
                <a:ext uri="{FF2B5EF4-FFF2-40B4-BE49-F238E27FC236}">
                  <a16:creationId xmlns:a16="http://schemas.microsoft.com/office/drawing/2014/main" id="{7C52B5CB-E6BA-4A9C-A6D7-76AA4FDAC9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3" name="Text Box 68">
              <a:extLst>
                <a:ext uri="{FF2B5EF4-FFF2-40B4-BE49-F238E27FC236}">
                  <a16:creationId xmlns:a16="http://schemas.microsoft.com/office/drawing/2014/main" id="{168FC88B-123D-4D3B-9555-98C7A3649F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74" name="Text Box 69">
              <a:extLst>
                <a:ext uri="{FF2B5EF4-FFF2-40B4-BE49-F238E27FC236}">
                  <a16:creationId xmlns:a16="http://schemas.microsoft.com/office/drawing/2014/main" id="{638F9573-7C9E-4729-ABF6-7F91547B7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78" name="Text Box 70">
              <a:extLst>
                <a:ext uri="{FF2B5EF4-FFF2-40B4-BE49-F238E27FC236}">
                  <a16:creationId xmlns:a16="http://schemas.microsoft.com/office/drawing/2014/main" id="{411C77AD-AEE3-483E-BC80-6D01798A7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82" name="Text Box 71">
              <a:extLst>
                <a:ext uri="{FF2B5EF4-FFF2-40B4-BE49-F238E27FC236}">
                  <a16:creationId xmlns:a16="http://schemas.microsoft.com/office/drawing/2014/main" id="{73216FDD-A96D-4ADF-828E-7393CBF32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84" name="Line 73">
              <a:extLst>
                <a:ext uri="{FF2B5EF4-FFF2-40B4-BE49-F238E27FC236}">
                  <a16:creationId xmlns:a16="http://schemas.microsoft.com/office/drawing/2014/main" id="{5F5BE40B-6BAB-4525-AAF4-CFEAA5C74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Text Box 76">
              <a:extLst>
                <a:ext uri="{FF2B5EF4-FFF2-40B4-BE49-F238E27FC236}">
                  <a16:creationId xmlns:a16="http://schemas.microsoft.com/office/drawing/2014/main" id="{519D9A14-3C32-4282-8B37-A8BFC2300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8" name="Line 78">
              <a:extLst>
                <a:ext uri="{FF2B5EF4-FFF2-40B4-BE49-F238E27FC236}">
                  <a16:creationId xmlns:a16="http://schemas.microsoft.com/office/drawing/2014/main" id="{F76862DF-CDA3-4338-86BD-929B8F1A78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9" name="Line 79">
              <a:extLst>
                <a:ext uri="{FF2B5EF4-FFF2-40B4-BE49-F238E27FC236}">
                  <a16:creationId xmlns:a16="http://schemas.microsoft.com/office/drawing/2014/main" id="{2355C395-EACA-4538-A98E-111C2091C2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0" name="Forma libre 89">
              <a:extLst>
                <a:ext uri="{FF2B5EF4-FFF2-40B4-BE49-F238E27FC236}">
                  <a16:creationId xmlns:a16="http://schemas.microsoft.com/office/drawing/2014/main" id="{39010660-F946-4B12-972F-0AEA91251FC7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91" name="Text Box 48">
            <a:extLst>
              <a:ext uri="{FF2B5EF4-FFF2-40B4-BE49-F238E27FC236}">
                <a16:creationId xmlns:a16="http://schemas.microsoft.com/office/drawing/2014/main" id="{9A3588C4-8DBC-4533-9CC1-FFF7C6CFC0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2" name="Text Box 53">
            <a:extLst>
              <a:ext uri="{FF2B5EF4-FFF2-40B4-BE49-F238E27FC236}">
                <a16:creationId xmlns:a16="http://schemas.microsoft.com/office/drawing/2014/main" id="{07E1F371-C584-4C29-8BA7-9A9D56715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4" name="Text Box 57">
            <a:extLst>
              <a:ext uri="{FF2B5EF4-FFF2-40B4-BE49-F238E27FC236}">
                <a16:creationId xmlns:a16="http://schemas.microsoft.com/office/drawing/2014/main" id="{D2E7ABF2-3A12-429E-BF6D-61235FF489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id="{5D3ECD0B-93F0-4684-836A-43CB65451B43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0" name="Line 46">
            <a:extLst>
              <a:ext uri="{FF2B5EF4-FFF2-40B4-BE49-F238E27FC236}">
                <a16:creationId xmlns:a16="http://schemas.microsoft.com/office/drawing/2014/main" id="{AE102A31-16CE-4C22-B36E-FBD7F41525B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A4D5B5EA-A7B3-45F8-B40F-951032A3BD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6" name="Text Box 49">
            <a:extLst>
              <a:ext uri="{FF2B5EF4-FFF2-40B4-BE49-F238E27FC236}">
                <a16:creationId xmlns:a16="http://schemas.microsoft.com/office/drawing/2014/main" id="{761A8BD9-DDF8-405F-8701-D0750DD1A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110" name="Line 52">
            <a:extLst>
              <a:ext uri="{FF2B5EF4-FFF2-40B4-BE49-F238E27FC236}">
                <a16:creationId xmlns:a16="http://schemas.microsoft.com/office/drawing/2014/main" id="{A7BBEC7B-E4FC-4C0E-8BC6-E0FB4897B6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1" name="Line 56">
            <a:extLst>
              <a:ext uri="{FF2B5EF4-FFF2-40B4-BE49-F238E27FC236}">
                <a16:creationId xmlns:a16="http://schemas.microsoft.com/office/drawing/2014/main" id="{3C198483-A541-48A4-826F-74DA45F2F6D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2" name="Line 60">
            <a:extLst>
              <a:ext uri="{FF2B5EF4-FFF2-40B4-BE49-F238E27FC236}">
                <a16:creationId xmlns:a16="http://schemas.microsoft.com/office/drawing/2014/main" id="{F842C004-56AF-44D7-BFDE-7B85528DC2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3" name="Text Box 61">
            <a:extLst>
              <a:ext uri="{FF2B5EF4-FFF2-40B4-BE49-F238E27FC236}">
                <a16:creationId xmlns:a16="http://schemas.microsoft.com/office/drawing/2014/main" id="{9BA46F1F-078C-48CF-B628-9D0F5D469B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114" name="Text Box 62">
            <a:extLst>
              <a:ext uri="{FF2B5EF4-FFF2-40B4-BE49-F238E27FC236}">
                <a16:creationId xmlns:a16="http://schemas.microsoft.com/office/drawing/2014/main" id="{5A2B0749-B096-4054-891E-E75A2CDA18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A5613644-B79E-4728-96D9-4CE3E6F56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119" name="Text Box 64">
            <a:extLst>
              <a:ext uri="{FF2B5EF4-FFF2-40B4-BE49-F238E27FC236}">
                <a16:creationId xmlns:a16="http://schemas.microsoft.com/office/drawing/2014/main" id="{BC3CFB1E-FF16-4484-9FBA-E57FF175F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120" name="Line 71">
            <a:extLst>
              <a:ext uri="{FF2B5EF4-FFF2-40B4-BE49-F238E27FC236}">
                <a16:creationId xmlns:a16="http://schemas.microsoft.com/office/drawing/2014/main" id="{ACF0A473-1BBA-42A2-81E5-3ED1A4ACC77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1" name="Text Box 72">
            <a:extLst>
              <a:ext uri="{FF2B5EF4-FFF2-40B4-BE49-F238E27FC236}">
                <a16:creationId xmlns:a16="http://schemas.microsoft.com/office/drawing/2014/main" id="{70468F4E-B9E4-4363-A86E-71635DA18B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122" name="Text Box 144">
            <a:extLst>
              <a:ext uri="{FF2B5EF4-FFF2-40B4-BE49-F238E27FC236}">
                <a16:creationId xmlns:a16="http://schemas.microsoft.com/office/drawing/2014/main" id="{DD28DA1C-2D70-4FBB-8FBE-97192B41F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123" name="Line 51">
            <a:extLst>
              <a:ext uri="{FF2B5EF4-FFF2-40B4-BE49-F238E27FC236}">
                <a16:creationId xmlns:a16="http://schemas.microsoft.com/office/drawing/2014/main" id="{277A2B94-0066-4532-96A7-751FF49DF53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4" name="Line 55">
            <a:extLst>
              <a:ext uri="{FF2B5EF4-FFF2-40B4-BE49-F238E27FC236}">
                <a16:creationId xmlns:a16="http://schemas.microsoft.com/office/drawing/2014/main" id="{8622C0D0-BD1E-4F03-B387-63AC20C8503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5" name="Line 70">
            <a:extLst>
              <a:ext uri="{FF2B5EF4-FFF2-40B4-BE49-F238E27FC236}">
                <a16:creationId xmlns:a16="http://schemas.microsoft.com/office/drawing/2014/main" id="{0C381D9F-3EB2-4032-8820-D0AB8FAD2D10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6" name="Line 59">
            <a:extLst>
              <a:ext uri="{FF2B5EF4-FFF2-40B4-BE49-F238E27FC236}">
                <a16:creationId xmlns:a16="http://schemas.microsoft.com/office/drawing/2014/main" id="{EF7D3004-75EE-47CF-8D50-254FA9FF231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71394" name="Grupo 126">
            <a:extLst>
              <a:ext uri="{FF2B5EF4-FFF2-40B4-BE49-F238E27FC236}">
                <a16:creationId xmlns:a16="http://schemas.microsoft.com/office/drawing/2014/main" id="{E1E739E3-95F5-4B83-AB0F-6E3C593A6142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31" name="Text Box 48">
              <a:extLst>
                <a:ext uri="{FF2B5EF4-FFF2-40B4-BE49-F238E27FC236}">
                  <a16:creationId xmlns:a16="http://schemas.microsoft.com/office/drawing/2014/main" id="{01BF9F72-CF03-4BD7-9CD2-5E1D7C515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AC7E142E-A8E0-4C28-8BB7-EBFFD1F5C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3" name="Forma libre 132">
              <a:extLst>
                <a:ext uri="{FF2B5EF4-FFF2-40B4-BE49-F238E27FC236}">
                  <a16:creationId xmlns:a16="http://schemas.microsoft.com/office/drawing/2014/main" id="{D9376154-BD43-4B65-97BA-C7812A565B3F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34" name="Line 46">
              <a:extLst>
                <a:ext uri="{FF2B5EF4-FFF2-40B4-BE49-F238E27FC236}">
                  <a16:creationId xmlns:a16="http://schemas.microsoft.com/office/drawing/2014/main" id="{58E84C99-A88E-4F1A-BADC-270B0C975C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7">
              <a:extLst>
                <a:ext uri="{FF2B5EF4-FFF2-40B4-BE49-F238E27FC236}">
                  <a16:creationId xmlns:a16="http://schemas.microsoft.com/office/drawing/2014/main" id="{E3EED448-C775-48CD-815D-3909766EE3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A922A2EC-45E7-45C3-ABE6-7603088727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EED6F488-22B1-4519-A33A-6ADD11CE94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93869228-4EC7-4E8C-B5C5-04D7CE3AD496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9" name="Text Box 50">
            <a:extLst>
              <a:ext uri="{FF2B5EF4-FFF2-40B4-BE49-F238E27FC236}">
                <a16:creationId xmlns:a16="http://schemas.microsoft.com/office/drawing/2014/main" id="{7E3FCDF7-F0A1-4BC5-A92F-FC80A7F558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140" name="Forma libre 139">
            <a:extLst>
              <a:ext uri="{FF2B5EF4-FFF2-40B4-BE49-F238E27FC236}">
                <a16:creationId xmlns:a16="http://schemas.microsoft.com/office/drawing/2014/main" id="{3559D751-9E1B-4249-9AC4-8B033EB34103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2" name="Forma libre 141">
            <a:extLst>
              <a:ext uri="{FF2B5EF4-FFF2-40B4-BE49-F238E27FC236}">
                <a16:creationId xmlns:a16="http://schemas.microsoft.com/office/drawing/2014/main" id="{4F106EF5-1E2B-47B0-8C4E-5411DA2A632E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" name="Forma libre 142">
            <a:extLst>
              <a:ext uri="{FF2B5EF4-FFF2-40B4-BE49-F238E27FC236}">
                <a16:creationId xmlns:a16="http://schemas.microsoft.com/office/drawing/2014/main" id="{6596C76B-F736-4253-AFBE-83A2EAB7EAFE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6C1F1A3F-E9BA-4C2A-8D81-568F4FB993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45" name="Text Box 50">
            <a:extLst>
              <a:ext uri="{FF2B5EF4-FFF2-40B4-BE49-F238E27FC236}">
                <a16:creationId xmlns:a16="http://schemas.microsoft.com/office/drawing/2014/main" id="{B6555AE2-EBF4-4015-838F-E0D9433F4F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146" name="Forma libre 145">
            <a:extLst>
              <a:ext uri="{FF2B5EF4-FFF2-40B4-BE49-F238E27FC236}">
                <a16:creationId xmlns:a16="http://schemas.microsoft.com/office/drawing/2014/main" id="{A1AC9AF4-685D-4DFD-BBD0-8CE5A6434E5A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" name="Forma libre 146">
            <a:extLst>
              <a:ext uri="{FF2B5EF4-FFF2-40B4-BE49-F238E27FC236}">
                <a16:creationId xmlns:a16="http://schemas.microsoft.com/office/drawing/2014/main" id="{74FB9217-D4BD-4F08-8EAB-427EF59F9FE6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8" name="Forma libre 147">
            <a:extLst>
              <a:ext uri="{FF2B5EF4-FFF2-40B4-BE49-F238E27FC236}">
                <a16:creationId xmlns:a16="http://schemas.microsoft.com/office/drawing/2014/main" id="{429EB1EE-D855-4095-9F61-F52690F8D58E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1405" name="Grupo 148">
            <a:extLst>
              <a:ext uri="{FF2B5EF4-FFF2-40B4-BE49-F238E27FC236}">
                <a16:creationId xmlns:a16="http://schemas.microsoft.com/office/drawing/2014/main" id="{40BF9732-1D49-4987-87BA-A130B31A55A5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150" name="Text Box 49">
              <a:extLst>
                <a:ext uri="{FF2B5EF4-FFF2-40B4-BE49-F238E27FC236}">
                  <a16:creationId xmlns:a16="http://schemas.microsoft.com/office/drawing/2014/main" id="{A6326A1C-9C49-4E96-8763-0B4F0B6F3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47">
              <a:extLst>
                <a:ext uri="{FF2B5EF4-FFF2-40B4-BE49-F238E27FC236}">
                  <a16:creationId xmlns:a16="http://schemas.microsoft.com/office/drawing/2014/main" id="{7408268F-4518-456A-8B31-0DB50815F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Rectangle 43">
              <a:extLst>
                <a:ext uri="{FF2B5EF4-FFF2-40B4-BE49-F238E27FC236}">
                  <a16:creationId xmlns:a16="http://schemas.microsoft.com/office/drawing/2014/main" id="{53700449-FF78-43CD-B73D-AD772E5D8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4">
              <a:extLst>
                <a:ext uri="{FF2B5EF4-FFF2-40B4-BE49-F238E27FC236}">
                  <a16:creationId xmlns:a16="http://schemas.microsoft.com/office/drawing/2014/main" id="{2CD9EF82-9795-4703-9EF5-B44FA12886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Line 46">
              <a:extLst>
                <a:ext uri="{FF2B5EF4-FFF2-40B4-BE49-F238E27FC236}">
                  <a16:creationId xmlns:a16="http://schemas.microsoft.com/office/drawing/2014/main" id="{24C9AFE5-6A9B-4F7C-AE4D-29FCA3539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Text Box 47">
              <a:extLst>
                <a:ext uri="{FF2B5EF4-FFF2-40B4-BE49-F238E27FC236}">
                  <a16:creationId xmlns:a16="http://schemas.microsoft.com/office/drawing/2014/main" id="{1FAD82FB-72DC-40C0-8025-FBE99DE0E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3" name="Line 48">
              <a:extLst>
                <a:ext uri="{FF2B5EF4-FFF2-40B4-BE49-F238E27FC236}">
                  <a16:creationId xmlns:a16="http://schemas.microsoft.com/office/drawing/2014/main" id="{6E0B5101-6148-4213-A722-FD6416854E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Line 44">
              <a:extLst>
                <a:ext uri="{FF2B5EF4-FFF2-40B4-BE49-F238E27FC236}">
                  <a16:creationId xmlns:a16="http://schemas.microsoft.com/office/drawing/2014/main" id="{022CFADF-C064-4402-B110-24C407087F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136E4E1D-A9A1-4669-8444-D3405E28D2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Forma libre 165">
              <a:extLst>
                <a:ext uri="{FF2B5EF4-FFF2-40B4-BE49-F238E27FC236}">
                  <a16:creationId xmlns:a16="http://schemas.microsoft.com/office/drawing/2014/main" id="{7DA96E2B-A552-4F5A-BC0E-9588806FE29B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67" name="Text Box 47">
              <a:extLst>
                <a:ext uri="{FF2B5EF4-FFF2-40B4-BE49-F238E27FC236}">
                  <a16:creationId xmlns:a16="http://schemas.microsoft.com/office/drawing/2014/main" id="{8C45E861-73B5-451F-900A-E2F699DE96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68" name="Line 45">
              <a:extLst>
                <a:ext uri="{FF2B5EF4-FFF2-40B4-BE49-F238E27FC236}">
                  <a16:creationId xmlns:a16="http://schemas.microsoft.com/office/drawing/2014/main" id="{D4534504-7D8B-47F5-8E59-C987194639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9" name="Forma libre 168">
            <a:extLst>
              <a:ext uri="{FF2B5EF4-FFF2-40B4-BE49-F238E27FC236}">
                <a16:creationId xmlns:a16="http://schemas.microsoft.com/office/drawing/2014/main" id="{9A8C6960-EF2F-4622-B8A1-7A0471DAF5CC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079149C0-58B6-4A59-BF63-4A7D0D615C9C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736287EB-7FBE-4B61-B03E-25D7FEBB4DB0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2" name="Elipse 171">
            <a:extLst>
              <a:ext uri="{FF2B5EF4-FFF2-40B4-BE49-F238E27FC236}">
                <a16:creationId xmlns:a16="http://schemas.microsoft.com/office/drawing/2014/main" id="{CE9A5DB4-A410-4886-AA06-B441AC873E9D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" name="Line 18">
            <a:extLst>
              <a:ext uri="{FF2B5EF4-FFF2-40B4-BE49-F238E27FC236}">
                <a16:creationId xmlns:a16="http://schemas.microsoft.com/office/drawing/2014/main" id="{C486184A-4176-46B1-AB7D-82297210CC4B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4" name="Line 56">
            <a:extLst>
              <a:ext uri="{FF2B5EF4-FFF2-40B4-BE49-F238E27FC236}">
                <a16:creationId xmlns:a16="http://schemas.microsoft.com/office/drawing/2014/main" id="{A0BC3713-CD12-4634-B71B-9FC4671378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5" name="Forma libre 174">
            <a:extLst>
              <a:ext uri="{FF2B5EF4-FFF2-40B4-BE49-F238E27FC236}">
                <a16:creationId xmlns:a16="http://schemas.microsoft.com/office/drawing/2014/main" id="{8801F1C7-2FBB-4D15-AC17-FE760820FD19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1413" name="Grupo 175">
            <a:extLst>
              <a:ext uri="{FF2B5EF4-FFF2-40B4-BE49-F238E27FC236}">
                <a16:creationId xmlns:a16="http://schemas.microsoft.com/office/drawing/2014/main" id="{E5A56368-6F03-4E46-81B7-D488BDD16916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177" name="Text Box 48">
              <a:extLst>
                <a:ext uri="{FF2B5EF4-FFF2-40B4-BE49-F238E27FC236}">
                  <a16:creationId xmlns:a16="http://schemas.microsoft.com/office/drawing/2014/main" id="{12B7884A-4585-4407-861F-B3F3488189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8" name="Text Box 57">
              <a:extLst>
                <a:ext uri="{FF2B5EF4-FFF2-40B4-BE49-F238E27FC236}">
                  <a16:creationId xmlns:a16="http://schemas.microsoft.com/office/drawing/2014/main" id="{7166202C-4B10-46A0-9D0B-E2FAD603BB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9" name="Text Box 53">
              <a:extLst>
                <a:ext uri="{FF2B5EF4-FFF2-40B4-BE49-F238E27FC236}">
                  <a16:creationId xmlns:a16="http://schemas.microsoft.com/office/drawing/2014/main" id="{30704E5D-9AE6-4FB5-BDB2-074F7F165C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C7DE80B7-FF79-4F89-977A-6C4B2774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47">
              <a:extLst>
                <a:ext uri="{FF2B5EF4-FFF2-40B4-BE49-F238E27FC236}">
                  <a16:creationId xmlns:a16="http://schemas.microsoft.com/office/drawing/2014/main" id="{814128DC-A707-45D9-96FA-1A62323B2B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3A6F81CE-E5F7-4E5B-824F-A97E55098A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52">
              <a:extLst>
                <a:ext uri="{FF2B5EF4-FFF2-40B4-BE49-F238E27FC236}">
                  <a16:creationId xmlns:a16="http://schemas.microsoft.com/office/drawing/2014/main" id="{77EF477E-4272-4712-8A02-6545CFE890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56">
              <a:extLst>
                <a:ext uri="{FF2B5EF4-FFF2-40B4-BE49-F238E27FC236}">
                  <a16:creationId xmlns:a16="http://schemas.microsoft.com/office/drawing/2014/main" id="{8683C8C4-89E6-4A8C-821D-88A8B14CA4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Line 55">
              <a:extLst>
                <a:ext uri="{FF2B5EF4-FFF2-40B4-BE49-F238E27FC236}">
                  <a16:creationId xmlns:a16="http://schemas.microsoft.com/office/drawing/2014/main" id="{C982FC34-6856-4514-B8DC-A217FED3AA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6" name="Line 51">
              <a:extLst>
                <a:ext uri="{FF2B5EF4-FFF2-40B4-BE49-F238E27FC236}">
                  <a16:creationId xmlns:a16="http://schemas.microsoft.com/office/drawing/2014/main" id="{73797D5B-AF15-4231-BF52-93462FF87A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7" name="Line 46">
              <a:extLst>
                <a:ext uri="{FF2B5EF4-FFF2-40B4-BE49-F238E27FC236}">
                  <a16:creationId xmlns:a16="http://schemas.microsoft.com/office/drawing/2014/main" id="{C55CD826-D6BB-446F-A266-5C30467D2B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E384266F-9212-466D-A31D-7A15EEBE219E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Forma libre 188">
            <a:extLst>
              <a:ext uri="{FF2B5EF4-FFF2-40B4-BE49-F238E27FC236}">
                <a16:creationId xmlns:a16="http://schemas.microsoft.com/office/drawing/2014/main" id="{1FEE91B1-2BD8-4E26-B660-1AF13F4F5F16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Forma libre 189">
            <a:extLst>
              <a:ext uri="{FF2B5EF4-FFF2-40B4-BE49-F238E27FC236}">
                <a16:creationId xmlns:a16="http://schemas.microsoft.com/office/drawing/2014/main" id="{D3E35B2C-4053-465F-8E38-62CA1758E20F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1417" name="Grupo 190">
            <a:extLst>
              <a:ext uri="{FF2B5EF4-FFF2-40B4-BE49-F238E27FC236}">
                <a16:creationId xmlns:a16="http://schemas.microsoft.com/office/drawing/2014/main" id="{0BD9BA3C-154A-46E1-AF34-FE67D7CF7AAC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92" name="Text Box 49">
              <a:extLst>
                <a:ext uri="{FF2B5EF4-FFF2-40B4-BE49-F238E27FC236}">
                  <a16:creationId xmlns:a16="http://schemas.microsoft.com/office/drawing/2014/main" id="{56D3DA29-61A6-4A7B-AAEE-45D69A56C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22FA3F92-5819-440B-AE35-7CC133AEC9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4" name="Rectangle 43">
              <a:extLst>
                <a:ext uri="{FF2B5EF4-FFF2-40B4-BE49-F238E27FC236}">
                  <a16:creationId xmlns:a16="http://schemas.microsoft.com/office/drawing/2014/main" id="{67B86057-4F83-42AD-93D9-498CED7F0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5" name="Line 44">
              <a:extLst>
                <a:ext uri="{FF2B5EF4-FFF2-40B4-BE49-F238E27FC236}">
                  <a16:creationId xmlns:a16="http://schemas.microsoft.com/office/drawing/2014/main" id="{85ACB4AF-8770-4A41-A820-B434B269E0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6">
              <a:extLst>
                <a:ext uri="{FF2B5EF4-FFF2-40B4-BE49-F238E27FC236}">
                  <a16:creationId xmlns:a16="http://schemas.microsoft.com/office/drawing/2014/main" id="{9304049F-12E7-4F74-9916-0ED14C91A5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Line 48">
              <a:extLst>
                <a:ext uri="{FF2B5EF4-FFF2-40B4-BE49-F238E27FC236}">
                  <a16:creationId xmlns:a16="http://schemas.microsoft.com/office/drawing/2014/main" id="{F75CCC33-1755-482E-AA67-1C88B0B2A8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8" name="Text Box 53">
              <a:extLst>
                <a:ext uri="{FF2B5EF4-FFF2-40B4-BE49-F238E27FC236}">
                  <a16:creationId xmlns:a16="http://schemas.microsoft.com/office/drawing/2014/main" id="{9885E503-22C0-435C-B2CD-738C24149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99" name="Forma libre 198">
              <a:extLst>
                <a:ext uri="{FF2B5EF4-FFF2-40B4-BE49-F238E27FC236}">
                  <a16:creationId xmlns:a16="http://schemas.microsoft.com/office/drawing/2014/main" id="{49AC2A61-0EF2-4E81-A53B-FB3FD6F592D0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00" name="Line 45">
              <a:extLst>
                <a:ext uri="{FF2B5EF4-FFF2-40B4-BE49-F238E27FC236}">
                  <a16:creationId xmlns:a16="http://schemas.microsoft.com/office/drawing/2014/main" id="{0679F001-C859-4433-A1ED-78B4BABDE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71418" name="Grupo 200">
            <a:extLst>
              <a:ext uri="{FF2B5EF4-FFF2-40B4-BE49-F238E27FC236}">
                <a16:creationId xmlns:a16="http://schemas.microsoft.com/office/drawing/2014/main" id="{E5E9491A-6339-404D-8C70-67E5884443CA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02" name="Text Box 48">
              <a:extLst>
                <a:ext uri="{FF2B5EF4-FFF2-40B4-BE49-F238E27FC236}">
                  <a16:creationId xmlns:a16="http://schemas.microsoft.com/office/drawing/2014/main" id="{DF19F1B6-651D-41B4-A45B-3C5E367430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3" name="Text Box 57">
              <a:extLst>
                <a:ext uri="{FF2B5EF4-FFF2-40B4-BE49-F238E27FC236}">
                  <a16:creationId xmlns:a16="http://schemas.microsoft.com/office/drawing/2014/main" id="{06F1150B-E14D-4762-B093-C00C5A499D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4" name="Text Box 53">
              <a:extLst>
                <a:ext uri="{FF2B5EF4-FFF2-40B4-BE49-F238E27FC236}">
                  <a16:creationId xmlns:a16="http://schemas.microsoft.com/office/drawing/2014/main" id="{B50EE592-E032-4C7B-A16C-10D387A04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Freeform 44">
              <a:extLst>
                <a:ext uri="{FF2B5EF4-FFF2-40B4-BE49-F238E27FC236}">
                  <a16:creationId xmlns:a16="http://schemas.microsoft.com/office/drawing/2014/main" id="{268B92EA-7691-4DF3-BB3B-D9C1C2DF9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6" name="Line 47">
              <a:extLst>
                <a:ext uri="{FF2B5EF4-FFF2-40B4-BE49-F238E27FC236}">
                  <a16:creationId xmlns:a16="http://schemas.microsoft.com/office/drawing/2014/main" id="{4DE01558-7911-4363-819F-AC63486ED0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Text Box 49">
              <a:extLst>
                <a:ext uri="{FF2B5EF4-FFF2-40B4-BE49-F238E27FC236}">
                  <a16:creationId xmlns:a16="http://schemas.microsoft.com/office/drawing/2014/main" id="{451F9643-4361-40FA-AFB6-007E221D0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52">
              <a:extLst>
                <a:ext uri="{FF2B5EF4-FFF2-40B4-BE49-F238E27FC236}">
                  <a16:creationId xmlns:a16="http://schemas.microsoft.com/office/drawing/2014/main" id="{C49B3E23-E307-4FE0-B6A6-FCB8769262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56">
              <a:extLst>
                <a:ext uri="{FF2B5EF4-FFF2-40B4-BE49-F238E27FC236}">
                  <a16:creationId xmlns:a16="http://schemas.microsoft.com/office/drawing/2014/main" id="{9EFE1723-CD27-489B-967D-C7BC9167A1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6">
              <a:extLst>
                <a:ext uri="{FF2B5EF4-FFF2-40B4-BE49-F238E27FC236}">
                  <a16:creationId xmlns:a16="http://schemas.microsoft.com/office/drawing/2014/main" id="{7BE86064-9EF7-49B6-BA56-74B9B4A40F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Line 55">
              <a:extLst>
                <a:ext uri="{FF2B5EF4-FFF2-40B4-BE49-F238E27FC236}">
                  <a16:creationId xmlns:a16="http://schemas.microsoft.com/office/drawing/2014/main" id="{87B1729C-81AE-4851-B1F7-8B0E714D30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Line 51">
              <a:extLst>
                <a:ext uri="{FF2B5EF4-FFF2-40B4-BE49-F238E27FC236}">
                  <a16:creationId xmlns:a16="http://schemas.microsoft.com/office/drawing/2014/main" id="{09208ACB-C2CC-4B14-9D8E-75EE4A91F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13" name="Forma libre 212">
            <a:extLst>
              <a:ext uri="{FF2B5EF4-FFF2-40B4-BE49-F238E27FC236}">
                <a16:creationId xmlns:a16="http://schemas.microsoft.com/office/drawing/2014/main" id="{5567041B-06AB-46AA-A2F8-72B0A65B1CC6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4" name="Text Box 46">
            <a:extLst>
              <a:ext uri="{FF2B5EF4-FFF2-40B4-BE49-F238E27FC236}">
                <a16:creationId xmlns:a16="http://schemas.microsoft.com/office/drawing/2014/main" id="{2C7768C3-E569-4CDB-AB50-2A353835EC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5" name="Elipse 214">
            <a:extLst>
              <a:ext uri="{FF2B5EF4-FFF2-40B4-BE49-F238E27FC236}">
                <a16:creationId xmlns:a16="http://schemas.microsoft.com/office/drawing/2014/main" id="{03C3165D-B662-45D8-A16B-B4F2EA05D0F7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1422" name="Grupo 239">
            <a:extLst>
              <a:ext uri="{FF2B5EF4-FFF2-40B4-BE49-F238E27FC236}">
                <a16:creationId xmlns:a16="http://schemas.microsoft.com/office/drawing/2014/main" id="{07DF1D10-E0F7-4528-8FEE-ADDAB4E3FFB5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244" name="Rectangle 42">
              <a:extLst>
                <a:ext uri="{FF2B5EF4-FFF2-40B4-BE49-F238E27FC236}">
                  <a16:creationId xmlns:a16="http://schemas.microsoft.com/office/drawing/2014/main" id="{5B9810DB-EA5A-4076-9D65-563B607CD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44">
              <a:extLst>
                <a:ext uri="{FF2B5EF4-FFF2-40B4-BE49-F238E27FC236}">
                  <a16:creationId xmlns:a16="http://schemas.microsoft.com/office/drawing/2014/main" id="{C055A2CE-3154-461B-B7C0-505F46C041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45">
              <a:extLst>
                <a:ext uri="{FF2B5EF4-FFF2-40B4-BE49-F238E27FC236}">
                  <a16:creationId xmlns:a16="http://schemas.microsoft.com/office/drawing/2014/main" id="{BB901461-339B-4170-9D91-F722FCDADF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46">
              <a:extLst>
                <a:ext uri="{FF2B5EF4-FFF2-40B4-BE49-F238E27FC236}">
                  <a16:creationId xmlns:a16="http://schemas.microsoft.com/office/drawing/2014/main" id="{678DE260-7AC3-4E67-8CC3-2094A8D9A9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Line 48">
              <a:extLst>
                <a:ext uri="{FF2B5EF4-FFF2-40B4-BE49-F238E27FC236}">
                  <a16:creationId xmlns:a16="http://schemas.microsoft.com/office/drawing/2014/main" id="{8165305F-EBBC-421F-9001-41D7C7B5AA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9">
              <a:extLst>
                <a:ext uri="{FF2B5EF4-FFF2-40B4-BE49-F238E27FC236}">
                  <a16:creationId xmlns:a16="http://schemas.microsoft.com/office/drawing/2014/main" id="{71442F1B-DA8D-44F8-A7C0-570EDE50A6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Text Box 50">
              <a:extLst>
                <a:ext uri="{FF2B5EF4-FFF2-40B4-BE49-F238E27FC236}">
                  <a16:creationId xmlns:a16="http://schemas.microsoft.com/office/drawing/2014/main" id="{AA32F036-5CBD-470F-890C-866A8FC488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1" name="Text Box 51">
              <a:extLst>
                <a:ext uri="{FF2B5EF4-FFF2-40B4-BE49-F238E27FC236}">
                  <a16:creationId xmlns:a16="http://schemas.microsoft.com/office/drawing/2014/main" id="{56C986DA-0A43-48D6-9D99-E91B51AB42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52" name="Text Box 52">
              <a:extLst>
                <a:ext uri="{FF2B5EF4-FFF2-40B4-BE49-F238E27FC236}">
                  <a16:creationId xmlns:a16="http://schemas.microsoft.com/office/drawing/2014/main" id="{87A0CFD6-126C-4374-BD61-F5956671C5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Text Box 53">
              <a:extLst>
                <a:ext uri="{FF2B5EF4-FFF2-40B4-BE49-F238E27FC236}">
                  <a16:creationId xmlns:a16="http://schemas.microsoft.com/office/drawing/2014/main" id="{FFA35269-D8A5-41F3-9D77-1372D65CD6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254" name="Forma libre 253">
            <a:extLst>
              <a:ext uri="{FF2B5EF4-FFF2-40B4-BE49-F238E27FC236}">
                <a16:creationId xmlns:a16="http://schemas.microsoft.com/office/drawing/2014/main" id="{6CD27EAE-852F-42E5-8701-904D0098572D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1424" name="Grupo 254">
            <a:extLst>
              <a:ext uri="{FF2B5EF4-FFF2-40B4-BE49-F238E27FC236}">
                <a16:creationId xmlns:a16="http://schemas.microsoft.com/office/drawing/2014/main" id="{64DC20EC-6BE2-4858-9234-DD7003661599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256" name="Text Box 49">
              <a:extLst>
                <a:ext uri="{FF2B5EF4-FFF2-40B4-BE49-F238E27FC236}">
                  <a16:creationId xmlns:a16="http://schemas.microsoft.com/office/drawing/2014/main" id="{5228E1A1-A599-47EA-A3B4-16AA8D169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7" name="Text Box 47">
              <a:extLst>
                <a:ext uri="{FF2B5EF4-FFF2-40B4-BE49-F238E27FC236}">
                  <a16:creationId xmlns:a16="http://schemas.microsoft.com/office/drawing/2014/main" id="{1687F006-5EDE-4E99-A6CE-79D045CC25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8" name="Text Box 47">
              <a:extLst>
                <a:ext uri="{FF2B5EF4-FFF2-40B4-BE49-F238E27FC236}">
                  <a16:creationId xmlns:a16="http://schemas.microsoft.com/office/drawing/2014/main" id="{F13E2FD4-13CD-4FDE-B221-020D8BB6E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Rectangle 43">
              <a:extLst>
                <a:ext uri="{FF2B5EF4-FFF2-40B4-BE49-F238E27FC236}">
                  <a16:creationId xmlns:a16="http://schemas.microsoft.com/office/drawing/2014/main" id="{98379A9A-2CD9-4CDF-A2F1-D6EA6682F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B9541A5C-2D30-4EF3-A2F6-2CF6F4CD5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1" name="Line 46">
              <a:extLst>
                <a:ext uri="{FF2B5EF4-FFF2-40B4-BE49-F238E27FC236}">
                  <a16:creationId xmlns:a16="http://schemas.microsoft.com/office/drawing/2014/main" id="{9C5EAF78-6EB0-4A6C-AEE4-CBA9153E4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2" name="Line 48">
              <a:extLst>
                <a:ext uri="{FF2B5EF4-FFF2-40B4-BE49-F238E27FC236}">
                  <a16:creationId xmlns:a16="http://schemas.microsoft.com/office/drawing/2014/main" id="{CC75A44B-0CCA-4BB9-B45E-70F803D8D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3" name="Line 46">
              <a:extLst>
                <a:ext uri="{FF2B5EF4-FFF2-40B4-BE49-F238E27FC236}">
                  <a16:creationId xmlns:a16="http://schemas.microsoft.com/office/drawing/2014/main" id="{E16EFBB6-0634-4F6A-A152-058C79BA1F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4" name="Forma libre 263">
              <a:extLst>
                <a:ext uri="{FF2B5EF4-FFF2-40B4-BE49-F238E27FC236}">
                  <a16:creationId xmlns:a16="http://schemas.microsoft.com/office/drawing/2014/main" id="{16673538-A2B3-4577-8669-F7DAADC054D0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5" name="Text Box 47">
              <a:extLst>
                <a:ext uri="{FF2B5EF4-FFF2-40B4-BE49-F238E27FC236}">
                  <a16:creationId xmlns:a16="http://schemas.microsoft.com/office/drawing/2014/main" id="{446874BD-F9BD-4B75-9118-BF4CF9858D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66" name="Line 44">
              <a:extLst>
                <a:ext uri="{FF2B5EF4-FFF2-40B4-BE49-F238E27FC236}">
                  <a16:creationId xmlns:a16="http://schemas.microsoft.com/office/drawing/2014/main" id="{5B40D412-3C3E-45F4-8132-AD7FFDE30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44">
              <a:extLst>
                <a:ext uri="{FF2B5EF4-FFF2-40B4-BE49-F238E27FC236}">
                  <a16:creationId xmlns:a16="http://schemas.microsoft.com/office/drawing/2014/main" id="{579BB5B1-3F78-4270-B25C-8725300D8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68" name="Forma libre 267">
            <a:extLst>
              <a:ext uri="{FF2B5EF4-FFF2-40B4-BE49-F238E27FC236}">
                <a16:creationId xmlns:a16="http://schemas.microsoft.com/office/drawing/2014/main" id="{9E500181-190F-4ACA-89D1-42FF1851940A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" name="Line 18">
            <a:extLst>
              <a:ext uri="{FF2B5EF4-FFF2-40B4-BE49-F238E27FC236}">
                <a16:creationId xmlns:a16="http://schemas.microsoft.com/office/drawing/2014/main" id="{986F5DF4-3DC8-4D4E-9F40-C74DC74287ED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0" name="Elipse 269">
            <a:extLst>
              <a:ext uri="{FF2B5EF4-FFF2-40B4-BE49-F238E27FC236}">
                <a16:creationId xmlns:a16="http://schemas.microsoft.com/office/drawing/2014/main" id="{2D57B73A-953E-48B4-AD62-57B46453AE78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1428" name="Grupo 270">
            <a:extLst>
              <a:ext uri="{FF2B5EF4-FFF2-40B4-BE49-F238E27FC236}">
                <a16:creationId xmlns:a16="http://schemas.microsoft.com/office/drawing/2014/main" id="{FF936C45-40CD-4427-92C5-9B96A8483ACB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272" name="Text Box 49">
              <a:extLst>
                <a:ext uri="{FF2B5EF4-FFF2-40B4-BE49-F238E27FC236}">
                  <a16:creationId xmlns:a16="http://schemas.microsoft.com/office/drawing/2014/main" id="{36C28716-7C68-499A-8DEB-77F8592871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3" name="Rectangle 43">
              <a:extLst>
                <a:ext uri="{FF2B5EF4-FFF2-40B4-BE49-F238E27FC236}">
                  <a16:creationId xmlns:a16="http://schemas.microsoft.com/office/drawing/2014/main" id="{188161D1-3A7E-457A-8BF8-142699040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4" name="Line 44">
              <a:extLst>
                <a:ext uri="{FF2B5EF4-FFF2-40B4-BE49-F238E27FC236}">
                  <a16:creationId xmlns:a16="http://schemas.microsoft.com/office/drawing/2014/main" id="{71A77149-F2C2-4ADD-B598-BEAF8168E7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5" name="Line 46">
              <a:extLst>
                <a:ext uri="{FF2B5EF4-FFF2-40B4-BE49-F238E27FC236}">
                  <a16:creationId xmlns:a16="http://schemas.microsoft.com/office/drawing/2014/main" id="{A648905B-6AF6-4FB9-9F8F-9A01B0C5E8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6" name="Text Box 47">
              <a:extLst>
                <a:ext uri="{FF2B5EF4-FFF2-40B4-BE49-F238E27FC236}">
                  <a16:creationId xmlns:a16="http://schemas.microsoft.com/office/drawing/2014/main" id="{9D04DCC4-4E7F-477C-986E-FF21CE0D97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7" name="Line 48">
              <a:extLst>
                <a:ext uri="{FF2B5EF4-FFF2-40B4-BE49-F238E27FC236}">
                  <a16:creationId xmlns:a16="http://schemas.microsoft.com/office/drawing/2014/main" id="{CB66518B-D8FB-45EE-828A-BC6FFF8C33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8" name="Line 44">
              <a:extLst>
                <a:ext uri="{FF2B5EF4-FFF2-40B4-BE49-F238E27FC236}">
                  <a16:creationId xmlns:a16="http://schemas.microsoft.com/office/drawing/2014/main" id="{641E42A8-A47F-4008-B2BB-57EEF99638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46">
              <a:extLst>
                <a:ext uri="{FF2B5EF4-FFF2-40B4-BE49-F238E27FC236}">
                  <a16:creationId xmlns:a16="http://schemas.microsoft.com/office/drawing/2014/main" id="{0DC0AB21-BF82-460C-83D3-6B45B84289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47">
              <a:extLst>
                <a:ext uri="{FF2B5EF4-FFF2-40B4-BE49-F238E27FC236}">
                  <a16:creationId xmlns:a16="http://schemas.microsoft.com/office/drawing/2014/main" id="{442625D4-FAE9-4B18-9AB1-B820721174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6A1C3F9B-CADC-4D06-B5DA-0ABA9E14F8E6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82" name="Text Box 47">
              <a:extLst>
                <a:ext uri="{FF2B5EF4-FFF2-40B4-BE49-F238E27FC236}">
                  <a16:creationId xmlns:a16="http://schemas.microsoft.com/office/drawing/2014/main" id="{33E5F9E0-56E2-4D46-9C7D-A0F500B6AD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283" name="Line 46">
              <a:extLst>
                <a:ext uri="{FF2B5EF4-FFF2-40B4-BE49-F238E27FC236}">
                  <a16:creationId xmlns:a16="http://schemas.microsoft.com/office/drawing/2014/main" id="{3FDF42B5-1438-403E-A6AB-6E18373B1E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4" name="Text Box 47">
              <a:extLst>
                <a:ext uri="{FF2B5EF4-FFF2-40B4-BE49-F238E27FC236}">
                  <a16:creationId xmlns:a16="http://schemas.microsoft.com/office/drawing/2014/main" id="{B2343345-C460-4D1D-A618-C4E084A02B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47">
              <a:extLst>
                <a:ext uri="{FF2B5EF4-FFF2-40B4-BE49-F238E27FC236}">
                  <a16:creationId xmlns:a16="http://schemas.microsoft.com/office/drawing/2014/main" id="{EFB17A27-C263-4F65-BD20-87596D172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86" name="Text Box 47">
              <a:extLst>
                <a:ext uri="{FF2B5EF4-FFF2-40B4-BE49-F238E27FC236}">
                  <a16:creationId xmlns:a16="http://schemas.microsoft.com/office/drawing/2014/main" id="{E60FCCEC-4477-4F3D-B615-DC84363DCF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287" name="Line 44">
              <a:extLst>
                <a:ext uri="{FF2B5EF4-FFF2-40B4-BE49-F238E27FC236}">
                  <a16:creationId xmlns:a16="http://schemas.microsoft.com/office/drawing/2014/main" id="{CB3DB8B4-09DD-425F-99E1-7AAAEB95C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5">
              <a:extLst>
                <a:ext uri="{FF2B5EF4-FFF2-40B4-BE49-F238E27FC236}">
                  <a16:creationId xmlns:a16="http://schemas.microsoft.com/office/drawing/2014/main" id="{16C466E5-BA08-4A2B-A01C-316528DCA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89" name="Line 71">
            <a:extLst>
              <a:ext uri="{FF2B5EF4-FFF2-40B4-BE49-F238E27FC236}">
                <a16:creationId xmlns:a16="http://schemas.microsoft.com/office/drawing/2014/main" id="{31877D49-8394-46C4-BD4F-C2B3555C0DF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0" name="Text Box 72">
            <a:extLst>
              <a:ext uri="{FF2B5EF4-FFF2-40B4-BE49-F238E27FC236}">
                <a16:creationId xmlns:a16="http://schemas.microsoft.com/office/drawing/2014/main" id="{C05765E2-C8C6-4BC5-AE57-6234D4819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1" name="Line 70">
            <a:extLst>
              <a:ext uri="{FF2B5EF4-FFF2-40B4-BE49-F238E27FC236}">
                <a16:creationId xmlns:a16="http://schemas.microsoft.com/office/drawing/2014/main" id="{8F4CB988-0C2A-4FF9-B5B0-3FD9A2F8BBC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Forma libre 291">
            <a:extLst>
              <a:ext uri="{FF2B5EF4-FFF2-40B4-BE49-F238E27FC236}">
                <a16:creationId xmlns:a16="http://schemas.microsoft.com/office/drawing/2014/main" id="{1FE1B93A-84F7-4166-AADC-A2BFE9381CFF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3" name="Elipse 292">
            <a:extLst>
              <a:ext uri="{FF2B5EF4-FFF2-40B4-BE49-F238E27FC236}">
                <a16:creationId xmlns:a16="http://schemas.microsoft.com/office/drawing/2014/main" id="{65B2932F-3909-4282-937E-C6499F4604C4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4" name="Text Box 50">
            <a:extLst>
              <a:ext uri="{FF2B5EF4-FFF2-40B4-BE49-F238E27FC236}">
                <a16:creationId xmlns:a16="http://schemas.microsoft.com/office/drawing/2014/main" id="{439A2564-86E8-49C3-A1DB-3F5CF7FE1A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5" name="Conector recto de flecha 294">
            <a:extLst>
              <a:ext uri="{FF2B5EF4-FFF2-40B4-BE49-F238E27FC236}">
                <a16:creationId xmlns:a16="http://schemas.microsoft.com/office/drawing/2014/main" id="{64AE6E37-A620-41A7-80A1-86107B3CF495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 Box 72">
            <a:extLst>
              <a:ext uri="{FF2B5EF4-FFF2-40B4-BE49-F238E27FC236}">
                <a16:creationId xmlns:a16="http://schemas.microsoft.com/office/drawing/2014/main" id="{AC948E44-9745-4A6D-98D8-60E26F0CB8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7" name="Line 71">
            <a:extLst>
              <a:ext uri="{FF2B5EF4-FFF2-40B4-BE49-F238E27FC236}">
                <a16:creationId xmlns:a16="http://schemas.microsoft.com/office/drawing/2014/main" id="{AD36CE3D-A2BF-4FC9-9DC5-D437812F6BDC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98" name="Text Box 50">
            <a:extLst>
              <a:ext uri="{FF2B5EF4-FFF2-40B4-BE49-F238E27FC236}">
                <a16:creationId xmlns:a16="http://schemas.microsoft.com/office/drawing/2014/main" id="{8BCEC0B0-3ED6-44F2-B49F-AAA33C67D8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299" name="Text Box 50">
            <a:extLst>
              <a:ext uri="{FF2B5EF4-FFF2-40B4-BE49-F238E27FC236}">
                <a16:creationId xmlns:a16="http://schemas.microsoft.com/office/drawing/2014/main" id="{CB5A48CC-72DB-457F-AF7C-F69719D4DE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Text Box 50">
            <a:extLst>
              <a:ext uri="{FF2B5EF4-FFF2-40B4-BE49-F238E27FC236}">
                <a16:creationId xmlns:a16="http://schemas.microsoft.com/office/drawing/2014/main" id="{649ED98F-7B28-4E1D-B0D4-3CD5235E03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301" name="Text Box 50">
            <a:extLst>
              <a:ext uri="{FF2B5EF4-FFF2-40B4-BE49-F238E27FC236}">
                <a16:creationId xmlns:a16="http://schemas.microsoft.com/office/drawing/2014/main" id="{858D4C4C-E99F-423D-9FB6-A9CE84B620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2" name="Text Box 50">
            <a:extLst>
              <a:ext uri="{FF2B5EF4-FFF2-40B4-BE49-F238E27FC236}">
                <a16:creationId xmlns:a16="http://schemas.microsoft.com/office/drawing/2014/main" id="{C9633F62-87B1-4FB3-A03E-DB421BAEF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03" name="Text Box 50">
            <a:extLst>
              <a:ext uri="{FF2B5EF4-FFF2-40B4-BE49-F238E27FC236}">
                <a16:creationId xmlns:a16="http://schemas.microsoft.com/office/drawing/2014/main" id="{37693245-39EB-42FA-9678-94BBD62188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04" name="Conector recto 303">
            <a:extLst>
              <a:ext uri="{FF2B5EF4-FFF2-40B4-BE49-F238E27FC236}">
                <a16:creationId xmlns:a16="http://schemas.microsoft.com/office/drawing/2014/main" id="{444FEDC1-D1EA-40DA-A3CA-655375E9E7C9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1445" name="Grupo 304">
            <a:extLst>
              <a:ext uri="{FF2B5EF4-FFF2-40B4-BE49-F238E27FC236}">
                <a16:creationId xmlns:a16="http://schemas.microsoft.com/office/drawing/2014/main" id="{D8D15ADC-1022-4B63-9F60-3E1633FDB20F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306" name="Forma libre 305">
              <a:extLst>
                <a:ext uri="{FF2B5EF4-FFF2-40B4-BE49-F238E27FC236}">
                  <a16:creationId xmlns:a16="http://schemas.microsoft.com/office/drawing/2014/main" id="{0ACBFD47-BFCB-4320-9F94-3417885AE32E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917BBA6F-3FF9-49E6-8538-4B01F23A0A3C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8" name="Forma libre 307">
              <a:extLst>
                <a:ext uri="{FF2B5EF4-FFF2-40B4-BE49-F238E27FC236}">
                  <a16:creationId xmlns:a16="http://schemas.microsoft.com/office/drawing/2014/main" id="{EA2EACD2-157C-438B-8FCB-3610E2C8CABF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9" name="Forma libre 308">
              <a:extLst>
                <a:ext uri="{FF2B5EF4-FFF2-40B4-BE49-F238E27FC236}">
                  <a16:creationId xmlns:a16="http://schemas.microsoft.com/office/drawing/2014/main" id="{4A5C4C8F-FCD1-44B1-9448-BDBB9639BCC6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310" name="Text Box 50">
            <a:extLst>
              <a:ext uri="{FF2B5EF4-FFF2-40B4-BE49-F238E27FC236}">
                <a16:creationId xmlns:a16="http://schemas.microsoft.com/office/drawing/2014/main" id="{F3904F9D-D55E-4FAA-B318-504B4084DC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1" name="Text Box 72">
            <a:extLst>
              <a:ext uri="{FF2B5EF4-FFF2-40B4-BE49-F238E27FC236}">
                <a16:creationId xmlns:a16="http://schemas.microsoft.com/office/drawing/2014/main" id="{78773570-AC14-4AF6-ACDC-66113E3812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12" name="Text Box 50">
            <a:extLst>
              <a:ext uri="{FF2B5EF4-FFF2-40B4-BE49-F238E27FC236}">
                <a16:creationId xmlns:a16="http://schemas.microsoft.com/office/drawing/2014/main" id="{A936895F-302F-4CDA-A8B0-088CC39075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05426F30-64CD-4167-AC83-76760C3219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4" name="Text Box 50">
            <a:extLst>
              <a:ext uri="{FF2B5EF4-FFF2-40B4-BE49-F238E27FC236}">
                <a16:creationId xmlns:a16="http://schemas.microsoft.com/office/drawing/2014/main" id="{ABDF8070-5A29-4458-B316-B437099DF1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5" name="Text Box 50">
            <a:extLst>
              <a:ext uri="{FF2B5EF4-FFF2-40B4-BE49-F238E27FC236}">
                <a16:creationId xmlns:a16="http://schemas.microsoft.com/office/drawing/2014/main" id="{B8F6E17C-FFAF-4352-9958-AD60F6783C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362979F8-891A-4BED-A4ED-89E0AFF595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7" name="Conector recto de flecha 316">
            <a:extLst>
              <a:ext uri="{FF2B5EF4-FFF2-40B4-BE49-F238E27FC236}">
                <a16:creationId xmlns:a16="http://schemas.microsoft.com/office/drawing/2014/main" id="{84D81C6C-FE92-43EB-8B2A-C0FFD39B7F14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Conector recto de flecha 317">
            <a:extLst>
              <a:ext uri="{FF2B5EF4-FFF2-40B4-BE49-F238E27FC236}">
                <a16:creationId xmlns:a16="http://schemas.microsoft.com/office/drawing/2014/main" id="{076DC7AA-8C96-4A97-B200-141FB45C3A52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Conector recto de flecha 318">
            <a:extLst>
              <a:ext uri="{FF2B5EF4-FFF2-40B4-BE49-F238E27FC236}">
                <a16:creationId xmlns:a16="http://schemas.microsoft.com/office/drawing/2014/main" id="{C9CC87B3-97DD-4B37-AEBB-795F2E6FB7A8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Conector recto de flecha 319">
            <a:extLst>
              <a:ext uri="{FF2B5EF4-FFF2-40B4-BE49-F238E27FC236}">
                <a16:creationId xmlns:a16="http://schemas.microsoft.com/office/drawing/2014/main" id="{0BD003E2-1DE5-4EB4-88FD-D788BA5F7D9B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Conector recto de flecha 320">
            <a:extLst>
              <a:ext uri="{FF2B5EF4-FFF2-40B4-BE49-F238E27FC236}">
                <a16:creationId xmlns:a16="http://schemas.microsoft.com/office/drawing/2014/main" id="{8DCED5CB-4724-41E1-A885-879AF6EE8929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 Box 50">
            <a:extLst>
              <a:ext uri="{FF2B5EF4-FFF2-40B4-BE49-F238E27FC236}">
                <a16:creationId xmlns:a16="http://schemas.microsoft.com/office/drawing/2014/main" id="{C1A2A89F-91CC-4F98-B4A3-FAA10EA0C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Line 71">
            <a:extLst>
              <a:ext uri="{FF2B5EF4-FFF2-40B4-BE49-F238E27FC236}">
                <a16:creationId xmlns:a16="http://schemas.microsoft.com/office/drawing/2014/main" id="{F887C557-EAA3-4363-AAEF-AD1BC115BA5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4" name="Text Box 72">
            <a:extLst>
              <a:ext uri="{FF2B5EF4-FFF2-40B4-BE49-F238E27FC236}">
                <a16:creationId xmlns:a16="http://schemas.microsoft.com/office/drawing/2014/main" id="{AF3ED6BC-B784-4991-9E9D-CDF21CCF1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5" name="Line 71">
            <a:extLst>
              <a:ext uri="{FF2B5EF4-FFF2-40B4-BE49-F238E27FC236}">
                <a16:creationId xmlns:a16="http://schemas.microsoft.com/office/drawing/2014/main" id="{5B9916EA-EB55-41E3-BC78-1AF97BC763A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6" name="Text Box 72">
            <a:extLst>
              <a:ext uri="{FF2B5EF4-FFF2-40B4-BE49-F238E27FC236}">
                <a16:creationId xmlns:a16="http://schemas.microsoft.com/office/drawing/2014/main" id="{1561E333-C812-4FAB-914B-438D1414F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7" name="Line 71">
            <a:extLst>
              <a:ext uri="{FF2B5EF4-FFF2-40B4-BE49-F238E27FC236}">
                <a16:creationId xmlns:a16="http://schemas.microsoft.com/office/drawing/2014/main" id="{A0A2EEDC-3582-4AAE-BC38-5CA822236C8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A955982D-6205-4B9C-A93D-9511432939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880B8590-D813-4840-8FF4-4A11D5328944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25A66C72-B16B-4F85-A3E3-B94DEBAD3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A302D4D1-03FF-4F88-9F19-4B183710DCC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Forma libre 331">
            <a:extLst>
              <a:ext uri="{FF2B5EF4-FFF2-40B4-BE49-F238E27FC236}">
                <a16:creationId xmlns:a16="http://schemas.microsoft.com/office/drawing/2014/main" id="{DBA0A0A1-FA02-46E8-8EE5-5053F6555533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3" name="Forma libre 332">
            <a:extLst>
              <a:ext uri="{FF2B5EF4-FFF2-40B4-BE49-F238E27FC236}">
                <a16:creationId xmlns:a16="http://schemas.microsoft.com/office/drawing/2014/main" id="{4A6195B2-C516-4E31-9DE8-9EA762CA2571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1470" name="CuadroTexto 349">
            <a:extLst>
              <a:ext uri="{FF2B5EF4-FFF2-40B4-BE49-F238E27FC236}">
                <a16:creationId xmlns:a16="http://schemas.microsoft.com/office/drawing/2014/main" id="{72E22C54-3AA1-4409-968E-33B3C8E20F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0863" y="714375"/>
            <a:ext cx="6288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Mem. instrucciones                Banco de registros                            Memoria de datos</a:t>
            </a:r>
          </a:p>
        </p:txBody>
      </p:sp>
      <p:sp>
        <p:nvSpPr>
          <p:cNvPr id="271471" name="CuadroTexto 351">
            <a:extLst>
              <a:ext uri="{FF2B5EF4-FFF2-40B4-BE49-F238E27FC236}">
                <a16:creationId xmlns:a16="http://schemas.microsoft.com/office/drawing/2014/main" id="{BD439C9F-9736-48D0-929C-D6A0AEB18AD4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2794" y="39870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1472" name="CuadroTexto 352">
            <a:extLst>
              <a:ext uri="{FF2B5EF4-FFF2-40B4-BE49-F238E27FC236}">
                <a16:creationId xmlns:a16="http://schemas.microsoft.com/office/drawing/2014/main" id="{78C54F51-4E2C-431E-8C0A-DE7431DCE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00" y="4719638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1473" name="CuadroTexto 353">
            <a:extLst>
              <a:ext uri="{FF2B5EF4-FFF2-40B4-BE49-F238E27FC236}">
                <a16:creationId xmlns:a16="http://schemas.microsoft.com/office/drawing/2014/main" id="{DC372E37-C0D1-43A7-8733-F915224EA58D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040188" y="5045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0x0084A423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1474" name="CuadroTexto 354">
            <a:extLst>
              <a:ext uri="{FF2B5EF4-FFF2-40B4-BE49-F238E27FC236}">
                <a16:creationId xmlns:a16="http://schemas.microsoft.com/office/drawing/2014/main" id="{0C5CFC5B-2C65-4AE5-BFFF-A817E3628D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3394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0x23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1475" name="CuadroTexto 355">
            <a:extLst>
              <a:ext uri="{FF2B5EF4-FFF2-40B4-BE49-F238E27FC236}">
                <a16:creationId xmlns:a16="http://schemas.microsoft.com/office/drawing/2014/main" id="{DD415E8A-8997-4920-949A-6B6F864D11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0075" y="33909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0x2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357" name="CuadroTexto 356">
            <a:extLst>
              <a:ext uri="{FF2B5EF4-FFF2-40B4-BE49-F238E27FC236}">
                <a16:creationId xmlns:a16="http://schemas.microsoft.com/office/drawing/2014/main" id="{FD3A0BCF-7397-496F-8ECC-B519727DE240}"/>
              </a:ext>
            </a:extLst>
          </p:cNvPr>
          <p:cNvSpPr txBox="1"/>
          <p:nvPr/>
        </p:nvSpPr>
        <p:spPr>
          <a:xfrm>
            <a:off x="4568825" y="4592638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0x08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1477" name="CuadroTexto 358">
            <a:extLst>
              <a:ext uri="{FF2B5EF4-FFF2-40B4-BE49-F238E27FC236}">
                <a16:creationId xmlns:a16="http://schemas.microsoft.com/office/drawing/2014/main" id="{F3D45858-DFBB-4BB4-BE07-FBA68EE63A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4063" y="41481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0x09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1478" name="CuadroTexto 359">
            <a:extLst>
              <a:ext uri="{FF2B5EF4-FFF2-40B4-BE49-F238E27FC236}">
                <a16:creationId xmlns:a16="http://schemas.microsoft.com/office/drawing/2014/main" id="{80E44324-3617-4EFD-8066-9F803F6CB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6238" y="3816350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71479" name="CuadroTexto 360">
            <a:extLst>
              <a:ext uri="{FF2B5EF4-FFF2-40B4-BE49-F238E27FC236}">
                <a16:creationId xmlns:a16="http://schemas.microsoft.com/office/drawing/2014/main" id="{F30F5C5C-60DF-4779-B87D-9AC9A88030B1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6255544" y="52316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1480" name="CuadroTexto 361">
            <a:extLst>
              <a:ext uri="{FF2B5EF4-FFF2-40B4-BE49-F238E27FC236}">
                <a16:creationId xmlns:a16="http://schemas.microsoft.com/office/drawing/2014/main" id="{F2B1B660-3DC4-4AE3-9ED0-F8940F9CB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3400" y="40179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71481" name="CuadroTexto 362">
            <a:extLst>
              <a:ext uri="{FF2B5EF4-FFF2-40B4-BE49-F238E27FC236}">
                <a16:creationId xmlns:a16="http://schemas.microsoft.com/office/drawing/2014/main" id="{4ACC577A-66FC-4D0D-BB9F-FE6B0C76E8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988" y="47053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1482" name="CuadroTexto 363">
            <a:extLst>
              <a:ext uri="{FF2B5EF4-FFF2-40B4-BE49-F238E27FC236}">
                <a16:creationId xmlns:a16="http://schemas.microsoft.com/office/drawing/2014/main" id="{5663AE1A-8B03-4289-9C5F-EEAC5FB14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4100513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1483" name="CuadroTexto 364">
            <a:extLst>
              <a:ext uri="{FF2B5EF4-FFF2-40B4-BE49-F238E27FC236}">
                <a16:creationId xmlns:a16="http://schemas.microsoft.com/office/drawing/2014/main" id="{BB13DE29-1A5E-41D8-8A9C-B66C7D77EA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38417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000</a:t>
            </a:r>
          </a:p>
        </p:txBody>
      </p:sp>
      <p:sp>
        <p:nvSpPr>
          <p:cNvPr id="271484" name="CuadroTexto 365">
            <a:extLst>
              <a:ext uri="{FF2B5EF4-FFF2-40B4-BE49-F238E27FC236}">
                <a16:creationId xmlns:a16="http://schemas.microsoft.com/office/drawing/2014/main" id="{F6135FD2-ABFA-4EDC-B537-FFB1E6342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1975" y="44640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1485" name="CuadroTexto 366">
            <a:extLst>
              <a:ext uri="{FF2B5EF4-FFF2-40B4-BE49-F238E27FC236}">
                <a16:creationId xmlns:a16="http://schemas.microsoft.com/office/drawing/2014/main" id="{FCE32B19-085A-4C16-9E2E-8D9E1A26E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31313" y="38782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</a:p>
        </p:txBody>
      </p:sp>
      <p:sp>
        <p:nvSpPr>
          <p:cNvPr id="368" name="CuadroTexto 367">
            <a:extLst>
              <a:ext uri="{FF2B5EF4-FFF2-40B4-BE49-F238E27FC236}">
                <a16:creationId xmlns:a16="http://schemas.microsoft.com/office/drawing/2014/main" id="{5EBF0F8D-08CE-4EAD-A156-93E25886788A}"/>
              </a:ext>
            </a:extLst>
          </p:cNvPr>
          <p:cNvSpPr txBox="1"/>
          <p:nvPr/>
        </p:nvSpPr>
        <p:spPr>
          <a:xfrm>
            <a:off x="10007600" y="4678363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0xXXXXXXXX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1487" name="CuadroTexto 368">
            <a:extLst>
              <a:ext uri="{FF2B5EF4-FFF2-40B4-BE49-F238E27FC236}">
                <a16:creationId xmlns:a16="http://schemas.microsoft.com/office/drawing/2014/main" id="{21699941-50B7-4CAA-B0E2-9E23342255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8625" y="3813175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70" name="CuadroTexto 369">
            <a:extLst>
              <a:ext uri="{FF2B5EF4-FFF2-40B4-BE49-F238E27FC236}">
                <a16:creationId xmlns:a16="http://schemas.microsoft.com/office/drawing/2014/main" id="{FA9AE724-03E4-4B25-AB02-1A6B4A005964}"/>
              </a:ext>
            </a:extLst>
          </p:cNvPr>
          <p:cNvSpPr txBox="1"/>
          <p:nvPr/>
        </p:nvSpPr>
        <p:spPr>
          <a:xfrm>
            <a:off x="5097463" y="5183188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0xXXXXXXXX</a:t>
            </a:r>
            <a:endParaRPr lang="es-ES" sz="8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71" name="CuadroTexto 370">
            <a:extLst>
              <a:ext uri="{FF2B5EF4-FFF2-40B4-BE49-F238E27FC236}">
                <a16:creationId xmlns:a16="http://schemas.microsoft.com/office/drawing/2014/main" id="{3DF1F50A-36DF-4F7A-A20A-F848CF44CE7F}"/>
              </a:ext>
            </a:extLst>
          </p:cNvPr>
          <p:cNvSpPr txBox="1"/>
          <p:nvPr/>
        </p:nvSpPr>
        <p:spPr>
          <a:xfrm>
            <a:off x="4848225" y="3394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2" name="CuadroTexto 371">
            <a:extLst>
              <a:ext uri="{FF2B5EF4-FFF2-40B4-BE49-F238E27FC236}">
                <a16:creationId xmlns:a16="http://schemas.microsoft.com/office/drawing/2014/main" id="{5CF9C2E9-7C58-4CFC-B9C1-FD39DBEACAEB}"/>
              </a:ext>
            </a:extLst>
          </p:cNvPr>
          <p:cNvSpPr txBox="1"/>
          <p:nvPr/>
        </p:nvSpPr>
        <p:spPr>
          <a:xfrm>
            <a:off x="7931150" y="4175125"/>
            <a:ext cx="790575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1491" name="CuadroTexto 372">
            <a:extLst>
              <a:ext uri="{FF2B5EF4-FFF2-40B4-BE49-F238E27FC236}">
                <a16:creationId xmlns:a16="http://schemas.microsoft.com/office/drawing/2014/main" id="{30D5CC8E-AA08-4438-8272-40F816667C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7238" y="4356100"/>
            <a:ext cx="788987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1492" name="CuadroTexto 373">
            <a:extLst>
              <a:ext uri="{FF2B5EF4-FFF2-40B4-BE49-F238E27FC236}">
                <a16:creationId xmlns:a16="http://schemas.microsoft.com/office/drawing/2014/main" id="{A96FCC8F-FB6E-4041-B1AC-2356FDAC7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4450" y="43434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0x0000000A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375" name="CuadroTexto 374">
            <a:extLst>
              <a:ext uri="{FF2B5EF4-FFF2-40B4-BE49-F238E27FC236}">
                <a16:creationId xmlns:a16="http://schemas.microsoft.com/office/drawing/2014/main" id="{A9593CD6-011B-4188-B663-56559D95C46F}"/>
              </a:ext>
            </a:extLst>
          </p:cNvPr>
          <p:cNvSpPr txBox="1"/>
          <p:nvPr/>
        </p:nvSpPr>
        <p:spPr>
          <a:xfrm>
            <a:off x="7008813" y="5510213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0x00000008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6" name="CuadroTexto 375">
            <a:extLst>
              <a:ext uri="{FF2B5EF4-FFF2-40B4-BE49-F238E27FC236}">
                <a16:creationId xmlns:a16="http://schemas.microsoft.com/office/drawing/2014/main" id="{2DD0780A-FAD7-4D7F-A0DC-F304EE0D413B}"/>
              </a:ext>
            </a:extLst>
          </p:cNvPr>
          <p:cNvSpPr txBox="1"/>
          <p:nvPr/>
        </p:nvSpPr>
        <p:spPr>
          <a:xfrm>
            <a:off x="7024688" y="591185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8" name="CuadroTexto 377">
            <a:extLst>
              <a:ext uri="{FF2B5EF4-FFF2-40B4-BE49-F238E27FC236}">
                <a16:creationId xmlns:a16="http://schemas.microsoft.com/office/drawing/2014/main" id="{61DB8343-436B-45CD-844D-FD9B25C7CF3B}"/>
              </a:ext>
            </a:extLst>
          </p:cNvPr>
          <p:cNvSpPr txBox="1"/>
          <p:nvPr/>
        </p:nvSpPr>
        <p:spPr>
          <a:xfrm>
            <a:off x="8247063" y="5661025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9" name="CuadroTexto 378">
            <a:extLst>
              <a:ext uri="{FF2B5EF4-FFF2-40B4-BE49-F238E27FC236}">
                <a16:creationId xmlns:a16="http://schemas.microsoft.com/office/drawing/2014/main" id="{D0CEC25A-813A-4BE2-955F-94AB9716DBC5}"/>
              </a:ext>
            </a:extLst>
          </p:cNvPr>
          <p:cNvSpPr txBox="1"/>
          <p:nvPr/>
        </p:nvSpPr>
        <p:spPr>
          <a:xfrm rot="16200000">
            <a:off x="763588" y="5299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1497" name="CuadroTexto 379">
            <a:extLst>
              <a:ext uri="{FF2B5EF4-FFF2-40B4-BE49-F238E27FC236}">
                <a16:creationId xmlns:a16="http://schemas.microsoft.com/office/drawing/2014/main" id="{B58E2797-E66C-4633-B218-924E68889C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402431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71498" name="CuadroTexto 380">
            <a:extLst>
              <a:ext uri="{FF2B5EF4-FFF2-40B4-BE49-F238E27FC236}">
                <a16:creationId xmlns:a16="http://schemas.microsoft.com/office/drawing/2014/main" id="{D716227A-9A3A-4DE9-B1DF-C39077E040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750" y="608488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01</a:t>
            </a:r>
          </a:p>
        </p:txBody>
      </p:sp>
      <p:sp>
        <p:nvSpPr>
          <p:cNvPr id="382" name="CuadroTexto 381">
            <a:extLst>
              <a:ext uri="{FF2B5EF4-FFF2-40B4-BE49-F238E27FC236}">
                <a16:creationId xmlns:a16="http://schemas.microsoft.com/office/drawing/2014/main" id="{D748F184-B3EA-4FD2-BE1F-8D77C303D2E1}"/>
              </a:ext>
            </a:extLst>
          </p:cNvPr>
          <p:cNvSpPr txBox="1"/>
          <p:nvPr/>
        </p:nvSpPr>
        <p:spPr>
          <a:xfrm>
            <a:off x="9517063" y="3738563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0x0000200C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84" name="CuadroTexto 383">
            <a:extLst>
              <a:ext uri="{FF2B5EF4-FFF2-40B4-BE49-F238E27FC236}">
                <a16:creationId xmlns:a16="http://schemas.microsoft.com/office/drawing/2014/main" id="{CCA77EC2-9249-4666-B707-CF1318FC949F}"/>
              </a:ext>
            </a:extLst>
          </p:cNvPr>
          <p:cNvSpPr txBox="1"/>
          <p:nvPr/>
        </p:nvSpPr>
        <p:spPr>
          <a:xfrm>
            <a:off x="9625013" y="345440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0x00001008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1501" name="CuadroTexto 21">
            <a:extLst>
              <a:ext uri="{FF2B5EF4-FFF2-40B4-BE49-F238E27FC236}">
                <a16:creationId xmlns:a16="http://schemas.microsoft.com/office/drawing/2014/main" id="{FBED889D-67F3-4412-A1A6-CEF62660ED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55713"/>
            <a:ext cx="3792538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rgbClr val="C0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sw x8, 8(x9)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MEM[BR[9] + sExt(-4)]  BR[8],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PC  PC + 4</a:t>
            </a:r>
            <a:endParaRPr lang="es-ES" altLang="es-ES">
              <a:solidFill>
                <a:schemeClr val="accent2"/>
              </a:solidFill>
              <a:ea typeface="ＭＳ Ｐゴシック" panose="020B0600070205080204" pitchFamily="34" charset="-128"/>
              <a:cs typeface="Courier New" panose="02070309020205020404" pitchFamily="49" charset="0"/>
            </a:endParaRPr>
          </a:p>
        </p:txBody>
      </p:sp>
      <p:sp>
        <p:nvSpPr>
          <p:cNvPr id="271502" name="CuadroTexto 33">
            <a:extLst>
              <a:ext uri="{FF2B5EF4-FFF2-40B4-BE49-F238E27FC236}">
                <a16:creationId xmlns:a16="http://schemas.microsoft.com/office/drawing/2014/main" id="{6A9545B3-0148-49EE-BC89-56A35B1F8A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473233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1503" name="CuadroTexto 51">
            <a:extLst>
              <a:ext uri="{FF2B5EF4-FFF2-40B4-BE49-F238E27FC236}">
                <a16:creationId xmlns:a16="http://schemas.microsoft.com/office/drawing/2014/main" id="{71547322-2FA8-4EC0-8784-7E6ECBD87F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25" y="4813300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0x0000000A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53" name="Forma libre 52">
            <a:extLst>
              <a:ext uri="{FF2B5EF4-FFF2-40B4-BE49-F238E27FC236}">
                <a16:creationId xmlns:a16="http://schemas.microsoft.com/office/drawing/2014/main" id="{C2B94B1A-CD08-45BC-865F-833051B68E18}"/>
              </a:ext>
            </a:extLst>
          </p:cNvPr>
          <p:cNvSpPr/>
          <p:nvPr/>
        </p:nvSpPr>
        <p:spPr>
          <a:xfrm>
            <a:off x="8472488" y="1858963"/>
            <a:ext cx="1039812" cy="2649537"/>
          </a:xfrm>
          <a:custGeom>
            <a:avLst/>
            <a:gdLst>
              <a:gd name="connsiteX0" fmla="*/ 2452 w 2229358"/>
              <a:gd name="connsiteY0" fmla="*/ 3365241 h 3365241"/>
              <a:gd name="connsiteX1" fmla="*/ 357016 w 2229358"/>
              <a:gd name="connsiteY1" fmla="*/ 1648408 h 3365241"/>
              <a:gd name="connsiteX2" fmla="*/ 2229358 w 2229358"/>
              <a:gd name="connsiteY2" fmla="*/ 0 h 3365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29358" h="3365241">
                <a:moveTo>
                  <a:pt x="2452" y="3365241"/>
                </a:moveTo>
                <a:cubicBezTo>
                  <a:pt x="-5842" y="2787261"/>
                  <a:pt x="-14135" y="2209281"/>
                  <a:pt x="357016" y="1648408"/>
                </a:cubicBezTo>
                <a:cubicBezTo>
                  <a:pt x="728167" y="1087535"/>
                  <a:pt x="1478762" y="543767"/>
                  <a:pt x="2229358" y="0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5" name="Forma libre 54">
            <a:extLst>
              <a:ext uri="{FF2B5EF4-FFF2-40B4-BE49-F238E27FC236}">
                <a16:creationId xmlns:a16="http://schemas.microsoft.com/office/drawing/2014/main" id="{24C03557-EBAC-43DE-A022-AF97106DEA13}"/>
              </a:ext>
            </a:extLst>
          </p:cNvPr>
          <p:cNvSpPr/>
          <p:nvPr/>
        </p:nvSpPr>
        <p:spPr>
          <a:xfrm>
            <a:off x="8702675" y="1865313"/>
            <a:ext cx="2038350" cy="2979737"/>
          </a:xfrm>
          <a:custGeom>
            <a:avLst/>
            <a:gdLst>
              <a:gd name="connsiteX0" fmla="*/ 2452 w 2229358"/>
              <a:gd name="connsiteY0" fmla="*/ 3365241 h 3365241"/>
              <a:gd name="connsiteX1" fmla="*/ 357016 w 2229358"/>
              <a:gd name="connsiteY1" fmla="*/ 1648408 h 3365241"/>
              <a:gd name="connsiteX2" fmla="*/ 2229358 w 2229358"/>
              <a:gd name="connsiteY2" fmla="*/ 0 h 3365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29358" h="3365241">
                <a:moveTo>
                  <a:pt x="2452" y="3365241"/>
                </a:moveTo>
                <a:cubicBezTo>
                  <a:pt x="-5842" y="2787261"/>
                  <a:pt x="-14135" y="2209281"/>
                  <a:pt x="357016" y="1648408"/>
                </a:cubicBezTo>
                <a:cubicBezTo>
                  <a:pt x="728167" y="1087535"/>
                  <a:pt x="1478762" y="543767"/>
                  <a:pt x="2229358" y="0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1506" name="Grupo 55">
            <a:extLst>
              <a:ext uri="{FF2B5EF4-FFF2-40B4-BE49-F238E27FC236}">
                <a16:creationId xmlns:a16="http://schemas.microsoft.com/office/drawing/2014/main" id="{9445E7EC-7F13-4E65-9DBE-6FF05A175C28}"/>
              </a:ext>
            </a:extLst>
          </p:cNvPr>
          <p:cNvGrpSpPr>
            <a:grpSpLocks/>
          </p:cNvGrpSpPr>
          <p:nvPr/>
        </p:nvGrpSpPr>
        <p:grpSpPr bwMode="auto">
          <a:xfrm>
            <a:off x="2235200" y="4702175"/>
            <a:ext cx="273050" cy="358775"/>
            <a:chOff x="3461720" y="5301083"/>
            <a:chExt cx="273150" cy="359158"/>
          </a:xfrm>
        </p:grpSpPr>
        <p:cxnSp>
          <p:nvCxnSpPr>
            <p:cNvPr id="57" name="Conector recto de flecha 56">
              <a:extLst>
                <a:ext uri="{FF2B5EF4-FFF2-40B4-BE49-F238E27FC236}">
                  <a16:creationId xmlns:a16="http://schemas.microsoft.com/office/drawing/2014/main" id="{5AB810E3-CB44-4F6B-87BA-4CE9796B387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595119" y="5301083"/>
              <a:ext cx="0" cy="359158"/>
            </a:xfrm>
            <a:prstGeom prst="straightConnector1">
              <a:avLst/>
            </a:prstGeom>
            <a:ln w="2857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recto 57">
              <a:extLst>
                <a:ext uri="{FF2B5EF4-FFF2-40B4-BE49-F238E27FC236}">
                  <a16:creationId xmlns:a16="http://schemas.microsoft.com/office/drawing/2014/main" id="{E5C11F67-4328-4519-92A3-244786D3ACDE}"/>
                </a:ext>
              </a:extLst>
            </p:cNvPr>
            <p:cNvCxnSpPr/>
            <p:nvPr/>
          </p:nvCxnSpPr>
          <p:spPr>
            <a:xfrm>
              <a:off x="3595119" y="531379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Conector recto 67">
              <a:extLst>
                <a:ext uri="{FF2B5EF4-FFF2-40B4-BE49-F238E27FC236}">
                  <a16:creationId xmlns:a16="http://schemas.microsoft.com/office/drawing/2014/main" id="{E671D12B-3098-451D-B324-58BD6C3690BE}"/>
                </a:ext>
              </a:extLst>
            </p:cNvPr>
            <p:cNvCxnSpPr/>
            <p:nvPr/>
          </p:nvCxnSpPr>
          <p:spPr>
            <a:xfrm>
              <a:off x="3461720" y="564911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1507" name="Grupo 74">
            <a:extLst>
              <a:ext uri="{FF2B5EF4-FFF2-40B4-BE49-F238E27FC236}">
                <a16:creationId xmlns:a16="http://schemas.microsoft.com/office/drawing/2014/main" id="{973E7F16-8AAA-40BC-9363-4FF886B1911B}"/>
              </a:ext>
            </a:extLst>
          </p:cNvPr>
          <p:cNvGrpSpPr>
            <a:grpSpLocks/>
          </p:cNvGrpSpPr>
          <p:nvPr/>
        </p:nvGrpSpPr>
        <p:grpSpPr bwMode="auto">
          <a:xfrm>
            <a:off x="9455150" y="4848225"/>
            <a:ext cx="273050" cy="358775"/>
            <a:chOff x="3461720" y="5301083"/>
            <a:chExt cx="273150" cy="359158"/>
          </a:xfrm>
        </p:grpSpPr>
        <p:cxnSp>
          <p:nvCxnSpPr>
            <p:cNvPr id="76" name="Conector recto de flecha 75">
              <a:extLst>
                <a:ext uri="{FF2B5EF4-FFF2-40B4-BE49-F238E27FC236}">
                  <a16:creationId xmlns:a16="http://schemas.microsoft.com/office/drawing/2014/main" id="{D239A3AD-821E-4B8A-9CFF-7B5C49F96FA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595119" y="5301083"/>
              <a:ext cx="0" cy="359158"/>
            </a:xfrm>
            <a:prstGeom prst="straightConnector1">
              <a:avLst/>
            </a:prstGeom>
            <a:ln w="2857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Conector recto 76">
              <a:extLst>
                <a:ext uri="{FF2B5EF4-FFF2-40B4-BE49-F238E27FC236}">
                  <a16:creationId xmlns:a16="http://schemas.microsoft.com/office/drawing/2014/main" id="{3E5EF97D-680A-459B-BBB8-978B9A4C7729}"/>
                </a:ext>
              </a:extLst>
            </p:cNvPr>
            <p:cNvCxnSpPr/>
            <p:nvPr/>
          </p:nvCxnSpPr>
          <p:spPr>
            <a:xfrm>
              <a:off x="3595119" y="531379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Conector recto 78">
              <a:extLst>
                <a:ext uri="{FF2B5EF4-FFF2-40B4-BE49-F238E27FC236}">
                  <a16:creationId xmlns:a16="http://schemas.microsoft.com/office/drawing/2014/main" id="{43CCD04B-0994-40BC-A85D-9D727E1B12D9}"/>
                </a:ext>
              </a:extLst>
            </p:cNvPr>
            <p:cNvCxnSpPr/>
            <p:nvPr/>
          </p:nvCxnSpPr>
          <p:spPr>
            <a:xfrm>
              <a:off x="3461720" y="564911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Forma libre 79">
            <a:extLst>
              <a:ext uri="{FF2B5EF4-FFF2-40B4-BE49-F238E27FC236}">
                <a16:creationId xmlns:a16="http://schemas.microsoft.com/office/drawing/2014/main" id="{D2B88DF1-C7AE-49AB-A5A0-939D168A6E95}"/>
              </a:ext>
            </a:extLst>
          </p:cNvPr>
          <p:cNvSpPr/>
          <p:nvPr/>
        </p:nvSpPr>
        <p:spPr>
          <a:xfrm>
            <a:off x="1997075" y="4114800"/>
            <a:ext cx="415925" cy="600075"/>
          </a:xfrm>
          <a:custGeom>
            <a:avLst/>
            <a:gdLst>
              <a:gd name="connsiteX0" fmla="*/ 0 w 416767"/>
              <a:gd name="connsiteY0" fmla="*/ 601047 h 601047"/>
              <a:gd name="connsiteX1" fmla="*/ 161731 w 416767"/>
              <a:gd name="connsiteY1" fmla="*/ 3888 h 601047"/>
              <a:gd name="connsiteX2" fmla="*/ 416767 w 416767"/>
              <a:gd name="connsiteY2" fmla="*/ 389554 h 601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6767" h="601047">
                <a:moveTo>
                  <a:pt x="0" y="601047"/>
                </a:moveTo>
                <a:cubicBezTo>
                  <a:pt x="46135" y="320092"/>
                  <a:pt x="92270" y="39137"/>
                  <a:pt x="161731" y="3888"/>
                </a:cubicBezTo>
                <a:cubicBezTo>
                  <a:pt x="231192" y="-31361"/>
                  <a:pt x="323979" y="179096"/>
                  <a:pt x="416767" y="389554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81" name="Tabla 80">
            <a:extLst>
              <a:ext uri="{FF2B5EF4-FFF2-40B4-BE49-F238E27FC236}">
                <a16:creationId xmlns:a16="http://schemas.microsoft.com/office/drawing/2014/main" id="{DF8E2985-D598-4F35-AF1C-DBCB3AD496EF}"/>
              </a:ext>
            </a:extLst>
          </p:cNvPr>
          <p:cNvGraphicFramePr>
            <a:graphicFrameLocks noGrp="1"/>
          </p:cNvGraphicFramePr>
          <p:nvPr/>
        </p:nvGraphicFramePr>
        <p:xfrm>
          <a:off x="6686550" y="998538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0x00000006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83" name="Tabla 82">
            <a:extLst>
              <a:ext uri="{FF2B5EF4-FFF2-40B4-BE49-F238E27FC236}">
                <a16:creationId xmlns:a16="http://schemas.microsoft.com/office/drawing/2014/main" id="{0AC42EA4-275A-4479-89AF-5DA78544FAB9}"/>
              </a:ext>
            </a:extLst>
          </p:cNvPr>
          <p:cNvGraphicFramePr>
            <a:graphicFrameLocks noGrp="1"/>
          </p:cNvGraphicFramePr>
          <p:nvPr/>
        </p:nvGraphicFramePr>
        <p:xfrm>
          <a:off x="4579938" y="993775"/>
          <a:ext cx="2595562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85" name="Tabla 84">
            <a:extLst>
              <a:ext uri="{FF2B5EF4-FFF2-40B4-BE49-F238E27FC236}">
                <a16:creationId xmlns:a16="http://schemas.microsoft.com/office/drawing/2014/main" id="{95AEAE0F-1F7A-4110-9E4B-893C94161A3E}"/>
              </a:ext>
            </a:extLst>
          </p:cNvPr>
          <p:cNvGraphicFramePr>
            <a:graphicFrameLocks noGrp="1"/>
          </p:cNvGraphicFramePr>
          <p:nvPr/>
        </p:nvGraphicFramePr>
        <p:xfrm>
          <a:off x="9275763" y="998538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Text Box 50">
            <a:extLst>
              <a:ext uri="{FF2B5EF4-FFF2-40B4-BE49-F238E27FC236}">
                <a16:creationId xmlns:a16="http://schemas.microsoft.com/office/drawing/2014/main" id="{DC677473-5366-4355-8A78-1A07EDD32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0" name="Marcador de número de diapositiva 29">
            <a:extLst>
              <a:ext uri="{FF2B5EF4-FFF2-40B4-BE49-F238E27FC236}">
                <a16:creationId xmlns:a16="http://schemas.microsoft.com/office/drawing/2014/main" id="{93CA9DE9-D3CA-4176-939C-2405D1D556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70FE5832-EB26-406E-A42F-210E66242D4B}" type="slidenum">
              <a:rPr lang="es-ES" altLang="es-ES">
                <a:solidFill>
                  <a:srgbClr val="171717"/>
                </a:solidFill>
              </a:rPr>
              <a:pPr/>
              <a:t>135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F6CC41B-4616-484B-AF04-68B8B0350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B695AA8B-7FBF-4F55-A76B-2BB1753E7892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C20B5DED-02DB-43A9-A4F8-E90CB2DFD631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7B9A3869-5A4C-4187-B8D9-AF50850A0DFF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72">
            <a:extLst>
              <a:ext uri="{FF2B5EF4-FFF2-40B4-BE49-F238E27FC236}">
                <a16:creationId xmlns:a16="http://schemas.microsoft.com/office/drawing/2014/main" id="{B4601602-E2A2-4E54-9ECF-E5417E5466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9" name="Line 70">
            <a:extLst>
              <a:ext uri="{FF2B5EF4-FFF2-40B4-BE49-F238E27FC236}">
                <a16:creationId xmlns:a16="http://schemas.microsoft.com/office/drawing/2014/main" id="{B343A401-A1A2-46D5-A64E-DA88F4BFD60C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15548C20-98ED-495A-9851-FC3C4008294D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FE6FAE9B-A3F6-421E-A5E8-E912A50B80D1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4484B3EF-A196-4CBE-9D5F-BEDD1943E249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E9D4A69E-241F-474A-9E98-0A2770E40161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73419" name="Grupo 13">
            <a:extLst>
              <a:ext uri="{FF2B5EF4-FFF2-40B4-BE49-F238E27FC236}">
                <a16:creationId xmlns:a16="http://schemas.microsoft.com/office/drawing/2014/main" id="{E52D2D68-635B-4D1B-BE2E-3E913ECCBB56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15" name="Text Box 37">
              <a:extLst>
                <a:ext uri="{FF2B5EF4-FFF2-40B4-BE49-F238E27FC236}">
                  <a16:creationId xmlns:a16="http://schemas.microsoft.com/office/drawing/2014/main" id="{9D649357-CA6D-43F7-8BBB-4AF99DB87E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32">
              <a:extLst>
                <a:ext uri="{FF2B5EF4-FFF2-40B4-BE49-F238E27FC236}">
                  <a16:creationId xmlns:a16="http://schemas.microsoft.com/office/drawing/2014/main" id="{F3A737F5-4874-483D-BD20-B6714284DE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7EC5F4F2-22AD-4B6F-9BCF-48AD581166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C6311760-AC59-43E4-98EC-22E4550B14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9" name="Text Box 14">
              <a:extLst>
                <a:ext uri="{FF2B5EF4-FFF2-40B4-BE49-F238E27FC236}">
                  <a16:creationId xmlns:a16="http://schemas.microsoft.com/office/drawing/2014/main" id="{0DC1834C-E5BB-47F7-A9BB-5CB625448A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CD808C61-5E42-4EBF-8BCE-12BBB3EC2D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F9F8679A-3494-42F7-926C-BFE09C150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8">
              <a:extLst>
                <a:ext uri="{FF2B5EF4-FFF2-40B4-BE49-F238E27FC236}">
                  <a16:creationId xmlns:a16="http://schemas.microsoft.com/office/drawing/2014/main" id="{9F022F27-9FEC-4F62-BEE6-E71AAF56BB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9">
              <a:extLst>
                <a:ext uri="{FF2B5EF4-FFF2-40B4-BE49-F238E27FC236}">
                  <a16:creationId xmlns:a16="http://schemas.microsoft.com/office/drawing/2014/main" id="{F954E12E-AF89-46FB-A9EA-947AA6E7D7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A25ED4B6-15D8-493D-BD52-C078E7D075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B844ABE4-392F-4947-AC26-3D0824C178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" name="Text Box 15">
              <a:extLst>
                <a:ext uri="{FF2B5EF4-FFF2-40B4-BE49-F238E27FC236}">
                  <a16:creationId xmlns:a16="http://schemas.microsoft.com/office/drawing/2014/main" id="{A905FA9E-FF44-40C1-A85F-2313255BAD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9" name="Text Box 16">
              <a:extLst>
                <a:ext uri="{FF2B5EF4-FFF2-40B4-BE49-F238E27FC236}">
                  <a16:creationId xmlns:a16="http://schemas.microsoft.com/office/drawing/2014/main" id="{F4161B3C-FCFE-4F06-8C3D-C2FAF7CB6E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1" name="Text Box 17">
              <a:extLst>
                <a:ext uri="{FF2B5EF4-FFF2-40B4-BE49-F238E27FC236}">
                  <a16:creationId xmlns:a16="http://schemas.microsoft.com/office/drawing/2014/main" id="{93CC1FEC-E0E5-4B14-B804-A12130EA88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18">
              <a:extLst>
                <a:ext uri="{FF2B5EF4-FFF2-40B4-BE49-F238E27FC236}">
                  <a16:creationId xmlns:a16="http://schemas.microsoft.com/office/drawing/2014/main" id="{E5C822DD-7127-4022-823B-506C7089B7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20">
              <a:extLst>
                <a:ext uri="{FF2B5EF4-FFF2-40B4-BE49-F238E27FC236}">
                  <a16:creationId xmlns:a16="http://schemas.microsoft.com/office/drawing/2014/main" id="{DD82838A-88D6-4FF1-99FA-F1B81D782C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21">
              <a:extLst>
                <a:ext uri="{FF2B5EF4-FFF2-40B4-BE49-F238E27FC236}">
                  <a16:creationId xmlns:a16="http://schemas.microsoft.com/office/drawing/2014/main" id="{E8ABAA98-419D-4D78-BA23-56DE5DC2F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CFA0594E-0700-44FA-91B9-13CD841E2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44" name="Line 25">
              <a:extLst>
                <a:ext uri="{FF2B5EF4-FFF2-40B4-BE49-F238E27FC236}">
                  <a16:creationId xmlns:a16="http://schemas.microsoft.com/office/drawing/2014/main" id="{B2AF6AFA-948C-4C17-A540-92DABD30B6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26">
              <a:extLst>
                <a:ext uri="{FF2B5EF4-FFF2-40B4-BE49-F238E27FC236}">
                  <a16:creationId xmlns:a16="http://schemas.microsoft.com/office/drawing/2014/main" id="{4867AE7D-5F35-4D60-ACB1-1D860C2C0D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CE07D57E-7FA6-434A-8277-B572CFE1F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24B228E7-56C1-4F09-9E17-B6FAD1C53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31">
              <a:extLst>
                <a:ext uri="{FF2B5EF4-FFF2-40B4-BE49-F238E27FC236}">
                  <a16:creationId xmlns:a16="http://schemas.microsoft.com/office/drawing/2014/main" id="{1018B0A7-E97A-4201-8AD4-9DB468F21E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Text Box 33">
              <a:extLst>
                <a:ext uri="{FF2B5EF4-FFF2-40B4-BE49-F238E27FC236}">
                  <a16:creationId xmlns:a16="http://schemas.microsoft.com/office/drawing/2014/main" id="{4C631A2D-3F64-4496-B5D9-027BFE96D5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54" name="Line 35">
              <a:extLst>
                <a:ext uri="{FF2B5EF4-FFF2-40B4-BE49-F238E27FC236}">
                  <a16:creationId xmlns:a16="http://schemas.microsoft.com/office/drawing/2014/main" id="{E5A594EC-50F4-4521-A540-0C1C8002FB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36">
              <a:extLst>
                <a:ext uri="{FF2B5EF4-FFF2-40B4-BE49-F238E27FC236}">
                  <a16:creationId xmlns:a16="http://schemas.microsoft.com/office/drawing/2014/main" id="{36F10B9F-C964-453F-A111-4E3055FD12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0" name="Text Box 38">
              <a:extLst>
                <a:ext uri="{FF2B5EF4-FFF2-40B4-BE49-F238E27FC236}">
                  <a16:creationId xmlns:a16="http://schemas.microsoft.com/office/drawing/2014/main" id="{B28B599B-B015-4135-98E2-F1249702C3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61" name="Text Box 39">
              <a:extLst>
                <a:ext uri="{FF2B5EF4-FFF2-40B4-BE49-F238E27FC236}">
                  <a16:creationId xmlns:a16="http://schemas.microsoft.com/office/drawing/2014/main" id="{49E8EA2F-D504-4103-8A64-5FE3F530AE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62" name="Forma libre 61">
              <a:extLst>
                <a:ext uri="{FF2B5EF4-FFF2-40B4-BE49-F238E27FC236}">
                  <a16:creationId xmlns:a16="http://schemas.microsoft.com/office/drawing/2014/main" id="{3262343B-1061-4097-A665-0B3B8401CC57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73420" name="Grupo 62">
            <a:extLst>
              <a:ext uri="{FF2B5EF4-FFF2-40B4-BE49-F238E27FC236}">
                <a16:creationId xmlns:a16="http://schemas.microsoft.com/office/drawing/2014/main" id="{641A2B04-B849-44D2-8DDB-2CDC5F75E223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4" name="Text Box 80">
              <a:extLst>
                <a:ext uri="{FF2B5EF4-FFF2-40B4-BE49-F238E27FC236}">
                  <a16:creationId xmlns:a16="http://schemas.microsoft.com/office/drawing/2014/main" id="{C401084C-4C66-4BBB-AF1F-4FF11DC64D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63">
              <a:extLst>
                <a:ext uri="{FF2B5EF4-FFF2-40B4-BE49-F238E27FC236}">
                  <a16:creationId xmlns:a16="http://schemas.microsoft.com/office/drawing/2014/main" id="{858978BF-491D-45D8-BEF4-2EF8D21E5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6" name="Rectangle 59">
              <a:extLst>
                <a:ext uri="{FF2B5EF4-FFF2-40B4-BE49-F238E27FC236}">
                  <a16:creationId xmlns:a16="http://schemas.microsoft.com/office/drawing/2014/main" id="{197E4B68-A6EC-4663-8850-A64E3A9D0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61">
              <a:extLst>
                <a:ext uri="{FF2B5EF4-FFF2-40B4-BE49-F238E27FC236}">
                  <a16:creationId xmlns:a16="http://schemas.microsoft.com/office/drawing/2014/main" id="{BAD54C3A-5BC5-48E9-8CA0-1FDBA8E86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9" name="Line 62">
              <a:extLst>
                <a:ext uri="{FF2B5EF4-FFF2-40B4-BE49-F238E27FC236}">
                  <a16:creationId xmlns:a16="http://schemas.microsoft.com/office/drawing/2014/main" id="{95E62386-9183-42B5-AD60-7575552290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0" name="Line 65">
              <a:extLst>
                <a:ext uri="{FF2B5EF4-FFF2-40B4-BE49-F238E27FC236}">
                  <a16:creationId xmlns:a16="http://schemas.microsoft.com/office/drawing/2014/main" id="{C6E6F1F6-4F2D-4B75-B0C4-1F3FC5EE1D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803B07AC-1EC6-40A4-8F56-AC3642E9E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67">
              <a:extLst>
                <a:ext uri="{FF2B5EF4-FFF2-40B4-BE49-F238E27FC236}">
                  <a16:creationId xmlns:a16="http://schemas.microsoft.com/office/drawing/2014/main" id="{7D405282-3D98-46C6-A65D-DF31E1435A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3" name="Text Box 68">
              <a:extLst>
                <a:ext uri="{FF2B5EF4-FFF2-40B4-BE49-F238E27FC236}">
                  <a16:creationId xmlns:a16="http://schemas.microsoft.com/office/drawing/2014/main" id="{186AAB71-90E8-4F7D-91FC-79F243B232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74" name="Text Box 69">
              <a:extLst>
                <a:ext uri="{FF2B5EF4-FFF2-40B4-BE49-F238E27FC236}">
                  <a16:creationId xmlns:a16="http://schemas.microsoft.com/office/drawing/2014/main" id="{16144062-9FB6-4171-AE14-8E1168629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78" name="Text Box 70">
              <a:extLst>
                <a:ext uri="{FF2B5EF4-FFF2-40B4-BE49-F238E27FC236}">
                  <a16:creationId xmlns:a16="http://schemas.microsoft.com/office/drawing/2014/main" id="{C58079D8-3349-4654-B6DD-14725B8388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82" name="Text Box 71">
              <a:extLst>
                <a:ext uri="{FF2B5EF4-FFF2-40B4-BE49-F238E27FC236}">
                  <a16:creationId xmlns:a16="http://schemas.microsoft.com/office/drawing/2014/main" id="{A6FAAA61-EB00-4E0D-B8D2-09B64DA1BE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84" name="Line 73">
              <a:extLst>
                <a:ext uri="{FF2B5EF4-FFF2-40B4-BE49-F238E27FC236}">
                  <a16:creationId xmlns:a16="http://schemas.microsoft.com/office/drawing/2014/main" id="{3749CC89-0405-46F5-9F1B-494E9CB314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Text Box 76">
              <a:extLst>
                <a:ext uri="{FF2B5EF4-FFF2-40B4-BE49-F238E27FC236}">
                  <a16:creationId xmlns:a16="http://schemas.microsoft.com/office/drawing/2014/main" id="{C7235B79-49AD-4310-9A77-5F0FF6C44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8" name="Line 78">
              <a:extLst>
                <a:ext uri="{FF2B5EF4-FFF2-40B4-BE49-F238E27FC236}">
                  <a16:creationId xmlns:a16="http://schemas.microsoft.com/office/drawing/2014/main" id="{5A18FF5E-D590-4C94-8A6F-84658758CA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9" name="Line 79">
              <a:extLst>
                <a:ext uri="{FF2B5EF4-FFF2-40B4-BE49-F238E27FC236}">
                  <a16:creationId xmlns:a16="http://schemas.microsoft.com/office/drawing/2014/main" id="{1686CFD9-1014-469C-B85D-189C6AA28B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0" name="Forma libre 89">
              <a:extLst>
                <a:ext uri="{FF2B5EF4-FFF2-40B4-BE49-F238E27FC236}">
                  <a16:creationId xmlns:a16="http://schemas.microsoft.com/office/drawing/2014/main" id="{101F64BD-9A3D-4D2E-BD05-1AF19BB9D4AC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91" name="Text Box 48">
            <a:extLst>
              <a:ext uri="{FF2B5EF4-FFF2-40B4-BE49-F238E27FC236}">
                <a16:creationId xmlns:a16="http://schemas.microsoft.com/office/drawing/2014/main" id="{93250782-84CB-4704-A149-056BA22F0C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2" name="Text Box 53">
            <a:extLst>
              <a:ext uri="{FF2B5EF4-FFF2-40B4-BE49-F238E27FC236}">
                <a16:creationId xmlns:a16="http://schemas.microsoft.com/office/drawing/2014/main" id="{B86718B9-A739-4635-9804-3D8C8803E2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4" name="Text Box 57">
            <a:extLst>
              <a:ext uri="{FF2B5EF4-FFF2-40B4-BE49-F238E27FC236}">
                <a16:creationId xmlns:a16="http://schemas.microsoft.com/office/drawing/2014/main" id="{CFBA36C6-64A6-4136-958E-154229B7DE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id="{7EAB2E5E-5FBE-44D4-BA74-EC072B973DFF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0" name="Line 46">
            <a:extLst>
              <a:ext uri="{FF2B5EF4-FFF2-40B4-BE49-F238E27FC236}">
                <a16:creationId xmlns:a16="http://schemas.microsoft.com/office/drawing/2014/main" id="{AFDCEF80-1983-48D4-A5C7-79E82B0CACA0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66D623C7-3C88-4686-8FF2-B03F6D34835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6" name="Text Box 49">
            <a:extLst>
              <a:ext uri="{FF2B5EF4-FFF2-40B4-BE49-F238E27FC236}">
                <a16:creationId xmlns:a16="http://schemas.microsoft.com/office/drawing/2014/main" id="{D3E538B1-592B-41A9-B848-DEF16AA9D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110" name="Line 52">
            <a:extLst>
              <a:ext uri="{FF2B5EF4-FFF2-40B4-BE49-F238E27FC236}">
                <a16:creationId xmlns:a16="http://schemas.microsoft.com/office/drawing/2014/main" id="{B0E875CB-91C8-44E0-A594-7164E04C02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1" name="Line 56">
            <a:extLst>
              <a:ext uri="{FF2B5EF4-FFF2-40B4-BE49-F238E27FC236}">
                <a16:creationId xmlns:a16="http://schemas.microsoft.com/office/drawing/2014/main" id="{CF3540A5-0322-4551-86CE-DA6F96A1F4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2" name="Line 60">
            <a:extLst>
              <a:ext uri="{FF2B5EF4-FFF2-40B4-BE49-F238E27FC236}">
                <a16:creationId xmlns:a16="http://schemas.microsoft.com/office/drawing/2014/main" id="{94936990-0E4C-41AD-8CCE-60DC7A61CD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3" name="Text Box 61">
            <a:extLst>
              <a:ext uri="{FF2B5EF4-FFF2-40B4-BE49-F238E27FC236}">
                <a16:creationId xmlns:a16="http://schemas.microsoft.com/office/drawing/2014/main" id="{C47C09AF-813B-495A-88D8-776685AEA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114" name="Text Box 62">
            <a:extLst>
              <a:ext uri="{FF2B5EF4-FFF2-40B4-BE49-F238E27FC236}">
                <a16:creationId xmlns:a16="http://schemas.microsoft.com/office/drawing/2014/main" id="{AA9B1EF8-B5A1-419A-8093-1DB76DFC7F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444DF537-CBBF-4750-BD2F-F61EE3F5DF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119" name="Text Box 64">
            <a:extLst>
              <a:ext uri="{FF2B5EF4-FFF2-40B4-BE49-F238E27FC236}">
                <a16:creationId xmlns:a16="http://schemas.microsoft.com/office/drawing/2014/main" id="{1CE35DA3-3428-4EBE-8933-616D4F9C28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120" name="Line 71">
            <a:extLst>
              <a:ext uri="{FF2B5EF4-FFF2-40B4-BE49-F238E27FC236}">
                <a16:creationId xmlns:a16="http://schemas.microsoft.com/office/drawing/2014/main" id="{20A1C022-8A0F-453C-A776-0C8F93530608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1" name="Text Box 72">
            <a:extLst>
              <a:ext uri="{FF2B5EF4-FFF2-40B4-BE49-F238E27FC236}">
                <a16:creationId xmlns:a16="http://schemas.microsoft.com/office/drawing/2014/main" id="{D863C1BF-1DE5-48BE-8CE4-4A2FDA8C7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122" name="Text Box 144">
            <a:extLst>
              <a:ext uri="{FF2B5EF4-FFF2-40B4-BE49-F238E27FC236}">
                <a16:creationId xmlns:a16="http://schemas.microsoft.com/office/drawing/2014/main" id="{6925CD84-A4DA-48C4-BAD0-B2E35144A5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123" name="Line 51">
            <a:extLst>
              <a:ext uri="{FF2B5EF4-FFF2-40B4-BE49-F238E27FC236}">
                <a16:creationId xmlns:a16="http://schemas.microsoft.com/office/drawing/2014/main" id="{48EA553B-D41C-4ABB-ADFA-3B5047E2B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4" name="Line 55">
            <a:extLst>
              <a:ext uri="{FF2B5EF4-FFF2-40B4-BE49-F238E27FC236}">
                <a16:creationId xmlns:a16="http://schemas.microsoft.com/office/drawing/2014/main" id="{A0B05E42-E23A-4C15-A842-27BBC86AD6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5" name="Line 70">
            <a:extLst>
              <a:ext uri="{FF2B5EF4-FFF2-40B4-BE49-F238E27FC236}">
                <a16:creationId xmlns:a16="http://schemas.microsoft.com/office/drawing/2014/main" id="{11A20830-4FCD-4FCB-9C8F-270D32B533F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6" name="Line 59">
            <a:extLst>
              <a:ext uri="{FF2B5EF4-FFF2-40B4-BE49-F238E27FC236}">
                <a16:creationId xmlns:a16="http://schemas.microsoft.com/office/drawing/2014/main" id="{62959A94-568B-425A-B211-21DF143CD7C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73442" name="Grupo 126">
            <a:extLst>
              <a:ext uri="{FF2B5EF4-FFF2-40B4-BE49-F238E27FC236}">
                <a16:creationId xmlns:a16="http://schemas.microsoft.com/office/drawing/2014/main" id="{000A985D-9E2C-4789-8CE4-235827B9F251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31" name="Text Box 48">
              <a:extLst>
                <a:ext uri="{FF2B5EF4-FFF2-40B4-BE49-F238E27FC236}">
                  <a16:creationId xmlns:a16="http://schemas.microsoft.com/office/drawing/2014/main" id="{811F8E01-9F95-42B2-BED7-86F0830233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06D61176-12E6-4FE4-AC31-E3F15CA05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3" name="Forma libre 132">
              <a:extLst>
                <a:ext uri="{FF2B5EF4-FFF2-40B4-BE49-F238E27FC236}">
                  <a16:creationId xmlns:a16="http://schemas.microsoft.com/office/drawing/2014/main" id="{CCFB2031-791E-4A54-8530-95521516E8A8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34" name="Line 46">
              <a:extLst>
                <a:ext uri="{FF2B5EF4-FFF2-40B4-BE49-F238E27FC236}">
                  <a16:creationId xmlns:a16="http://schemas.microsoft.com/office/drawing/2014/main" id="{7E6CE3C7-5D61-43C9-A679-1488FB0869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7">
              <a:extLst>
                <a:ext uri="{FF2B5EF4-FFF2-40B4-BE49-F238E27FC236}">
                  <a16:creationId xmlns:a16="http://schemas.microsoft.com/office/drawing/2014/main" id="{7CF09811-5773-451B-8913-B1C6190C11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9546701B-288E-40B5-8708-58D4AB74A8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419E1FB4-0C8D-41C7-ABD5-E5B31F413B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7623CB76-5C5E-4046-AA22-7DB44EECBD9C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9" name="Text Box 50">
            <a:extLst>
              <a:ext uri="{FF2B5EF4-FFF2-40B4-BE49-F238E27FC236}">
                <a16:creationId xmlns:a16="http://schemas.microsoft.com/office/drawing/2014/main" id="{443C3814-7A00-43F7-A485-117E89E14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140" name="Forma libre 139">
            <a:extLst>
              <a:ext uri="{FF2B5EF4-FFF2-40B4-BE49-F238E27FC236}">
                <a16:creationId xmlns:a16="http://schemas.microsoft.com/office/drawing/2014/main" id="{047B3455-CFB6-4405-9200-19550AAB22F7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2" name="Forma libre 141">
            <a:extLst>
              <a:ext uri="{FF2B5EF4-FFF2-40B4-BE49-F238E27FC236}">
                <a16:creationId xmlns:a16="http://schemas.microsoft.com/office/drawing/2014/main" id="{6DA95077-4D32-46A3-ABCA-314BCE237C45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" name="Forma libre 142">
            <a:extLst>
              <a:ext uri="{FF2B5EF4-FFF2-40B4-BE49-F238E27FC236}">
                <a16:creationId xmlns:a16="http://schemas.microsoft.com/office/drawing/2014/main" id="{892A4B6F-2039-4DF5-948D-139BA727E447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23CD5172-90C2-4ACC-95AC-E6C308E656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45" name="Text Box 50">
            <a:extLst>
              <a:ext uri="{FF2B5EF4-FFF2-40B4-BE49-F238E27FC236}">
                <a16:creationId xmlns:a16="http://schemas.microsoft.com/office/drawing/2014/main" id="{076FB71E-F757-4123-BAA3-DFF878AF66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146" name="Forma libre 145">
            <a:extLst>
              <a:ext uri="{FF2B5EF4-FFF2-40B4-BE49-F238E27FC236}">
                <a16:creationId xmlns:a16="http://schemas.microsoft.com/office/drawing/2014/main" id="{2076BB61-B833-4BFA-AA53-E36AC98E4C8B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" name="Forma libre 146">
            <a:extLst>
              <a:ext uri="{FF2B5EF4-FFF2-40B4-BE49-F238E27FC236}">
                <a16:creationId xmlns:a16="http://schemas.microsoft.com/office/drawing/2014/main" id="{3EE0EAB3-9983-4040-BCFB-E160AF34C1AA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8" name="Forma libre 147">
            <a:extLst>
              <a:ext uri="{FF2B5EF4-FFF2-40B4-BE49-F238E27FC236}">
                <a16:creationId xmlns:a16="http://schemas.microsoft.com/office/drawing/2014/main" id="{BA9E1F09-112D-4FDC-B931-E0D70992E7BD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3453" name="Grupo 148">
            <a:extLst>
              <a:ext uri="{FF2B5EF4-FFF2-40B4-BE49-F238E27FC236}">
                <a16:creationId xmlns:a16="http://schemas.microsoft.com/office/drawing/2014/main" id="{63CD89AC-1A46-4C5D-A45F-9525EFBE7B86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150" name="Text Box 49">
              <a:extLst>
                <a:ext uri="{FF2B5EF4-FFF2-40B4-BE49-F238E27FC236}">
                  <a16:creationId xmlns:a16="http://schemas.microsoft.com/office/drawing/2014/main" id="{8F02FE0E-0970-44D3-8DAE-1481AC538E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47">
              <a:extLst>
                <a:ext uri="{FF2B5EF4-FFF2-40B4-BE49-F238E27FC236}">
                  <a16:creationId xmlns:a16="http://schemas.microsoft.com/office/drawing/2014/main" id="{EA79ECE9-3E74-4CF1-B159-9A6778346B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Rectangle 43">
              <a:extLst>
                <a:ext uri="{FF2B5EF4-FFF2-40B4-BE49-F238E27FC236}">
                  <a16:creationId xmlns:a16="http://schemas.microsoft.com/office/drawing/2014/main" id="{DE446A34-F97B-4883-BF05-36F667ACA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4">
              <a:extLst>
                <a:ext uri="{FF2B5EF4-FFF2-40B4-BE49-F238E27FC236}">
                  <a16:creationId xmlns:a16="http://schemas.microsoft.com/office/drawing/2014/main" id="{DBFBEE45-8890-49B6-A58F-12688C4C3F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Line 46">
              <a:extLst>
                <a:ext uri="{FF2B5EF4-FFF2-40B4-BE49-F238E27FC236}">
                  <a16:creationId xmlns:a16="http://schemas.microsoft.com/office/drawing/2014/main" id="{C58559B9-C195-4638-A1AA-E8E7368248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Text Box 47">
              <a:extLst>
                <a:ext uri="{FF2B5EF4-FFF2-40B4-BE49-F238E27FC236}">
                  <a16:creationId xmlns:a16="http://schemas.microsoft.com/office/drawing/2014/main" id="{834EA7C4-0137-4EAC-AB98-EC21366028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3" name="Line 48">
              <a:extLst>
                <a:ext uri="{FF2B5EF4-FFF2-40B4-BE49-F238E27FC236}">
                  <a16:creationId xmlns:a16="http://schemas.microsoft.com/office/drawing/2014/main" id="{17B886FA-68FE-4A20-BD75-7CFC52C12D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Line 44">
              <a:extLst>
                <a:ext uri="{FF2B5EF4-FFF2-40B4-BE49-F238E27FC236}">
                  <a16:creationId xmlns:a16="http://schemas.microsoft.com/office/drawing/2014/main" id="{0EE654B9-713D-4A46-9742-23F2D9EE2B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97DCAF53-81C5-448B-AC52-F7826C0C07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Forma libre 165">
              <a:extLst>
                <a:ext uri="{FF2B5EF4-FFF2-40B4-BE49-F238E27FC236}">
                  <a16:creationId xmlns:a16="http://schemas.microsoft.com/office/drawing/2014/main" id="{8EE87516-CA62-43B1-B244-69CE669402F1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67" name="Text Box 47">
              <a:extLst>
                <a:ext uri="{FF2B5EF4-FFF2-40B4-BE49-F238E27FC236}">
                  <a16:creationId xmlns:a16="http://schemas.microsoft.com/office/drawing/2014/main" id="{DE0EE806-FE78-4D9A-836B-9C68BF7129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68" name="Line 45">
              <a:extLst>
                <a:ext uri="{FF2B5EF4-FFF2-40B4-BE49-F238E27FC236}">
                  <a16:creationId xmlns:a16="http://schemas.microsoft.com/office/drawing/2014/main" id="{0237AFDE-5B0E-4F9C-BA06-097196F1B8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9" name="Forma libre 168">
            <a:extLst>
              <a:ext uri="{FF2B5EF4-FFF2-40B4-BE49-F238E27FC236}">
                <a16:creationId xmlns:a16="http://schemas.microsoft.com/office/drawing/2014/main" id="{9343D652-B262-4C86-8337-833D18B6ACB4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BE78142C-5831-46F7-B8B3-DC9EC4D78FF7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0B8583FE-9B51-4893-A083-C1D8104C71E7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2" name="Elipse 171">
            <a:extLst>
              <a:ext uri="{FF2B5EF4-FFF2-40B4-BE49-F238E27FC236}">
                <a16:creationId xmlns:a16="http://schemas.microsoft.com/office/drawing/2014/main" id="{45CE4ABB-49E5-4FF6-843E-371D7FC84CE3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" name="Line 18">
            <a:extLst>
              <a:ext uri="{FF2B5EF4-FFF2-40B4-BE49-F238E27FC236}">
                <a16:creationId xmlns:a16="http://schemas.microsoft.com/office/drawing/2014/main" id="{72477AC5-CEC9-46C1-81DA-25E319D8B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4" name="Line 56">
            <a:extLst>
              <a:ext uri="{FF2B5EF4-FFF2-40B4-BE49-F238E27FC236}">
                <a16:creationId xmlns:a16="http://schemas.microsoft.com/office/drawing/2014/main" id="{6EE3E8C6-87D2-4879-9853-EDF5BCD777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5" name="Forma libre 174">
            <a:extLst>
              <a:ext uri="{FF2B5EF4-FFF2-40B4-BE49-F238E27FC236}">
                <a16:creationId xmlns:a16="http://schemas.microsoft.com/office/drawing/2014/main" id="{F7EB7DED-6FFC-4D5A-8FB0-0310D9BB1181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3461" name="Grupo 175">
            <a:extLst>
              <a:ext uri="{FF2B5EF4-FFF2-40B4-BE49-F238E27FC236}">
                <a16:creationId xmlns:a16="http://schemas.microsoft.com/office/drawing/2014/main" id="{31F5AAF4-B6BD-4990-A435-A0A70EA152EB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177" name="Text Box 48">
              <a:extLst>
                <a:ext uri="{FF2B5EF4-FFF2-40B4-BE49-F238E27FC236}">
                  <a16:creationId xmlns:a16="http://schemas.microsoft.com/office/drawing/2014/main" id="{6E940EB0-A707-4E0F-9D6C-165468B60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8" name="Text Box 57">
              <a:extLst>
                <a:ext uri="{FF2B5EF4-FFF2-40B4-BE49-F238E27FC236}">
                  <a16:creationId xmlns:a16="http://schemas.microsoft.com/office/drawing/2014/main" id="{F588EEA3-231F-4AD3-8D25-172BFE500E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9" name="Text Box 53">
              <a:extLst>
                <a:ext uri="{FF2B5EF4-FFF2-40B4-BE49-F238E27FC236}">
                  <a16:creationId xmlns:a16="http://schemas.microsoft.com/office/drawing/2014/main" id="{1113F988-A715-4DBD-8444-76AC6F2E6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571F3464-4889-44F8-84DB-EDD619044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47">
              <a:extLst>
                <a:ext uri="{FF2B5EF4-FFF2-40B4-BE49-F238E27FC236}">
                  <a16:creationId xmlns:a16="http://schemas.microsoft.com/office/drawing/2014/main" id="{CB07F4DC-3749-4747-897A-697522A908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0606CDCB-F68C-4864-9693-E2EF16802B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52">
              <a:extLst>
                <a:ext uri="{FF2B5EF4-FFF2-40B4-BE49-F238E27FC236}">
                  <a16:creationId xmlns:a16="http://schemas.microsoft.com/office/drawing/2014/main" id="{83302220-AB8A-4755-A30C-AE95E8ECD1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56">
              <a:extLst>
                <a:ext uri="{FF2B5EF4-FFF2-40B4-BE49-F238E27FC236}">
                  <a16:creationId xmlns:a16="http://schemas.microsoft.com/office/drawing/2014/main" id="{9732C10E-B169-43C5-82C0-1958D6874E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Line 55">
              <a:extLst>
                <a:ext uri="{FF2B5EF4-FFF2-40B4-BE49-F238E27FC236}">
                  <a16:creationId xmlns:a16="http://schemas.microsoft.com/office/drawing/2014/main" id="{40D9EF66-754B-4F10-B40F-9BF860A07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6" name="Line 51">
              <a:extLst>
                <a:ext uri="{FF2B5EF4-FFF2-40B4-BE49-F238E27FC236}">
                  <a16:creationId xmlns:a16="http://schemas.microsoft.com/office/drawing/2014/main" id="{F9A9A33F-D1BD-4577-8569-5D2BE14993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7" name="Line 46">
              <a:extLst>
                <a:ext uri="{FF2B5EF4-FFF2-40B4-BE49-F238E27FC236}">
                  <a16:creationId xmlns:a16="http://schemas.microsoft.com/office/drawing/2014/main" id="{978E5076-C324-42D0-BB1B-9BDB7832E9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08D33BA1-A5DA-46E4-AA91-BDA28AD7737C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Forma libre 188">
            <a:extLst>
              <a:ext uri="{FF2B5EF4-FFF2-40B4-BE49-F238E27FC236}">
                <a16:creationId xmlns:a16="http://schemas.microsoft.com/office/drawing/2014/main" id="{5AC5FD3E-AB37-4C63-839A-94A9EACFF9BC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Forma libre 189">
            <a:extLst>
              <a:ext uri="{FF2B5EF4-FFF2-40B4-BE49-F238E27FC236}">
                <a16:creationId xmlns:a16="http://schemas.microsoft.com/office/drawing/2014/main" id="{F8112AEA-6E61-4DE1-8009-4415C3E43DFD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3465" name="Grupo 190">
            <a:extLst>
              <a:ext uri="{FF2B5EF4-FFF2-40B4-BE49-F238E27FC236}">
                <a16:creationId xmlns:a16="http://schemas.microsoft.com/office/drawing/2014/main" id="{05B80C29-6BE0-4E77-AF98-2A447EA7EEAB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92" name="Text Box 49">
              <a:extLst>
                <a:ext uri="{FF2B5EF4-FFF2-40B4-BE49-F238E27FC236}">
                  <a16:creationId xmlns:a16="http://schemas.microsoft.com/office/drawing/2014/main" id="{40C09EC6-8F16-4D76-9EC3-C9FFC49636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FAEB43C4-603A-4738-88FC-F77865E67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4" name="Rectangle 43">
              <a:extLst>
                <a:ext uri="{FF2B5EF4-FFF2-40B4-BE49-F238E27FC236}">
                  <a16:creationId xmlns:a16="http://schemas.microsoft.com/office/drawing/2014/main" id="{24862C9A-EECC-45AF-98B5-2E09EB47A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5" name="Line 44">
              <a:extLst>
                <a:ext uri="{FF2B5EF4-FFF2-40B4-BE49-F238E27FC236}">
                  <a16:creationId xmlns:a16="http://schemas.microsoft.com/office/drawing/2014/main" id="{0A2D7B96-D895-4FAE-96EE-A93127ECF2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6">
              <a:extLst>
                <a:ext uri="{FF2B5EF4-FFF2-40B4-BE49-F238E27FC236}">
                  <a16:creationId xmlns:a16="http://schemas.microsoft.com/office/drawing/2014/main" id="{30712059-39E7-4B67-8095-EBC56FA5EF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Line 48">
              <a:extLst>
                <a:ext uri="{FF2B5EF4-FFF2-40B4-BE49-F238E27FC236}">
                  <a16:creationId xmlns:a16="http://schemas.microsoft.com/office/drawing/2014/main" id="{107B1F54-9579-49B8-A54F-579CD6A350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8" name="Text Box 53">
              <a:extLst>
                <a:ext uri="{FF2B5EF4-FFF2-40B4-BE49-F238E27FC236}">
                  <a16:creationId xmlns:a16="http://schemas.microsoft.com/office/drawing/2014/main" id="{E5C1EE24-116E-4A6D-A3B5-24B2FA120A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99" name="Forma libre 198">
              <a:extLst>
                <a:ext uri="{FF2B5EF4-FFF2-40B4-BE49-F238E27FC236}">
                  <a16:creationId xmlns:a16="http://schemas.microsoft.com/office/drawing/2014/main" id="{CD45D6B9-9E99-4F06-848B-A547B53E9365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00" name="Line 45">
              <a:extLst>
                <a:ext uri="{FF2B5EF4-FFF2-40B4-BE49-F238E27FC236}">
                  <a16:creationId xmlns:a16="http://schemas.microsoft.com/office/drawing/2014/main" id="{A11F596A-2741-474A-B362-71A7C247D6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73466" name="Grupo 200">
            <a:extLst>
              <a:ext uri="{FF2B5EF4-FFF2-40B4-BE49-F238E27FC236}">
                <a16:creationId xmlns:a16="http://schemas.microsoft.com/office/drawing/2014/main" id="{F45AD015-479D-40BF-8C2E-E80ACB562451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02" name="Text Box 48">
              <a:extLst>
                <a:ext uri="{FF2B5EF4-FFF2-40B4-BE49-F238E27FC236}">
                  <a16:creationId xmlns:a16="http://schemas.microsoft.com/office/drawing/2014/main" id="{3A0FA7AB-F4A6-4B89-AE26-7F0EF7DFF0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3" name="Text Box 57">
              <a:extLst>
                <a:ext uri="{FF2B5EF4-FFF2-40B4-BE49-F238E27FC236}">
                  <a16:creationId xmlns:a16="http://schemas.microsoft.com/office/drawing/2014/main" id="{38EC0B93-2A36-44A5-BC87-B462B8C59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4" name="Text Box 53">
              <a:extLst>
                <a:ext uri="{FF2B5EF4-FFF2-40B4-BE49-F238E27FC236}">
                  <a16:creationId xmlns:a16="http://schemas.microsoft.com/office/drawing/2014/main" id="{5433A8A5-25EB-4DC2-85B2-0E6E98D04C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Freeform 44">
              <a:extLst>
                <a:ext uri="{FF2B5EF4-FFF2-40B4-BE49-F238E27FC236}">
                  <a16:creationId xmlns:a16="http://schemas.microsoft.com/office/drawing/2014/main" id="{C4843FD2-DA8F-4931-8BEA-8B5E568C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6" name="Line 47">
              <a:extLst>
                <a:ext uri="{FF2B5EF4-FFF2-40B4-BE49-F238E27FC236}">
                  <a16:creationId xmlns:a16="http://schemas.microsoft.com/office/drawing/2014/main" id="{95290698-D4D3-4B66-92F2-C39450F5B7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Text Box 49">
              <a:extLst>
                <a:ext uri="{FF2B5EF4-FFF2-40B4-BE49-F238E27FC236}">
                  <a16:creationId xmlns:a16="http://schemas.microsoft.com/office/drawing/2014/main" id="{DB3D4A05-DEBC-464A-AB05-EB55FDCB2F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52">
              <a:extLst>
                <a:ext uri="{FF2B5EF4-FFF2-40B4-BE49-F238E27FC236}">
                  <a16:creationId xmlns:a16="http://schemas.microsoft.com/office/drawing/2014/main" id="{459E5A78-38A6-48D4-B3D4-58DF0B56C1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56">
              <a:extLst>
                <a:ext uri="{FF2B5EF4-FFF2-40B4-BE49-F238E27FC236}">
                  <a16:creationId xmlns:a16="http://schemas.microsoft.com/office/drawing/2014/main" id="{4E3B18D4-1268-4782-B745-23220C828E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6">
              <a:extLst>
                <a:ext uri="{FF2B5EF4-FFF2-40B4-BE49-F238E27FC236}">
                  <a16:creationId xmlns:a16="http://schemas.microsoft.com/office/drawing/2014/main" id="{160D0620-F611-4CE0-8000-FE2FF2D434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Line 55">
              <a:extLst>
                <a:ext uri="{FF2B5EF4-FFF2-40B4-BE49-F238E27FC236}">
                  <a16:creationId xmlns:a16="http://schemas.microsoft.com/office/drawing/2014/main" id="{7D75ABD6-A4FB-4CCC-BBA1-EBBE6E2C6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Line 51">
              <a:extLst>
                <a:ext uri="{FF2B5EF4-FFF2-40B4-BE49-F238E27FC236}">
                  <a16:creationId xmlns:a16="http://schemas.microsoft.com/office/drawing/2014/main" id="{DA99686E-DB06-4941-BEF0-F390B9879A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13" name="Forma libre 212">
            <a:extLst>
              <a:ext uri="{FF2B5EF4-FFF2-40B4-BE49-F238E27FC236}">
                <a16:creationId xmlns:a16="http://schemas.microsoft.com/office/drawing/2014/main" id="{073B0BE4-3A4D-4AEC-A459-1F011CAA9F26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4" name="Text Box 46">
            <a:extLst>
              <a:ext uri="{FF2B5EF4-FFF2-40B4-BE49-F238E27FC236}">
                <a16:creationId xmlns:a16="http://schemas.microsoft.com/office/drawing/2014/main" id="{C4359DB3-782D-4DDD-89F7-BCDFA4E4F2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5" name="Elipse 214">
            <a:extLst>
              <a:ext uri="{FF2B5EF4-FFF2-40B4-BE49-F238E27FC236}">
                <a16:creationId xmlns:a16="http://schemas.microsoft.com/office/drawing/2014/main" id="{494AB055-DDE6-49E5-A7DC-C476CDDFDB10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3470" name="Grupo 239">
            <a:extLst>
              <a:ext uri="{FF2B5EF4-FFF2-40B4-BE49-F238E27FC236}">
                <a16:creationId xmlns:a16="http://schemas.microsoft.com/office/drawing/2014/main" id="{4925F2B8-50A5-4E67-B4C4-9A718C1E355F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244" name="Rectangle 42">
              <a:extLst>
                <a:ext uri="{FF2B5EF4-FFF2-40B4-BE49-F238E27FC236}">
                  <a16:creationId xmlns:a16="http://schemas.microsoft.com/office/drawing/2014/main" id="{6FD19291-EBE6-4687-83E1-332FCBD00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44">
              <a:extLst>
                <a:ext uri="{FF2B5EF4-FFF2-40B4-BE49-F238E27FC236}">
                  <a16:creationId xmlns:a16="http://schemas.microsoft.com/office/drawing/2014/main" id="{A5C42FEB-1361-472C-9D4C-5F60BF8194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45">
              <a:extLst>
                <a:ext uri="{FF2B5EF4-FFF2-40B4-BE49-F238E27FC236}">
                  <a16:creationId xmlns:a16="http://schemas.microsoft.com/office/drawing/2014/main" id="{10D48B5A-7A4A-475C-A6F0-5557EB24BD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46">
              <a:extLst>
                <a:ext uri="{FF2B5EF4-FFF2-40B4-BE49-F238E27FC236}">
                  <a16:creationId xmlns:a16="http://schemas.microsoft.com/office/drawing/2014/main" id="{8C258982-3E23-4ED6-B282-48ABBBAFB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Line 48">
              <a:extLst>
                <a:ext uri="{FF2B5EF4-FFF2-40B4-BE49-F238E27FC236}">
                  <a16:creationId xmlns:a16="http://schemas.microsoft.com/office/drawing/2014/main" id="{2972D67C-760D-463F-AC58-CF3909CBE5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9">
              <a:extLst>
                <a:ext uri="{FF2B5EF4-FFF2-40B4-BE49-F238E27FC236}">
                  <a16:creationId xmlns:a16="http://schemas.microsoft.com/office/drawing/2014/main" id="{E5A6166B-856D-469C-A19B-CDE4C8E380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Text Box 50">
              <a:extLst>
                <a:ext uri="{FF2B5EF4-FFF2-40B4-BE49-F238E27FC236}">
                  <a16:creationId xmlns:a16="http://schemas.microsoft.com/office/drawing/2014/main" id="{6F8D2A5A-C196-47BC-82BC-3FC794E2D1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1" name="Text Box 51">
              <a:extLst>
                <a:ext uri="{FF2B5EF4-FFF2-40B4-BE49-F238E27FC236}">
                  <a16:creationId xmlns:a16="http://schemas.microsoft.com/office/drawing/2014/main" id="{6B736C52-698C-4584-A134-A1A5940796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52" name="Text Box 52">
              <a:extLst>
                <a:ext uri="{FF2B5EF4-FFF2-40B4-BE49-F238E27FC236}">
                  <a16:creationId xmlns:a16="http://schemas.microsoft.com/office/drawing/2014/main" id="{F03C0FA2-C70D-4CF4-8E08-6B8D38B7A6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Text Box 53">
              <a:extLst>
                <a:ext uri="{FF2B5EF4-FFF2-40B4-BE49-F238E27FC236}">
                  <a16:creationId xmlns:a16="http://schemas.microsoft.com/office/drawing/2014/main" id="{38787D3C-F750-43F9-B9F0-1A5B6D9F01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254" name="Forma libre 253">
            <a:extLst>
              <a:ext uri="{FF2B5EF4-FFF2-40B4-BE49-F238E27FC236}">
                <a16:creationId xmlns:a16="http://schemas.microsoft.com/office/drawing/2014/main" id="{04AC19F4-857F-4C96-8B47-48F27612C47F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3472" name="Grupo 254">
            <a:extLst>
              <a:ext uri="{FF2B5EF4-FFF2-40B4-BE49-F238E27FC236}">
                <a16:creationId xmlns:a16="http://schemas.microsoft.com/office/drawing/2014/main" id="{BE1AB768-26B3-4D0F-B6D3-1DFFDE8F5794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256" name="Text Box 49">
              <a:extLst>
                <a:ext uri="{FF2B5EF4-FFF2-40B4-BE49-F238E27FC236}">
                  <a16:creationId xmlns:a16="http://schemas.microsoft.com/office/drawing/2014/main" id="{DA9611D8-1026-4939-A12A-9F392A21E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7" name="Text Box 47">
              <a:extLst>
                <a:ext uri="{FF2B5EF4-FFF2-40B4-BE49-F238E27FC236}">
                  <a16:creationId xmlns:a16="http://schemas.microsoft.com/office/drawing/2014/main" id="{8E5C6156-AEBB-4134-BF4E-0CF98DD2C4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8" name="Text Box 47">
              <a:extLst>
                <a:ext uri="{FF2B5EF4-FFF2-40B4-BE49-F238E27FC236}">
                  <a16:creationId xmlns:a16="http://schemas.microsoft.com/office/drawing/2014/main" id="{9911FA2E-0CA4-42A7-89C7-611EFDBFBA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Rectangle 43">
              <a:extLst>
                <a:ext uri="{FF2B5EF4-FFF2-40B4-BE49-F238E27FC236}">
                  <a16:creationId xmlns:a16="http://schemas.microsoft.com/office/drawing/2014/main" id="{82895AF8-2F72-4BFA-807F-D03A042D4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A61FA30D-985D-4333-AAFF-1862C8A037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1" name="Line 46">
              <a:extLst>
                <a:ext uri="{FF2B5EF4-FFF2-40B4-BE49-F238E27FC236}">
                  <a16:creationId xmlns:a16="http://schemas.microsoft.com/office/drawing/2014/main" id="{4481A593-D938-4F8E-B184-0C6663D90B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2" name="Line 48">
              <a:extLst>
                <a:ext uri="{FF2B5EF4-FFF2-40B4-BE49-F238E27FC236}">
                  <a16:creationId xmlns:a16="http://schemas.microsoft.com/office/drawing/2014/main" id="{1665065D-BF6D-43BB-8FA7-BFF9CA892D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3" name="Line 46">
              <a:extLst>
                <a:ext uri="{FF2B5EF4-FFF2-40B4-BE49-F238E27FC236}">
                  <a16:creationId xmlns:a16="http://schemas.microsoft.com/office/drawing/2014/main" id="{F610215A-A91D-41E4-B923-B5B6535AB4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4" name="Forma libre 263">
              <a:extLst>
                <a:ext uri="{FF2B5EF4-FFF2-40B4-BE49-F238E27FC236}">
                  <a16:creationId xmlns:a16="http://schemas.microsoft.com/office/drawing/2014/main" id="{52559469-9CF9-47B5-820C-A8AE23D9BE40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5" name="Text Box 47">
              <a:extLst>
                <a:ext uri="{FF2B5EF4-FFF2-40B4-BE49-F238E27FC236}">
                  <a16:creationId xmlns:a16="http://schemas.microsoft.com/office/drawing/2014/main" id="{50F694EB-B19E-432C-92F7-43C5949FD0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66" name="Line 44">
              <a:extLst>
                <a:ext uri="{FF2B5EF4-FFF2-40B4-BE49-F238E27FC236}">
                  <a16:creationId xmlns:a16="http://schemas.microsoft.com/office/drawing/2014/main" id="{642E4CD2-A3D2-468A-B747-12AB94D0E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44">
              <a:extLst>
                <a:ext uri="{FF2B5EF4-FFF2-40B4-BE49-F238E27FC236}">
                  <a16:creationId xmlns:a16="http://schemas.microsoft.com/office/drawing/2014/main" id="{0F4123A3-D511-48D9-B8DA-C33D790841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68" name="Forma libre 267">
            <a:extLst>
              <a:ext uri="{FF2B5EF4-FFF2-40B4-BE49-F238E27FC236}">
                <a16:creationId xmlns:a16="http://schemas.microsoft.com/office/drawing/2014/main" id="{11C4B219-AC58-43C9-908A-132804DF6F75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" name="Line 18">
            <a:extLst>
              <a:ext uri="{FF2B5EF4-FFF2-40B4-BE49-F238E27FC236}">
                <a16:creationId xmlns:a16="http://schemas.microsoft.com/office/drawing/2014/main" id="{7A8E33DE-F08F-4220-919F-5129177A74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0" name="Elipse 269">
            <a:extLst>
              <a:ext uri="{FF2B5EF4-FFF2-40B4-BE49-F238E27FC236}">
                <a16:creationId xmlns:a16="http://schemas.microsoft.com/office/drawing/2014/main" id="{AB5D10DA-2017-4247-A6DF-4751FEF743D0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3476" name="Grupo 270">
            <a:extLst>
              <a:ext uri="{FF2B5EF4-FFF2-40B4-BE49-F238E27FC236}">
                <a16:creationId xmlns:a16="http://schemas.microsoft.com/office/drawing/2014/main" id="{335EE0DA-EB9C-4988-B2E8-A32CA39526C9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272" name="Text Box 49">
              <a:extLst>
                <a:ext uri="{FF2B5EF4-FFF2-40B4-BE49-F238E27FC236}">
                  <a16:creationId xmlns:a16="http://schemas.microsoft.com/office/drawing/2014/main" id="{FE2868B8-1513-4F35-BD23-EFF85A42CF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3" name="Rectangle 43">
              <a:extLst>
                <a:ext uri="{FF2B5EF4-FFF2-40B4-BE49-F238E27FC236}">
                  <a16:creationId xmlns:a16="http://schemas.microsoft.com/office/drawing/2014/main" id="{37ECA93E-1428-4684-8294-2A29980D3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4" name="Line 44">
              <a:extLst>
                <a:ext uri="{FF2B5EF4-FFF2-40B4-BE49-F238E27FC236}">
                  <a16:creationId xmlns:a16="http://schemas.microsoft.com/office/drawing/2014/main" id="{1F60588A-63E8-4ACE-A35A-2CF5F2912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5" name="Line 46">
              <a:extLst>
                <a:ext uri="{FF2B5EF4-FFF2-40B4-BE49-F238E27FC236}">
                  <a16:creationId xmlns:a16="http://schemas.microsoft.com/office/drawing/2014/main" id="{747A2D0C-B06F-4BFF-A021-7B336483AD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6" name="Text Box 47">
              <a:extLst>
                <a:ext uri="{FF2B5EF4-FFF2-40B4-BE49-F238E27FC236}">
                  <a16:creationId xmlns:a16="http://schemas.microsoft.com/office/drawing/2014/main" id="{53B0638B-B0CC-4E61-A22E-BE10040F87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7" name="Line 48">
              <a:extLst>
                <a:ext uri="{FF2B5EF4-FFF2-40B4-BE49-F238E27FC236}">
                  <a16:creationId xmlns:a16="http://schemas.microsoft.com/office/drawing/2014/main" id="{A9D8BA01-7C7D-4C3D-B2F5-1609D57465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8" name="Line 44">
              <a:extLst>
                <a:ext uri="{FF2B5EF4-FFF2-40B4-BE49-F238E27FC236}">
                  <a16:creationId xmlns:a16="http://schemas.microsoft.com/office/drawing/2014/main" id="{C64963A1-64E0-4858-9B04-D00EDBAB78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46">
              <a:extLst>
                <a:ext uri="{FF2B5EF4-FFF2-40B4-BE49-F238E27FC236}">
                  <a16:creationId xmlns:a16="http://schemas.microsoft.com/office/drawing/2014/main" id="{C5502D8D-E3A1-4953-B447-B09623E1FC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47">
              <a:extLst>
                <a:ext uri="{FF2B5EF4-FFF2-40B4-BE49-F238E27FC236}">
                  <a16:creationId xmlns:a16="http://schemas.microsoft.com/office/drawing/2014/main" id="{A81A1F1C-872F-411E-8054-52327DB2B4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CA48B707-34BC-42E9-AF9E-6FA4AFACD527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82" name="Text Box 47">
              <a:extLst>
                <a:ext uri="{FF2B5EF4-FFF2-40B4-BE49-F238E27FC236}">
                  <a16:creationId xmlns:a16="http://schemas.microsoft.com/office/drawing/2014/main" id="{90B3243D-1B09-4A6C-8E7A-C117E38A8F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283" name="Line 46">
              <a:extLst>
                <a:ext uri="{FF2B5EF4-FFF2-40B4-BE49-F238E27FC236}">
                  <a16:creationId xmlns:a16="http://schemas.microsoft.com/office/drawing/2014/main" id="{6DBFEDEB-46CA-4CBB-A018-A763356932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4" name="Text Box 47">
              <a:extLst>
                <a:ext uri="{FF2B5EF4-FFF2-40B4-BE49-F238E27FC236}">
                  <a16:creationId xmlns:a16="http://schemas.microsoft.com/office/drawing/2014/main" id="{CD45340B-0766-4F1B-B19F-0062467A9B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47">
              <a:extLst>
                <a:ext uri="{FF2B5EF4-FFF2-40B4-BE49-F238E27FC236}">
                  <a16:creationId xmlns:a16="http://schemas.microsoft.com/office/drawing/2014/main" id="{DBD66E95-F0D0-425B-8DCD-C6CF9D237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86" name="Text Box 47">
              <a:extLst>
                <a:ext uri="{FF2B5EF4-FFF2-40B4-BE49-F238E27FC236}">
                  <a16:creationId xmlns:a16="http://schemas.microsoft.com/office/drawing/2014/main" id="{6FA705A8-D640-4C01-BB74-44A679EDE2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287" name="Line 44">
              <a:extLst>
                <a:ext uri="{FF2B5EF4-FFF2-40B4-BE49-F238E27FC236}">
                  <a16:creationId xmlns:a16="http://schemas.microsoft.com/office/drawing/2014/main" id="{D41A8AFC-F5B0-4D15-A2CF-5434F02B41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5">
              <a:extLst>
                <a:ext uri="{FF2B5EF4-FFF2-40B4-BE49-F238E27FC236}">
                  <a16:creationId xmlns:a16="http://schemas.microsoft.com/office/drawing/2014/main" id="{2B0883CA-6099-4098-B32C-F7C53F684C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89" name="Line 71">
            <a:extLst>
              <a:ext uri="{FF2B5EF4-FFF2-40B4-BE49-F238E27FC236}">
                <a16:creationId xmlns:a16="http://schemas.microsoft.com/office/drawing/2014/main" id="{C8D6838D-C5F0-40F5-8E12-DD87A672417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0" name="Text Box 72">
            <a:extLst>
              <a:ext uri="{FF2B5EF4-FFF2-40B4-BE49-F238E27FC236}">
                <a16:creationId xmlns:a16="http://schemas.microsoft.com/office/drawing/2014/main" id="{4AD0864C-4B23-4220-8BCF-B6DEDADD4D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1" name="Line 70">
            <a:extLst>
              <a:ext uri="{FF2B5EF4-FFF2-40B4-BE49-F238E27FC236}">
                <a16:creationId xmlns:a16="http://schemas.microsoft.com/office/drawing/2014/main" id="{96791A38-D5D2-484D-89F8-BAC14761660D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Forma libre 291">
            <a:extLst>
              <a:ext uri="{FF2B5EF4-FFF2-40B4-BE49-F238E27FC236}">
                <a16:creationId xmlns:a16="http://schemas.microsoft.com/office/drawing/2014/main" id="{C4951FBA-B4C2-4425-A7D1-BD36F55F2EA9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3" name="Elipse 292">
            <a:extLst>
              <a:ext uri="{FF2B5EF4-FFF2-40B4-BE49-F238E27FC236}">
                <a16:creationId xmlns:a16="http://schemas.microsoft.com/office/drawing/2014/main" id="{AD189DC9-8CE3-4F6E-BDC7-F36B807954DC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4" name="Text Box 50">
            <a:extLst>
              <a:ext uri="{FF2B5EF4-FFF2-40B4-BE49-F238E27FC236}">
                <a16:creationId xmlns:a16="http://schemas.microsoft.com/office/drawing/2014/main" id="{90E285FE-7186-49A3-B75A-489AAAC77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5" name="Conector recto de flecha 294">
            <a:extLst>
              <a:ext uri="{FF2B5EF4-FFF2-40B4-BE49-F238E27FC236}">
                <a16:creationId xmlns:a16="http://schemas.microsoft.com/office/drawing/2014/main" id="{7B494EAD-58D6-4EB5-9470-1021CBE0C274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 Box 72">
            <a:extLst>
              <a:ext uri="{FF2B5EF4-FFF2-40B4-BE49-F238E27FC236}">
                <a16:creationId xmlns:a16="http://schemas.microsoft.com/office/drawing/2014/main" id="{23F8997D-55FA-4A1F-B3E2-E8637B110B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7" name="Line 71">
            <a:extLst>
              <a:ext uri="{FF2B5EF4-FFF2-40B4-BE49-F238E27FC236}">
                <a16:creationId xmlns:a16="http://schemas.microsoft.com/office/drawing/2014/main" id="{8F0FB922-2F4F-415C-92E3-C2E493779672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98" name="Text Box 50">
            <a:extLst>
              <a:ext uri="{FF2B5EF4-FFF2-40B4-BE49-F238E27FC236}">
                <a16:creationId xmlns:a16="http://schemas.microsoft.com/office/drawing/2014/main" id="{6C4F1E76-59CF-4EB4-98AC-DA3EF99332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299" name="Text Box 50">
            <a:extLst>
              <a:ext uri="{FF2B5EF4-FFF2-40B4-BE49-F238E27FC236}">
                <a16:creationId xmlns:a16="http://schemas.microsoft.com/office/drawing/2014/main" id="{335FA951-54CC-445A-BC55-CB33FAAEC0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Text Box 50">
            <a:extLst>
              <a:ext uri="{FF2B5EF4-FFF2-40B4-BE49-F238E27FC236}">
                <a16:creationId xmlns:a16="http://schemas.microsoft.com/office/drawing/2014/main" id="{08835855-06FA-482E-B2ED-F574F46DF3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301" name="Text Box 50">
            <a:extLst>
              <a:ext uri="{FF2B5EF4-FFF2-40B4-BE49-F238E27FC236}">
                <a16:creationId xmlns:a16="http://schemas.microsoft.com/office/drawing/2014/main" id="{88568DF5-91DA-4442-9DE3-6BBA0CAF7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2" name="Text Box 50">
            <a:extLst>
              <a:ext uri="{FF2B5EF4-FFF2-40B4-BE49-F238E27FC236}">
                <a16:creationId xmlns:a16="http://schemas.microsoft.com/office/drawing/2014/main" id="{8016F8D9-C593-41A8-8723-9B2434F442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03" name="Text Box 50">
            <a:extLst>
              <a:ext uri="{FF2B5EF4-FFF2-40B4-BE49-F238E27FC236}">
                <a16:creationId xmlns:a16="http://schemas.microsoft.com/office/drawing/2014/main" id="{8768EF5F-3444-4DF6-8330-CB04AAE2AA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04" name="Conector recto 303">
            <a:extLst>
              <a:ext uri="{FF2B5EF4-FFF2-40B4-BE49-F238E27FC236}">
                <a16:creationId xmlns:a16="http://schemas.microsoft.com/office/drawing/2014/main" id="{0BBE9B2E-400D-4674-9E59-BAE8F50A2D36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3493" name="Grupo 304">
            <a:extLst>
              <a:ext uri="{FF2B5EF4-FFF2-40B4-BE49-F238E27FC236}">
                <a16:creationId xmlns:a16="http://schemas.microsoft.com/office/drawing/2014/main" id="{2C2AE2B0-DC81-4918-827F-9E415EFA031A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306" name="Forma libre 305">
              <a:extLst>
                <a:ext uri="{FF2B5EF4-FFF2-40B4-BE49-F238E27FC236}">
                  <a16:creationId xmlns:a16="http://schemas.microsoft.com/office/drawing/2014/main" id="{7AF7920B-DDB6-4859-A2CF-B9D6EA6D9311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2A99E72E-9032-4AC4-B42F-2771D47FEABC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8" name="Forma libre 307">
              <a:extLst>
                <a:ext uri="{FF2B5EF4-FFF2-40B4-BE49-F238E27FC236}">
                  <a16:creationId xmlns:a16="http://schemas.microsoft.com/office/drawing/2014/main" id="{EFA40A4E-B815-4462-B9BE-2E3C44AED8CE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9" name="Forma libre 308">
              <a:extLst>
                <a:ext uri="{FF2B5EF4-FFF2-40B4-BE49-F238E27FC236}">
                  <a16:creationId xmlns:a16="http://schemas.microsoft.com/office/drawing/2014/main" id="{5141E0B6-40F4-4E5F-A8FC-296C69836AC0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310" name="Text Box 50">
            <a:extLst>
              <a:ext uri="{FF2B5EF4-FFF2-40B4-BE49-F238E27FC236}">
                <a16:creationId xmlns:a16="http://schemas.microsoft.com/office/drawing/2014/main" id="{C6CD5E59-D309-4035-8C60-B1EC7F8DA4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1" name="Text Box 72">
            <a:extLst>
              <a:ext uri="{FF2B5EF4-FFF2-40B4-BE49-F238E27FC236}">
                <a16:creationId xmlns:a16="http://schemas.microsoft.com/office/drawing/2014/main" id="{ED71AC9A-6EC2-4169-A3B0-73BD252C21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12" name="Text Box 50">
            <a:extLst>
              <a:ext uri="{FF2B5EF4-FFF2-40B4-BE49-F238E27FC236}">
                <a16:creationId xmlns:a16="http://schemas.microsoft.com/office/drawing/2014/main" id="{28440132-C077-48D6-A586-E3CE8C3B3E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BC22116E-C804-42D4-98A7-0B8238051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4" name="Text Box 50">
            <a:extLst>
              <a:ext uri="{FF2B5EF4-FFF2-40B4-BE49-F238E27FC236}">
                <a16:creationId xmlns:a16="http://schemas.microsoft.com/office/drawing/2014/main" id="{1D0E140D-8BDD-49E4-BCF8-FE85DA68B1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5" name="Text Box 50">
            <a:extLst>
              <a:ext uri="{FF2B5EF4-FFF2-40B4-BE49-F238E27FC236}">
                <a16:creationId xmlns:a16="http://schemas.microsoft.com/office/drawing/2014/main" id="{0DA55FCB-1880-4A2E-8453-A6B19CBA2B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14D6378E-941D-4ECA-B537-BFFD9C30E3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7" name="Conector recto de flecha 316">
            <a:extLst>
              <a:ext uri="{FF2B5EF4-FFF2-40B4-BE49-F238E27FC236}">
                <a16:creationId xmlns:a16="http://schemas.microsoft.com/office/drawing/2014/main" id="{111A0B69-FA71-4B68-8A45-346F6F5D1475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Conector recto de flecha 317">
            <a:extLst>
              <a:ext uri="{FF2B5EF4-FFF2-40B4-BE49-F238E27FC236}">
                <a16:creationId xmlns:a16="http://schemas.microsoft.com/office/drawing/2014/main" id="{F1E86175-B293-49F8-9B7D-DE95FC39474E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Conector recto de flecha 318">
            <a:extLst>
              <a:ext uri="{FF2B5EF4-FFF2-40B4-BE49-F238E27FC236}">
                <a16:creationId xmlns:a16="http://schemas.microsoft.com/office/drawing/2014/main" id="{2FDDD59A-404F-42C4-8EEA-59EF28A4B5CA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Conector recto de flecha 319">
            <a:extLst>
              <a:ext uri="{FF2B5EF4-FFF2-40B4-BE49-F238E27FC236}">
                <a16:creationId xmlns:a16="http://schemas.microsoft.com/office/drawing/2014/main" id="{05170054-4679-41BD-8D81-AB690C51027E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Conector recto de flecha 320">
            <a:extLst>
              <a:ext uri="{FF2B5EF4-FFF2-40B4-BE49-F238E27FC236}">
                <a16:creationId xmlns:a16="http://schemas.microsoft.com/office/drawing/2014/main" id="{46A82367-0627-45EB-9E69-8816E55F7F14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 Box 50">
            <a:extLst>
              <a:ext uri="{FF2B5EF4-FFF2-40B4-BE49-F238E27FC236}">
                <a16:creationId xmlns:a16="http://schemas.microsoft.com/office/drawing/2014/main" id="{7AE9C632-692B-4ADD-81FE-2DAA5AF93B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Line 71">
            <a:extLst>
              <a:ext uri="{FF2B5EF4-FFF2-40B4-BE49-F238E27FC236}">
                <a16:creationId xmlns:a16="http://schemas.microsoft.com/office/drawing/2014/main" id="{2A696600-C348-4664-A9A8-4942445220E1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4" name="Text Box 72">
            <a:extLst>
              <a:ext uri="{FF2B5EF4-FFF2-40B4-BE49-F238E27FC236}">
                <a16:creationId xmlns:a16="http://schemas.microsoft.com/office/drawing/2014/main" id="{FE47F655-B087-4A66-951E-370F3F3DF8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5" name="Line 71">
            <a:extLst>
              <a:ext uri="{FF2B5EF4-FFF2-40B4-BE49-F238E27FC236}">
                <a16:creationId xmlns:a16="http://schemas.microsoft.com/office/drawing/2014/main" id="{F78E8845-89FC-48B5-A7F8-56B8EC96497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6" name="Text Box 72">
            <a:extLst>
              <a:ext uri="{FF2B5EF4-FFF2-40B4-BE49-F238E27FC236}">
                <a16:creationId xmlns:a16="http://schemas.microsoft.com/office/drawing/2014/main" id="{3F1F4A16-8FE5-4538-8CA2-23A4FFFE52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7" name="Line 71">
            <a:extLst>
              <a:ext uri="{FF2B5EF4-FFF2-40B4-BE49-F238E27FC236}">
                <a16:creationId xmlns:a16="http://schemas.microsoft.com/office/drawing/2014/main" id="{DDEC4840-77B1-40C7-986F-C37AA115D62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439F1EA9-652A-4816-935D-E0DF2B0C90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3F3E0CFD-95FF-45A4-85E9-4017DAD09C8B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C7901309-C816-4549-A17A-13A0BF2BD7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BE912501-6D7F-4CAC-B390-6C974A213BB5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Forma libre 331">
            <a:extLst>
              <a:ext uri="{FF2B5EF4-FFF2-40B4-BE49-F238E27FC236}">
                <a16:creationId xmlns:a16="http://schemas.microsoft.com/office/drawing/2014/main" id="{391F15B1-4B9C-4AC0-98CF-DD68DE06D7EA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3" name="Forma libre 332">
            <a:extLst>
              <a:ext uri="{FF2B5EF4-FFF2-40B4-BE49-F238E27FC236}">
                <a16:creationId xmlns:a16="http://schemas.microsoft.com/office/drawing/2014/main" id="{9A5E0D73-4E8B-4732-8EA5-A6F060680D01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3518" name="CuadroTexto 349">
            <a:extLst>
              <a:ext uri="{FF2B5EF4-FFF2-40B4-BE49-F238E27FC236}">
                <a16:creationId xmlns:a16="http://schemas.microsoft.com/office/drawing/2014/main" id="{D6CDD2FB-BF28-4510-827E-3C9D580504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0863" y="714375"/>
            <a:ext cx="6288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Mem. instrucciones                Banco de registros                            Memoria de datos</a:t>
            </a:r>
          </a:p>
        </p:txBody>
      </p:sp>
      <p:sp>
        <p:nvSpPr>
          <p:cNvPr id="273519" name="CuadroTexto 351">
            <a:extLst>
              <a:ext uri="{FF2B5EF4-FFF2-40B4-BE49-F238E27FC236}">
                <a16:creationId xmlns:a16="http://schemas.microsoft.com/office/drawing/2014/main" id="{4D7AF05D-754F-4E48-941C-C83A6D749C92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2794" y="39870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20" name="CuadroTexto 352">
            <a:extLst>
              <a:ext uri="{FF2B5EF4-FFF2-40B4-BE49-F238E27FC236}">
                <a16:creationId xmlns:a16="http://schemas.microsoft.com/office/drawing/2014/main" id="{D917099F-F0E2-490E-AE92-EC2130EAE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00" y="4719638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21" name="CuadroTexto 353">
            <a:extLst>
              <a:ext uri="{FF2B5EF4-FFF2-40B4-BE49-F238E27FC236}">
                <a16:creationId xmlns:a16="http://schemas.microsoft.com/office/drawing/2014/main" id="{7D54E1B6-9801-44C2-B49A-5F48AE842B5C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040188" y="5045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0x0083E3B3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22" name="CuadroTexto 354">
            <a:extLst>
              <a:ext uri="{FF2B5EF4-FFF2-40B4-BE49-F238E27FC236}">
                <a16:creationId xmlns:a16="http://schemas.microsoft.com/office/drawing/2014/main" id="{36264A1A-91B7-4EFB-8DAC-3135928D67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3394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0x33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23" name="CuadroTexto 355">
            <a:extLst>
              <a:ext uri="{FF2B5EF4-FFF2-40B4-BE49-F238E27FC236}">
                <a16:creationId xmlns:a16="http://schemas.microsoft.com/office/drawing/2014/main" id="{E9AEA432-4556-4FE8-8D66-37EF257577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0075" y="33909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0x6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24" name="CuadroTexto 356">
            <a:extLst>
              <a:ext uri="{FF2B5EF4-FFF2-40B4-BE49-F238E27FC236}">
                <a16:creationId xmlns:a16="http://schemas.microsoft.com/office/drawing/2014/main" id="{9D0DFCFA-5BCF-4BFD-A32B-F511E2207F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8825" y="45926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0x07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25" name="CuadroTexto 358">
            <a:extLst>
              <a:ext uri="{FF2B5EF4-FFF2-40B4-BE49-F238E27FC236}">
                <a16:creationId xmlns:a16="http://schemas.microsoft.com/office/drawing/2014/main" id="{5A13B98C-7892-4E63-9330-CAAD8025B1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4063" y="41481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0x07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26" name="CuadroTexto 359">
            <a:extLst>
              <a:ext uri="{FF2B5EF4-FFF2-40B4-BE49-F238E27FC236}">
                <a16:creationId xmlns:a16="http://schemas.microsoft.com/office/drawing/2014/main" id="{B8C47CEC-7983-4218-81D2-289C22FC9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6238" y="3816350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</a:p>
        </p:txBody>
      </p:sp>
      <p:sp>
        <p:nvSpPr>
          <p:cNvPr id="361" name="CuadroTexto 360">
            <a:extLst>
              <a:ext uri="{FF2B5EF4-FFF2-40B4-BE49-F238E27FC236}">
                <a16:creationId xmlns:a16="http://schemas.microsoft.com/office/drawing/2014/main" id="{656F8A47-7A32-4CFB-92A0-20C0B95C0180}"/>
              </a:ext>
            </a:extLst>
          </p:cNvPr>
          <p:cNvSpPr txBox="1"/>
          <p:nvPr/>
        </p:nvSpPr>
        <p:spPr>
          <a:xfrm rot="16200000">
            <a:off x="6255544" y="5231607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0x00000007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3528" name="CuadroTexto 361">
            <a:extLst>
              <a:ext uri="{FF2B5EF4-FFF2-40B4-BE49-F238E27FC236}">
                <a16:creationId xmlns:a16="http://schemas.microsoft.com/office/drawing/2014/main" id="{B691DBD4-8836-4669-9453-FA8B50B1B4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3400" y="40179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</a:p>
        </p:txBody>
      </p:sp>
      <p:sp>
        <p:nvSpPr>
          <p:cNvPr id="273529" name="CuadroTexto 362">
            <a:extLst>
              <a:ext uri="{FF2B5EF4-FFF2-40B4-BE49-F238E27FC236}">
                <a16:creationId xmlns:a16="http://schemas.microsoft.com/office/drawing/2014/main" id="{0BC2A6E9-9361-4E6E-AD2D-C777D81346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988" y="47053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0x0000000A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30" name="CuadroTexto 363">
            <a:extLst>
              <a:ext uri="{FF2B5EF4-FFF2-40B4-BE49-F238E27FC236}">
                <a16:creationId xmlns:a16="http://schemas.microsoft.com/office/drawing/2014/main" id="{0928D9F2-A371-4207-9073-0891C1AE8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4100513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0x00000006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31" name="CuadroTexto 364">
            <a:extLst>
              <a:ext uri="{FF2B5EF4-FFF2-40B4-BE49-F238E27FC236}">
                <a16:creationId xmlns:a16="http://schemas.microsoft.com/office/drawing/2014/main" id="{871386AF-C8D6-4B21-87C0-0EC6AF5D35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38417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011</a:t>
            </a:r>
          </a:p>
        </p:txBody>
      </p:sp>
      <p:sp>
        <p:nvSpPr>
          <p:cNvPr id="273532" name="CuadroTexto 365">
            <a:extLst>
              <a:ext uri="{FF2B5EF4-FFF2-40B4-BE49-F238E27FC236}">
                <a16:creationId xmlns:a16="http://schemas.microsoft.com/office/drawing/2014/main" id="{94D666D5-3FDA-4FBA-9D44-262516EA06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1975" y="44640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0x0000000E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33" name="CuadroTexto 366">
            <a:extLst>
              <a:ext uri="{FF2B5EF4-FFF2-40B4-BE49-F238E27FC236}">
                <a16:creationId xmlns:a16="http://schemas.microsoft.com/office/drawing/2014/main" id="{E8B01312-75DB-4F02-A62A-45AA47AB2A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31313" y="38782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368" name="CuadroTexto 367">
            <a:extLst>
              <a:ext uri="{FF2B5EF4-FFF2-40B4-BE49-F238E27FC236}">
                <a16:creationId xmlns:a16="http://schemas.microsoft.com/office/drawing/2014/main" id="{DEF4FB7E-473C-4C88-ACEA-06C8E9899293}"/>
              </a:ext>
            </a:extLst>
          </p:cNvPr>
          <p:cNvSpPr txBox="1"/>
          <p:nvPr/>
        </p:nvSpPr>
        <p:spPr>
          <a:xfrm>
            <a:off x="10007600" y="4678363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0xXXXXXXXX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3535" name="CuadroTexto 368">
            <a:extLst>
              <a:ext uri="{FF2B5EF4-FFF2-40B4-BE49-F238E27FC236}">
                <a16:creationId xmlns:a16="http://schemas.microsoft.com/office/drawing/2014/main" id="{A22E0B86-3E2E-4D9B-92FE-008B28CC4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8625" y="3813175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01</a:t>
            </a:r>
          </a:p>
        </p:txBody>
      </p:sp>
      <p:sp>
        <p:nvSpPr>
          <p:cNvPr id="273536" name="CuadroTexto 369">
            <a:extLst>
              <a:ext uri="{FF2B5EF4-FFF2-40B4-BE49-F238E27FC236}">
                <a16:creationId xmlns:a16="http://schemas.microsoft.com/office/drawing/2014/main" id="{3D65C3CA-AE83-469A-B216-D541D9FA72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7463" y="518318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0x0000000E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37" name="CuadroTexto 370">
            <a:extLst>
              <a:ext uri="{FF2B5EF4-FFF2-40B4-BE49-F238E27FC236}">
                <a16:creationId xmlns:a16="http://schemas.microsoft.com/office/drawing/2014/main" id="{C6AC53A8-E952-4DA3-B393-DA45C4B5F5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8225" y="3394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372" name="CuadroTexto 371">
            <a:extLst>
              <a:ext uri="{FF2B5EF4-FFF2-40B4-BE49-F238E27FC236}">
                <a16:creationId xmlns:a16="http://schemas.microsoft.com/office/drawing/2014/main" id="{2519AADE-6D33-4723-949A-2579A006E3EE}"/>
              </a:ext>
            </a:extLst>
          </p:cNvPr>
          <p:cNvSpPr txBox="1"/>
          <p:nvPr/>
        </p:nvSpPr>
        <p:spPr>
          <a:xfrm>
            <a:off x="7931150" y="4175125"/>
            <a:ext cx="790575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3539" name="CuadroTexto 372">
            <a:extLst>
              <a:ext uri="{FF2B5EF4-FFF2-40B4-BE49-F238E27FC236}">
                <a16:creationId xmlns:a16="http://schemas.microsoft.com/office/drawing/2014/main" id="{22067CDE-45B7-476B-9180-B4C0443761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7238" y="4356100"/>
            <a:ext cx="788987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3540" name="CuadroTexto 373">
            <a:extLst>
              <a:ext uri="{FF2B5EF4-FFF2-40B4-BE49-F238E27FC236}">
                <a16:creationId xmlns:a16="http://schemas.microsoft.com/office/drawing/2014/main" id="{2BFD977B-3266-431A-BF1E-9A2E3B8A02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4450" y="43434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0x0000000A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375" name="CuadroTexto 374">
            <a:extLst>
              <a:ext uri="{FF2B5EF4-FFF2-40B4-BE49-F238E27FC236}">
                <a16:creationId xmlns:a16="http://schemas.microsoft.com/office/drawing/2014/main" id="{2B5858D3-4F4D-43B1-B5DE-BD495FA50394}"/>
              </a:ext>
            </a:extLst>
          </p:cNvPr>
          <p:cNvSpPr txBox="1"/>
          <p:nvPr/>
        </p:nvSpPr>
        <p:spPr>
          <a:xfrm>
            <a:off x="7008813" y="5510213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0x00000007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6" name="CuadroTexto 375">
            <a:extLst>
              <a:ext uri="{FF2B5EF4-FFF2-40B4-BE49-F238E27FC236}">
                <a16:creationId xmlns:a16="http://schemas.microsoft.com/office/drawing/2014/main" id="{F50E11D1-C852-434C-B3B6-F2E058952256}"/>
              </a:ext>
            </a:extLst>
          </p:cNvPr>
          <p:cNvSpPr txBox="1"/>
          <p:nvPr/>
        </p:nvSpPr>
        <p:spPr>
          <a:xfrm>
            <a:off x="7024688" y="591185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0x00001004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8" name="CuadroTexto 377">
            <a:extLst>
              <a:ext uri="{FF2B5EF4-FFF2-40B4-BE49-F238E27FC236}">
                <a16:creationId xmlns:a16="http://schemas.microsoft.com/office/drawing/2014/main" id="{C41F1DBC-CE71-441D-9FD3-58655BD50D54}"/>
              </a:ext>
            </a:extLst>
          </p:cNvPr>
          <p:cNvSpPr txBox="1"/>
          <p:nvPr/>
        </p:nvSpPr>
        <p:spPr>
          <a:xfrm>
            <a:off x="8247063" y="5661025"/>
            <a:ext cx="788987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0x0000100B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79" name="CuadroTexto 378">
            <a:extLst>
              <a:ext uri="{FF2B5EF4-FFF2-40B4-BE49-F238E27FC236}">
                <a16:creationId xmlns:a16="http://schemas.microsoft.com/office/drawing/2014/main" id="{1AD0CE8F-8B0A-449C-9091-5E5E6B37FFCE}"/>
              </a:ext>
            </a:extLst>
          </p:cNvPr>
          <p:cNvSpPr txBox="1"/>
          <p:nvPr/>
        </p:nvSpPr>
        <p:spPr>
          <a:xfrm rot="16200000">
            <a:off x="763588" y="5299075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0x0000100B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3545" name="CuadroTexto 379">
            <a:extLst>
              <a:ext uri="{FF2B5EF4-FFF2-40B4-BE49-F238E27FC236}">
                <a16:creationId xmlns:a16="http://schemas.microsoft.com/office/drawing/2014/main" id="{0897C957-ECF8-4B35-BEC4-6D8178FE5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402431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73546" name="CuadroTexto 380">
            <a:extLst>
              <a:ext uri="{FF2B5EF4-FFF2-40B4-BE49-F238E27FC236}">
                <a16:creationId xmlns:a16="http://schemas.microsoft.com/office/drawing/2014/main" id="{2E87785F-6DF5-413D-83DD-1C25D007D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750" y="608488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273547" name="CuadroTexto 381">
            <a:extLst>
              <a:ext uri="{FF2B5EF4-FFF2-40B4-BE49-F238E27FC236}">
                <a16:creationId xmlns:a16="http://schemas.microsoft.com/office/drawing/2014/main" id="{09911F3B-4880-44A3-A38E-537BB5ABFB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17063" y="37385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0x0000000E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384" name="CuadroTexto 383">
            <a:extLst>
              <a:ext uri="{FF2B5EF4-FFF2-40B4-BE49-F238E27FC236}">
                <a16:creationId xmlns:a16="http://schemas.microsoft.com/office/drawing/2014/main" id="{253B5A73-BEC9-44F2-92EF-73DA6671FD2C}"/>
              </a:ext>
            </a:extLst>
          </p:cNvPr>
          <p:cNvSpPr txBox="1"/>
          <p:nvPr/>
        </p:nvSpPr>
        <p:spPr>
          <a:xfrm>
            <a:off x="9625013" y="345440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0x0000100C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3549" name="CuadroTexto 21">
            <a:extLst>
              <a:ext uri="{FF2B5EF4-FFF2-40B4-BE49-F238E27FC236}">
                <a16:creationId xmlns:a16="http://schemas.microsoft.com/office/drawing/2014/main" id="{3F007859-41D4-439F-A1A5-9C42D4F432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55713"/>
            <a:ext cx="3792538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rgbClr val="C0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or x7, x7, x8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BR[7]  BR[7] | BR[8],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PC  PC + 4</a:t>
            </a:r>
            <a:endParaRPr lang="es-ES" altLang="es-ES">
              <a:solidFill>
                <a:schemeClr val="accent2"/>
              </a:solidFill>
              <a:ea typeface="ＭＳ Ｐゴシック" panose="020B0600070205080204" pitchFamily="34" charset="-128"/>
              <a:cs typeface="Courier New" panose="02070309020205020404" pitchFamily="49" charset="0"/>
            </a:endParaRPr>
          </a:p>
        </p:txBody>
      </p:sp>
      <p:sp>
        <p:nvSpPr>
          <p:cNvPr id="273550" name="CuadroTexto 33">
            <a:extLst>
              <a:ext uri="{FF2B5EF4-FFF2-40B4-BE49-F238E27FC236}">
                <a16:creationId xmlns:a16="http://schemas.microsoft.com/office/drawing/2014/main" id="{A45BD2E6-77F0-4637-B9F4-FDE46D7A1F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473233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0x00001008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52" name="CuadroTexto 51">
            <a:extLst>
              <a:ext uri="{FF2B5EF4-FFF2-40B4-BE49-F238E27FC236}">
                <a16:creationId xmlns:a16="http://schemas.microsoft.com/office/drawing/2014/main" id="{4595EF96-FBAB-4EA7-BD08-4C42AC5B2197}"/>
              </a:ext>
            </a:extLst>
          </p:cNvPr>
          <p:cNvSpPr txBox="1"/>
          <p:nvPr/>
        </p:nvSpPr>
        <p:spPr>
          <a:xfrm>
            <a:off x="8162925" y="481330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0x0000000A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grpSp>
        <p:nvGrpSpPr>
          <p:cNvPr id="273552" name="Grupo 55">
            <a:extLst>
              <a:ext uri="{FF2B5EF4-FFF2-40B4-BE49-F238E27FC236}">
                <a16:creationId xmlns:a16="http://schemas.microsoft.com/office/drawing/2014/main" id="{DFEE66AF-1AB0-4D8C-858B-0517674DBC9F}"/>
              </a:ext>
            </a:extLst>
          </p:cNvPr>
          <p:cNvGrpSpPr>
            <a:grpSpLocks/>
          </p:cNvGrpSpPr>
          <p:nvPr/>
        </p:nvGrpSpPr>
        <p:grpSpPr bwMode="auto">
          <a:xfrm>
            <a:off x="2235200" y="4702175"/>
            <a:ext cx="273050" cy="358775"/>
            <a:chOff x="3461720" y="5301083"/>
            <a:chExt cx="273150" cy="359158"/>
          </a:xfrm>
        </p:grpSpPr>
        <p:cxnSp>
          <p:nvCxnSpPr>
            <p:cNvPr id="57" name="Conector recto de flecha 56">
              <a:extLst>
                <a:ext uri="{FF2B5EF4-FFF2-40B4-BE49-F238E27FC236}">
                  <a16:creationId xmlns:a16="http://schemas.microsoft.com/office/drawing/2014/main" id="{E80B44DA-FB44-4918-8733-9AFCB20408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595119" y="5301083"/>
              <a:ext cx="0" cy="359158"/>
            </a:xfrm>
            <a:prstGeom prst="straightConnector1">
              <a:avLst/>
            </a:prstGeom>
            <a:ln w="2857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recto 57">
              <a:extLst>
                <a:ext uri="{FF2B5EF4-FFF2-40B4-BE49-F238E27FC236}">
                  <a16:creationId xmlns:a16="http://schemas.microsoft.com/office/drawing/2014/main" id="{F5FC635F-71E6-4B09-A102-3F0C74ADAB5C}"/>
                </a:ext>
              </a:extLst>
            </p:cNvPr>
            <p:cNvCxnSpPr/>
            <p:nvPr/>
          </p:nvCxnSpPr>
          <p:spPr>
            <a:xfrm>
              <a:off x="3595119" y="531379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Conector recto 67">
              <a:extLst>
                <a:ext uri="{FF2B5EF4-FFF2-40B4-BE49-F238E27FC236}">
                  <a16:creationId xmlns:a16="http://schemas.microsoft.com/office/drawing/2014/main" id="{165D1E0D-5342-41C2-B07F-A038BB2CF8D5}"/>
                </a:ext>
              </a:extLst>
            </p:cNvPr>
            <p:cNvCxnSpPr/>
            <p:nvPr/>
          </p:nvCxnSpPr>
          <p:spPr>
            <a:xfrm>
              <a:off x="3461720" y="564911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3553" name="Grupo 74">
            <a:extLst>
              <a:ext uri="{FF2B5EF4-FFF2-40B4-BE49-F238E27FC236}">
                <a16:creationId xmlns:a16="http://schemas.microsoft.com/office/drawing/2014/main" id="{DABD84EF-89FF-4C65-BB9A-1504A0212082}"/>
              </a:ext>
            </a:extLst>
          </p:cNvPr>
          <p:cNvGrpSpPr>
            <a:grpSpLocks/>
          </p:cNvGrpSpPr>
          <p:nvPr/>
        </p:nvGrpSpPr>
        <p:grpSpPr bwMode="auto">
          <a:xfrm>
            <a:off x="5834063" y="4854575"/>
            <a:ext cx="273050" cy="358775"/>
            <a:chOff x="3461720" y="5301083"/>
            <a:chExt cx="273150" cy="359158"/>
          </a:xfrm>
        </p:grpSpPr>
        <p:cxnSp>
          <p:nvCxnSpPr>
            <p:cNvPr id="76" name="Conector recto de flecha 75">
              <a:extLst>
                <a:ext uri="{FF2B5EF4-FFF2-40B4-BE49-F238E27FC236}">
                  <a16:creationId xmlns:a16="http://schemas.microsoft.com/office/drawing/2014/main" id="{373F879E-9DE9-4FA5-BC0B-A3DEBF4CF03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595119" y="5301083"/>
              <a:ext cx="0" cy="359158"/>
            </a:xfrm>
            <a:prstGeom prst="straightConnector1">
              <a:avLst/>
            </a:prstGeom>
            <a:ln w="2857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Conector recto 76">
              <a:extLst>
                <a:ext uri="{FF2B5EF4-FFF2-40B4-BE49-F238E27FC236}">
                  <a16:creationId xmlns:a16="http://schemas.microsoft.com/office/drawing/2014/main" id="{476490BE-E42E-494C-92F3-680EECAE5075}"/>
                </a:ext>
              </a:extLst>
            </p:cNvPr>
            <p:cNvCxnSpPr/>
            <p:nvPr/>
          </p:nvCxnSpPr>
          <p:spPr>
            <a:xfrm>
              <a:off x="3595119" y="531379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Conector recto 78">
              <a:extLst>
                <a:ext uri="{FF2B5EF4-FFF2-40B4-BE49-F238E27FC236}">
                  <a16:creationId xmlns:a16="http://schemas.microsoft.com/office/drawing/2014/main" id="{582CD794-8857-46FA-9B52-DB6032D17C69}"/>
                </a:ext>
              </a:extLst>
            </p:cNvPr>
            <p:cNvCxnSpPr/>
            <p:nvPr/>
          </p:nvCxnSpPr>
          <p:spPr>
            <a:xfrm>
              <a:off x="3461720" y="564911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Forma libre 79">
            <a:extLst>
              <a:ext uri="{FF2B5EF4-FFF2-40B4-BE49-F238E27FC236}">
                <a16:creationId xmlns:a16="http://schemas.microsoft.com/office/drawing/2014/main" id="{A7A0AB26-4FE5-488F-A794-B9B58A507B16}"/>
              </a:ext>
            </a:extLst>
          </p:cNvPr>
          <p:cNvSpPr/>
          <p:nvPr/>
        </p:nvSpPr>
        <p:spPr>
          <a:xfrm>
            <a:off x="1997075" y="4114800"/>
            <a:ext cx="415925" cy="600075"/>
          </a:xfrm>
          <a:custGeom>
            <a:avLst/>
            <a:gdLst>
              <a:gd name="connsiteX0" fmla="*/ 0 w 416767"/>
              <a:gd name="connsiteY0" fmla="*/ 601047 h 601047"/>
              <a:gd name="connsiteX1" fmla="*/ 161731 w 416767"/>
              <a:gd name="connsiteY1" fmla="*/ 3888 h 601047"/>
              <a:gd name="connsiteX2" fmla="*/ 416767 w 416767"/>
              <a:gd name="connsiteY2" fmla="*/ 389554 h 601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6767" h="601047">
                <a:moveTo>
                  <a:pt x="0" y="601047"/>
                </a:moveTo>
                <a:cubicBezTo>
                  <a:pt x="46135" y="320092"/>
                  <a:pt x="92270" y="39137"/>
                  <a:pt x="161731" y="3888"/>
                </a:cubicBezTo>
                <a:cubicBezTo>
                  <a:pt x="231192" y="-31361"/>
                  <a:pt x="323979" y="179096"/>
                  <a:pt x="416767" y="389554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5" name="Tabla 34">
            <a:extLst>
              <a:ext uri="{FF2B5EF4-FFF2-40B4-BE49-F238E27FC236}">
                <a16:creationId xmlns:a16="http://schemas.microsoft.com/office/drawing/2014/main" id="{44950591-C8CB-4ED3-BBE4-F56E36A313D1}"/>
              </a:ext>
            </a:extLst>
          </p:cNvPr>
          <p:cNvGraphicFramePr>
            <a:graphicFrameLocks noGrp="1"/>
          </p:cNvGraphicFramePr>
          <p:nvPr/>
        </p:nvGraphicFramePr>
        <p:xfrm>
          <a:off x="6686550" y="998538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rgbClr val="C00000"/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0x0000000E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6" name="Tabla 35">
            <a:extLst>
              <a:ext uri="{FF2B5EF4-FFF2-40B4-BE49-F238E27FC236}">
                <a16:creationId xmlns:a16="http://schemas.microsoft.com/office/drawing/2014/main" id="{0E88934E-0C8E-4405-907F-5C0E28EB857C}"/>
              </a:ext>
            </a:extLst>
          </p:cNvPr>
          <p:cNvGraphicFramePr>
            <a:graphicFrameLocks noGrp="1"/>
          </p:cNvGraphicFramePr>
          <p:nvPr/>
        </p:nvGraphicFramePr>
        <p:xfrm>
          <a:off x="4579938" y="993775"/>
          <a:ext cx="2595562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37" name="Tabla 36">
            <a:extLst>
              <a:ext uri="{FF2B5EF4-FFF2-40B4-BE49-F238E27FC236}">
                <a16:creationId xmlns:a16="http://schemas.microsoft.com/office/drawing/2014/main" id="{7D6D72D6-0C36-469F-AFB2-B704103A3165}"/>
              </a:ext>
            </a:extLst>
          </p:cNvPr>
          <p:cNvGraphicFramePr>
            <a:graphicFrameLocks noGrp="1"/>
          </p:cNvGraphicFramePr>
          <p:nvPr/>
        </p:nvGraphicFramePr>
        <p:xfrm>
          <a:off x="9275763" y="998538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8" name="Forma libre 37">
            <a:extLst>
              <a:ext uri="{FF2B5EF4-FFF2-40B4-BE49-F238E27FC236}">
                <a16:creationId xmlns:a16="http://schemas.microsoft.com/office/drawing/2014/main" id="{950CD982-AE31-4BEC-9A10-6973CBB36C02}"/>
              </a:ext>
            </a:extLst>
          </p:cNvPr>
          <p:cNvSpPr/>
          <p:nvPr/>
        </p:nvSpPr>
        <p:spPr>
          <a:xfrm>
            <a:off x="4957763" y="1390650"/>
            <a:ext cx="2403475" cy="3198813"/>
          </a:xfrm>
          <a:custGeom>
            <a:avLst/>
            <a:gdLst>
              <a:gd name="connsiteX0" fmla="*/ 2452 w 2229358"/>
              <a:gd name="connsiteY0" fmla="*/ 3365241 h 3365241"/>
              <a:gd name="connsiteX1" fmla="*/ 357016 w 2229358"/>
              <a:gd name="connsiteY1" fmla="*/ 1648408 h 3365241"/>
              <a:gd name="connsiteX2" fmla="*/ 2229358 w 2229358"/>
              <a:gd name="connsiteY2" fmla="*/ 0 h 3365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29358" h="3365241">
                <a:moveTo>
                  <a:pt x="2452" y="3365241"/>
                </a:moveTo>
                <a:cubicBezTo>
                  <a:pt x="-5842" y="2787261"/>
                  <a:pt x="-14135" y="2209281"/>
                  <a:pt x="357016" y="1648408"/>
                </a:cubicBezTo>
                <a:cubicBezTo>
                  <a:pt x="728167" y="1087535"/>
                  <a:pt x="1478762" y="543767"/>
                  <a:pt x="2229358" y="0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0" name="Forma libre 39">
            <a:extLst>
              <a:ext uri="{FF2B5EF4-FFF2-40B4-BE49-F238E27FC236}">
                <a16:creationId xmlns:a16="http://schemas.microsoft.com/office/drawing/2014/main" id="{F5D46168-63A1-4C40-8474-BA3617FC7631}"/>
              </a:ext>
            </a:extLst>
          </p:cNvPr>
          <p:cNvSpPr/>
          <p:nvPr/>
        </p:nvSpPr>
        <p:spPr>
          <a:xfrm>
            <a:off x="5427663" y="1389063"/>
            <a:ext cx="2635250" cy="3810000"/>
          </a:xfrm>
          <a:custGeom>
            <a:avLst/>
            <a:gdLst>
              <a:gd name="connsiteX0" fmla="*/ 2452 w 2229358"/>
              <a:gd name="connsiteY0" fmla="*/ 3365241 h 3365241"/>
              <a:gd name="connsiteX1" fmla="*/ 357016 w 2229358"/>
              <a:gd name="connsiteY1" fmla="*/ 1648408 h 3365241"/>
              <a:gd name="connsiteX2" fmla="*/ 2229358 w 2229358"/>
              <a:gd name="connsiteY2" fmla="*/ 0 h 3365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29358" h="3365241">
                <a:moveTo>
                  <a:pt x="2452" y="3365241"/>
                </a:moveTo>
                <a:cubicBezTo>
                  <a:pt x="-5842" y="2787261"/>
                  <a:pt x="-14135" y="2209281"/>
                  <a:pt x="357016" y="1648408"/>
                </a:cubicBezTo>
                <a:cubicBezTo>
                  <a:pt x="728167" y="1087535"/>
                  <a:pt x="1478762" y="543767"/>
                  <a:pt x="2229358" y="0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41" name="Elipse 40">
            <a:extLst>
              <a:ext uri="{FF2B5EF4-FFF2-40B4-BE49-F238E27FC236}">
                <a16:creationId xmlns:a16="http://schemas.microsoft.com/office/drawing/2014/main" id="{5CFCCCF2-F7CB-41A8-B9C2-C5D14AD0CB99}"/>
              </a:ext>
            </a:extLst>
          </p:cNvPr>
          <p:cNvSpPr/>
          <p:nvPr/>
        </p:nvSpPr>
        <p:spPr>
          <a:xfrm>
            <a:off x="9101138" y="5556250"/>
            <a:ext cx="1689100" cy="549275"/>
          </a:xfrm>
          <a:prstGeom prst="ellipse">
            <a:avLst/>
          </a:prstGeom>
          <a:ln>
            <a:solidFill>
              <a:schemeClr val="accent2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900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…00110 (6)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900" b="1" u="sng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OR …01010 (A)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900" b="1" dirty="0">
                <a:solidFill>
                  <a:schemeClr val="bg1">
                    <a:lumMod val="10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 …01110 (E)</a:t>
            </a:r>
          </a:p>
        </p:txBody>
      </p:sp>
      <p:cxnSp>
        <p:nvCxnSpPr>
          <p:cNvPr id="51" name="Conector recto 50">
            <a:extLst>
              <a:ext uri="{FF2B5EF4-FFF2-40B4-BE49-F238E27FC236}">
                <a16:creationId xmlns:a16="http://schemas.microsoft.com/office/drawing/2014/main" id="{92A43090-95B8-4430-BE93-2FD4FBB1ACB3}"/>
              </a:ext>
            </a:extLst>
          </p:cNvPr>
          <p:cNvCxnSpPr>
            <a:cxnSpLocks/>
            <a:stCxn id="41" idx="2"/>
            <a:endCxn id="106" idx="2"/>
          </p:cNvCxnSpPr>
          <p:nvPr/>
        </p:nvCxnSpPr>
        <p:spPr>
          <a:xfrm flipH="1" flipV="1">
            <a:off x="7978775" y="4524375"/>
            <a:ext cx="1122363" cy="1306513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Conector recto 82">
            <a:extLst>
              <a:ext uri="{FF2B5EF4-FFF2-40B4-BE49-F238E27FC236}">
                <a16:creationId xmlns:a16="http://schemas.microsoft.com/office/drawing/2014/main" id="{067EB3D7-C418-48AA-A7E9-0ED9D8FE7ACC}"/>
              </a:ext>
            </a:extLst>
          </p:cNvPr>
          <p:cNvCxnSpPr>
            <a:cxnSpLocks/>
            <a:stCxn id="41" idx="7"/>
            <a:endCxn id="106" idx="2"/>
          </p:cNvCxnSpPr>
          <p:nvPr/>
        </p:nvCxnSpPr>
        <p:spPr>
          <a:xfrm flipH="1" flipV="1">
            <a:off x="7978775" y="4524375"/>
            <a:ext cx="2563813" cy="1112838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Box 50">
            <a:extLst>
              <a:ext uri="{FF2B5EF4-FFF2-40B4-BE49-F238E27FC236}">
                <a16:creationId xmlns:a16="http://schemas.microsoft.com/office/drawing/2014/main" id="{D5AA0263-CEC0-476D-A8C1-7854AC59E5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0" name="Marcador de número de diapositiva 29">
            <a:extLst>
              <a:ext uri="{FF2B5EF4-FFF2-40B4-BE49-F238E27FC236}">
                <a16:creationId xmlns:a16="http://schemas.microsoft.com/office/drawing/2014/main" id="{B727380B-B9A9-4665-9B13-1A12CC3B17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5A17F7EC-720C-40F5-9BF1-91CF06420895}" type="slidenum">
              <a:rPr lang="es-ES" altLang="es-ES">
                <a:solidFill>
                  <a:srgbClr val="171717"/>
                </a:solidFill>
              </a:rPr>
              <a:pPr/>
              <a:t>136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49EEFCD-265A-4BA4-8272-839FEF83C1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1413" y="-3175"/>
            <a:ext cx="9906000" cy="1477963"/>
          </a:xfrm>
        </p:spPr>
        <p:txBody>
          <a:bodyPr/>
          <a:lstStyle/>
          <a:p>
            <a:pPr fontAlgn="auto">
              <a:spcAft>
                <a:spcPts val="0"/>
              </a:spcAft>
              <a:defRPr/>
            </a:pPr>
            <a:r>
              <a:rPr lang="es-ES" sz="4400" dirty="0">
                <a:latin typeface="Rockwell" panose="02060603020205020403" pitchFamily="18" charset="0"/>
              </a:rPr>
              <a:t>procesador monociclo:</a:t>
            </a:r>
            <a:br>
              <a:rPr lang="es-ES" sz="4400" dirty="0">
                <a:latin typeface="Rockwell" panose="02060603020205020403" pitchFamily="18" charset="0"/>
              </a:rPr>
            </a:br>
            <a:r>
              <a:rPr lang="es-ES" sz="3200" dirty="0">
                <a:solidFill>
                  <a:schemeClr val="accent2"/>
                </a:solidFill>
                <a:latin typeface="Rockwell" panose="02060603020205020403" pitchFamily="18" charset="0"/>
              </a:rPr>
              <a:t>simulación</a:t>
            </a:r>
            <a:endParaRPr lang="es-ES" sz="4400" dirty="0">
              <a:latin typeface="Rockwell" panose="02060603020205020403" pitchFamily="18" charset="0"/>
            </a:endParaRP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1CC1F5D4-D3D3-4F70-895C-CBC83C83D429}"/>
              </a:ext>
            </a:extLst>
          </p:cNvPr>
          <p:cNvSpPr/>
          <p:nvPr/>
        </p:nvSpPr>
        <p:spPr>
          <a:xfrm>
            <a:off x="3967163" y="2376488"/>
            <a:ext cx="7356475" cy="568325"/>
          </a:xfrm>
          <a:prstGeom prst="rect">
            <a:avLst/>
          </a:prstGeom>
          <a:solidFill>
            <a:schemeClr val="bg1">
              <a:lumMod val="9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b="1" dirty="0">
                <a:solidFill>
                  <a:schemeClr val="bg1">
                    <a:lumMod val="10000"/>
                  </a:schemeClr>
                </a:solidFill>
              </a:rPr>
              <a:t>Unidad de Control</a:t>
            </a:r>
          </a:p>
        </p:txBody>
      </p:sp>
      <p:sp>
        <p:nvSpPr>
          <p:cNvPr id="5" name="Forma libre 4">
            <a:extLst>
              <a:ext uri="{FF2B5EF4-FFF2-40B4-BE49-F238E27FC236}">
                <a16:creationId xmlns:a16="http://schemas.microsoft.com/office/drawing/2014/main" id="{5AB2CB84-080A-4064-ABAA-FD1899EB6F8A}"/>
              </a:ext>
            </a:extLst>
          </p:cNvPr>
          <p:cNvSpPr/>
          <p:nvPr/>
        </p:nvSpPr>
        <p:spPr>
          <a:xfrm>
            <a:off x="1085850" y="3136900"/>
            <a:ext cx="2733675" cy="1362075"/>
          </a:xfrm>
          <a:custGeom>
            <a:avLst/>
            <a:gdLst>
              <a:gd name="connsiteX0" fmla="*/ 2482850 w 2733675"/>
              <a:gd name="connsiteY0" fmla="*/ 447675 h 1362075"/>
              <a:gd name="connsiteX1" fmla="*/ 2733675 w 2733675"/>
              <a:gd name="connsiteY1" fmla="*/ 447675 h 1362075"/>
              <a:gd name="connsiteX2" fmla="*/ 2733675 w 2733675"/>
              <a:gd name="connsiteY2" fmla="*/ 0 h 1362075"/>
              <a:gd name="connsiteX3" fmla="*/ 2613025 w 2733675"/>
              <a:gd name="connsiteY3" fmla="*/ 0 h 1362075"/>
              <a:gd name="connsiteX4" fmla="*/ 0 w 2733675"/>
              <a:gd name="connsiteY4" fmla="*/ 0 h 1362075"/>
              <a:gd name="connsiteX5" fmla="*/ 0 w 2733675"/>
              <a:gd name="connsiteY5" fmla="*/ 809625 h 1362075"/>
              <a:gd name="connsiteX6" fmla="*/ 0 w 2733675"/>
              <a:gd name="connsiteY6" fmla="*/ 1362075 h 1362075"/>
              <a:gd name="connsiteX7" fmla="*/ 149225 w 2733675"/>
              <a:gd name="connsiteY7" fmla="*/ 1362075 h 1362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33675" h="1362075">
                <a:moveTo>
                  <a:pt x="2482850" y="447675"/>
                </a:moveTo>
                <a:lnTo>
                  <a:pt x="2733675" y="447675"/>
                </a:lnTo>
                <a:lnTo>
                  <a:pt x="2733675" y="0"/>
                </a:lnTo>
                <a:lnTo>
                  <a:pt x="2613025" y="0"/>
                </a:lnTo>
                <a:lnTo>
                  <a:pt x="0" y="0"/>
                </a:lnTo>
                <a:lnTo>
                  <a:pt x="0" y="809625"/>
                </a:lnTo>
                <a:lnTo>
                  <a:pt x="0" y="1362075"/>
                </a:lnTo>
                <a:lnTo>
                  <a:pt x="149225" y="136207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Forma libre 5">
            <a:extLst>
              <a:ext uri="{FF2B5EF4-FFF2-40B4-BE49-F238E27FC236}">
                <a16:creationId xmlns:a16="http://schemas.microsoft.com/office/drawing/2014/main" id="{34F41A85-2B75-443F-85B6-C5B1B30C5952}"/>
              </a:ext>
            </a:extLst>
          </p:cNvPr>
          <p:cNvSpPr/>
          <p:nvPr/>
        </p:nvSpPr>
        <p:spPr>
          <a:xfrm>
            <a:off x="6423025" y="5651500"/>
            <a:ext cx="323850" cy="0"/>
          </a:xfrm>
          <a:custGeom>
            <a:avLst/>
            <a:gdLst>
              <a:gd name="connsiteX0" fmla="*/ 0 w 323850"/>
              <a:gd name="connsiteY0" fmla="*/ 0 h 0"/>
              <a:gd name="connsiteX1" fmla="*/ 323850 w 32385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3850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8" name="Text Box 72">
            <a:extLst>
              <a:ext uri="{FF2B5EF4-FFF2-40B4-BE49-F238E27FC236}">
                <a16:creationId xmlns:a16="http://schemas.microsoft.com/office/drawing/2014/main" id="{A384528A-7244-416E-89CA-8DFDC54444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0400" y="5772150"/>
            <a:ext cx="1873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9" name="Line 70">
            <a:extLst>
              <a:ext uri="{FF2B5EF4-FFF2-40B4-BE49-F238E27FC236}">
                <a16:creationId xmlns:a16="http://schemas.microsoft.com/office/drawing/2014/main" id="{918010AC-EF69-4F83-B31B-31B14566BB20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5718175" y="582295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28F06B44-E441-4440-B709-E13FBA39955C}"/>
              </a:ext>
            </a:extLst>
          </p:cNvPr>
          <p:cNvSpPr/>
          <p:nvPr/>
        </p:nvSpPr>
        <p:spPr>
          <a:xfrm flipV="1">
            <a:off x="6373813" y="4446588"/>
            <a:ext cx="23177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7BF40582-A7BB-4DAE-ADF3-6BDC5CDC4D5E}"/>
              </a:ext>
            </a:extLst>
          </p:cNvPr>
          <p:cNvSpPr/>
          <p:nvPr/>
        </p:nvSpPr>
        <p:spPr>
          <a:xfrm>
            <a:off x="6372225" y="4494213"/>
            <a:ext cx="576263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9A1A1BF8-4B5E-4C0F-89B5-D8D9147B6D6A}"/>
              </a:ext>
            </a:extLst>
          </p:cNvPr>
          <p:cNvSpPr/>
          <p:nvPr/>
        </p:nvSpPr>
        <p:spPr>
          <a:xfrm>
            <a:off x="8221663" y="4421188"/>
            <a:ext cx="641350" cy="5080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" name="Forma libre 12">
            <a:extLst>
              <a:ext uri="{FF2B5EF4-FFF2-40B4-BE49-F238E27FC236}">
                <a16:creationId xmlns:a16="http://schemas.microsoft.com/office/drawing/2014/main" id="{84519C9F-7B1C-4A38-A805-E5C66317BABE}"/>
              </a:ext>
            </a:extLst>
          </p:cNvPr>
          <p:cNvSpPr/>
          <p:nvPr/>
        </p:nvSpPr>
        <p:spPr>
          <a:xfrm flipV="1">
            <a:off x="4356100" y="44465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>
              <a:solidFill>
                <a:srgbClr val="7030A0"/>
              </a:solidFill>
            </a:endParaRPr>
          </a:p>
        </p:txBody>
      </p:sp>
      <p:grpSp>
        <p:nvGrpSpPr>
          <p:cNvPr id="275467" name="Grupo 13">
            <a:extLst>
              <a:ext uri="{FF2B5EF4-FFF2-40B4-BE49-F238E27FC236}">
                <a16:creationId xmlns:a16="http://schemas.microsoft.com/office/drawing/2014/main" id="{C0F8ECF5-136A-482C-8C69-74F4D8E73D0A}"/>
              </a:ext>
            </a:extLst>
          </p:cNvPr>
          <p:cNvGrpSpPr>
            <a:grpSpLocks/>
          </p:cNvGrpSpPr>
          <p:nvPr/>
        </p:nvGrpSpPr>
        <p:grpSpPr bwMode="auto">
          <a:xfrm>
            <a:off x="5083175" y="3984625"/>
            <a:ext cx="1438275" cy="1117600"/>
            <a:chOff x="5082577" y="3984167"/>
            <a:chExt cx="1438275" cy="1117601"/>
          </a:xfrm>
        </p:grpSpPr>
        <p:sp>
          <p:nvSpPr>
            <p:cNvPr id="15" name="Text Box 37">
              <a:extLst>
                <a:ext uri="{FF2B5EF4-FFF2-40B4-BE49-F238E27FC236}">
                  <a16:creationId xmlns:a16="http://schemas.microsoft.com/office/drawing/2014/main" id="{9CABE214-A497-4F09-B555-89B03084C5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887456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" name="Text Box 32">
              <a:extLst>
                <a:ext uri="{FF2B5EF4-FFF2-40B4-BE49-F238E27FC236}">
                  <a16:creationId xmlns:a16="http://schemas.microsoft.com/office/drawing/2014/main" id="{D9790833-D9E7-4902-B0B9-94DCE5529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2102" y="4658856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7" name="Text Box 22">
              <a:extLst>
                <a:ext uri="{FF2B5EF4-FFF2-40B4-BE49-F238E27FC236}">
                  <a16:creationId xmlns:a16="http://schemas.microsoft.com/office/drawing/2014/main" id="{FFAE8B63-19DA-4240-B5C6-71797EB083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328655"/>
              <a:ext cx="29845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24EDB35B-04E3-4B84-9891-574C0EC148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2577" y="44302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19" name="Text Box 14">
              <a:extLst>
                <a:ext uri="{FF2B5EF4-FFF2-40B4-BE49-F238E27FC236}">
                  <a16:creationId xmlns:a16="http://schemas.microsoft.com/office/drawing/2014/main" id="{A09643BB-8169-426D-BF94-DC70080050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2402" y="40730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" name="Text Box 27">
              <a:extLst>
                <a:ext uri="{FF2B5EF4-FFF2-40B4-BE49-F238E27FC236}">
                  <a16:creationId xmlns:a16="http://schemas.microsoft.com/office/drawing/2014/main" id="{9BB9D970-5713-457F-BB0B-BA18C2DBE6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927" y="4214355"/>
              <a:ext cx="241300" cy="2143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5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7DEC979A-CD4F-4442-88B6-B88BA8AFA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565" y="4128630"/>
              <a:ext cx="936625" cy="935038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" name="Line 8">
              <a:extLst>
                <a:ext uri="{FF2B5EF4-FFF2-40B4-BE49-F238E27FC236}">
                  <a16:creationId xmlns:a16="http://schemas.microsoft.com/office/drawing/2014/main" id="{9D79439A-797E-4501-A2E9-206B2921C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65" y="44905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" name="Line 9">
              <a:extLst>
                <a:ext uri="{FF2B5EF4-FFF2-40B4-BE49-F238E27FC236}">
                  <a16:creationId xmlns:a16="http://schemas.microsoft.com/office/drawing/2014/main" id="{420E2C8F-CF38-486E-80D8-3645AB5E2E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65" y="44191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" name="Line 12">
              <a:extLst>
                <a:ext uri="{FF2B5EF4-FFF2-40B4-BE49-F238E27FC236}">
                  <a16:creationId xmlns:a16="http://schemas.microsoft.com/office/drawing/2014/main" id="{CA7F2C7B-556C-4605-A8A6-FEEAE0826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190" y="42318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" name="Line 13">
              <a:extLst>
                <a:ext uri="{FF2B5EF4-FFF2-40B4-BE49-F238E27FC236}">
                  <a16:creationId xmlns:a16="http://schemas.microsoft.com/office/drawing/2014/main" id="{47214020-D259-469D-B3B3-DA0619E04F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4802" y="4160380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" name="Text Box 15">
              <a:extLst>
                <a:ext uri="{FF2B5EF4-FFF2-40B4-BE49-F238E27FC236}">
                  <a16:creationId xmlns:a16="http://schemas.microsoft.com/office/drawing/2014/main" id="{64A3216A-F682-4C25-8315-25FBF6C91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90" y="4400092"/>
              <a:ext cx="2984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DB</a:t>
              </a:r>
            </a:p>
          </p:txBody>
        </p:sp>
        <p:sp>
          <p:nvSpPr>
            <p:cNvPr id="29" name="Text Box 16">
              <a:extLst>
                <a:ext uri="{FF2B5EF4-FFF2-40B4-BE49-F238E27FC236}">
                  <a16:creationId xmlns:a16="http://schemas.microsoft.com/office/drawing/2014/main" id="{833368AD-1803-46F4-A338-AE1E6EB2A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2227" y="4114342"/>
              <a:ext cx="252413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A</a:t>
              </a:r>
            </a:p>
          </p:txBody>
        </p:sp>
        <p:sp>
          <p:nvSpPr>
            <p:cNvPr id="31" name="Text Box 17">
              <a:extLst>
                <a:ext uri="{FF2B5EF4-FFF2-40B4-BE49-F238E27FC236}">
                  <a16:creationId xmlns:a16="http://schemas.microsoft.com/office/drawing/2014/main" id="{F730D7F4-BCD4-4EDE-A412-CB709BBB11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0577" y="4079417"/>
              <a:ext cx="420688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2" name="Line 18">
              <a:extLst>
                <a:ext uri="{FF2B5EF4-FFF2-40B4-BE49-F238E27FC236}">
                  <a16:creationId xmlns:a16="http://schemas.microsoft.com/office/drawing/2014/main" id="{FD41B1FB-F64C-47E5-A11F-F7ACFF675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365" y="3984167"/>
              <a:ext cx="0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39" name="Line 20">
              <a:extLst>
                <a:ext uri="{FF2B5EF4-FFF2-40B4-BE49-F238E27FC236}">
                  <a16:creationId xmlns:a16="http://schemas.microsoft.com/office/drawing/2014/main" id="{580E31F4-2869-41AD-915B-1EABEE55EE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1777" y="449375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2" name="Line 21">
              <a:extLst>
                <a:ext uri="{FF2B5EF4-FFF2-40B4-BE49-F238E27FC236}">
                  <a16:creationId xmlns:a16="http://schemas.microsoft.com/office/drawing/2014/main" id="{E1E434D9-92E3-4C50-8223-F265AFDDDB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6390" y="4422317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2017358C-F227-4476-922E-BE4805522C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3815" y="4376280"/>
              <a:ext cx="2365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</a:t>
              </a:r>
            </a:p>
          </p:txBody>
        </p:sp>
        <p:sp>
          <p:nvSpPr>
            <p:cNvPr id="44" name="Line 25">
              <a:extLst>
                <a:ext uri="{FF2B5EF4-FFF2-40B4-BE49-F238E27FC236}">
                  <a16:creationId xmlns:a16="http://schemas.microsoft.com/office/drawing/2014/main" id="{5D03DF7B-605F-4C03-95CD-B6329D846B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2746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6" name="Line 26">
              <a:extLst>
                <a:ext uri="{FF2B5EF4-FFF2-40B4-BE49-F238E27FC236}">
                  <a16:creationId xmlns:a16="http://schemas.microsoft.com/office/drawing/2014/main" id="{C5A1CE17-A9D2-49A2-B435-1CABF67B13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203242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3068710A-F05F-4546-83B2-A949F247D0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184192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</a:t>
              </a:r>
            </a:p>
          </p:txBody>
        </p:sp>
        <p:sp>
          <p:nvSpPr>
            <p:cNvPr id="48" name="Line 30">
              <a:extLst>
                <a:ext uri="{FF2B5EF4-FFF2-40B4-BE49-F238E27FC236}">
                  <a16:creationId xmlns:a16="http://schemas.microsoft.com/office/drawing/2014/main" id="{C926498D-5576-47C8-AE63-80A8CA82E1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7223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49" name="Line 31">
              <a:extLst>
                <a:ext uri="{FF2B5EF4-FFF2-40B4-BE49-F238E27FC236}">
                  <a16:creationId xmlns:a16="http://schemas.microsoft.com/office/drawing/2014/main" id="{8112ECC4-26A3-43DB-9C4E-79A40AC8E0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6509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0" name="Text Box 33">
              <a:extLst>
                <a:ext uri="{FF2B5EF4-FFF2-40B4-BE49-F238E27FC236}">
                  <a16:creationId xmlns:a16="http://schemas.microsoft.com/office/drawing/2014/main" id="{047CC6D9-CF90-41F3-BE4B-EA018DC36C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631868"/>
              <a:ext cx="309562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DC</a:t>
              </a:r>
            </a:p>
          </p:txBody>
        </p:sp>
        <p:sp>
          <p:nvSpPr>
            <p:cNvPr id="54" name="Line 35">
              <a:extLst>
                <a:ext uri="{FF2B5EF4-FFF2-40B4-BE49-F238E27FC236}">
                  <a16:creationId xmlns:a16="http://schemas.microsoft.com/office/drawing/2014/main" id="{580E37D1-0CF3-43BF-91C4-0A8789B4DC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7190" y="493825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59" name="Line 36">
              <a:extLst>
                <a:ext uri="{FF2B5EF4-FFF2-40B4-BE49-F238E27FC236}">
                  <a16:creationId xmlns:a16="http://schemas.microsoft.com/office/drawing/2014/main" id="{058CDA3F-7821-46E4-8514-D2DFFBE2D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57190" y="4866818"/>
              <a:ext cx="73025" cy="144463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0" name="Text Box 38">
              <a:extLst>
                <a:ext uri="{FF2B5EF4-FFF2-40B4-BE49-F238E27FC236}">
                  <a16:creationId xmlns:a16="http://schemas.microsoft.com/office/drawing/2014/main" id="{A1453315-8CFE-44EB-8B2B-BA9447EDDE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9115" y="4847768"/>
              <a:ext cx="247650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C</a:t>
              </a:r>
            </a:p>
          </p:txBody>
        </p:sp>
        <p:sp>
          <p:nvSpPr>
            <p:cNvPr id="61" name="Text Box 39">
              <a:extLst>
                <a:ext uri="{FF2B5EF4-FFF2-40B4-BE49-F238E27FC236}">
                  <a16:creationId xmlns:a16="http://schemas.microsoft.com/office/drawing/2014/main" id="{40E4AE7D-9EB8-4247-849C-A42FB8C79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7552" y="4415967"/>
              <a:ext cx="671513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Banco de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Registros</a:t>
              </a:r>
            </a:p>
          </p:txBody>
        </p:sp>
        <p:sp>
          <p:nvSpPr>
            <p:cNvPr id="62" name="Forma libre 61">
              <a:extLst>
                <a:ext uri="{FF2B5EF4-FFF2-40B4-BE49-F238E27FC236}">
                  <a16:creationId xmlns:a16="http://schemas.microsoft.com/office/drawing/2014/main" id="{1A47F8D6-3D85-4239-8A2E-1E862C030D41}"/>
                </a:ext>
              </a:extLst>
            </p:cNvPr>
            <p:cNvSpPr/>
            <p:nvPr/>
          </p:nvSpPr>
          <p:spPr>
            <a:xfrm>
              <a:off x="5777902" y="5008106"/>
              <a:ext cx="111125" cy="57150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grpSp>
        <p:nvGrpSpPr>
          <p:cNvPr id="275468" name="Grupo 62">
            <a:extLst>
              <a:ext uri="{FF2B5EF4-FFF2-40B4-BE49-F238E27FC236}">
                <a16:creationId xmlns:a16="http://schemas.microsoft.com/office/drawing/2014/main" id="{72F1705B-56AC-4391-9423-B86451387B63}"/>
              </a:ext>
            </a:extLst>
          </p:cNvPr>
          <p:cNvGrpSpPr>
            <a:grpSpLocks/>
          </p:cNvGrpSpPr>
          <p:nvPr/>
        </p:nvGrpSpPr>
        <p:grpSpPr bwMode="auto">
          <a:xfrm>
            <a:off x="8769350" y="3984625"/>
            <a:ext cx="1431925" cy="1119188"/>
            <a:chOff x="9014555" y="3984525"/>
            <a:chExt cx="1431925" cy="1119023"/>
          </a:xfrm>
        </p:grpSpPr>
        <p:sp>
          <p:nvSpPr>
            <p:cNvPr id="64" name="Text Box 80">
              <a:extLst>
                <a:ext uri="{FF2B5EF4-FFF2-40B4-BE49-F238E27FC236}">
                  <a16:creationId xmlns:a16="http://schemas.microsoft.com/office/drawing/2014/main" id="{4EA7F4A1-17A1-4C41-B54B-A02273A269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889267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5" name="Text Box 63">
              <a:extLst>
                <a:ext uri="{FF2B5EF4-FFF2-40B4-BE49-F238E27FC236}">
                  <a16:creationId xmlns:a16="http://schemas.microsoft.com/office/drawing/2014/main" id="{FDDE4213-41C3-46DD-AA3D-A198645D95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14555" y="4365469"/>
              <a:ext cx="298450" cy="214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66" name="Rectangle 59">
              <a:extLst>
                <a:ext uri="{FF2B5EF4-FFF2-40B4-BE49-F238E27FC236}">
                  <a16:creationId xmlns:a16="http://schemas.microsoft.com/office/drawing/2014/main" id="{03193B17-0034-447A-A2A4-C0B4C7955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2368" y="4128967"/>
              <a:ext cx="936625" cy="93489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7" name="Line 61">
              <a:extLst>
                <a:ext uri="{FF2B5EF4-FFF2-40B4-BE49-F238E27FC236}">
                  <a16:creationId xmlns:a16="http://schemas.microsoft.com/office/drawing/2014/main" id="{D92671AE-4378-4B3A-8498-B9997521C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41943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69" name="Line 62">
              <a:extLst>
                <a:ext uri="{FF2B5EF4-FFF2-40B4-BE49-F238E27FC236}">
                  <a16:creationId xmlns:a16="http://schemas.microsoft.com/office/drawing/2014/main" id="{FDC0A2C1-62BA-49FF-A28A-6EDDA87AAF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348009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0" name="Line 65">
              <a:extLst>
                <a:ext uri="{FF2B5EF4-FFF2-40B4-BE49-F238E27FC236}">
                  <a16:creationId xmlns:a16="http://schemas.microsoft.com/office/drawing/2014/main" id="{E73078DB-78E5-4D56-8497-FA9E0B2979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8993" y="4633717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B28AC2BF-0E02-450C-8029-7AC504ED1F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0430" y="4562290"/>
              <a:ext cx="73025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72" name="Text Box 67">
              <a:extLst>
                <a:ext uri="{FF2B5EF4-FFF2-40B4-BE49-F238E27FC236}">
                  <a16:creationId xmlns:a16="http://schemas.microsoft.com/office/drawing/2014/main" id="{785B9807-7384-49CB-97F6-4BB7066EF4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268" y="4471816"/>
              <a:ext cx="298450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73" name="Text Box 68">
              <a:extLst>
                <a:ext uri="{FF2B5EF4-FFF2-40B4-BE49-F238E27FC236}">
                  <a16:creationId xmlns:a16="http://schemas.microsoft.com/office/drawing/2014/main" id="{A7759B36-DAF3-427A-A8E2-9223F15836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38393" y="4328962"/>
              <a:ext cx="325437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74" name="Text Box 69">
              <a:extLst>
                <a:ext uri="{FF2B5EF4-FFF2-40B4-BE49-F238E27FC236}">
                  <a16:creationId xmlns:a16="http://schemas.microsoft.com/office/drawing/2014/main" id="{F868CD96-8113-470E-8CC7-53E6C6A4C1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5293" y="4516260"/>
              <a:ext cx="461962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R</a:t>
              </a:r>
            </a:p>
          </p:txBody>
        </p:sp>
        <p:sp>
          <p:nvSpPr>
            <p:cNvPr id="78" name="Text Box 70">
              <a:extLst>
                <a:ext uri="{FF2B5EF4-FFF2-40B4-BE49-F238E27FC236}">
                  <a16:creationId xmlns:a16="http://schemas.microsoft.com/office/drawing/2014/main" id="{7F090F3E-9741-4F5C-9FCD-48C371020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3655" y="4209917"/>
              <a:ext cx="655638" cy="3999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Datos</a:t>
              </a:r>
            </a:p>
          </p:txBody>
        </p:sp>
        <p:sp>
          <p:nvSpPr>
            <p:cNvPr id="82" name="Text Box 71">
              <a:extLst>
                <a:ext uri="{FF2B5EF4-FFF2-40B4-BE49-F238E27FC236}">
                  <a16:creationId xmlns:a16="http://schemas.microsoft.com/office/drawing/2014/main" id="{B07E071E-26DD-4CC7-A554-042856B405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1768" y="4086110"/>
              <a:ext cx="450850" cy="2158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Write</a:t>
              </a: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 </a:t>
              </a:r>
            </a:p>
          </p:txBody>
        </p:sp>
        <p:sp>
          <p:nvSpPr>
            <p:cNvPr id="84" name="Line 73">
              <a:extLst>
                <a:ext uri="{FF2B5EF4-FFF2-40B4-BE49-F238E27FC236}">
                  <a16:creationId xmlns:a16="http://schemas.microsoft.com/office/drawing/2014/main" id="{4D60B24E-EABC-414F-A3C9-D5B27BC37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7193" y="3984525"/>
              <a:ext cx="0" cy="14444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6" name="Text Box 76">
              <a:extLst>
                <a:ext uri="{FF2B5EF4-FFF2-40B4-BE49-F238E27FC236}">
                  <a16:creationId xmlns:a16="http://schemas.microsoft.com/office/drawing/2014/main" id="{C61E16FA-D9B2-45F9-85A0-6BD3C37A12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2518" y="4830538"/>
              <a:ext cx="523875" cy="214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Dato W</a:t>
              </a:r>
            </a:p>
          </p:txBody>
        </p:sp>
        <p:sp>
          <p:nvSpPr>
            <p:cNvPr id="88" name="Line 78">
              <a:extLst>
                <a:ext uri="{FF2B5EF4-FFF2-40B4-BE49-F238E27FC236}">
                  <a16:creationId xmlns:a16="http://schemas.microsoft.com/office/drawing/2014/main" id="{43F2CA36-DA47-46EF-A669-B160015000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6468" y="4943234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89" name="Line 79">
              <a:extLst>
                <a:ext uri="{FF2B5EF4-FFF2-40B4-BE49-F238E27FC236}">
                  <a16:creationId xmlns:a16="http://schemas.microsoft.com/office/drawing/2014/main" id="{94569372-751E-4FAE-A1D4-CDD8A09605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76468" y="4871807"/>
              <a:ext cx="73025" cy="14444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90" name="Forma libre 89">
              <a:extLst>
                <a:ext uri="{FF2B5EF4-FFF2-40B4-BE49-F238E27FC236}">
                  <a16:creationId xmlns:a16="http://schemas.microsoft.com/office/drawing/2014/main" id="{66532C4B-EE34-480A-81A2-5919A79747B8}"/>
                </a:ext>
              </a:extLst>
            </p:cNvPr>
            <p:cNvSpPr/>
            <p:nvPr/>
          </p:nvSpPr>
          <p:spPr>
            <a:xfrm>
              <a:off x="9698768" y="5009899"/>
              <a:ext cx="111125" cy="57142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>
                <a:solidFill>
                  <a:schemeClr val="bg1">
                    <a:lumMod val="10000"/>
                  </a:schemeClr>
                </a:solidFill>
              </a:endParaRPr>
            </a:p>
          </p:txBody>
        </p:sp>
      </p:grpSp>
      <p:sp>
        <p:nvSpPr>
          <p:cNvPr id="91" name="Text Box 48">
            <a:extLst>
              <a:ext uri="{FF2B5EF4-FFF2-40B4-BE49-F238E27FC236}">
                <a16:creationId xmlns:a16="http://schemas.microsoft.com/office/drawing/2014/main" id="{EA65D367-8BDC-4FB6-BDB6-30425D6AB3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63" y="4375150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2" name="Text Box 53">
            <a:extLst>
              <a:ext uri="{FF2B5EF4-FFF2-40B4-BE49-F238E27FC236}">
                <a16:creationId xmlns:a16="http://schemas.microsoft.com/office/drawing/2014/main" id="{18C06BED-EBD6-4620-8F3E-1A17F2C263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581525"/>
            <a:ext cx="2317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4" name="Text Box 57">
            <a:extLst>
              <a:ext uri="{FF2B5EF4-FFF2-40B4-BE49-F238E27FC236}">
                <a16:creationId xmlns:a16="http://schemas.microsoft.com/office/drawing/2014/main" id="{3FDBF299-59C9-4611-9A7D-6B350492B3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189413"/>
            <a:ext cx="231775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32</a:t>
            </a:r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id="{31E296EE-413E-4FE3-AB77-4ECC9E618B03}"/>
              </a:ext>
            </a:extLst>
          </p:cNvPr>
          <p:cNvSpPr>
            <a:spLocks/>
          </p:cNvSpPr>
          <p:nvPr/>
        </p:nvSpPr>
        <p:spPr bwMode="auto">
          <a:xfrm>
            <a:off x="7848600" y="4064000"/>
            <a:ext cx="280988" cy="669925"/>
          </a:xfrm>
          <a:custGeom>
            <a:avLst/>
            <a:gdLst>
              <a:gd name="T0" fmla="*/ 0 w 227"/>
              <a:gd name="T1" fmla="*/ 0 h 544"/>
              <a:gd name="T2" fmla="*/ 0 w 227"/>
              <a:gd name="T3" fmla="*/ 227 h 544"/>
              <a:gd name="T4" fmla="*/ 90 w 227"/>
              <a:gd name="T5" fmla="*/ 272 h 544"/>
              <a:gd name="T6" fmla="*/ 0 w 227"/>
              <a:gd name="T7" fmla="*/ 317 h 544"/>
              <a:gd name="T8" fmla="*/ 0 w 227"/>
              <a:gd name="T9" fmla="*/ 544 h 544"/>
              <a:gd name="T10" fmla="*/ 227 w 227"/>
              <a:gd name="T11" fmla="*/ 408 h 544"/>
              <a:gd name="T12" fmla="*/ 227 w 227"/>
              <a:gd name="T13" fmla="*/ 136 h 544"/>
              <a:gd name="T14" fmla="*/ 0 w 227"/>
              <a:gd name="T15" fmla="*/ 0 h 5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27"/>
              <a:gd name="T25" fmla="*/ 0 h 544"/>
              <a:gd name="T26" fmla="*/ 227 w 227"/>
              <a:gd name="T27" fmla="*/ 544 h 5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27" h="544">
                <a:moveTo>
                  <a:pt x="0" y="0"/>
                </a:moveTo>
                <a:lnTo>
                  <a:pt x="0" y="227"/>
                </a:lnTo>
                <a:lnTo>
                  <a:pt x="90" y="272"/>
                </a:lnTo>
                <a:lnTo>
                  <a:pt x="0" y="317"/>
                </a:lnTo>
                <a:lnTo>
                  <a:pt x="0" y="544"/>
                </a:lnTo>
                <a:lnTo>
                  <a:pt x="227" y="408"/>
                </a:lnTo>
                <a:lnTo>
                  <a:pt x="227" y="1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algn="ctr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ct val="100000"/>
              <a:buFont typeface="Wingdings" charset="2"/>
              <a:buNone/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0" name="Line 46">
            <a:extLst>
              <a:ext uri="{FF2B5EF4-FFF2-40B4-BE49-F238E27FC236}">
                <a16:creationId xmlns:a16="http://schemas.microsoft.com/office/drawing/2014/main" id="{C2B8D4B0-4663-40B2-9244-967D4FA0071B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419600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16DAB1D2-9D1B-4862-96F5-499AA435AF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364038"/>
            <a:ext cx="57150" cy="11271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06" name="Text Box 49">
            <a:extLst>
              <a:ext uri="{FF2B5EF4-FFF2-40B4-BE49-F238E27FC236}">
                <a16:creationId xmlns:a16="http://schemas.microsoft.com/office/drawing/2014/main" id="{33040B21-5A9A-494D-9D39-0FFD67636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4356100"/>
            <a:ext cx="271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ALU</a:t>
            </a:r>
          </a:p>
        </p:txBody>
      </p:sp>
      <p:sp>
        <p:nvSpPr>
          <p:cNvPr id="110" name="Line 52">
            <a:extLst>
              <a:ext uri="{FF2B5EF4-FFF2-40B4-BE49-F238E27FC236}">
                <a16:creationId xmlns:a16="http://schemas.microsoft.com/office/drawing/2014/main" id="{C23E59E4-6AAD-4D58-9175-552F67C7DB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568825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1" name="Line 56">
            <a:extLst>
              <a:ext uri="{FF2B5EF4-FFF2-40B4-BE49-F238E27FC236}">
                <a16:creationId xmlns:a16="http://schemas.microsoft.com/office/drawing/2014/main" id="{CE43E257-E3C6-4567-A741-54C6497B11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0325" y="4178300"/>
            <a:ext cx="55563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2" name="Line 60">
            <a:extLst>
              <a:ext uri="{FF2B5EF4-FFF2-40B4-BE49-F238E27FC236}">
                <a16:creationId xmlns:a16="http://schemas.microsoft.com/office/drawing/2014/main" id="{5510BD63-4002-4584-825F-437C4A9CAB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28000" y="4232275"/>
            <a:ext cx="57150" cy="112713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13" name="Text Box 61">
            <a:extLst>
              <a:ext uri="{FF2B5EF4-FFF2-40B4-BE49-F238E27FC236}">
                <a16:creationId xmlns:a16="http://schemas.microsoft.com/office/drawing/2014/main" id="{B434018B-96C6-404E-9AFA-6BEB320C6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8313" y="4111625"/>
            <a:ext cx="18732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</a:t>
            </a:r>
          </a:p>
        </p:txBody>
      </p:sp>
      <p:sp>
        <p:nvSpPr>
          <p:cNvPr id="114" name="Text Box 62">
            <a:extLst>
              <a:ext uri="{FF2B5EF4-FFF2-40B4-BE49-F238E27FC236}">
                <a16:creationId xmlns:a16="http://schemas.microsoft.com/office/drawing/2014/main" id="{D3045349-3DC1-49C1-BD98-BAB06F6EB8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420211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>
                <a:solidFill>
                  <a:schemeClr val="bg1">
                    <a:lumMod val="10000"/>
                  </a:schemeClr>
                </a:solidFill>
                <a:latin typeface="+mn-lt"/>
              </a:rPr>
              <a:t>Z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902D4083-28AF-4043-90B5-3002C4ED25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119563"/>
            <a:ext cx="195262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A</a:t>
            </a:r>
          </a:p>
        </p:txBody>
      </p:sp>
      <p:sp>
        <p:nvSpPr>
          <p:cNvPr id="119" name="Text Box 64">
            <a:extLst>
              <a:ext uri="{FF2B5EF4-FFF2-40B4-BE49-F238E27FC236}">
                <a16:creationId xmlns:a16="http://schemas.microsoft.com/office/drawing/2014/main" id="{EC4D945A-705D-4378-8FD5-FF949E72A9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3988" y="4513263"/>
            <a:ext cx="184150" cy="166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B</a:t>
            </a:r>
          </a:p>
        </p:txBody>
      </p:sp>
      <p:sp>
        <p:nvSpPr>
          <p:cNvPr id="120" name="Line 71">
            <a:extLst>
              <a:ext uri="{FF2B5EF4-FFF2-40B4-BE49-F238E27FC236}">
                <a16:creationId xmlns:a16="http://schemas.microsoft.com/office/drawing/2014/main" id="{477AB431-93F7-41E0-A80A-5CE19D0DB5CA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89095" y="3971131"/>
            <a:ext cx="55562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1" name="Text Box 72">
            <a:extLst>
              <a:ext uri="{FF2B5EF4-FFF2-40B4-BE49-F238E27FC236}">
                <a16:creationId xmlns:a16="http://schemas.microsoft.com/office/drawing/2014/main" id="{1E0B8EB5-564F-4264-9568-222FFC6566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0675" y="3892550"/>
            <a:ext cx="188913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122" name="Text Box 144">
            <a:extLst>
              <a:ext uri="{FF2B5EF4-FFF2-40B4-BE49-F238E27FC236}">
                <a16:creationId xmlns:a16="http://schemas.microsoft.com/office/drawing/2014/main" id="{500B90D2-6133-4C74-9EFC-20C019FB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2738" y="4149725"/>
            <a:ext cx="300037" cy="12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</a:p>
        </p:txBody>
      </p:sp>
      <p:sp>
        <p:nvSpPr>
          <p:cNvPr id="123" name="Line 51">
            <a:extLst>
              <a:ext uri="{FF2B5EF4-FFF2-40B4-BE49-F238E27FC236}">
                <a16:creationId xmlns:a16="http://schemas.microsoft.com/office/drawing/2014/main" id="{384228A4-C6CB-44E9-8C2C-41F11A1F3A4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624388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4" name="Line 55">
            <a:extLst>
              <a:ext uri="{FF2B5EF4-FFF2-40B4-BE49-F238E27FC236}">
                <a16:creationId xmlns:a16="http://schemas.microsoft.com/office/drawing/2014/main" id="{DECCD9E1-19BA-4764-BAE7-95720E4D4EE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325" y="4233863"/>
            <a:ext cx="166688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5" name="Line 70">
            <a:extLst>
              <a:ext uri="{FF2B5EF4-FFF2-40B4-BE49-F238E27FC236}">
                <a16:creationId xmlns:a16="http://schemas.microsoft.com/office/drawing/2014/main" id="{BB0844AC-DE9D-46A9-9BE9-EE6F9CCB461A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921625" y="4051301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26" name="Line 59">
            <a:extLst>
              <a:ext uri="{FF2B5EF4-FFF2-40B4-BE49-F238E27FC236}">
                <a16:creationId xmlns:a16="http://schemas.microsoft.com/office/drawing/2014/main" id="{112706F1-36AE-4CC3-9339-1D9CD5D4F12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8000" y="4287838"/>
            <a:ext cx="168275" cy="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grpSp>
        <p:nvGrpSpPr>
          <p:cNvPr id="275490" name="Grupo 126">
            <a:extLst>
              <a:ext uri="{FF2B5EF4-FFF2-40B4-BE49-F238E27FC236}">
                <a16:creationId xmlns:a16="http://schemas.microsoft.com/office/drawing/2014/main" id="{B6D97451-C5E1-40D8-9ADA-81435922450D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5376863"/>
            <a:ext cx="1449388" cy="447675"/>
            <a:chOff x="5088863" y="5376791"/>
            <a:chExt cx="1449614" cy="447251"/>
          </a:xfrm>
        </p:grpSpPr>
        <p:sp>
          <p:nvSpPr>
            <p:cNvPr id="131" name="Text Box 48">
              <a:extLst>
                <a:ext uri="{FF2B5EF4-FFF2-40B4-BE49-F238E27FC236}">
                  <a16:creationId xmlns:a16="http://schemas.microsoft.com/office/drawing/2014/main" id="{B90D4FC0-5240-4A78-AADF-697C6520F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9980" y="5609932"/>
              <a:ext cx="298497" cy="214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802B0B6D-B2E6-4C1D-8E8A-143A1AB5D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8863" y="5605174"/>
              <a:ext cx="298497" cy="214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33" name="Forma libre 132">
              <a:extLst>
                <a:ext uri="{FF2B5EF4-FFF2-40B4-BE49-F238E27FC236}">
                  <a16:creationId xmlns:a16="http://schemas.microsoft.com/office/drawing/2014/main" id="{022A285A-7771-4D7F-A972-A1D7B6493A39}"/>
                </a:ext>
              </a:extLst>
            </p:cNvPr>
            <p:cNvSpPr/>
            <p:nvPr/>
          </p:nvSpPr>
          <p:spPr>
            <a:xfrm>
              <a:off x="5363544" y="5376791"/>
              <a:ext cx="936771" cy="353677"/>
            </a:xfrm>
            <a:custGeom>
              <a:avLst/>
              <a:gdLst>
                <a:gd name="connsiteX0" fmla="*/ 0 w 715347"/>
                <a:gd name="connsiteY0" fmla="*/ 180392 h 292359"/>
                <a:gd name="connsiteX1" fmla="*/ 0 w 715347"/>
                <a:gd name="connsiteY1" fmla="*/ 292359 h 292359"/>
                <a:gd name="connsiteX2" fmla="*/ 715347 w 715347"/>
                <a:gd name="connsiteY2" fmla="*/ 292359 h 292359"/>
                <a:gd name="connsiteX3" fmla="*/ 715347 w 715347"/>
                <a:gd name="connsiteY3" fmla="*/ 0 h 292359"/>
                <a:gd name="connsiteX4" fmla="*/ 0 w 715347"/>
                <a:gd name="connsiteY4" fmla="*/ 180392 h 29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347" h="292359">
                  <a:moveTo>
                    <a:pt x="0" y="180392"/>
                  </a:moveTo>
                  <a:lnTo>
                    <a:pt x="0" y="292359"/>
                  </a:lnTo>
                  <a:lnTo>
                    <a:pt x="715347" y="292359"/>
                  </a:lnTo>
                  <a:lnTo>
                    <a:pt x="715347" y="0"/>
                  </a:lnTo>
                  <a:lnTo>
                    <a:pt x="0" y="180392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0" anchor="b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100" dirty="0">
                  <a:solidFill>
                    <a:schemeClr val="bg1">
                      <a:lumMod val="10000"/>
                    </a:schemeClr>
                  </a:solidFill>
                </a:rPr>
                <a:t>Ext. signo</a:t>
              </a:r>
            </a:p>
          </p:txBody>
        </p:sp>
        <p:sp>
          <p:nvSpPr>
            <p:cNvPr id="134" name="Line 46">
              <a:extLst>
                <a:ext uri="{FF2B5EF4-FFF2-40B4-BE49-F238E27FC236}">
                  <a16:creationId xmlns:a16="http://schemas.microsoft.com/office/drawing/2014/main" id="{A306C8DB-E304-41C0-B5FD-933F445F3E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727" y="5652754"/>
              <a:ext cx="215934" cy="0"/>
            </a:xfrm>
            <a:prstGeom prst="line">
              <a:avLst/>
            </a:prstGeom>
            <a:noFill/>
            <a:ln w="25400">
              <a:solidFill>
                <a:schemeClr val="tx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5" name="Line 47">
              <a:extLst>
                <a:ext uri="{FF2B5EF4-FFF2-40B4-BE49-F238E27FC236}">
                  <a16:creationId xmlns:a16="http://schemas.microsoft.com/office/drawing/2014/main" id="{46F4BEDC-A549-43DC-9C37-3C3DEFE619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98727" y="5581384"/>
              <a:ext cx="73036" cy="144326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5EF8EC71-CDAA-4ECF-90AB-EB6E47F31A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10" y="5660684"/>
              <a:ext cx="215934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56949018-D727-4B79-9B81-E8B3F8E8E7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47610" y="5589315"/>
              <a:ext cx="73036" cy="14432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38" name="Forma libre 137">
            <a:extLst>
              <a:ext uri="{FF2B5EF4-FFF2-40B4-BE49-F238E27FC236}">
                <a16:creationId xmlns:a16="http://schemas.microsoft.com/office/drawing/2014/main" id="{DA9C7D43-18DD-4004-AD56-41BFBEDB6A48}"/>
              </a:ext>
            </a:extLst>
          </p:cNvPr>
          <p:cNvSpPr/>
          <p:nvPr/>
        </p:nvSpPr>
        <p:spPr>
          <a:xfrm flipV="1">
            <a:off x="4356100" y="422751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39" name="Text Box 50">
            <a:extLst>
              <a:ext uri="{FF2B5EF4-FFF2-40B4-BE49-F238E27FC236}">
                <a16:creationId xmlns:a16="http://schemas.microsoft.com/office/drawing/2014/main" id="{54484E34-38EA-49D9-9CCA-244FAB155D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098925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19:15</a:t>
            </a:r>
          </a:p>
        </p:txBody>
      </p:sp>
      <p:sp>
        <p:nvSpPr>
          <p:cNvPr id="140" name="Forma libre 139">
            <a:extLst>
              <a:ext uri="{FF2B5EF4-FFF2-40B4-BE49-F238E27FC236}">
                <a16:creationId xmlns:a16="http://schemas.microsoft.com/office/drawing/2014/main" id="{F9AA15CB-CBB5-458B-BCEB-F1FC93B3F52A}"/>
              </a:ext>
            </a:extLst>
          </p:cNvPr>
          <p:cNvSpPr/>
          <p:nvPr/>
        </p:nvSpPr>
        <p:spPr>
          <a:xfrm flipV="1">
            <a:off x="4362450" y="5614988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2" name="Forma libre 141">
            <a:extLst>
              <a:ext uri="{FF2B5EF4-FFF2-40B4-BE49-F238E27FC236}">
                <a16:creationId xmlns:a16="http://schemas.microsoft.com/office/drawing/2014/main" id="{0E88A11A-6346-400D-A6D8-CADCB6B5A3B1}"/>
              </a:ext>
            </a:extLst>
          </p:cNvPr>
          <p:cNvSpPr/>
          <p:nvPr/>
        </p:nvSpPr>
        <p:spPr>
          <a:xfrm flipV="1">
            <a:off x="6408738" y="4187825"/>
            <a:ext cx="1306512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3" name="Forma libre 142">
            <a:extLst>
              <a:ext uri="{FF2B5EF4-FFF2-40B4-BE49-F238E27FC236}">
                <a16:creationId xmlns:a16="http://schemas.microsoft.com/office/drawing/2014/main" id="{B062D80E-59A8-4521-BEC9-39A10E8493FF}"/>
              </a:ext>
            </a:extLst>
          </p:cNvPr>
          <p:cNvSpPr/>
          <p:nvPr/>
        </p:nvSpPr>
        <p:spPr>
          <a:xfrm flipV="1">
            <a:off x="4356100" y="4678363"/>
            <a:ext cx="831850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CB739BD7-C252-4829-9988-71190EF418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557713"/>
            <a:ext cx="376237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11:7</a:t>
            </a:r>
          </a:p>
        </p:txBody>
      </p:sp>
      <p:sp>
        <p:nvSpPr>
          <p:cNvPr id="145" name="Text Box 50">
            <a:extLst>
              <a:ext uri="{FF2B5EF4-FFF2-40B4-BE49-F238E27FC236}">
                <a16:creationId xmlns:a16="http://schemas.microsoft.com/office/drawing/2014/main" id="{6ED3778A-3597-4AC7-855D-A3B5ED814B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4325938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24:20</a:t>
            </a:r>
          </a:p>
        </p:txBody>
      </p:sp>
      <p:sp>
        <p:nvSpPr>
          <p:cNvPr id="146" name="Forma libre 145">
            <a:extLst>
              <a:ext uri="{FF2B5EF4-FFF2-40B4-BE49-F238E27FC236}">
                <a16:creationId xmlns:a16="http://schemas.microsoft.com/office/drawing/2014/main" id="{5AE39D9C-4E07-477F-A563-DA049525BA84}"/>
              </a:ext>
            </a:extLst>
          </p:cNvPr>
          <p:cNvSpPr/>
          <p:nvPr/>
        </p:nvSpPr>
        <p:spPr>
          <a:xfrm>
            <a:off x="6597650" y="4492625"/>
            <a:ext cx="2241550" cy="450850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7" name="Forma libre 146">
            <a:extLst>
              <a:ext uri="{FF2B5EF4-FFF2-40B4-BE49-F238E27FC236}">
                <a16:creationId xmlns:a16="http://schemas.microsoft.com/office/drawing/2014/main" id="{4C2D1D75-FF2F-4D6F-9BB4-3A56E9BABC14}"/>
              </a:ext>
            </a:extLst>
          </p:cNvPr>
          <p:cNvSpPr/>
          <p:nvPr/>
        </p:nvSpPr>
        <p:spPr>
          <a:xfrm>
            <a:off x="8588375" y="3867150"/>
            <a:ext cx="2019300" cy="571500"/>
          </a:xfrm>
          <a:custGeom>
            <a:avLst/>
            <a:gdLst>
              <a:gd name="connsiteX0" fmla="*/ 0 w 2019300"/>
              <a:gd name="connsiteY0" fmla="*/ 552450 h 581025"/>
              <a:gd name="connsiteX1" fmla="*/ 0 w 2019300"/>
              <a:gd name="connsiteY1" fmla="*/ 0 h 581025"/>
              <a:gd name="connsiteX2" fmla="*/ 152400 w 2019300"/>
              <a:gd name="connsiteY2" fmla="*/ 0 h 581025"/>
              <a:gd name="connsiteX3" fmla="*/ 1609725 w 2019300"/>
              <a:gd name="connsiteY3" fmla="*/ 0 h 581025"/>
              <a:gd name="connsiteX4" fmla="*/ 1609725 w 2019300"/>
              <a:gd name="connsiteY4" fmla="*/ 44450 h 581025"/>
              <a:gd name="connsiteX5" fmla="*/ 1609725 w 2019300"/>
              <a:gd name="connsiteY5" fmla="*/ 581025 h 581025"/>
              <a:gd name="connsiteX6" fmla="*/ 1825625 w 2019300"/>
              <a:gd name="connsiteY6" fmla="*/ 581025 h 581025"/>
              <a:gd name="connsiteX7" fmla="*/ 2019300 w 2019300"/>
              <a:gd name="connsiteY7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19300" h="581025">
                <a:moveTo>
                  <a:pt x="0" y="552450"/>
                </a:moveTo>
                <a:lnTo>
                  <a:pt x="0" y="0"/>
                </a:lnTo>
                <a:lnTo>
                  <a:pt x="152400" y="0"/>
                </a:lnTo>
                <a:lnTo>
                  <a:pt x="1609725" y="0"/>
                </a:lnTo>
                <a:lnTo>
                  <a:pt x="1609725" y="44450"/>
                </a:lnTo>
                <a:lnTo>
                  <a:pt x="1609725" y="581025"/>
                </a:lnTo>
                <a:lnTo>
                  <a:pt x="1825625" y="581025"/>
                </a:lnTo>
                <a:lnTo>
                  <a:pt x="2019300" y="58102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48" name="Forma libre 147">
            <a:extLst>
              <a:ext uri="{FF2B5EF4-FFF2-40B4-BE49-F238E27FC236}">
                <a16:creationId xmlns:a16="http://schemas.microsoft.com/office/drawing/2014/main" id="{48AD89AE-2D99-43CF-9FC2-95858687414D}"/>
              </a:ext>
            </a:extLst>
          </p:cNvPr>
          <p:cNvSpPr/>
          <p:nvPr/>
        </p:nvSpPr>
        <p:spPr>
          <a:xfrm flipV="1">
            <a:off x="10136188" y="4586288"/>
            <a:ext cx="504825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5501" name="Grupo 148">
            <a:extLst>
              <a:ext uri="{FF2B5EF4-FFF2-40B4-BE49-F238E27FC236}">
                <a16:creationId xmlns:a16="http://schemas.microsoft.com/office/drawing/2014/main" id="{FE33E263-90B4-485C-88D8-1239A0A08DFB}"/>
              </a:ext>
            </a:extLst>
          </p:cNvPr>
          <p:cNvGrpSpPr>
            <a:grpSpLocks/>
          </p:cNvGrpSpPr>
          <p:nvPr/>
        </p:nvGrpSpPr>
        <p:grpSpPr bwMode="auto">
          <a:xfrm>
            <a:off x="6831013" y="4395788"/>
            <a:ext cx="714375" cy="528637"/>
            <a:chOff x="4612775" y="5675541"/>
            <a:chExt cx="714374" cy="528623"/>
          </a:xfrm>
        </p:grpSpPr>
        <p:sp>
          <p:nvSpPr>
            <p:cNvPr id="150" name="Text Box 49">
              <a:extLst>
                <a:ext uri="{FF2B5EF4-FFF2-40B4-BE49-F238E27FC236}">
                  <a16:creationId xmlns:a16="http://schemas.microsoft.com/office/drawing/2014/main" id="{DF24C5EE-950F-48CA-8EE6-44ECB2FE06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1" name="Text Box 47">
              <a:extLst>
                <a:ext uri="{FF2B5EF4-FFF2-40B4-BE49-F238E27FC236}">
                  <a16:creationId xmlns:a16="http://schemas.microsoft.com/office/drawing/2014/main" id="{43559CD8-8DDD-4B45-BC51-F69BD97CA1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52" name="Rectangle 43">
              <a:extLst>
                <a:ext uri="{FF2B5EF4-FFF2-40B4-BE49-F238E27FC236}">
                  <a16:creationId xmlns:a16="http://schemas.microsoft.com/office/drawing/2014/main" id="{D0D39C6A-E7A2-44B7-9967-2BFE3164C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2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53" name="Line 44">
              <a:extLst>
                <a:ext uri="{FF2B5EF4-FFF2-40B4-BE49-F238E27FC236}">
                  <a16:creationId xmlns:a16="http://schemas.microsoft.com/office/drawing/2014/main" id="{A1BF0A48-9D45-4287-9971-DBBE51B94E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2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1" name="Line 46">
              <a:extLst>
                <a:ext uri="{FF2B5EF4-FFF2-40B4-BE49-F238E27FC236}">
                  <a16:creationId xmlns:a16="http://schemas.microsoft.com/office/drawing/2014/main" id="{10623D61-E199-4977-9D20-578C9EED6F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2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2" name="Text Box 47">
              <a:extLst>
                <a:ext uri="{FF2B5EF4-FFF2-40B4-BE49-F238E27FC236}">
                  <a16:creationId xmlns:a16="http://schemas.microsoft.com/office/drawing/2014/main" id="{946FB179-93C9-4A8C-99B8-B04FCA5F8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63" name="Line 48">
              <a:extLst>
                <a:ext uri="{FF2B5EF4-FFF2-40B4-BE49-F238E27FC236}">
                  <a16:creationId xmlns:a16="http://schemas.microsoft.com/office/drawing/2014/main" id="{B9B51895-EE6B-4398-918A-2843FD730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4" name="Line 44">
              <a:extLst>
                <a:ext uri="{FF2B5EF4-FFF2-40B4-BE49-F238E27FC236}">
                  <a16:creationId xmlns:a16="http://schemas.microsoft.com/office/drawing/2014/main" id="{A1A0AC23-36D5-4B4F-9443-EF4D886F8A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7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5" name="Line 46">
              <a:extLst>
                <a:ext uri="{FF2B5EF4-FFF2-40B4-BE49-F238E27FC236}">
                  <a16:creationId xmlns:a16="http://schemas.microsoft.com/office/drawing/2014/main" id="{1D33FCCC-3ECD-489D-B912-D69D7374D9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7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66" name="Forma libre 165">
              <a:extLst>
                <a:ext uri="{FF2B5EF4-FFF2-40B4-BE49-F238E27FC236}">
                  <a16:creationId xmlns:a16="http://schemas.microsoft.com/office/drawing/2014/main" id="{2EF7ED46-E802-4C31-9156-C39D43851572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167" name="Text Box 47">
              <a:extLst>
                <a:ext uri="{FF2B5EF4-FFF2-40B4-BE49-F238E27FC236}">
                  <a16:creationId xmlns:a16="http://schemas.microsoft.com/office/drawing/2014/main" id="{C13C76ED-5CA0-4058-A47D-F6B625DC12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168" name="Line 45">
              <a:extLst>
                <a:ext uri="{FF2B5EF4-FFF2-40B4-BE49-F238E27FC236}">
                  <a16:creationId xmlns:a16="http://schemas.microsoft.com/office/drawing/2014/main" id="{F22D2718-BE6C-4E21-BA5E-1DE4D7281F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1" y="5904135"/>
              <a:ext cx="217488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69" name="Forma libre 168">
            <a:extLst>
              <a:ext uri="{FF2B5EF4-FFF2-40B4-BE49-F238E27FC236}">
                <a16:creationId xmlns:a16="http://schemas.microsoft.com/office/drawing/2014/main" id="{A63CB695-0487-4C4B-B4DE-3C552B51E8D9}"/>
              </a:ext>
            </a:extLst>
          </p:cNvPr>
          <p:cNvSpPr/>
          <p:nvPr/>
        </p:nvSpPr>
        <p:spPr>
          <a:xfrm flipV="1">
            <a:off x="7450138" y="4579938"/>
            <a:ext cx="277812" cy="46037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0" name="Forma libre 169">
            <a:extLst>
              <a:ext uri="{FF2B5EF4-FFF2-40B4-BE49-F238E27FC236}">
                <a16:creationId xmlns:a16="http://schemas.microsoft.com/office/drawing/2014/main" id="{0494557F-0043-48B9-88E9-92505BCEF5E5}"/>
              </a:ext>
            </a:extLst>
          </p:cNvPr>
          <p:cNvSpPr/>
          <p:nvPr/>
        </p:nvSpPr>
        <p:spPr>
          <a:xfrm>
            <a:off x="6737350" y="4765675"/>
            <a:ext cx="165100" cy="885825"/>
          </a:xfrm>
          <a:custGeom>
            <a:avLst/>
            <a:gdLst>
              <a:gd name="connsiteX0" fmla="*/ 0 w 165100"/>
              <a:gd name="connsiteY0" fmla="*/ 885825 h 885825"/>
              <a:gd name="connsiteX1" fmla="*/ 0 w 165100"/>
              <a:gd name="connsiteY1" fmla="*/ 0 h 885825"/>
              <a:gd name="connsiteX2" fmla="*/ 165100 w 165100"/>
              <a:gd name="connsiteY2" fmla="*/ 0 h 885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100" h="885825">
                <a:moveTo>
                  <a:pt x="0" y="885825"/>
                </a:moveTo>
                <a:lnTo>
                  <a:pt x="0" y="0"/>
                </a:lnTo>
                <a:lnTo>
                  <a:pt x="16510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1" name="Elipse 170">
            <a:extLst>
              <a:ext uri="{FF2B5EF4-FFF2-40B4-BE49-F238E27FC236}">
                <a16:creationId xmlns:a16="http://schemas.microsoft.com/office/drawing/2014/main" id="{E881D5FE-09F1-4469-8FCC-CA223CC5C9BD}"/>
              </a:ext>
            </a:extLst>
          </p:cNvPr>
          <p:cNvSpPr/>
          <p:nvPr/>
        </p:nvSpPr>
        <p:spPr>
          <a:xfrm>
            <a:off x="8562975" y="4395788"/>
            <a:ext cx="46038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2" name="Elipse 171">
            <a:extLst>
              <a:ext uri="{FF2B5EF4-FFF2-40B4-BE49-F238E27FC236}">
                <a16:creationId xmlns:a16="http://schemas.microsoft.com/office/drawing/2014/main" id="{06C393FE-6A9F-4EBA-94A5-0AB4EDC36028}"/>
              </a:ext>
            </a:extLst>
          </p:cNvPr>
          <p:cNvSpPr/>
          <p:nvPr/>
        </p:nvSpPr>
        <p:spPr>
          <a:xfrm>
            <a:off x="6577013" y="4473575"/>
            <a:ext cx="44450" cy="46038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73" name="Line 18">
            <a:extLst>
              <a:ext uri="{FF2B5EF4-FFF2-40B4-BE49-F238E27FC236}">
                <a16:creationId xmlns:a16="http://schemas.microsoft.com/office/drawing/2014/main" id="{375D3729-DA6D-4C35-8D23-D7BC6BA93A9B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713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4" name="Line 56">
            <a:extLst>
              <a:ext uri="{FF2B5EF4-FFF2-40B4-BE49-F238E27FC236}">
                <a16:creationId xmlns:a16="http://schemas.microsoft.com/office/drawing/2014/main" id="{C1FEF2BE-9BB6-4BE6-9858-294A56B8DD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38813" y="5788025"/>
            <a:ext cx="138112" cy="101600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175" name="Forma libre 174">
            <a:extLst>
              <a:ext uri="{FF2B5EF4-FFF2-40B4-BE49-F238E27FC236}">
                <a16:creationId xmlns:a16="http://schemas.microsoft.com/office/drawing/2014/main" id="{A0A0395B-F576-4A64-9A6E-F1FE093BB195}"/>
              </a:ext>
            </a:extLst>
          </p:cNvPr>
          <p:cNvSpPr/>
          <p:nvPr/>
        </p:nvSpPr>
        <p:spPr>
          <a:xfrm>
            <a:off x="5057775" y="4429125"/>
            <a:ext cx="6265863" cy="889000"/>
          </a:xfrm>
          <a:custGeom>
            <a:avLst/>
            <a:gdLst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87782 w 6265469"/>
              <a:gd name="connsiteY7" fmla="*/ 508406 h 888796"/>
              <a:gd name="connsiteX0" fmla="*/ 6067958 w 6265469"/>
              <a:gd name="connsiteY0" fmla="*/ 0 h 888796"/>
              <a:gd name="connsiteX1" fmla="*/ 6265469 w 6265469"/>
              <a:gd name="connsiteY1" fmla="*/ 0 h 888796"/>
              <a:gd name="connsiteX2" fmla="*/ 6265469 w 6265469"/>
              <a:gd name="connsiteY2" fmla="*/ 888796 h 888796"/>
              <a:gd name="connsiteX3" fmla="*/ 5928969 w 6265469"/>
              <a:gd name="connsiteY3" fmla="*/ 888796 h 888796"/>
              <a:gd name="connsiteX4" fmla="*/ 0 w 6265469"/>
              <a:gd name="connsiteY4" fmla="*/ 888796 h 888796"/>
              <a:gd name="connsiteX5" fmla="*/ 0 w 6265469"/>
              <a:gd name="connsiteY5" fmla="*/ 705916 h 888796"/>
              <a:gd name="connsiteX6" fmla="*/ 0 w 6265469"/>
              <a:gd name="connsiteY6" fmla="*/ 508406 h 888796"/>
              <a:gd name="connsiteX7" fmla="*/ 164592 w 6265469"/>
              <a:gd name="connsiteY7" fmla="*/ 508406 h 88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65469" h="888796">
                <a:moveTo>
                  <a:pt x="6067958" y="0"/>
                </a:moveTo>
                <a:lnTo>
                  <a:pt x="6265469" y="0"/>
                </a:lnTo>
                <a:lnTo>
                  <a:pt x="6265469" y="888796"/>
                </a:lnTo>
                <a:lnTo>
                  <a:pt x="5928969" y="888796"/>
                </a:lnTo>
                <a:lnTo>
                  <a:pt x="0" y="888796"/>
                </a:lnTo>
                <a:lnTo>
                  <a:pt x="0" y="705916"/>
                </a:lnTo>
                <a:lnTo>
                  <a:pt x="0" y="508406"/>
                </a:lnTo>
                <a:lnTo>
                  <a:pt x="164592" y="50840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5509" name="Grupo 175">
            <a:extLst>
              <a:ext uri="{FF2B5EF4-FFF2-40B4-BE49-F238E27FC236}">
                <a16:creationId xmlns:a16="http://schemas.microsoft.com/office/drawing/2014/main" id="{1374D4E2-5839-4FF3-A5CF-8FAFAB1690B7}"/>
              </a:ext>
            </a:extLst>
          </p:cNvPr>
          <p:cNvGrpSpPr>
            <a:grpSpLocks/>
          </p:cNvGrpSpPr>
          <p:nvPr/>
        </p:nvGrpSpPr>
        <p:grpSpPr bwMode="auto">
          <a:xfrm>
            <a:off x="7650163" y="5483225"/>
            <a:ext cx="685800" cy="684213"/>
            <a:chOff x="8049796" y="4148624"/>
            <a:chExt cx="883165" cy="880641"/>
          </a:xfrm>
        </p:grpSpPr>
        <p:sp>
          <p:nvSpPr>
            <p:cNvPr id="177" name="Text Box 48">
              <a:extLst>
                <a:ext uri="{FF2B5EF4-FFF2-40B4-BE49-F238E27FC236}">
                  <a16:creationId xmlns:a16="http://schemas.microsoft.com/office/drawing/2014/main" id="{C8B7257B-5C5F-4273-BDC3-BA32E0FC47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6306" y="4538885"/>
              <a:ext cx="298477" cy="2145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8" name="Text Box 57">
              <a:extLst>
                <a:ext uri="{FF2B5EF4-FFF2-40B4-BE49-F238E27FC236}">
                  <a16:creationId xmlns:a16="http://schemas.microsoft.com/office/drawing/2014/main" id="{8D78A4FA-9C2A-4B77-B141-030B481DD9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12084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79" name="Text Box 53">
              <a:extLst>
                <a:ext uri="{FF2B5EF4-FFF2-40B4-BE49-F238E27FC236}">
                  <a16:creationId xmlns:a16="http://schemas.microsoft.com/office/drawing/2014/main" id="{374D6ADA-52A1-4AE3-B272-E483D362E5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14723"/>
              <a:ext cx="298477" cy="214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28F42D6B-3B3D-4B76-9C8F-C5E9DDF87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494" y="4148624"/>
              <a:ext cx="359808" cy="864295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1" name="Line 47">
              <a:extLst>
                <a:ext uri="{FF2B5EF4-FFF2-40B4-BE49-F238E27FC236}">
                  <a16:creationId xmlns:a16="http://schemas.microsoft.com/office/drawing/2014/main" id="{0B760F5D-A6A2-4B8D-B887-EE7944248E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258" y="4510280"/>
              <a:ext cx="73597" cy="14507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2" name="Text Box 49">
              <a:extLst>
                <a:ext uri="{FF2B5EF4-FFF2-40B4-BE49-F238E27FC236}">
                  <a16:creationId xmlns:a16="http://schemas.microsoft.com/office/drawing/2014/main" id="{4939050D-3835-4BC0-8CCA-DC22F05E43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3693" y="4365208"/>
              <a:ext cx="320964" cy="339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3" name="Line 52">
              <a:extLst>
                <a:ext uri="{FF2B5EF4-FFF2-40B4-BE49-F238E27FC236}">
                  <a16:creationId xmlns:a16="http://schemas.microsoft.com/office/drawing/2014/main" id="{189540AE-60D5-4724-B6B5-B32608C5A8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800421"/>
              <a:ext cx="71553" cy="143027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4" name="Line 56">
              <a:extLst>
                <a:ext uri="{FF2B5EF4-FFF2-40B4-BE49-F238E27FC236}">
                  <a16:creationId xmlns:a16="http://schemas.microsoft.com/office/drawing/2014/main" id="{AF0BD203-7AE1-47C0-856D-CBE80337B9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792" y="4295738"/>
              <a:ext cx="71553" cy="14507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5" name="Line 55">
              <a:extLst>
                <a:ext uri="{FF2B5EF4-FFF2-40B4-BE49-F238E27FC236}">
                  <a16:creationId xmlns:a16="http://schemas.microsoft.com/office/drawing/2014/main" id="{7175528B-5DB7-4905-AAC3-93BF94969F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367252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6" name="Line 51">
              <a:extLst>
                <a:ext uri="{FF2B5EF4-FFF2-40B4-BE49-F238E27FC236}">
                  <a16:creationId xmlns:a16="http://schemas.microsoft.com/office/drawing/2014/main" id="{22AB0E66-9522-46AA-8A33-9656D25823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792" y="4871934"/>
              <a:ext cx="214659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87" name="Line 46">
              <a:extLst>
                <a:ext uri="{FF2B5EF4-FFF2-40B4-BE49-F238E27FC236}">
                  <a16:creationId xmlns:a16="http://schemas.microsoft.com/office/drawing/2014/main" id="{D3A62CD4-7CEF-4CD8-925C-5118BC160D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258" y="4581793"/>
              <a:ext cx="216703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188" name="Forma libre 187">
            <a:extLst>
              <a:ext uri="{FF2B5EF4-FFF2-40B4-BE49-F238E27FC236}">
                <a16:creationId xmlns:a16="http://schemas.microsoft.com/office/drawing/2014/main" id="{FAAC280E-E440-4E94-B54F-C3BDE3C14794}"/>
              </a:ext>
            </a:extLst>
          </p:cNvPr>
          <p:cNvSpPr/>
          <p:nvPr/>
        </p:nvSpPr>
        <p:spPr>
          <a:xfrm>
            <a:off x="2805113" y="4600575"/>
            <a:ext cx="4930775" cy="1444625"/>
          </a:xfrm>
          <a:custGeom>
            <a:avLst/>
            <a:gdLst>
              <a:gd name="connsiteX0" fmla="*/ 2241550 w 2241550"/>
              <a:gd name="connsiteY0" fmla="*/ 450850 h 450850"/>
              <a:gd name="connsiteX1" fmla="*/ 0 w 2241550"/>
              <a:gd name="connsiteY1" fmla="*/ 450850 h 450850"/>
              <a:gd name="connsiteX2" fmla="*/ 0 w 2241550"/>
              <a:gd name="connsiteY2" fmla="*/ 0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41550" h="450850">
                <a:moveTo>
                  <a:pt x="2241550" y="450850"/>
                </a:moveTo>
                <a:lnTo>
                  <a:pt x="0" y="450850"/>
                </a:lnTo>
                <a:lnTo>
                  <a:pt x="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89" name="Forma libre 188">
            <a:extLst>
              <a:ext uri="{FF2B5EF4-FFF2-40B4-BE49-F238E27FC236}">
                <a16:creationId xmlns:a16="http://schemas.microsoft.com/office/drawing/2014/main" id="{4F7C3C98-4E7E-4F33-AA74-49ED82165B41}"/>
              </a:ext>
            </a:extLst>
          </p:cNvPr>
          <p:cNvSpPr/>
          <p:nvPr/>
        </p:nvSpPr>
        <p:spPr>
          <a:xfrm flipV="1">
            <a:off x="6443663" y="5607050"/>
            <a:ext cx="1308100" cy="46038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190" name="Forma libre 189">
            <a:extLst>
              <a:ext uri="{FF2B5EF4-FFF2-40B4-BE49-F238E27FC236}">
                <a16:creationId xmlns:a16="http://schemas.microsoft.com/office/drawing/2014/main" id="{E438C875-7F75-46A2-83EE-A653946A631D}"/>
              </a:ext>
            </a:extLst>
          </p:cNvPr>
          <p:cNvSpPr/>
          <p:nvPr/>
        </p:nvSpPr>
        <p:spPr>
          <a:xfrm>
            <a:off x="2809875" y="3806825"/>
            <a:ext cx="234950" cy="815975"/>
          </a:xfrm>
          <a:custGeom>
            <a:avLst/>
            <a:gdLst>
              <a:gd name="connsiteX0" fmla="*/ 0 w 234950"/>
              <a:gd name="connsiteY0" fmla="*/ 815975 h 815975"/>
              <a:gd name="connsiteX1" fmla="*/ 0 w 234950"/>
              <a:gd name="connsiteY1" fmla="*/ 6350 h 815975"/>
              <a:gd name="connsiteX2" fmla="*/ 228600 w 234950"/>
              <a:gd name="connsiteY2" fmla="*/ 6350 h 815975"/>
              <a:gd name="connsiteX3" fmla="*/ 234950 w 234950"/>
              <a:gd name="connsiteY3" fmla="*/ 0 h 81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950" h="815975">
                <a:moveTo>
                  <a:pt x="0" y="815975"/>
                </a:moveTo>
                <a:lnTo>
                  <a:pt x="0" y="6350"/>
                </a:lnTo>
                <a:lnTo>
                  <a:pt x="228600" y="6350"/>
                </a:lnTo>
                <a:lnTo>
                  <a:pt x="234950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5513" name="Grupo 190">
            <a:extLst>
              <a:ext uri="{FF2B5EF4-FFF2-40B4-BE49-F238E27FC236}">
                <a16:creationId xmlns:a16="http://schemas.microsoft.com/office/drawing/2014/main" id="{7178046A-BEAB-4BC4-90F5-488481C37E8E}"/>
              </a:ext>
            </a:extLst>
          </p:cNvPr>
          <p:cNvGrpSpPr>
            <a:grpSpLocks/>
          </p:cNvGrpSpPr>
          <p:nvPr/>
        </p:nvGrpSpPr>
        <p:grpSpPr bwMode="auto">
          <a:xfrm>
            <a:off x="2041525" y="4411663"/>
            <a:ext cx="711200" cy="433387"/>
            <a:chOff x="9983044" y="5009695"/>
            <a:chExt cx="711199" cy="433484"/>
          </a:xfrm>
        </p:grpSpPr>
        <p:sp>
          <p:nvSpPr>
            <p:cNvPr id="192" name="Text Box 49">
              <a:extLst>
                <a:ext uri="{FF2B5EF4-FFF2-40B4-BE49-F238E27FC236}">
                  <a16:creationId xmlns:a16="http://schemas.microsoft.com/office/drawing/2014/main" id="{E6EFAF4F-13B2-4CED-93B7-D304FE06A5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6268" y="5060506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3" name="Text Box 47">
              <a:extLst>
                <a:ext uri="{FF2B5EF4-FFF2-40B4-BE49-F238E27FC236}">
                  <a16:creationId xmlns:a16="http://schemas.microsoft.com/office/drawing/2014/main" id="{6540741A-BAFF-4A58-B9AE-4A57F4AEE3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3044" y="5174832"/>
              <a:ext cx="298450" cy="214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194" name="Rectangle 43">
              <a:extLst>
                <a:ext uri="{FF2B5EF4-FFF2-40B4-BE49-F238E27FC236}">
                  <a16:creationId xmlns:a16="http://schemas.microsoft.com/office/drawing/2014/main" id="{1BC993DB-67EA-4117-962C-25727DA45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857" y="5009695"/>
              <a:ext cx="215900" cy="43189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5" name="Line 44">
              <a:extLst>
                <a:ext uri="{FF2B5EF4-FFF2-40B4-BE49-F238E27FC236}">
                  <a16:creationId xmlns:a16="http://schemas.microsoft.com/office/drawing/2014/main" id="{3F29E2D6-0CDF-41F9-ACE0-2FBDA43215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4957" y="522564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6" name="Line 46">
              <a:extLst>
                <a:ext uri="{FF2B5EF4-FFF2-40B4-BE49-F238E27FC236}">
                  <a16:creationId xmlns:a16="http://schemas.microsoft.com/office/drawing/2014/main" id="{74720DB7-BA0F-4668-9BD1-E844307633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44957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7" name="Line 48">
              <a:extLst>
                <a:ext uri="{FF2B5EF4-FFF2-40B4-BE49-F238E27FC236}">
                  <a16:creationId xmlns:a16="http://schemas.microsoft.com/office/drawing/2014/main" id="{65504804-29F4-4D17-82A6-716F655937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48193" y="5154189"/>
              <a:ext cx="73025" cy="144495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198" name="Text Box 53">
              <a:extLst>
                <a:ext uri="{FF2B5EF4-FFF2-40B4-BE49-F238E27FC236}">
                  <a16:creationId xmlns:a16="http://schemas.microsoft.com/office/drawing/2014/main" id="{D694678A-38DB-479E-9587-3D9BFA0FA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4819" y="5100202"/>
              <a:ext cx="327025" cy="2461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PC</a:t>
              </a:r>
            </a:p>
          </p:txBody>
        </p:sp>
        <p:sp>
          <p:nvSpPr>
            <p:cNvPr id="199" name="Forma libre 198">
              <a:extLst>
                <a:ext uri="{FF2B5EF4-FFF2-40B4-BE49-F238E27FC236}">
                  <a16:creationId xmlns:a16="http://schemas.microsoft.com/office/drawing/2014/main" id="{8B33ABFF-A7DE-45C9-9C38-E7B0CB48FE53}"/>
                </a:ext>
              </a:extLst>
            </p:cNvPr>
            <p:cNvSpPr/>
            <p:nvPr/>
          </p:nvSpPr>
          <p:spPr>
            <a:xfrm>
              <a:off x="10313244" y="5386016"/>
              <a:ext cx="111125" cy="57163"/>
            </a:xfrm>
            <a:custGeom>
              <a:avLst/>
              <a:gdLst>
                <a:gd name="connsiteX0" fmla="*/ 0 w 111125"/>
                <a:gd name="connsiteY0" fmla="*/ 53975 h 57150"/>
                <a:gd name="connsiteX1" fmla="*/ 53975 w 111125"/>
                <a:gd name="connsiteY1" fmla="*/ 0 h 57150"/>
                <a:gd name="connsiteX2" fmla="*/ 111125 w 111125"/>
                <a:gd name="connsiteY2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25" h="57150">
                  <a:moveTo>
                    <a:pt x="0" y="53975"/>
                  </a:moveTo>
                  <a:lnTo>
                    <a:pt x="53975" y="0"/>
                  </a:lnTo>
                  <a:lnTo>
                    <a:pt x="111125" y="5715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00" name="Line 45">
              <a:extLst>
                <a:ext uri="{FF2B5EF4-FFF2-40B4-BE49-F238E27FC236}">
                  <a16:creationId xmlns:a16="http://schemas.microsoft.com/office/drawing/2014/main" id="{ED29DE8B-75DB-4881-AFFD-4284FD470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6756" y="5225643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grpSp>
        <p:nvGrpSpPr>
          <p:cNvPr id="275514" name="Grupo 200">
            <a:extLst>
              <a:ext uri="{FF2B5EF4-FFF2-40B4-BE49-F238E27FC236}">
                <a16:creationId xmlns:a16="http://schemas.microsoft.com/office/drawing/2014/main" id="{07161409-CE6A-430E-AE21-8A8286894B29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3251200"/>
            <a:ext cx="687388" cy="677863"/>
            <a:chOff x="8049796" y="4148624"/>
            <a:chExt cx="883165" cy="872641"/>
          </a:xfrm>
        </p:grpSpPr>
        <p:sp>
          <p:nvSpPr>
            <p:cNvPr id="202" name="Text Box 48">
              <a:extLst>
                <a:ext uri="{FF2B5EF4-FFF2-40B4-BE49-F238E27FC236}">
                  <a16:creationId xmlns:a16="http://schemas.microsoft.com/office/drawing/2014/main" id="{11138D98-8F64-4416-921D-B179430A24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7015" y="4530788"/>
              <a:ext cx="297788" cy="2145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3" name="Text Box 57">
              <a:extLst>
                <a:ext uri="{FF2B5EF4-FFF2-40B4-BE49-F238E27FC236}">
                  <a16:creationId xmlns:a16="http://schemas.microsoft.com/office/drawing/2014/main" id="{53AF26A9-DDBE-4BE8-AC4C-C9A4A325F2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303942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4" name="Text Box 53">
              <a:extLst>
                <a:ext uri="{FF2B5EF4-FFF2-40B4-BE49-F238E27FC236}">
                  <a16:creationId xmlns:a16="http://schemas.microsoft.com/office/drawing/2014/main" id="{88B862C9-BB38-4CEB-9E30-19351CAFA3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9796" y="4806681"/>
              <a:ext cx="297788" cy="2145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05" name="Freeform 44">
              <a:extLst>
                <a:ext uri="{FF2B5EF4-FFF2-40B4-BE49-F238E27FC236}">
                  <a16:creationId xmlns:a16="http://schemas.microsoft.com/office/drawing/2014/main" id="{D1CEE783-6D5F-410F-A9CA-5EC2DE95E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7782" y="4148624"/>
              <a:ext cx="361016" cy="864466"/>
            </a:xfrm>
            <a:custGeom>
              <a:avLst/>
              <a:gdLst>
                <a:gd name="T0" fmla="*/ 0 w 227"/>
                <a:gd name="T1" fmla="*/ 0 h 544"/>
                <a:gd name="T2" fmla="*/ 0 w 227"/>
                <a:gd name="T3" fmla="*/ 227 h 544"/>
                <a:gd name="T4" fmla="*/ 90 w 227"/>
                <a:gd name="T5" fmla="*/ 272 h 544"/>
                <a:gd name="T6" fmla="*/ 0 w 227"/>
                <a:gd name="T7" fmla="*/ 317 h 544"/>
                <a:gd name="T8" fmla="*/ 0 w 227"/>
                <a:gd name="T9" fmla="*/ 544 h 544"/>
                <a:gd name="T10" fmla="*/ 227 w 227"/>
                <a:gd name="T11" fmla="*/ 408 h 544"/>
                <a:gd name="T12" fmla="*/ 227 w 227"/>
                <a:gd name="T13" fmla="*/ 136 h 544"/>
                <a:gd name="T14" fmla="*/ 0 w 227"/>
                <a:gd name="T15" fmla="*/ 0 h 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7"/>
                <a:gd name="T25" fmla="*/ 0 h 544"/>
                <a:gd name="T26" fmla="*/ 227 w 227"/>
                <a:gd name="T27" fmla="*/ 544 h 5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7" h="544">
                  <a:moveTo>
                    <a:pt x="0" y="0"/>
                  </a:moveTo>
                  <a:lnTo>
                    <a:pt x="0" y="227"/>
                  </a:lnTo>
                  <a:lnTo>
                    <a:pt x="90" y="272"/>
                  </a:lnTo>
                  <a:lnTo>
                    <a:pt x="0" y="317"/>
                  </a:lnTo>
                  <a:lnTo>
                    <a:pt x="0" y="544"/>
                  </a:lnTo>
                  <a:lnTo>
                    <a:pt x="227" y="408"/>
                  </a:lnTo>
                  <a:lnTo>
                    <a:pt x="227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6" name="Line 47">
              <a:extLst>
                <a:ext uri="{FF2B5EF4-FFF2-40B4-BE49-F238E27FC236}">
                  <a16:creationId xmlns:a16="http://schemas.microsoft.com/office/drawing/2014/main" id="{EBEC1389-333E-4367-826D-2F0C3463DB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16759" y="4510351"/>
              <a:ext cx="73427" cy="14509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7" name="Text Box 49">
              <a:extLst>
                <a:ext uri="{FF2B5EF4-FFF2-40B4-BE49-F238E27FC236}">
                  <a16:creationId xmlns:a16="http://schemas.microsoft.com/office/drawing/2014/main" id="{E694410B-32B0-40F1-9DA2-CEBFBE364D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2852" y="4365251"/>
              <a:ext cx="320224" cy="3392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6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+</a:t>
              </a:r>
              <a:endParaRPr lang="es-ES" sz="800" b="1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8" name="Line 52">
              <a:extLst>
                <a:ext uri="{FF2B5EF4-FFF2-40B4-BE49-F238E27FC236}">
                  <a16:creationId xmlns:a16="http://schemas.microsoft.com/office/drawing/2014/main" id="{0B6D8C04-5B65-4A89-AFA6-4FB2656979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798506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09" name="Line 56">
              <a:extLst>
                <a:ext uri="{FF2B5EF4-FFF2-40B4-BE49-F238E27FC236}">
                  <a16:creationId xmlns:a16="http://schemas.microsoft.com/office/drawing/2014/main" id="{5D037818-0DB2-45D0-A7A6-9CBA29224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1580" y="4295767"/>
              <a:ext cx="71387" cy="145100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0" name="Line 46">
              <a:extLst>
                <a:ext uri="{FF2B5EF4-FFF2-40B4-BE49-F238E27FC236}">
                  <a16:creationId xmlns:a16="http://schemas.microsoft.com/office/drawing/2014/main" id="{FD202413-3FB5-48F9-BD19-679145358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6759" y="4581879"/>
              <a:ext cx="21620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1" name="Line 55">
              <a:extLst>
                <a:ext uri="{FF2B5EF4-FFF2-40B4-BE49-F238E27FC236}">
                  <a16:creationId xmlns:a16="http://schemas.microsoft.com/office/drawing/2014/main" id="{25E6A85C-E744-4C52-B1D4-CA8EDDC86D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367296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12" name="Line 51">
              <a:extLst>
                <a:ext uri="{FF2B5EF4-FFF2-40B4-BE49-F238E27FC236}">
                  <a16:creationId xmlns:a16="http://schemas.microsoft.com/office/drawing/2014/main" id="{6BEF28B6-68C8-4CA1-8F5C-EB190AC6CC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580" y="4870035"/>
              <a:ext cx="214162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13" name="Forma libre 212">
            <a:extLst>
              <a:ext uri="{FF2B5EF4-FFF2-40B4-BE49-F238E27FC236}">
                <a16:creationId xmlns:a16="http://schemas.microsoft.com/office/drawing/2014/main" id="{053F94C0-B2DD-4573-9A90-852751D417DB}"/>
              </a:ext>
            </a:extLst>
          </p:cNvPr>
          <p:cNvSpPr/>
          <p:nvPr/>
        </p:nvSpPr>
        <p:spPr>
          <a:xfrm>
            <a:off x="2613025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14" name="Text Box 46">
            <a:extLst>
              <a:ext uri="{FF2B5EF4-FFF2-40B4-BE49-F238E27FC236}">
                <a16:creationId xmlns:a16="http://schemas.microsoft.com/office/drawing/2014/main" id="{532523DD-9C23-47A7-9624-F1AEEC03E6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1625" y="3297238"/>
            <a:ext cx="25241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4</a:t>
            </a:r>
            <a:endParaRPr lang="es-ES" sz="800" b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15" name="Elipse 214">
            <a:extLst>
              <a:ext uri="{FF2B5EF4-FFF2-40B4-BE49-F238E27FC236}">
                <a16:creationId xmlns:a16="http://schemas.microsoft.com/office/drawing/2014/main" id="{E95DF687-2923-464C-955C-2E5864277F6C}"/>
              </a:ext>
            </a:extLst>
          </p:cNvPr>
          <p:cNvSpPr/>
          <p:nvPr/>
        </p:nvSpPr>
        <p:spPr>
          <a:xfrm>
            <a:off x="2782888" y="4600575"/>
            <a:ext cx="46037" cy="44450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5518" name="Grupo 239">
            <a:extLst>
              <a:ext uri="{FF2B5EF4-FFF2-40B4-BE49-F238E27FC236}">
                <a16:creationId xmlns:a16="http://schemas.microsoft.com/office/drawing/2014/main" id="{C4D17274-B46F-4120-A199-E6C347BD77CC}"/>
              </a:ext>
            </a:extLst>
          </p:cNvPr>
          <p:cNvGrpSpPr>
            <a:grpSpLocks/>
          </p:cNvGrpSpPr>
          <p:nvPr/>
        </p:nvGrpSpPr>
        <p:grpSpPr bwMode="auto">
          <a:xfrm>
            <a:off x="2930525" y="4108450"/>
            <a:ext cx="1431925" cy="947738"/>
            <a:chOff x="8825463" y="2824067"/>
            <a:chExt cx="1431926" cy="947737"/>
          </a:xfrm>
        </p:grpSpPr>
        <p:sp>
          <p:nvSpPr>
            <p:cNvPr id="244" name="Rectangle 42">
              <a:extLst>
                <a:ext uri="{FF2B5EF4-FFF2-40B4-BE49-F238E27FC236}">
                  <a16:creationId xmlns:a16="http://schemas.microsoft.com/office/drawing/2014/main" id="{E32EFC34-CB62-4F7B-8B1B-0877CD55A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276" y="2836767"/>
              <a:ext cx="936626" cy="935037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5" name="Line 44">
              <a:extLst>
                <a:ext uri="{FF2B5EF4-FFF2-40B4-BE49-F238E27FC236}">
                  <a16:creationId xmlns:a16="http://schemas.microsoft.com/office/drawing/2014/main" id="{ADBFDEEA-CA5E-45D6-A649-B79630823F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7376" y="334159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6" name="Line 45">
              <a:extLst>
                <a:ext uri="{FF2B5EF4-FFF2-40B4-BE49-F238E27FC236}">
                  <a16:creationId xmlns:a16="http://schemas.microsoft.com/office/drawing/2014/main" id="{FA1EBBC3-DBBC-4E2C-9F7F-B308405105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87376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7" name="Text Box 46">
              <a:extLst>
                <a:ext uri="{FF2B5EF4-FFF2-40B4-BE49-F238E27FC236}">
                  <a16:creationId xmlns:a16="http://schemas.microsoft.com/office/drawing/2014/main" id="{2DD39214-B315-4637-831D-ABEB8DAF39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25463" y="328761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48" name="Line 48">
              <a:extLst>
                <a:ext uri="{FF2B5EF4-FFF2-40B4-BE49-F238E27FC236}">
                  <a16:creationId xmlns:a16="http://schemas.microsoft.com/office/drawing/2014/main" id="{D67AB3DE-4B3E-4BB6-BDF4-1EB091F330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9902" y="334159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49" name="Line 49">
              <a:extLst>
                <a:ext uri="{FF2B5EF4-FFF2-40B4-BE49-F238E27FC236}">
                  <a16:creationId xmlns:a16="http://schemas.microsoft.com/office/drawing/2014/main" id="{C2BFC90C-7AC4-47BD-BCA3-1DCCC7BA49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11339" y="3270155"/>
              <a:ext cx="73025" cy="144462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0" name="Text Box 50">
              <a:extLst>
                <a:ext uri="{FF2B5EF4-FFF2-40B4-BE49-F238E27FC236}">
                  <a16:creationId xmlns:a16="http://schemas.microsoft.com/office/drawing/2014/main" id="{62B954C5-6C88-41F6-B57A-F27DC1CF0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54177" y="3179667"/>
              <a:ext cx="298450" cy="2143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1" name="Text Box 51">
              <a:extLst>
                <a:ext uri="{FF2B5EF4-FFF2-40B4-BE49-F238E27FC236}">
                  <a16:creationId xmlns:a16="http://schemas.microsoft.com/office/drawing/2014/main" id="{9B2F4C52-D7D1-47E5-BED6-68898D2A5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9301" y="3251105"/>
              <a:ext cx="325437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Dir.</a:t>
              </a:r>
            </a:p>
          </p:txBody>
        </p:sp>
        <p:sp>
          <p:nvSpPr>
            <p:cNvPr id="252" name="Text Box 52">
              <a:extLst>
                <a:ext uri="{FF2B5EF4-FFF2-40B4-BE49-F238E27FC236}">
                  <a16:creationId xmlns:a16="http://schemas.microsoft.com/office/drawing/2014/main" id="{18796955-5F78-4C8F-B162-660E32791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5739" y="3230467"/>
              <a:ext cx="346075" cy="2159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 err="1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</a:t>
              </a: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53" name="Text Box 53">
              <a:extLst>
                <a:ext uri="{FF2B5EF4-FFF2-40B4-BE49-F238E27FC236}">
                  <a16:creationId xmlns:a16="http://schemas.microsoft.com/office/drawing/2014/main" id="{C605623C-7143-430F-B0E2-EB0C8EAEC1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33438" y="2824067"/>
              <a:ext cx="866776" cy="400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Memoria</a:t>
              </a:r>
            </a:p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000" b="1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Instrucciones</a:t>
              </a:r>
            </a:p>
          </p:txBody>
        </p:sp>
      </p:grpSp>
      <p:sp>
        <p:nvSpPr>
          <p:cNvPr id="254" name="Forma libre 253">
            <a:extLst>
              <a:ext uri="{FF2B5EF4-FFF2-40B4-BE49-F238E27FC236}">
                <a16:creationId xmlns:a16="http://schemas.microsoft.com/office/drawing/2014/main" id="{6D41D61F-7796-46F8-B8D5-A3F53AD55EFE}"/>
              </a:ext>
            </a:extLst>
          </p:cNvPr>
          <p:cNvSpPr/>
          <p:nvPr/>
        </p:nvSpPr>
        <p:spPr>
          <a:xfrm>
            <a:off x="1077913" y="4764088"/>
            <a:ext cx="7496175" cy="1550987"/>
          </a:xfrm>
          <a:custGeom>
            <a:avLst/>
            <a:gdLst>
              <a:gd name="connsiteX0" fmla="*/ 151717 w 7495620"/>
              <a:gd name="connsiteY0" fmla="*/ 0 h 1549970"/>
              <a:gd name="connsiteX1" fmla="*/ 0 w 7495620"/>
              <a:gd name="connsiteY1" fmla="*/ 0 h 1549970"/>
              <a:gd name="connsiteX2" fmla="*/ 0 w 7495620"/>
              <a:gd name="connsiteY2" fmla="*/ 1549970 h 1549970"/>
              <a:gd name="connsiteX3" fmla="*/ 332136 w 7495620"/>
              <a:gd name="connsiteY3" fmla="*/ 1549970 h 1549970"/>
              <a:gd name="connsiteX4" fmla="*/ 7495620 w 7495620"/>
              <a:gd name="connsiteY4" fmla="*/ 1549970 h 1549970"/>
              <a:gd name="connsiteX5" fmla="*/ 7495620 w 7495620"/>
              <a:gd name="connsiteY5" fmla="*/ 1053815 h 1549970"/>
              <a:gd name="connsiteX6" fmla="*/ 7278296 w 7495620"/>
              <a:gd name="connsiteY6" fmla="*/ 1053815 h 1549970"/>
              <a:gd name="connsiteX7" fmla="*/ 7188086 w 7495620"/>
              <a:gd name="connsiteY7" fmla="*/ 1053815 h 1549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495620" h="1549970">
                <a:moveTo>
                  <a:pt x="151717" y="0"/>
                </a:moveTo>
                <a:lnTo>
                  <a:pt x="0" y="0"/>
                </a:lnTo>
                <a:lnTo>
                  <a:pt x="0" y="1549970"/>
                </a:lnTo>
                <a:lnTo>
                  <a:pt x="332136" y="1549970"/>
                </a:lnTo>
                <a:lnTo>
                  <a:pt x="7495620" y="1549970"/>
                </a:lnTo>
                <a:lnTo>
                  <a:pt x="7495620" y="1053815"/>
                </a:lnTo>
                <a:lnTo>
                  <a:pt x="7278296" y="1053815"/>
                </a:lnTo>
                <a:lnTo>
                  <a:pt x="7188086" y="1053815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5520" name="Grupo 254">
            <a:extLst>
              <a:ext uri="{FF2B5EF4-FFF2-40B4-BE49-F238E27FC236}">
                <a16:creationId xmlns:a16="http://schemas.microsoft.com/office/drawing/2014/main" id="{9CD10184-C18A-4107-934D-A5B070932046}"/>
              </a:ext>
            </a:extLst>
          </p:cNvPr>
          <p:cNvGrpSpPr>
            <a:grpSpLocks/>
          </p:cNvGrpSpPr>
          <p:nvPr/>
        </p:nvGrpSpPr>
        <p:grpSpPr bwMode="auto">
          <a:xfrm>
            <a:off x="1149350" y="4398963"/>
            <a:ext cx="714375" cy="528637"/>
            <a:chOff x="4612775" y="5675541"/>
            <a:chExt cx="714374" cy="528623"/>
          </a:xfrm>
        </p:grpSpPr>
        <p:sp>
          <p:nvSpPr>
            <p:cNvPr id="256" name="Text Box 49">
              <a:extLst>
                <a:ext uri="{FF2B5EF4-FFF2-40B4-BE49-F238E27FC236}">
                  <a16:creationId xmlns:a16="http://schemas.microsoft.com/office/drawing/2014/main" id="{4450018D-2370-43E2-BA49-28C62A4AA2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9174" y="5739039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7" name="Text Box 47">
              <a:extLst>
                <a:ext uri="{FF2B5EF4-FFF2-40B4-BE49-F238E27FC236}">
                  <a16:creationId xmlns:a16="http://schemas.microsoft.com/office/drawing/2014/main" id="{7F026EB9-A1E0-4BAB-9C13-9EDE0D712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5950" y="5989858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8" name="Text Box 47">
              <a:extLst>
                <a:ext uri="{FF2B5EF4-FFF2-40B4-BE49-F238E27FC236}">
                  <a16:creationId xmlns:a16="http://schemas.microsoft.com/office/drawing/2014/main" id="{814CC1BB-5040-4800-A434-32155A37F5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2775" y="5719990"/>
              <a:ext cx="298450" cy="214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59" name="Rectangle 43">
              <a:extLst>
                <a:ext uri="{FF2B5EF4-FFF2-40B4-BE49-F238E27FC236}">
                  <a16:creationId xmlns:a16="http://schemas.microsoft.com/office/drawing/2014/main" id="{766590D3-8F02-46AC-A5CA-A59899C32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763" y="5688241"/>
              <a:ext cx="215900" cy="431789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0" name="Line 45">
              <a:extLst>
                <a:ext uri="{FF2B5EF4-FFF2-40B4-BE49-F238E27FC236}">
                  <a16:creationId xmlns:a16="http://schemas.microsoft.com/office/drawing/2014/main" id="{3ADD0D71-4B72-4B2E-AF9F-740099513D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662" y="5904135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1" name="Line 46">
              <a:extLst>
                <a:ext uri="{FF2B5EF4-FFF2-40B4-BE49-F238E27FC236}">
                  <a16:creationId xmlns:a16="http://schemas.microsoft.com/office/drawing/2014/main" id="{C5F4F897-03CB-4E3F-8B7B-D4A5053A99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7863" y="5978745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2" name="Line 48">
              <a:extLst>
                <a:ext uri="{FF2B5EF4-FFF2-40B4-BE49-F238E27FC236}">
                  <a16:creationId xmlns:a16="http://schemas.microsoft.com/office/drawing/2014/main" id="{361AD0FE-F971-4B16-B5AA-BB538F89AA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1099" y="5832699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3" name="Line 46">
              <a:extLst>
                <a:ext uri="{FF2B5EF4-FFF2-40B4-BE49-F238E27FC236}">
                  <a16:creationId xmlns:a16="http://schemas.microsoft.com/office/drawing/2014/main" id="{68F76770-0615-4263-B0F1-D857EC404B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4688" y="5708877"/>
              <a:ext cx="73025" cy="144459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4" name="Forma libre 263">
              <a:extLst>
                <a:ext uri="{FF2B5EF4-FFF2-40B4-BE49-F238E27FC236}">
                  <a16:creationId xmlns:a16="http://schemas.microsoft.com/office/drawing/2014/main" id="{4E3C62CD-5B90-4C5F-ABF7-F2A47940C03E}"/>
                </a:ext>
              </a:extLst>
            </p:cNvPr>
            <p:cNvSpPr/>
            <p:nvPr/>
          </p:nvSpPr>
          <p:spPr>
            <a:xfrm>
              <a:off x="4892175" y="5689828"/>
              <a:ext cx="215900" cy="428614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65" name="Text Box 47">
              <a:extLst>
                <a:ext uri="{FF2B5EF4-FFF2-40B4-BE49-F238E27FC236}">
                  <a16:creationId xmlns:a16="http://schemas.microsoft.com/office/drawing/2014/main" id="{EBC93890-7A50-459E-ABAF-E6C179F954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2800" y="5675541"/>
              <a:ext cx="241300" cy="4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66" name="Line 44">
              <a:extLst>
                <a:ext uri="{FF2B5EF4-FFF2-40B4-BE49-F238E27FC236}">
                  <a16:creationId xmlns:a16="http://schemas.microsoft.com/office/drawing/2014/main" id="{742F7DA2-B749-46EC-91DF-5A9DF6D8BD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863" y="6043831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67" name="Line 44">
              <a:extLst>
                <a:ext uri="{FF2B5EF4-FFF2-40B4-BE49-F238E27FC236}">
                  <a16:creationId xmlns:a16="http://schemas.microsoft.com/office/drawing/2014/main" id="{EEE2470C-3EEF-410E-9822-128F8AFDF8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4688" y="5773963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68" name="Forma libre 267">
            <a:extLst>
              <a:ext uri="{FF2B5EF4-FFF2-40B4-BE49-F238E27FC236}">
                <a16:creationId xmlns:a16="http://schemas.microsoft.com/office/drawing/2014/main" id="{0E1BF60D-5DCF-465F-9A20-30911FBDDA6F}"/>
              </a:ext>
            </a:extLst>
          </p:cNvPr>
          <p:cNvSpPr/>
          <p:nvPr/>
        </p:nvSpPr>
        <p:spPr>
          <a:xfrm>
            <a:off x="1766888" y="4627563"/>
            <a:ext cx="422275" cy="0"/>
          </a:xfrm>
          <a:custGeom>
            <a:avLst/>
            <a:gdLst>
              <a:gd name="connsiteX0" fmla="*/ 0 w 422988"/>
              <a:gd name="connsiteY0" fmla="*/ 0 h 0"/>
              <a:gd name="connsiteX1" fmla="*/ 422988 w 42298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2988">
                <a:moveTo>
                  <a:pt x="0" y="0"/>
                </a:moveTo>
                <a:lnTo>
                  <a:pt x="422988" y="0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69" name="Line 18">
            <a:extLst>
              <a:ext uri="{FF2B5EF4-FFF2-40B4-BE49-F238E27FC236}">
                <a16:creationId xmlns:a16="http://schemas.microsoft.com/office/drawing/2014/main" id="{1A99339F-618C-4D29-B47F-DBFD084F95A1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3050" y="4265613"/>
            <a:ext cx="0" cy="144462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70" name="Elipse 269">
            <a:extLst>
              <a:ext uri="{FF2B5EF4-FFF2-40B4-BE49-F238E27FC236}">
                <a16:creationId xmlns:a16="http://schemas.microsoft.com/office/drawing/2014/main" id="{B81E2D7F-9293-4187-A8E2-96404E59C056}"/>
              </a:ext>
            </a:extLst>
          </p:cNvPr>
          <p:cNvSpPr/>
          <p:nvPr/>
        </p:nvSpPr>
        <p:spPr>
          <a:xfrm>
            <a:off x="6716713" y="5627688"/>
            <a:ext cx="46037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pSp>
        <p:nvGrpSpPr>
          <p:cNvPr id="275524" name="Grupo 270">
            <a:extLst>
              <a:ext uri="{FF2B5EF4-FFF2-40B4-BE49-F238E27FC236}">
                <a16:creationId xmlns:a16="http://schemas.microsoft.com/office/drawing/2014/main" id="{A1B1C890-8E84-43BB-9C10-EED90239ADC0}"/>
              </a:ext>
            </a:extLst>
          </p:cNvPr>
          <p:cNvGrpSpPr>
            <a:grpSpLocks/>
          </p:cNvGrpSpPr>
          <p:nvPr/>
        </p:nvGrpSpPr>
        <p:grpSpPr bwMode="auto">
          <a:xfrm>
            <a:off x="10509250" y="4144963"/>
            <a:ext cx="714375" cy="646112"/>
            <a:chOff x="5720389" y="5653779"/>
            <a:chExt cx="714374" cy="645657"/>
          </a:xfrm>
        </p:grpSpPr>
        <p:sp>
          <p:nvSpPr>
            <p:cNvPr id="272" name="Text Box 49">
              <a:extLst>
                <a:ext uri="{FF2B5EF4-FFF2-40B4-BE49-F238E27FC236}">
                  <a16:creationId xmlns:a16="http://schemas.microsoft.com/office/drawing/2014/main" id="{FE4A883A-2855-4E3B-9F8D-E7900140F2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6788" y="5777517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3" name="Rectangle 43">
              <a:extLst>
                <a:ext uri="{FF2B5EF4-FFF2-40B4-BE49-F238E27FC236}">
                  <a16:creationId xmlns:a16="http://schemas.microsoft.com/office/drawing/2014/main" id="{49FF0BF2-A0A5-4422-ABA3-B9D7AC4A3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377" y="5675988"/>
              <a:ext cx="215900" cy="539370"/>
            </a:xfrm>
            <a:prstGeom prst="rect">
              <a:avLst/>
            </a:prstGeom>
            <a:solidFill>
              <a:schemeClr val="bg1">
                <a:lumMod val="90000"/>
              </a:schemeClr>
            </a:solidFill>
            <a:ln w="9525">
              <a:solidFill>
                <a:schemeClr val="bg1">
                  <a:lumMod val="10000"/>
                </a:schemeClr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fontAlgn="auto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SzPct val="100000"/>
                <a:buFont typeface="Wingdings" charset="2"/>
                <a:buNone/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4" name="Line 44">
              <a:extLst>
                <a:ext uri="{FF2B5EF4-FFF2-40B4-BE49-F238E27FC236}">
                  <a16:creationId xmlns:a16="http://schemas.microsoft.com/office/drawing/2014/main" id="{ED05B57C-DDD6-4D78-8FC9-408AD2EB59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477" y="6139212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5" name="Line 46">
              <a:extLst>
                <a:ext uri="{FF2B5EF4-FFF2-40B4-BE49-F238E27FC236}">
                  <a16:creationId xmlns:a16="http://schemas.microsoft.com/office/drawing/2014/main" id="{73C54EA5-BC1B-4CCC-9B31-4585A4E46C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5477" y="6074170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6" name="Text Box 47">
              <a:extLst>
                <a:ext uri="{FF2B5EF4-FFF2-40B4-BE49-F238E27FC236}">
                  <a16:creationId xmlns:a16="http://schemas.microsoft.com/office/drawing/2014/main" id="{28AF6428-43B3-4DE2-95EA-906E0CDA17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3564" y="6085275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77" name="Line 48">
              <a:extLst>
                <a:ext uri="{FF2B5EF4-FFF2-40B4-BE49-F238E27FC236}">
                  <a16:creationId xmlns:a16="http://schemas.microsoft.com/office/drawing/2014/main" id="{93E818F9-C350-4EFF-B7C0-CB94A80879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8713" y="5871113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8" name="Line 44">
              <a:extLst>
                <a:ext uri="{FF2B5EF4-FFF2-40B4-BE49-F238E27FC236}">
                  <a16:creationId xmlns:a16="http://schemas.microsoft.com/office/drawing/2014/main" id="{CB284847-1E78-46DF-80AA-F72D6DBB4A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948846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79" name="Line 46">
              <a:extLst>
                <a:ext uri="{FF2B5EF4-FFF2-40B4-BE49-F238E27FC236}">
                  <a16:creationId xmlns:a16="http://schemas.microsoft.com/office/drawing/2014/main" id="{95B716A3-375E-4AA6-99BD-CA4FC0A294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883804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0" name="Text Box 47">
              <a:extLst>
                <a:ext uri="{FF2B5EF4-FFF2-40B4-BE49-F238E27FC236}">
                  <a16:creationId xmlns:a16="http://schemas.microsoft.com/office/drawing/2014/main" id="{62019AFC-DCF9-4BE5-A24E-9AAFFE5DBF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894909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1" name="Forma libre 280">
              <a:extLst>
                <a:ext uri="{FF2B5EF4-FFF2-40B4-BE49-F238E27FC236}">
                  <a16:creationId xmlns:a16="http://schemas.microsoft.com/office/drawing/2014/main" id="{123C697D-317A-471D-81EC-8FE26D2139B3}"/>
                </a:ext>
              </a:extLst>
            </p:cNvPr>
            <p:cNvSpPr/>
            <p:nvPr/>
          </p:nvSpPr>
          <p:spPr>
            <a:xfrm>
              <a:off x="5999789" y="5674401"/>
              <a:ext cx="215900" cy="539370"/>
            </a:xfrm>
            <a:custGeom>
              <a:avLst/>
              <a:gdLst>
                <a:gd name="connsiteX0" fmla="*/ 3175 w 215900"/>
                <a:gd name="connsiteY0" fmla="*/ 428625 h 428625"/>
                <a:gd name="connsiteX1" fmla="*/ 215900 w 215900"/>
                <a:gd name="connsiteY1" fmla="*/ 215900 h 428625"/>
                <a:gd name="connsiteX2" fmla="*/ 0 w 215900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00" h="428625">
                  <a:moveTo>
                    <a:pt x="3175" y="428625"/>
                  </a:moveTo>
                  <a:lnTo>
                    <a:pt x="215900" y="21590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282" name="Text Box 47">
              <a:extLst>
                <a:ext uri="{FF2B5EF4-FFF2-40B4-BE49-F238E27FC236}">
                  <a16:creationId xmlns:a16="http://schemas.microsoft.com/office/drawing/2014/main" id="{615D8309-6E36-4310-9B41-56AF98AD6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4064" y="6018647"/>
              <a:ext cx="24130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0</a:t>
              </a:r>
            </a:p>
          </p:txBody>
        </p:sp>
        <p:sp>
          <p:nvSpPr>
            <p:cNvPr id="283" name="Line 46">
              <a:extLst>
                <a:ext uri="{FF2B5EF4-FFF2-40B4-BE49-F238E27FC236}">
                  <a16:creationId xmlns:a16="http://schemas.microsoft.com/office/drawing/2014/main" id="{0787A480-2D4F-4267-AC04-F9C0A24348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82302" y="5693438"/>
              <a:ext cx="73025" cy="144361"/>
            </a:xfrm>
            <a:prstGeom prst="line">
              <a:avLst/>
            </a:prstGeom>
            <a:noFill/>
            <a:ln w="9525">
              <a:solidFill>
                <a:schemeClr val="bg1">
                  <a:lumMod val="1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4" name="Text Box 47">
              <a:extLst>
                <a:ext uri="{FF2B5EF4-FFF2-40B4-BE49-F238E27FC236}">
                  <a16:creationId xmlns:a16="http://schemas.microsoft.com/office/drawing/2014/main" id="{CE65EBA7-D760-4F96-AFE1-9571C699AB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0389" y="5704543"/>
              <a:ext cx="298450" cy="214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32</a:t>
              </a:r>
            </a:p>
          </p:txBody>
        </p:sp>
        <p:sp>
          <p:nvSpPr>
            <p:cNvPr id="285" name="Text Box 47">
              <a:extLst>
                <a:ext uri="{FF2B5EF4-FFF2-40B4-BE49-F238E27FC236}">
                  <a16:creationId xmlns:a16="http://schemas.microsoft.com/office/drawing/2014/main" id="{5DE47E4D-10C0-477C-9179-5361A5662A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7239" y="5833040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1</a:t>
              </a:r>
            </a:p>
          </p:txBody>
        </p:sp>
        <p:sp>
          <p:nvSpPr>
            <p:cNvPr id="286" name="Text Box 47">
              <a:extLst>
                <a:ext uri="{FF2B5EF4-FFF2-40B4-BE49-F238E27FC236}">
                  <a16:creationId xmlns:a16="http://schemas.microsoft.com/office/drawing/2014/main" id="{6844727D-A207-4C64-8824-44F7385B65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889" y="5653779"/>
              <a:ext cx="241300" cy="2157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dirty="0">
                  <a:solidFill>
                    <a:schemeClr val="bg1">
                      <a:lumMod val="10000"/>
                    </a:schemeClr>
                  </a:solidFill>
                  <a:latin typeface="+mn-lt"/>
                </a:rPr>
                <a:t>2</a:t>
              </a:r>
            </a:p>
          </p:txBody>
        </p:sp>
        <p:sp>
          <p:nvSpPr>
            <p:cNvPr id="287" name="Line 44">
              <a:extLst>
                <a:ext uri="{FF2B5EF4-FFF2-40B4-BE49-F238E27FC236}">
                  <a16:creationId xmlns:a16="http://schemas.microsoft.com/office/drawing/2014/main" id="{7B6AEB13-5C51-4B82-A46F-D97E656293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2302" y="5758480"/>
              <a:ext cx="215900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  <p:sp>
          <p:nvSpPr>
            <p:cNvPr id="288" name="Line 45">
              <a:extLst>
                <a:ext uri="{FF2B5EF4-FFF2-40B4-BE49-F238E27FC236}">
                  <a16:creationId xmlns:a16="http://schemas.microsoft.com/office/drawing/2014/main" id="{A28CB0C7-049C-4992-BBA6-CC381E7BEE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7276" y="5942501"/>
              <a:ext cx="217487" cy="0"/>
            </a:xfrm>
            <a:prstGeom prst="line">
              <a:avLst/>
            </a:prstGeom>
            <a:noFill/>
            <a:ln w="25400">
              <a:solidFill>
                <a:schemeClr val="bg1">
                  <a:lumMod val="10000"/>
                </a:schemeClr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_tradnl">
                <a:solidFill>
                  <a:schemeClr val="bg1">
                    <a:lumMod val="10000"/>
                  </a:schemeClr>
                </a:solidFill>
                <a:latin typeface="+mn-lt"/>
              </a:endParaRPr>
            </a:p>
          </p:txBody>
        </p:sp>
      </p:grpSp>
      <p:sp>
        <p:nvSpPr>
          <p:cNvPr id="289" name="Line 71">
            <a:extLst>
              <a:ext uri="{FF2B5EF4-FFF2-40B4-BE49-F238E27FC236}">
                <a16:creationId xmlns:a16="http://schemas.microsoft.com/office/drawing/2014/main" id="{48A0DEE2-E3C0-4066-AE0D-5918F65FDA6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74376" y="3998912"/>
            <a:ext cx="57150" cy="111125"/>
          </a:xfrm>
          <a:prstGeom prst="line">
            <a:avLst/>
          </a:prstGeom>
          <a:noFill/>
          <a:ln w="9525">
            <a:solidFill>
              <a:schemeClr val="bg1">
                <a:lumMod val="10000"/>
              </a:schemeClr>
            </a:solidFill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0" name="Text Box 72">
            <a:extLst>
              <a:ext uri="{FF2B5EF4-FFF2-40B4-BE49-F238E27FC236}">
                <a16:creationId xmlns:a16="http://schemas.microsoft.com/office/drawing/2014/main" id="{A381EC0A-B5CA-4167-907F-BDC40F224F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8338" y="3921125"/>
            <a:ext cx="239712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1" name="Line 70">
            <a:extLst>
              <a:ext uri="{FF2B5EF4-FFF2-40B4-BE49-F238E27FC236}">
                <a16:creationId xmlns:a16="http://schemas.microsoft.com/office/drawing/2014/main" id="{16FB6AB8-383D-4A58-91D4-EFF6BF7ACEF0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0807700" y="4078288"/>
            <a:ext cx="168275" cy="0"/>
          </a:xfrm>
          <a:prstGeom prst="line">
            <a:avLst/>
          </a:prstGeom>
          <a:noFill/>
          <a:ln w="25400">
            <a:solidFill>
              <a:schemeClr val="bg1">
                <a:lumMod val="10000"/>
              </a:schemeClr>
            </a:solidFill>
            <a:round/>
            <a:headEnd/>
            <a:tailEnd type="triangle" w="med" len="med"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292" name="Forma libre 291">
            <a:extLst>
              <a:ext uri="{FF2B5EF4-FFF2-40B4-BE49-F238E27FC236}">
                <a16:creationId xmlns:a16="http://schemas.microsoft.com/office/drawing/2014/main" id="{45C9AF8D-F715-4A5B-AAA3-70A011B7E235}"/>
              </a:ext>
            </a:extLst>
          </p:cNvPr>
          <p:cNvSpPr/>
          <p:nvPr/>
        </p:nvSpPr>
        <p:spPr>
          <a:xfrm>
            <a:off x="3584575" y="3586163"/>
            <a:ext cx="7023100" cy="661987"/>
          </a:xfrm>
          <a:custGeom>
            <a:avLst/>
            <a:gdLst>
              <a:gd name="connsiteX0" fmla="*/ 0 w 6790099"/>
              <a:gd name="connsiteY0" fmla="*/ 0 h 669956"/>
              <a:gd name="connsiteX1" fmla="*/ 6545656 w 6790099"/>
              <a:gd name="connsiteY1" fmla="*/ 0 h 669956"/>
              <a:gd name="connsiteX2" fmla="*/ 6545656 w 6790099"/>
              <a:gd name="connsiteY2" fmla="*/ 669956 h 669956"/>
              <a:gd name="connsiteX3" fmla="*/ 6790099 w 6790099"/>
              <a:gd name="connsiteY3" fmla="*/ 669956 h 669956"/>
              <a:gd name="connsiteX4" fmla="*/ 6790099 w 6790099"/>
              <a:gd name="connsiteY4" fmla="*/ 669956 h 669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90099" h="669956">
                <a:moveTo>
                  <a:pt x="0" y="0"/>
                </a:moveTo>
                <a:lnTo>
                  <a:pt x="6545656" y="0"/>
                </a:lnTo>
                <a:lnTo>
                  <a:pt x="6545656" y="669956"/>
                </a:lnTo>
                <a:lnTo>
                  <a:pt x="6790099" y="669956"/>
                </a:lnTo>
                <a:lnTo>
                  <a:pt x="6790099" y="669956"/>
                </a:lnTo>
              </a:path>
            </a:pathLst>
          </a:custGeom>
          <a:noFill/>
          <a:ln w="25400"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3" name="Elipse 292">
            <a:extLst>
              <a:ext uri="{FF2B5EF4-FFF2-40B4-BE49-F238E27FC236}">
                <a16:creationId xmlns:a16="http://schemas.microsoft.com/office/drawing/2014/main" id="{6286F244-3AD6-424B-B656-B4AC20F279C0}"/>
              </a:ext>
            </a:extLst>
          </p:cNvPr>
          <p:cNvSpPr/>
          <p:nvPr/>
        </p:nvSpPr>
        <p:spPr>
          <a:xfrm>
            <a:off x="3800475" y="3557588"/>
            <a:ext cx="44450" cy="46037"/>
          </a:xfrm>
          <a:prstGeom prst="ellipse">
            <a:avLst/>
          </a:prstGeom>
          <a:solidFill>
            <a:schemeClr val="bg1">
              <a:lumMod val="10000"/>
            </a:schemeClr>
          </a:solidFill>
          <a:ln>
            <a:solidFill>
              <a:schemeClr val="bg1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94" name="Text Box 50">
            <a:extLst>
              <a:ext uri="{FF2B5EF4-FFF2-40B4-BE49-F238E27FC236}">
                <a16:creationId xmlns:a16="http://schemas.microsoft.com/office/drawing/2014/main" id="{F0460C9C-BA34-4FCC-AA06-15AC6CD97E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1188" y="2384425"/>
            <a:ext cx="565150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ImmSrc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295" name="Conector recto de flecha 294">
            <a:extLst>
              <a:ext uri="{FF2B5EF4-FFF2-40B4-BE49-F238E27FC236}">
                <a16:creationId xmlns:a16="http://schemas.microsoft.com/office/drawing/2014/main" id="{D140B9FB-E279-408F-B393-B494EFD9B934}"/>
              </a:ext>
            </a:extLst>
          </p:cNvPr>
          <p:cNvCxnSpPr>
            <a:cxnSpLocks/>
          </p:cNvCxnSpPr>
          <p:nvPr/>
        </p:nvCxnSpPr>
        <p:spPr>
          <a:xfrm flipV="1">
            <a:off x="5802313" y="5907088"/>
            <a:ext cx="0" cy="649287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 Box 72">
            <a:extLst>
              <a:ext uri="{FF2B5EF4-FFF2-40B4-BE49-F238E27FC236}">
                <a16:creationId xmlns:a16="http://schemas.microsoft.com/office/drawing/2014/main" id="{77D41B72-7EA5-4B29-B4DE-389AC5F5E5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463" y="6364288"/>
            <a:ext cx="24130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297" name="Line 71">
            <a:extLst>
              <a:ext uri="{FF2B5EF4-FFF2-40B4-BE49-F238E27FC236}">
                <a16:creationId xmlns:a16="http://schemas.microsoft.com/office/drawing/2014/main" id="{D525FBDA-B5E9-43DB-826B-05A007F5A20F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779294" y="6441282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98" name="Text Box 50">
            <a:extLst>
              <a:ext uri="{FF2B5EF4-FFF2-40B4-BE49-F238E27FC236}">
                <a16:creationId xmlns:a16="http://schemas.microsoft.com/office/drawing/2014/main" id="{52DC204B-452C-4258-A40E-7C155F77EF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2725738"/>
            <a:ext cx="5095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funct3</a:t>
            </a:r>
          </a:p>
        </p:txBody>
      </p:sp>
      <p:sp>
        <p:nvSpPr>
          <p:cNvPr id="299" name="Text Box 50">
            <a:extLst>
              <a:ext uri="{FF2B5EF4-FFF2-40B4-BE49-F238E27FC236}">
                <a16:creationId xmlns:a16="http://schemas.microsoft.com/office/drawing/2014/main" id="{A68F69E5-5BB0-4DAC-BD50-E06196411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163" y="2725738"/>
            <a:ext cx="31908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op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00" name="Text Box 50">
            <a:extLst>
              <a:ext uri="{FF2B5EF4-FFF2-40B4-BE49-F238E27FC236}">
                <a16:creationId xmlns:a16="http://schemas.microsoft.com/office/drawing/2014/main" id="{B67F23E6-8562-4119-A6FB-381660F122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2725738"/>
            <a:ext cx="51117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funct7</a:t>
            </a:r>
          </a:p>
        </p:txBody>
      </p:sp>
      <p:sp>
        <p:nvSpPr>
          <p:cNvPr id="301" name="Text Box 50">
            <a:extLst>
              <a:ext uri="{FF2B5EF4-FFF2-40B4-BE49-F238E27FC236}">
                <a16:creationId xmlns:a16="http://schemas.microsoft.com/office/drawing/2014/main" id="{2CFE71E8-0055-4C25-A235-AC1CC1C522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3703638"/>
            <a:ext cx="3190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6:0</a:t>
            </a:r>
          </a:p>
        </p:txBody>
      </p:sp>
      <p:sp>
        <p:nvSpPr>
          <p:cNvPr id="302" name="Text Box 50">
            <a:extLst>
              <a:ext uri="{FF2B5EF4-FFF2-40B4-BE49-F238E27FC236}">
                <a16:creationId xmlns:a16="http://schemas.microsoft.com/office/drawing/2014/main" id="{4E20D16A-2089-482A-B4DE-886086F06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3800475"/>
            <a:ext cx="4318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14:12</a:t>
            </a:r>
          </a:p>
        </p:txBody>
      </p:sp>
      <p:sp>
        <p:nvSpPr>
          <p:cNvPr id="303" name="Text Box 50">
            <a:extLst>
              <a:ext uri="{FF2B5EF4-FFF2-40B4-BE49-F238E27FC236}">
                <a16:creationId xmlns:a16="http://schemas.microsoft.com/office/drawing/2014/main" id="{A1F5B037-6F68-4C03-9A35-0628128EE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3922713"/>
            <a:ext cx="431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31:25</a:t>
            </a:r>
          </a:p>
        </p:txBody>
      </p:sp>
      <p:cxnSp>
        <p:nvCxnSpPr>
          <p:cNvPr id="304" name="Conector recto 303">
            <a:extLst>
              <a:ext uri="{FF2B5EF4-FFF2-40B4-BE49-F238E27FC236}">
                <a16:creationId xmlns:a16="http://schemas.microsoft.com/office/drawing/2014/main" id="{365A8C9C-EE17-4565-81DA-DB63ACB2BBB4}"/>
              </a:ext>
            </a:extLst>
          </p:cNvPr>
          <p:cNvCxnSpPr>
            <a:cxnSpLocks/>
          </p:cNvCxnSpPr>
          <p:nvPr/>
        </p:nvCxnSpPr>
        <p:spPr>
          <a:xfrm>
            <a:off x="4356100" y="3683000"/>
            <a:ext cx="1588" cy="2135188"/>
          </a:xfrm>
          <a:prstGeom prst="line">
            <a:avLst/>
          </a:prstGeom>
          <a:ln w="38100">
            <a:solidFill>
              <a:schemeClr val="bg1">
                <a:lumMod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5541" name="Grupo 304">
            <a:extLst>
              <a:ext uri="{FF2B5EF4-FFF2-40B4-BE49-F238E27FC236}">
                <a16:creationId xmlns:a16="http://schemas.microsoft.com/office/drawing/2014/main" id="{4BCF3962-B25D-4EBD-B00F-6E1FB47C234C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2933700"/>
            <a:ext cx="4348163" cy="1358900"/>
            <a:chOff x="4117910" y="2625661"/>
            <a:chExt cx="4348438" cy="1666482"/>
          </a:xfrm>
        </p:grpSpPr>
        <p:sp>
          <p:nvSpPr>
            <p:cNvPr id="306" name="Forma libre 305">
              <a:extLst>
                <a:ext uri="{FF2B5EF4-FFF2-40B4-BE49-F238E27FC236}">
                  <a16:creationId xmlns:a16="http://schemas.microsoft.com/office/drawing/2014/main" id="{CCAB18C6-7EB0-4333-97AD-0C41603DB2A8}"/>
                </a:ext>
              </a:extLst>
            </p:cNvPr>
            <p:cNvSpPr/>
            <p:nvPr/>
          </p:nvSpPr>
          <p:spPr>
            <a:xfrm>
              <a:off x="4117910" y="2643183"/>
              <a:ext cx="236553" cy="113889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7" name="Forma libre 306">
              <a:extLst>
                <a:ext uri="{FF2B5EF4-FFF2-40B4-BE49-F238E27FC236}">
                  <a16:creationId xmlns:a16="http://schemas.microsoft.com/office/drawing/2014/main" id="{38A4D875-78F1-43A7-AF13-2697A35A9C12}"/>
                </a:ext>
              </a:extLst>
            </p:cNvPr>
            <p:cNvSpPr/>
            <p:nvPr/>
          </p:nvSpPr>
          <p:spPr>
            <a:xfrm flipH="1">
              <a:off x="4363989" y="2637342"/>
              <a:ext cx="333396" cy="1253755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8" name="Forma libre 307">
              <a:extLst>
                <a:ext uri="{FF2B5EF4-FFF2-40B4-BE49-F238E27FC236}">
                  <a16:creationId xmlns:a16="http://schemas.microsoft.com/office/drawing/2014/main" id="{4390E603-D239-483A-AF7E-BEE5F76970C2}"/>
                </a:ext>
              </a:extLst>
            </p:cNvPr>
            <p:cNvSpPr/>
            <p:nvPr/>
          </p:nvSpPr>
          <p:spPr>
            <a:xfrm flipH="1">
              <a:off x="4349700" y="2637342"/>
              <a:ext cx="742997" cy="1411449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  <p:sp>
          <p:nvSpPr>
            <p:cNvPr id="309" name="Forma libre 308">
              <a:extLst>
                <a:ext uri="{FF2B5EF4-FFF2-40B4-BE49-F238E27FC236}">
                  <a16:creationId xmlns:a16="http://schemas.microsoft.com/office/drawing/2014/main" id="{75897B0F-8205-4BB5-A878-55B48B2B4C6A}"/>
                </a:ext>
              </a:extLst>
            </p:cNvPr>
            <p:cNvSpPr/>
            <p:nvPr/>
          </p:nvSpPr>
          <p:spPr>
            <a:xfrm flipH="1">
              <a:off x="8275836" y="2625661"/>
              <a:ext cx="190512" cy="1666482"/>
            </a:xfrm>
            <a:custGeom>
              <a:avLst/>
              <a:gdLst>
                <a:gd name="connsiteX0" fmla="*/ 0 w 236376"/>
                <a:gd name="connsiteY0" fmla="*/ 0 h 1138335"/>
                <a:gd name="connsiteX1" fmla="*/ 0 w 236376"/>
                <a:gd name="connsiteY1" fmla="*/ 1138335 h 1138335"/>
                <a:gd name="connsiteX2" fmla="*/ 217714 w 236376"/>
                <a:gd name="connsiteY2" fmla="*/ 1138335 h 1138335"/>
                <a:gd name="connsiteX3" fmla="*/ 236376 w 236376"/>
                <a:gd name="connsiteY3" fmla="*/ 1138335 h 113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76" h="1138335">
                  <a:moveTo>
                    <a:pt x="0" y="0"/>
                  </a:moveTo>
                  <a:lnTo>
                    <a:pt x="0" y="1138335"/>
                  </a:lnTo>
                  <a:lnTo>
                    <a:pt x="217714" y="1138335"/>
                  </a:lnTo>
                  <a:lnTo>
                    <a:pt x="236376" y="1138335"/>
                  </a:lnTo>
                </a:path>
              </a:pathLst>
            </a:custGeom>
            <a:noFill/>
            <a:ln w="12700">
              <a:solidFill>
                <a:schemeClr val="bg1">
                  <a:lumMod val="10000"/>
                </a:schemeClr>
              </a:solidFill>
              <a:prstDash val="sysDot"/>
              <a:head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/>
            </a:p>
          </p:txBody>
        </p:sp>
      </p:grpSp>
      <p:sp>
        <p:nvSpPr>
          <p:cNvPr id="310" name="Text Box 50">
            <a:extLst>
              <a:ext uri="{FF2B5EF4-FFF2-40B4-BE49-F238E27FC236}">
                <a16:creationId xmlns:a16="http://schemas.microsoft.com/office/drawing/2014/main" id="{5BA282C6-8068-4389-95F1-2D31725C05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700" y="2725738"/>
            <a:ext cx="415925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zero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1" name="Text Box 72">
            <a:extLst>
              <a:ext uri="{FF2B5EF4-FFF2-40B4-BE49-F238E27FC236}">
                <a16:creationId xmlns:a16="http://schemas.microsoft.com/office/drawing/2014/main" id="{56FEB005-12A2-4592-AA3C-1640C21889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6388" y="2898775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12" name="Text Box 50">
            <a:extLst>
              <a:ext uri="{FF2B5EF4-FFF2-40B4-BE49-F238E27FC236}">
                <a16:creationId xmlns:a16="http://schemas.microsoft.com/office/drawing/2014/main" id="{F97B71C4-F97E-4EED-9058-0664DBE991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8425" y="2384425"/>
            <a:ext cx="474663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PCsrc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3" name="Text Box 50">
            <a:extLst>
              <a:ext uri="{FF2B5EF4-FFF2-40B4-BE49-F238E27FC236}">
                <a16:creationId xmlns:a16="http://schemas.microsoft.com/office/drawing/2014/main" id="{0698CD47-A90D-4922-9BEC-D6E9A9819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5300" y="2725738"/>
            <a:ext cx="446088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BRwr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4" name="Text Box 50">
            <a:extLst>
              <a:ext uri="{FF2B5EF4-FFF2-40B4-BE49-F238E27FC236}">
                <a16:creationId xmlns:a16="http://schemas.microsoft.com/office/drawing/2014/main" id="{B0BB4896-983D-40A4-B4EF-C802F1BCE3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7475" y="2725738"/>
            <a:ext cx="5318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ALUctr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5" name="Text Box 50">
            <a:extLst>
              <a:ext uri="{FF2B5EF4-FFF2-40B4-BE49-F238E27FC236}">
                <a16:creationId xmlns:a16="http://schemas.microsoft.com/office/drawing/2014/main" id="{470ACFBD-24A9-4AC0-8C0B-541F99782C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013" y="2725738"/>
            <a:ext cx="6175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MemWr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16" name="Text Box 50">
            <a:extLst>
              <a:ext uri="{FF2B5EF4-FFF2-40B4-BE49-F238E27FC236}">
                <a16:creationId xmlns:a16="http://schemas.microsoft.com/office/drawing/2014/main" id="{EF4F432E-2694-437D-A7A5-E87CF768F8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36250" y="2725738"/>
            <a:ext cx="519113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ResSrc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cxnSp>
        <p:nvCxnSpPr>
          <p:cNvPr id="317" name="Conector recto de flecha 316">
            <a:extLst>
              <a:ext uri="{FF2B5EF4-FFF2-40B4-BE49-F238E27FC236}">
                <a16:creationId xmlns:a16="http://schemas.microsoft.com/office/drawing/2014/main" id="{A19204ED-BD55-4DD6-A95C-293378DF1382}"/>
              </a:ext>
            </a:extLst>
          </p:cNvPr>
          <p:cNvCxnSpPr>
            <a:cxnSpLocks/>
          </p:cNvCxnSpPr>
          <p:nvPr/>
        </p:nvCxnSpPr>
        <p:spPr>
          <a:xfrm>
            <a:off x="5795963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Conector recto de flecha 317">
            <a:extLst>
              <a:ext uri="{FF2B5EF4-FFF2-40B4-BE49-F238E27FC236}">
                <a16:creationId xmlns:a16="http://schemas.microsoft.com/office/drawing/2014/main" id="{2D0F7D9A-DCDD-4FD9-970B-24E4B6213D01}"/>
              </a:ext>
            </a:extLst>
          </p:cNvPr>
          <p:cNvCxnSpPr>
            <a:cxnSpLocks/>
          </p:cNvCxnSpPr>
          <p:nvPr/>
        </p:nvCxnSpPr>
        <p:spPr>
          <a:xfrm>
            <a:off x="80010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Conector recto de flecha 318">
            <a:extLst>
              <a:ext uri="{FF2B5EF4-FFF2-40B4-BE49-F238E27FC236}">
                <a16:creationId xmlns:a16="http://schemas.microsoft.com/office/drawing/2014/main" id="{44BA3FAA-00B8-4D0F-BC3B-2FB666D9992B}"/>
              </a:ext>
            </a:extLst>
          </p:cNvPr>
          <p:cNvCxnSpPr>
            <a:cxnSpLocks/>
          </p:cNvCxnSpPr>
          <p:nvPr/>
        </p:nvCxnSpPr>
        <p:spPr>
          <a:xfrm>
            <a:off x="9550400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Conector recto de flecha 319">
            <a:extLst>
              <a:ext uri="{FF2B5EF4-FFF2-40B4-BE49-F238E27FC236}">
                <a16:creationId xmlns:a16="http://schemas.microsoft.com/office/drawing/2014/main" id="{91E5C318-335B-4DE9-BA15-CB84C31BB73B}"/>
              </a:ext>
            </a:extLst>
          </p:cNvPr>
          <p:cNvCxnSpPr>
            <a:cxnSpLocks/>
          </p:cNvCxnSpPr>
          <p:nvPr/>
        </p:nvCxnSpPr>
        <p:spPr>
          <a:xfrm>
            <a:off x="10893425" y="2938463"/>
            <a:ext cx="0" cy="1098550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Conector recto de flecha 320">
            <a:extLst>
              <a:ext uri="{FF2B5EF4-FFF2-40B4-BE49-F238E27FC236}">
                <a16:creationId xmlns:a16="http://schemas.microsoft.com/office/drawing/2014/main" id="{594D6FFA-71DB-4979-AC13-17DD6FB86D85}"/>
              </a:ext>
            </a:extLst>
          </p:cNvPr>
          <p:cNvCxnSpPr>
            <a:cxnSpLocks/>
          </p:cNvCxnSpPr>
          <p:nvPr/>
        </p:nvCxnSpPr>
        <p:spPr>
          <a:xfrm>
            <a:off x="7226300" y="2938463"/>
            <a:ext cx="3175" cy="1323975"/>
          </a:xfrm>
          <a:prstGeom prst="straightConnector1">
            <a:avLst/>
          </a:prstGeom>
          <a:ln w="12700">
            <a:solidFill>
              <a:schemeClr val="bg1">
                <a:lumMod val="1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" name="Text Box 50">
            <a:extLst>
              <a:ext uri="{FF2B5EF4-FFF2-40B4-BE49-F238E27FC236}">
                <a16:creationId xmlns:a16="http://schemas.microsoft.com/office/drawing/2014/main" id="{BCD4F4B3-6E47-4E98-B94E-F836912A5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8013" y="2725738"/>
            <a:ext cx="541337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50" i="1" dirty="0" err="1">
                <a:solidFill>
                  <a:schemeClr val="bg1">
                    <a:lumMod val="10000"/>
                  </a:schemeClr>
                </a:solidFill>
                <a:latin typeface="+mn-lt"/>
              </a:rPr>
              <a:t>ALUsrc</a:t>
            </a:r>
            <a:endParaRPr lang="es-ES" sz="1050" i="1" dirty="0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23" name="Line 71">
            <a:extLst>
              <a:ext uri="{FF2B5EF4-FFF2-40B4-BE49-F238E27FC236}">
                <a16:creationId xmlns:a16="http://schemas.microsoft.com/office/drawing/2014/main" id="{C9AFAA94-30BA-4C80-9B95-862CB3C2CED9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7973219" y="2977357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4" name="Text Box 72">
            <a:extLst>
              <a:ext uri="{FF2B5EF4-FFF2-40B4-BE49-F238E27FC236}">
                <a16:creationId xmlns:a16="http://schemas.microsoft.com/office/drawing/2014/main" id="{85D4E0D4-DB89-4A44-ACB0-F05B6B25D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21988" y="288925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2</a:t>
            </a:r>
          </a:p>
        </p:txBody>
      </p:sp>
      <p:sp>
        <p:nvSpPr>
          <p:cNvPr id="325" name="Line 71">
            <a:extLst>
              <a:ext uri="{FF2B5EF4-FFF2-40B4-BE49-F238E27FC236}">
                <a16:creationId xmlns:a16="http://schemas.microsoft.com/office/drawing/2014/main" id="{FEBD48A6-AB6D-402A-A714-192F0ED175F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10869613" y="2968625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6" name="Text Box 72">
            <a:extLst>
              <a:ext uri="{FF2B5EF4-FFF2-40B4-BE49-F238E27FC236}">
                <a16:creationId xmlns:a16="http://schemas.microsoft.com/office/drawing/2014/main" id="{ECCF9E03-F6AD-47BF-B062-3B5497059E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2978150"/>
            <a:ext cx="24130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27" name="Line 71">
            <a:extLst>
              <a:ext uri="{FF2B5EF4-FFF2-40B4-BE49-F238E27FC236}">
                <a16:creationId xmlns:a16="http://schemas.microsoft.com/office/drawing/2014/main" id="{2D0C393D-ED16-4FC3-BE86-0774F7E33A2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087019" y="3055144"/>
            <a:ext cx="57150" cy="112712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28" name="Text Box 72">
            <a:extLst>
              <a:ext uri="{FF2B5EF4-FFF2-40B4-BE49-F238E27FC236}">
                <a16:creationId xmlns:a16="http://schemas.microsoft.com/office/drawing/2014/main" id="{90B78B72-F354-4706-8E38-DF0558FEC4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2974975"/>
            <a:ext cx="239713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</a:t>
            </a:r>
          </a:p>
        </p:txBody>
      </p:sp>
      <p:sp>
        <p:nvSpPr>
          <p:cNvPr id="329" name="Line 71">
            <a:extLst>
              <a:ext uri="{FF2B5EF4-FFF2-40B4-BE49-F238E27FC236}">
                <a16:creationId xmlns:a16="http://schemas.microsoft.com/office/drawing/2014/main" id="{8BBAEAAA-62FC-4C99-B13F-8D6FB88751C6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4663282" y="3051968"/>
            <a:ext cx="57150" cy="112713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chemeClr val="bg1">
                  <a:lumMod val="10000"/>
                </a:schemeClr>
              </a:solidFill>
              <a:latin typeface="+mn-lt"/>
            </a:endParaRPr>
          </a:p>
        </p:txBody>
      </p:sp>
      <p:sp>
        <p:nvSpPr>
          <p:cNvPr id="330" name="Text Box 72">
            <a:extLst>
              <a:ext uri="{FF2B5EF4-FFF2-40B4-BE49-F238E27FC236}">
                <a16:creationId xmlns:a16="http://schemas.microsoft.com/office/drawing/2014/main" id="{F8357650-9610-4041-AC8D-D396CE8F95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2971800"/>
            <a:ext cx="2413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7</a:t>
            </a:r>
          </a:p>
        </p:txBody>
      </p:sp>
      <p:sp>
        <p:nvSpPr>
          <p:cNvPr id="331" name="Line 71">
            <a:extLst>
              <a:ext uri="{FF2B5EF4-FFF2-40B4-BE49-F238E27FC236}">
                <a16:creationId xmlns:a16="http://schemas.microsoft.com/office/drawing/2014/main" id="{2519635B-C906-4E49-BC48-1000E8EF74D7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5057776" y="3049587"/>
            <a:ext cx="57150" cy="111125"/>
          </a:xfrm>
          <a:prstGeom prst="line">
            <a:avLst/>
          </a:prstGeom>
          <a:noFill/>
          <a:ln w="12700">
            <a:solidFill>
              <a:schemeClr val="bg1">
                <a:lumMod val="1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_tradnl">
              <a:solidFill>
                <a:srgbClr val="C00000"/>
              </a:solidFill>
              <a:latin typeface="+mn-lt"/>
            </a:endParaRPr>
          </a:p>
        </p:txBody>
      </p:sp>
      <p:sp>
        <p:nvSpPr>
          <p:cNvPr id="332" name="Forma libre 331">
            <a:extLst>
              <a:ext uri="{FF2B5EF4-FFF2-40B4-BE49-F238E27FC236}">
                <a16:creationId xmlns:a16="http://schemas.microsoft.com/office/drawing/2014/main" id="{E4C090B1-9922-47FB-9518-CCE17EA582A4}"/>
              </a:ext>
            </a:extLst>
          </p:cNvPr>
          <p:cNvSpPr/>
          <p:nvPr/>
        </p:nvSpPr>
        <p:spPr>
          <a:xfrm>
            <a:off x="1549400" y="2544763"/>
            <a:ext cx="2425700" cy="1716087"/>
          </a:xfrm>
          <a:custGeom>
            <a:avLst/>
            <a:gdLst>
              <a:gd name="connsiteX0" fmla="*/ 0 w 2425959"/>
              <a:gd name="connsiteY0" fmla="*/ 1716833 h 1716833"/>
              <a:gd name="connsiteX1" fmla="*/ 0 w 2425959"/>
              <a:gd name="connsiteY1" fmla="*/ 0 h 1716833"/>
              <a:gd name="connsiteX2" fmla="*/ 684245 w 2425959"/>
              <a:gd name="connsiteY2" fmla="*/ 0 h 1716833"/>
              <a:gd name="connsiteX3" fmla="*/ 2425959 w 2425959"/>
              <a:gd name="connsiteY3" fmla="*/ 0 h 1716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5959" h="1716833">
                <a:moveTo>
                  <a:pt x="0" y="1716833"/>
                </a:moveTo>
                <a:lnTo>
                  <a:pt x="0" y="0"/>
                </a:lnTo>
                <a:lnTo>
                  <a:pt x="684245" y="0"/>
                </a:lnTo>
                <a:lnTo>
                  <a:pt x="2425959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  <a:head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333" name="Forma libre 332">
            <a:extLst>
              <a:ext uri="{FF2B5EF4-FFF2-40B4-BE49-F238E27FC236}">
                <a16:creationId xmlns:a16="http://schemas.microsoft.com/office/drawing/2014/main" id="{3FFD6EFB-994C-42FA-A84F-71279D4D8914}"/>
              </a:ext>
            </a:extLst>
          </p:cNvPr>
          <p:cNvSpPr/>
          <p:nvPr/>
        </p:nvSpPr>
        <p:spPr>
          <a:xfrm>
            <a:off x="5803900" y="2532063"/>
            <a:ext cx="5902325" cy="4017962"/>
          </a:xfrm>
          <a:custGeom>
            <a:avLst/>
            <a:gdLst>
              <a:gd name="connsiteX0" fmla="*/ 0 w 5903167"/>
              <a:gd name="connsiteY0" fmla="*/ 4018384 h 4018384"/>
              <a:gd name="connsiteX1" fmla="*/ 5903167 w 5903167"/>
              <a:gd name="connsiteY1" fmla="*/ 4018384 h 4018384"/>
              <a:gd name="connsiteX2" fmla="*/ 5903167 w 5903167"/>
              <a:gd name="connsiteY2" fmla="*/ 0 h 4018384"/>
              <a:gd name="connsiteX3" fmla="*/ 5523722 w 5903167"/>
              <a:gd name="connsiteY3" fmla="*/ 0 h 401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3167" h="4018384">
                <a:moveTo>
                  <a:pt x="0" y="4018384"/>
                </a:moveTo>
                <a:lnTo>
                  <a:pt x="5903167" y="4018384"/>
                </a:lnTo>
                <a:lnTo>
                  <a:pt x="5903167" y="0"/>
                </a:lnTo>
                <a:lnTo>
                  <a:pt x="5523722" y="0"/>
                </a:lnTo>
              </a:path>
            </a:pathLst>
          </a:custGeom>
          <a:noFill/>
          <a:ln w="12700">
            <a:solidFill>
              <a:schemeClr val="bg1">
                <a:lumMod val="10000"/>
              </a:schemeClr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75566" name="CuadroTexto 349">
            <a:extLst>
              <a:ext uri="{FF2B5EF4-FFF2-40B4-BE49-F238E27FC236}">
                <a16:creationId xmlns:a16="http://schemas.microsoft.com/office/drawing/2014/main" id="{743C30AB-8D1B-49DE-893C-8D7F2351A9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0863" y="714375"/>
            <a:ext cx="6288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sz="1400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</a:rPr>
              <a:t>Mem. instrucciones                Banco de registros                            Memoria de datos</a:t>
            </a:r>
          </a:p>
        </p:txBody>
      </p:sp>
      <p:sp>
        <p:nvSpPr>
          <p:cNvPr id="352" name="CuadroTexto 351">
            <a:extLst>
              <a:ext uri="{FF2B5EF4-FFF2-40B4-BE49-F238E27FC236}">
                <a16:creationId xmlns:a16="http://schemas.microsoft.com/office/drawing/2014/main" id="{4D1A7B4E-F067-48C5-B492-106DCEAA1BF9}"/>
              </a:ext>
            </a:extLst>
          </p:cNvPr>
          <p:cNvSpPr txBox="1"/>
          <p:nvPr/>
        </p:nvSpPr>
        <p:spPr>
          <a:xfrm rot="16200000">
            <a:off x="762794" y="3987007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0x00001010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5568" name="CuadroTexto 352">
            <a:extLst>
              <a:ext uri="{FF2B5EF4-FFF2-40B4-BE49-F238E27FC236}">
                <a16:creationId xmlns:a16="http://schemas.microsoft.com/office/drawing/2014/main" id="{2EA1B030-ACDE-406A-97B3-81B981D1C5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00" y="4719638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69" name="CuadroTexto 353">
            <a:extLst>
              <a:ext uri="{FF2B5EF4-FFF2-40B4-BE49-F238E27FC236}">
                <a16:creationId xmlns:a16="http://schemas.microsoft.com/office/drawing/2014/main" id="{2F58830F-9A5E-4100-A8A1-0262831E82A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040188" y="5045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0xFE738AE3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70" name="CuadroTexto 354">
            <a:extLst>
              <a:ext uri="{FF2B5EF4-FFF2-40B4-BE49-F238E27FC236}">
                <a16:creationId xmlns:a16="http://schemas.microsoft.com/office/drawing/2014/main" id="{084D0F85-5027-4E55-8252-A4B3F03B2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3394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0x63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71" name="CuadroTexto 355">
            <a:extLst>
              <a:ext uri="{FF2B5EF4-FFF2-40B4-BE49-F238E27FC236}">
                <a16:creationId xmlns:a16="http://schemas.microsoft.com/office/drawing/2014/main" id="{395A2B05-AA30-4FB4-82B8-196001D043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0075" y="33909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357" name="CuadroTexto 356">
            <a:extLst>
              <a:ext uri="{FF2B5EF4-FFF2-40B4-BE49-F238E27FC236}">
                <a16:creationId xmlns:a16="http://schemas.microsoft.com/office/drawing/2014/main" id="{0B8E5C1D-B500-4119-AA70-4A362E3FAC9C}"/>
              </a:ext>
            </a:extLst>
          </p:cNvPr>
          <p:cNvSpPr txBox="1"/>
          <p:nvPr/>
        </p:nvSpPr>
        <p:spPr>
          <a:xfrm>
            <a:off x="4568825" y="4592638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0x15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5573" name="CuadroTexto 358">
            <a:extLst>
              <a:ext uri="{FF2B5EF4-FFF2-40B4-BE49-F238E27FC236}">
                <a16:creationId xmlns:a16="http://schemas.microsoft.com/office/drawing/2014/main" id="{2F4792EE-9339-4C09-9C29-2786672A93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4063" y="4148138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0x07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74" name="CuadroTexto 359">
            <a:extLst>
              <a:ext uri="{FF2B5EF4-FFF2-40B4-BE49-F238E27FC236}">
                <a16:creationId xmlns:a16="http://schemas.microsoft.com/office/drawing/2014/main" id="{84EF2051-3D0B-451D-A7B3-645BC5203B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6238" y="3816350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275575" name="CuadroTexto 360">
            <a:extLst>
              <a:ext uri="{FF2B5EF4-FFF2-40B4-BE49-F238E27FC236}">
                <a16:creationId xmlns:a16="http://schemas.microsoft.com/office/drawing/2014/main" id="{EE02E676-DE34-4416-A3A1-98D007507F32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6255544" y="5231607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00B05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0xFFFFFFF4</a:t>
            </a:r>
            <a:endParaRPr lang="es-ES" altLang="es-ES" sz="800">
              <a:solidFill>
                <a:srgbClr val="00B050"/>
              </a:solidFill>
            </a:endParaRPr>
          </a:p>
        </p:txBody>
      </p:sp>
      <p:sp>
        <p:nvSpPr>
          <p:cNvPr id="275576" name="CuadroTexto 361">
            <a:extLst>
              <a:ext uri="{FF2B5EF4-FFF2-40B4-BE49-F238E27FC236}">
                <a16:creationId xmlns:a16="http://schemas.microsoft.com/office/drawing/2014/main" id="{80D9686E-E3E1-4651-B760-079DA4F2BE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3400" y="40179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</a:p>
        </p:txBody>
      </p:sp>
      <p:sp>
        <p:nvSpPr>
          <p:cNvPr id="275577" name="CuadroTexto 362">
            <a:extLst>
              <a:ext uri="{FF2B5EF4-FFF2-40B4-BE49-F238E27FC236}">
                <a16:creationId xmlns:a16="http://schemas.microsoft.com/office/drawing/2014/main" id="{3ABAAC08-3ABA-4222-B94B-8D505BA132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988" y="47053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0x0000000E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78" name="CuadroTexto 363">
            <a:extLst>
              <a:ext uri="{FF2B5EF4-FFF2-40B4-BE49-F238E27FC236}">
                <a16:creationId xmlns:a16="http://schemas.microsoft.com/office/drawing/2014/main" id="{0245197A-476C-47F4-9936-3AE41DEDB8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663" y="4100513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0x0000000E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79" name="CuadroTexto 364">
            <a:extLst>
              <a:ext uri="{FF2B5EF4-FFF2-40B4-BE49-F238E27FC236}">
                <a16:creationId xmlns:a16="http://schemas.microsoft.com/office/drawing/2014/main" id="{977EB85E-10AC-48B1-BDD0-F6D96ECC99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384175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001</a:t>
            </a:r>
          </a:p>
        </p:txBody>
      </p:sp>
      <p:sp>
        <p:nvSpPr>
          <p:cNvPr id="366" name="CuadroTexto 365">
            <a:extLst>
              <a:ext uri="{FF2B5EF4-FFF2-40B4-BE49-F238E27FC236}">
                <a16:creationId xmlns:a16="http://schemas.microsoft.com/office/drawing/2014/main" id="{3B582128-19F4-40B5-90C1-CCCE24AD0C66}"/>
              </a:ext>
            </a:extLst>
          </p:cNvPr>
          <p:cNvSpPr txBox="1"/>
          <p:nvPr/>
        </p:nvSpPr>
        <p:spPr>
          <a:xfrm>
            <a:off x="8181975" y="4464050"/>
            <a:ext cx="790575" cy="122238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5581" name="CuadroTexto 366">
            <a:extLst>
              <a:ext uri="{FF2B5EF4-FFF2-40B4-BE49-F238E27FC236}">
                <a16:creationId xmlns:a16="http://schemas.microsoft.com/office/drawing/2014/main" id="{535AC8DD-0363-4EFB-84B5-408DDBC5CE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31313" y="387826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</a:t>
            </a:r>
          </a:p>
        </p:txBody>
      </p:sp>
      <p:sp>
        <p:nvSpPr>
          <p:cNvPr id="368" name="CuadroTexto 367">
            <a:extLst>
              <a:ext uri="{FF2B5EF4-FFF2-40B4-BE49-F238E27FC236}">
                <a16:creationId xmlns:a16="http://schemas.microsoft.com/office/drawing/2014/main" id="{AB194496-B976-4A8D-97F2-61D4AD789487}"/>
              </a:ext>
            </a:extLst>
          </p:cNvPr>
          <p:cNvSpPr txBox="1"/>
          <p:nvPr/>
        </p:nvSpPr>
        <p:spPr>
          <a:xfrm>
            <a:off x="10007600" y="4678363"/>
            <a:ext cx="790575" cy="122237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0xXXXXXXXX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5583" name="CuadroTexto 368">
            <a:extLst>
              <a:ext uri="{FF2B5EF4-FFF2-40B4-BE49-F238E27FC236}">
                <a16:creationId xmlns:a16="http://schemas.microsoft.com/office/drawing/2014/main" id="{17CB394B-9DFD-4A5D-9C75-BC67CF9399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8625" y="3813175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00</a:t>
            </a:r>
          </a:p>
        </p:txBody>
      </p:sp>
      <p:sp>
        <p:nvSpPr>
          <p:cNvPr id="370" name="CuadroTexto 369">
            <a:extLst>
              <a:ext uri="{FF2B5EF4-FFF2-40B4-BE49-F238E27FC236}">
                <a16:creationId xmlns:a16="http://schemas.microsoft.com/office/drawing/2014/main" id="{2B7E56D5-152D-4F70-9749-B7BAF5ED4616}"/>
              </a:ext>
            </a:extLst>
          </p:cNvPr>
          <p:cNvSpPr txBox="1"/>
          <p:nvPr/>
        </p:nvSpPr>
        <p:spPr>
          <a:xfrm>
            <a:off x="5097463" y="5183188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0xXXXXXXXX</a:t>
            </a:r>
            <a:endParaRPr lang="es-ES" sz="8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275585" name="CuadroTexto 370">
            <a:extLst>
              <a:ext uri="{FF2B5EF4-FFF2-40B4-BE49-F238E27FC236}">
                <a16:creationId xmlns:a16="http://schemas.microsoft.com/office/drawing/2014/main" id="{009E07B3-9B92-49C2-8944-99D01CA20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8225" y="3394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0x7F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86" name="CuadroTexto 371">
            <a:extLst>
              <a:ext uri="{FF2B5EF4-FFF2-40B4-BE49-F238E27FC236}">
                <a16:creationId xmlns:a16="http://schemas.microsoft.com/office/drawing/2014/main" id="{154641F7-1EEA-49B6-99BE-25BB247860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1150" y="4175125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87" name="CuadroTexto 372">
            <a:extLst>
              <a:ext uri="{FF2B5EF4-FFF2-40B4-BE49-F238E27FC236}">
                <a16:creationId xmlns:a16="http://schemas.microsoft.com/office/drawing/2014/main" id="{89990E09-F0C1-4ECA-83D5-770EF153F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7238" y="4356100"/>
            <a:ext cx="788987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0x07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88" name="CuadroTexto 373">
            <a:extLst>
              <a:ext uri="{FF2B5EF4-FFF2-40B4-BE49-F238E27FC236}">
                <a16:creationId xmlns:a16="http://schemas.microsoft.com/office/drawing/2014/main" id="{A0F33378-FD5F-4C09-9535-A3A7BD5793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4450" y="4343400"/>
            <a:ext cx="7905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0x0000000E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89" name="CuadroTexto 374">
            <a:extLst>
              <a:ext uri="{FF2B5EF4-FFF2-40B4-BE49-F238E27FC236}">
                <a16:creationId xmlns:a16="http://schemas.microsoft.com/office/drawing/2014/main" id="{D7A52217-1E2F-4C8F-A58D-D3463A7D96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8813" y="5510213"/>
            <a:ext cx="790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0xFFFFFFF4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90" name="CuadroTexto 375">
            <a:extLst>
              <a:ext uri="{FF2B5EF4-FFF2-40B4-BE49-F238E27FC236}">
                <a16:creationId xmlns:a16="http://schemas.microsoft.com/office/drawing/2014/main" id="{3543E482-107C-4829-B551-DFBF12651D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4688" y="5911850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91" name="CuadroTexto 377">
            <a:extLst>
              <a:ext uri="{FF2B5EF4-FFF2-40B4-BE49-F238E27FC236}">
                <a16:creationId xmlns:a16="http://schemas.microsoft.com/office/drawing/2014/main" id="{56FE351A-2B18-4EA8-B6CD-31FB51922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7063" y="5661025"/>
            <a:ext cx="788987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92" name="CuadroTexto 378">
            <a:extLst>
              <a:ext uri="{FF2B5EF4-FFF2-40B4-BE49-F238E27FC236}">
                <a16:creationId xmlns:a16="http://schemas.microsoft.com/office/drawing/2014/main" id="{0B15215F-17AC-4E3B-B46B-344016C8056F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3588" y="5299075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0x00001000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275593" name="CuadroTexto 379">
            <a:extLst>
              <a:ext uri="{FF2B5EF4-FFF2-40B4-BE49-F238E27FC236}">
                <a16:creationId xmlns:a16="http://schemas.microsoft.com/office/drawing/2014/main" id="{A90026D2-A394-49D5-ACCC-95A04CCD3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0150" y="4024313"/>
            <a:ext cx="79057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</a:t>
            </a:r>
          </a:p>
        </p:txBody>
      </p:sp>
      <p:sp>
        <p:nvSpPr>
          <p:cNvPr id="275594" name="CuadroTexto 380">
            <a:extLst>
              <a:ext uri="{FF2B5EF4-FFF2-40B4-BE49-F238E27FC236}">
                <a16:creationId xmlns:a16="http://schemas.microsoft.com/office/drawing/2014/main" id="{28EC1D56-0915-4D5B-88DC-463DEDFBB7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2750" y="608488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10</a:t>
            </a:r>
          </a:p>
        </p:txBody>
      </p:sp>
      <p:sp>
        <p:nvSpPr>
          <p:cNvPr id="382" name="CuadroTexto 381">
            <a:extLst>
              <a:ext uri="{FF2B5EF4-FFF2-40B4-BE49-F238E27FC236}">
                <a16:creationId xmlns:a16="http://schemas.microsoft.com/office/drawing/2014/main" id="{97CF3B61-663D-4E5C-A0C8-57C549E38837}"/>
              </a:ext>
            </a:extLst>
          </p:cNvPr>
          <p:cNvSpPr txBox="1"/>
          <p:nvPr/>
        </p:nvSpPr>
        <p:spPr>
          <a:xfrm>
            <a:off x="9517063" y="3738563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384" name="CuadroTexto 383">
            <a:extLst>
              <a:ext uri="{FF2B5EF4-FFF2-40B4-BE49-F238E27FC236}">
                <a16:creationId xmlns:a16="http://schemas.microsoft.com/office/drawing/2014/main" id="{59132405-C71A-4E1E-B049-D8E427E53B4D}"/>
              </a:ext>
            </a:extLst>
          </p:cNvPr>
          <p:cNvSpPr txBox="1"/>
          <p:nvPr/>
        </p:nvSpPr>
        <p:spPr>
          <a:xfrm>
            <a:off x="9625013" y="345440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0x00001010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275597" name="CuadroTexto 21">
            <a:extLst>
              <a:ext uri="{FF2B5EF4-FFF2-40B4-BE49-F238E27FC236}">
                <a16:creationId xmlns:a16="http://schemas.microsoft.com/office/drawing/2014/main" id="{9D8D96AB-854E-4156-8F33-5B57A6FE69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1255713"/>
            <a:ext cx="3792538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eaLnBrk="1" hangingPunct="1"/>
            <a:r>
              <a:rPr lang="es-ES" altLang="es-ES" b="1">
                <a:solidFill>
                  <a:srgbClr val="C00000"/>
                </a:solidFill>
                <a:latin typeface="Courier New" panose="02070309020205020404" pitchFamily="49" charset="0"/>
                <a:ea typeface="ＭＳ Ｐゴシック" panose="020B0600070205080204" pitchFamily="34" charset="-128"/>
                <a:cs typeface="Courier New" panose="02070309020205020404" pitchFamily="49" charset="0"/>
              </a:rPr>
              <a:t>beq x7, x7, -12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PC  if (BR[7] = BR[7]) </a:t>
            </a:r>
          </a:p>
          <a:p>
            <a:pPr eaLnBrk="1" hangingPunct="1"/>
            <a:r>
              <a:rPr lang="es-ES" altLang="es-ES">
                <a:solidFill>
                  <a:schemeClr val="accent2"/>
                </a:solidFill>
                <a:ea typeface="ＭＳ Ｐゴシック" panose="020B0600070205080204" pitchFamily="34" charset="-128"/>
                <a:cs typeface="Courier New" panose="02070309020205020404" pitchFamily="49" charset="0"/>
                <a:sym typeface="Wingdings" panose="05000000000000000000" pitchFamily="2" charset="2"/>
              </a:rPr>
              <a:t>then (PC + sExt(-12)) else (PC + 4 )</a:t>
            </a:r>
          </a:p>
        </p:txBody>
      </p:sp>
      <p:sp>
        <p:nvSpPr>
          <p:cNvPr id="275598" name="CuadroTexto 33">
            <a:extLst>
              <a:ext uri="{FF2B5EF4-FFF2-40B4-BE49-F238E27FC236}">
                <a16:creationId xmlns:a16="http://schemas.microsoft.com/office/drawing/2014/main" id="{EE22B41F-0F45-4098-BFFE-A0D14ED7F8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4732338"/>
            <a:ext cx="788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pPr algn="ctr" eaLnBrk="1" hangingPunct="1"/>
            <a:r>
              <a:rPr lang="es-ES" altLang="es-ES" sz="800" b="1">
                <a:solidFill>
                  <a:srgbClr val="C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0x0000100C</a:t>
            </a:r>
            <a:endParaRPr lang="es-ES" altLang="es-ES" sz="800">
              <a:solidFill>
                <a:srgbClr val="C00000"/>
              </a:solidFill>
            </a:endParaRPr>
          </a:p>
        </p:txBody>
      </p:sp>
      <p:sp>
        <p:nvSpPr>
          <p:cNvPr id="52" name="CuadroTexto 51">
            <a:extLst>
              <a:ext uri="{FF2B5EF4-FFF2-40B4-BE49-F238E27FC236}">
                <a16:creationId xmlns:a16="http://schemas.microsoft.com/office/drawing/2014/main" id="{9534A679-9341-474A-9E41-16D09512FF1B}"/>
              </a:ext>
            </a:extLst>
          </p:cNvPr>
          <p:cNvSpPr txBox="1"/>
          <p:nvPr/>
        </p:nvSpPr>
        <p:spPr>
          <a:xfrm>
            <a:off x="8162925" y="4813300"/>
            <a:ext cx="790575" cy="123825"/>
          </a:xfrm>
          <a:prstGeom prst="rect">
            <a:avLst/>
          </a:prstGeom>
          <a:noFill/>
        </p:spPr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accent5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0x0000000E</a:t>
            </a:r>
            <a:endParaRPr lang="es-ES" sz="800" dirty="0">
              <a:solidFill>
                <a:schemeClr val="accent5"/>
              </a:solidFill>
              <a:latin typeface="+mn-lt"/>
            </a:endParaRPr>
          </a:p>
        </p:txBody>
      </p:sp>
      <p:grpSp>
        <p:nvGrpSpPr>
          <p:cNvPr id="275600" name="Grupo 55">
            <a:extLst>
              <a:ext uri="{FF2B5EF4-FFF2-40B4-BE49-F238E27FC236}">
                <a16:creationId xmlns:a16="http://schemas.microsoft.com/office/drawing/2014/main" id="{46713B1C-6476-4BF9-9A77-A41F17C9ADB0}"/>
              </a:ext>
            </a:extLst>
          </p:cNvPr>
          <p:cNvGrpSpPr>
            <a:grpSpLocks/>
          </p:cNvGrpSpPr>
          <p:nvPr/>
        </p:nvGrpSpPr>
        <p:grpSpPr bwMode="auto">
          <a:xfrm>
            <a:off x="2235200" y="4702175"/>
            <a:ext cx="273050" cy="358775"/>
            <a:chOff x="3461720" y="5301083"/>
            <a:chExt cx="273150" cy="359158"/>
          </a:xfrm>
        </p:grpSpPr>
        <p:cxnSp>
          <p:nvCxnSpPr>
            <p:cNvPr id="57" name="Conector recto de flecha 56">
              <a:extLst>
                <a:ext uri="{FF2B5EF4-FFF2-40B4-BE49-F238E27FC236}">
                  <a16:creationId xmlns:a16="http://schemas.microsoft.com/office/drawing/2014/main" id="{CF017144-9B43-469C-AAE2-853EC408821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595119" y="5301083"/>
              <a:ext cx="0" cy="359158"/>
            </a:xfrm>
            <a:prstGeom prst="straightConnector1">
              <a:avLst/>
            </a:prstGeom>
            <a:ln w="2857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recto 57">
              <a:extLst>
                <a:ext uri="{FF2B5EF4-FFF2-40B4-BE49-F238E27FC236}">
                  <a16:creationId xmlns:a16="http://schemas.microsoft.com/office/drawing/2014/main" id="{1360D500-C565-4677-A2B5-E7BAB6940B93}"/>
                </a:ext>
              </a:extLst>
            </p:cNvPr>
            <p:cNvCxnSpPr/>
            <p:nvPr/>
          </p:nvCxnSpPr>
          <p:spPr>
            <a:xfrm>
              <a:off x="3595119" y="531379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Conector recto 67">
              <a:extLst>
                <a:ext uri="{FF2B5EF4-FFF2-40B4-BE49-F238E27FC236}">
                  <a16:creationId xmlns:a16="http://schemas.microsoft.com/office/drawing/2014/main" id="{30DDEBD1-2D9D-41CA-A4D5-7E1A3C330718}"/>
                </a:ext>
              </a:extLst>
            </p:cNvPr>
            <p:cNvCxnSpPr/>
            <p:nvPr/>
          </p:nvCxnSpPr>
          <p:spPr>
            <a:xfrm>
              <a:off x="3461720" y="5649117"/>
              <a:ext cx="139751" cy="0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Forma libre 79">
            <a:extLst>
              <a:ext uri="{FF2B5EF4-FFF2-40B4-BE49-F238E27FC236}">
                <a16:creationId xmlns:a16="http://schemas.microsoft.com/office/drawing/2014/main" id="{49E86EBD-A4F7-4E0D-9E16-0ACC42061D6E}"/>
              </a:ext>
            </a:extLst>
          </p:cNvPr>
          <p:cNvSpPr/>
          <p:nvPr/>
        </p:nvSpPr>
        <p:spPr>
          <a:xfrm>
            <a:off x="1997075" y="4114800"/>
            <a:ext cx="415925" cy="600075"/>
          </a:xfrm>
          <a:custGeom>
            <a:avLst/>
            <a:gdLst>
              <a:gd name="connsiteX0" fmla="*/ 0 w 416767"/>
              <a:gd name="connsiteY0" fmla="*/ 601047 h 601047"/>
              <a:gd name="connsiteX1" fmla="*/ 161731 w 416767"/>
              <a:gd name="connsiteY1" fmla="*/ 3888 h 601047"/>
              <a:gd name="connsiteX2" fmla="*/ 416767 w 416767"/>
              <a:gd name="connsiteY2" fmla="*/ 389554 h 601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6767" h="601047">
                <a:moveTo>
                  <a:pt x="0" y="601047"/>
                </a:moveTo>
                <a:cubicBezTo>
                  <a:pt x="46135" y="320092"/>
                  <a:pt x="92270" y="39137"/>
                  <a:pt x="161731" y="3888"/>
                </a:cubicBezTo>
                <a:cubicBezTo>
                  <a:pt x="231192" y="-31361"/>
                  <a:pt x="323979" y="179096"/>
                  <a:pt x="416767" y="389554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graphicFrame>
        <p:nvGraphicFramePr>
          <p:cNvPr id="35" name="Tabla 34">
            <a:extLst>
              <a:ext uri="{FF2B5EF4-FFF2-40B4-BE49-F238E27FC236}">
                <a16:creationId xmlns:a16="http://schemas.microsoft.com/office/drawing/2014/main" id="{CF116FE7-79D5-4E15-A280-6A80C11B6795}"/>
              </a:ext>
            </a:extLst>
          </p:cNvPr>
          <p:cNvGraphicFramePr>
            <a:graphicFrameLocks noGrp="1"/>
          </p:cNvGraphicFramePr>
          <p:nvPr/>
        </p:nvGraphicFramePr>
        <p:xfrm>
          <a:off x="6686550" y="998538"/>
          <a:ext cx="2608263" cy="1066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52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x0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x7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0x0000000E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x8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x9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x31</a:t>
                      </a:r>
                    </a:p>
                  </a:txBody>
                  <a:tcPr marL="91477" marR="9147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rgbClr val="C00000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77" marR="91477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6" name="Tabla 35">
            <a:extLst>
              <a:ext uri="{FF2B5EF4-FFF2-40B4-BE49-F238E27FC236}">
                <a16:creationId xmlns:a16="http://schemas.microsoft.com/office/drawing/2014/main" id="{160FECDC-53A5-4669-8D51-1FF3137AF738}"/>
              </a:ext>
            </a:extLst>
          </p:cNvPr>
          <p:cNvGraphicFramePr>
            <a:graphicFrameLocks noGrp="1"/>
          </p:cNvGraphicFramePr>
          <p:nvPr/>
        </p:nvGraphicFramePr>
        <p:xfrm>
          <a:off x="4579938" y="993775"/>
          <a:ext cx="2595562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4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1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0x00001000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0xFFC4A403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0x00001004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0x0084A423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0x00001008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0x0083E3B3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kumimoji="0" lang="es-E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6E6E6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Courier New" panose="02070309020205020404" pitchFamily="49" charset="0"/>
                          <a:ea typeface="+mn-ea"/>
                          <a:cs typeface="Courier New" panose="02070309020205020404" pitchFamily="49" charset="0"/>
                        </a:rPr>
                        <a:t>0x0000100C</a:t>
                      </a:r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0xFE738AE3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67" marR="91467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2021" marR="36011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37" name="Tabla 36">
            <a:extLst>
              <a:ext uri="{FF2B5EF4-FFF2-40B4-BE49-F238E27FC236}">
                <a16:creationId xmlns:a16="http://schemas.microsoft.com/office/drawing/2014/main" id="{D8066885-CDDB-46DF-83AE-9570CE1AFBC7}"/>
              </a:ext>
            </a:extLst>
          </p:cNvPr>
          <p:cNvGraphicFramePr>
            <a:graphicFrameLocks noGrp="1"/>
          </p:cNvGraphicFramePr>
          <p:nvPr/>
        </p:nvGraphicFramePr>
        <p:xfrm>
          <a:off x="9275763" y="998538"/>
          <a:ext cx="259397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02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s-ES" sz="1000" b="1" i="0" dirty="0">
                        <a:solidFill>
                          <a:schemeClr val="accent2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0x00002000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baseline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0x00002004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0x00002008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0x0000200C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0x0000000A</a:t>
                      </a:r>
                      <a:endParaRPr lang="es-ES" sz="1000" b="1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r"/>
                      <a:r>
                        <a:rPr lang="es-ES" sz="1000" b="1" i="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urier New" panose="02070309020205020404" pitchFamily="49" charset="0"/>
                          <a:cs typeface="Courier New" panose="02070309020205020404" pitchFamily="49" charset="0"/>
                        </a:rPr>
                        <a:t>0xffffffff</a:t>
                      </a:r>
                    </a:p>
                  </a:txBody>
                  <a:tcPr marL="91411" marR="91411" marT="0" marB="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s-ES" sz="1000" b="1" i="0" dirty="0">
                        <a:solidFill>
                          <a:schemeClr val="bg1">
                            <a:lumMod val="10000"/>
                          </a:schemeClr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marL="71977" marR="35989" marT="0" marB="0">
                    <a:lnL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1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Forma libre 3">
            <a:extLst>
              <a:ext uri="{FF2B5EF4-FFF2-40B4-BE49-F238E27FC236}">
                <a16:creationId xmlns:a16="http://schemas.microsoft.com/office/drawing/2014/main" id="{8AA20B4F-5801-4E82-9086-4C3989EFD23B}"/>
              </a:ext>
            </a:extLst>
          </p:cNvPr>
          <p:cNvSpPr/>
          <p:nvPr/>
        </p:nvSpPr>
        <p:spPr>
          <a:xfrm>
            <a:off x="1624013" y="2551113"/>
            <a:ext cx="6699250" cy="1598612"/>
          </a:xfrm>
          <a:custGeom>
            <a:avLst/>
            <a:gdLst>
              <a:gd name="connsiteX0" fmla="*/ 6699379 w 6699379"/>
              <a:gd name="connsiteY0" fmla="*/ 1597400 h 1597400"/>
              <a:gd name="connsiteX1" fmla="*/ 5884506 w 6699379"/>
              <a:gd name="connsiteY1" fmla="*/ 241351 h 1597400"/>
              <a:gd name="connsiteX2" fmla="*/ 2817844 w 6699379"/>
              <a:gd name="connsiteY2" fmla="*/ 116943 h 1597400"/>
              <a:gd name="connsiteX3" fmla="*/ 0 w 6699379"/>
              <a:gd name="connsiteY3" fmla="*/ 1485433 h 159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99379" h="1597400">
                <a:moveTo>
                  <a:pt x="6699379" y="1597400"/>
                </a:moveTo>
                <a:cubicBezTo>
                  <a:pt x="6615403" y="1042747"/>
                  <a:pt x="6531428" y="488094"/>
                  <a:pt x="5884506" y="241351"/>
                </a:cubicBezTo>
                <a:cubicBezTo>
                  <a:pt x="5237584" y="-5392"/>
                  <a:pt x="3798595" y="-90404"/>
                  <a:pt x="2817844" y="116943"/>
                </a:cubicBezTo>
                <a:cubicBezTo>
                  <a:pt x="1837093" y="324290"/>
                  <a:pt x="918546" y="904861"/>
                  <a:pt x="0" y="1485433"/>
                </a:cubicBezTo>
              </a:path>
            </a:pathLst>
          </a:custGeom>
          <a:noFill/>
          <a:ln>
            <a:solidFill>
              <a:srgbClr val="C00000"/>
            </a:solidFill>
            <a:prstDash val="sysDot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7" name="Text Box 50">
            <a:extLst>
              <a:ext uri="{FF2B5EF4-FFF2-40B4-BE49-F238E27FC236}">
                <a16:creationId xmlns:a16="http://schemas.microsoft.com/office/drawing/2014/main" id="{2D663A30-9EE8-46AC-A806-2424A02C87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622925"/>
            <a:ext cx="3746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dirty="0">
                <a:solidFill>
                  <a:schemeClr val="bg1">
                    <a:lumMod val="10000"/>
                  </a:schemeClr>
                </a:solidFill>
                <a:latin typeface="+mn-lt"/>
              </a:rPr>
              <a:t>31:0</a:t>
            </a:r>
          </a:p>
        </p:txBody>
      </p:sp>
      <p:sp>
        <p:nvSpPr>
          <p:cNvPr id="33" name="Marcador de número de diapositiva 32">
            <a:extLst>
              <a:ext uri="{FF2B5EF4-FFF2-40B4-BE49-F238E27FC236}">
                <a16:creationId xmlns:a16="http://schemas.microsoft.com/office/drawing/2014/main" id="{8E840E17-3CD7-4810-AF2E-74A0EF6F4D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w Cen MT" panose="020B0602020104020603" pitchFamily="34" charset="0"/>
              </a:defRPr>
            </a:lvl9pPr>
          </a:lstStyle>
          <a:p>
            <a:fld id="{0087F24C-BF8E-4D4A-9068-492296838E05}" type="slidenum">
              <a:rPr lang="es-ES" altLang="es-ES">
                <a:solidFill>
                  <a:srgbClr val="171717"/>
                </a:solidFill>
              </a:rPr>
              <a:pPr/>
              <a:t>137</a:t>
            </a:fld>
            <a:endParaRPr lang="es-ES" altLang="es-ES">
              <a:solidFill>
                <a:srgbClr val="171717"/>
              </a:solidFill>
            </a:endParaRPr>
          </a:p>
        </p:txBody>
      </p:sp>
    </p:spTree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Circuito">
  <a:themeElements>
    <a:clrScheme name="Personalizado 1">
      <a:dk1>
        <a:srgbClr val="E6E6E6"/>
      </a:dk1>
      <a:lt1>
        <a:srgbClr val="ECECEC"/>
      </a:lt1>
      <a:dk2>
        <a:srgbClr val="ECECEC"/>
      </a:dk2>
      <a:lt2>
        <a:srgbClr val="E6E6E6"/>
      </a:lt2>
      <a:accent1>
        <a:srgbClr val="1CADE4"/>
      </a:accent1>
      <a:accent2>
        <a:srgbClr val="2683C6"/>
      </a:accent2>
      <a:accent3>
        <a:srgbClr val="27CED7"/>
      </a:accent3>
      <a:accent4>
        <a:srgbClr val="42BA97"/>
      </a:accent4>
      <a:accent5>
        <a:srgbClr val="3E8853"/>
      </a:accent5>
      <a:accent6>
        <a:srgbClr val="62A39F"/>
      </a:accent6>
      <a:hlink>
        <a:srgbClr val="A3CEED"/>
      </a:hlink>
      <a:folHlink>
        <a:srgbClr val="A4DEF4"/>
      </a:folHlink>
    </a:clrScheme>
    <a:fontScheme name="Circuit">
      <a:majorFont>
        <a:latin typeface="Tw Cen MT" panose="020B0602020104020603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Tw Cen MT" panose="020B0602020104020603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Circuit">
      <a:fillStyleLst>
        <a:solidFill>
          <a:schemeClr val="phClr"/>
        </a:solidFill>
        <a:gradFill rotWithShape="1">
          <a:gsLst>
            <a:gs pos="0">
              <a:schemeClr val="phClr">
                <a:tint val="58000"/>
                <a:satMod val="108000"/>
                <a:lumMod val="110000"/>
              </a:schemeClr>
            </a:gs>
            <a:gs pos="100000">
              <a:schemeClr val="phClr">
                <a:tint val="81000"/>
                <a:satMod val="109000"/>
                <a:lumMod val="105000"/>
              </a:schemeClr>
            </a:gs>
          </a:gsLst>
          <a:lin ang="5040000" scaled="0"/>
        </a:gradFill>
        <a:gradFill rotWithShape="1">
          <a:gsLst>
            <a:gs pos="0">
              <a:schemeClr val="phClr">
                <a:tint val="94000"/>
                <a:satMod val="105000"/>
                <a:lumMod val="102000"/>
              </a:schemeClr>
            </a:gs>
            <a:gs pos="100000">
              <a:schemeClr val="phClr">
                <a:shade val="74000"/>
                <a:satMod val="128000"/>
                <a:lumMod val="10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222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8000"/>
                <a:hueMod val="94000"/>
                <a:satMod val="148000"/>
                <a:lumMod val="140000"/>
              </a:schemeClr>
            </a:gs>
            <a:gs pos="100000">
              <a:schemeClr val="phClr">
                <a:shade val="92000"/>
                <a:hueMod val="104000"/>
                <a:satMod val="140000"/>
                <a:lumMod val="48000"/>
              </a:schemeClr>
            </a:gs>
          </a:gsLst>
          <a:lin ang="5040000" scaled="0"/>
        </a:gradFill>
        <a:blipFill>
          <a:blip xmlns:r="http://schemas.openxmlformats.org/officeDocument/2006/relationships" r:embed="rId1">
            <a:duotone>
              <a:schemeClr val="phClr">
                <a:shade val="48000"/>
                <a:hueMod val="106000"/>
                <a:satMod val="140000"/>
                <a:lumMod val="42000"/>
              </a:schemeClr>
              <a:schemeClr val="phClr">
                <a:tint val="98000"/>
                <a:hueMod val="92000"/>
                <a:satMod val="220000"/>
                <a:lumMod val="90000"/>
              </a:schemeClr>
            </a:duotone>
          </a:blip>
          <a:stretch/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30478299_TF77815013" id="{8FD947F4-9C84-4D31-9A71-50EF00CCFDB1}" vid="{F3634BA7-4789-48F2-AC63-487E7207BC10}"/>
    </a:ext>
  </a:extLst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Ciclo problema - solución </Template>
  <TotalTime>0</TotalTime>
  <Words>18626</Words>
  <Application>Microsoft Office PowerPoint</Application>
  <PresentationFormat>Panorámica</PresentationFormat>
  <Paragraphs>12119</Paragraphs>
  <Slides>137</Slides>
  <Notes>131</Notes>
  <HiddenSlides>0</HiddenSlides>
  <MMClips>0</MMClips>
  <ScaleCrop>false</ScaleCrop>
  <HeadingPairs>
    <vt:vector size="6" baseType="variant">
      <vt:variant>
        <vt:lpstr>Fuentes usadas</vt:lpstr>
      </vt:variant>
      <vt:variant>
        <vt:i4>10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137</vt:i4>
      </vt:variant>
    </vt:vector>
  </HeadingPairs>
  <TitlesOfParts>
    <vt:vector size="148" baseType="lpstr">
      <vt:lpstr>ＭＳ Ｐゴシック</vt:lpstr>
      <vt:lpstr>Andale Mono</vt:lpstr>
      <vt:lpstr>Arial</vt:lpstr>
      <vt:lpstr>Calibri</vt:lpstr>
      <vt:lpstr>Courier New</vt:lpstr>
      <vt:lpstr>Rockwell</vt:lpstr>
      <vt:lpstr>Times New Roman</vt:lpstr>
      <vt:lpstr>Trebuchet MS</vt:lpstr>
      <vt:lpstr>Tw Cen MT</vt:lpstr>
      <vt:lpstr>Wingdings</vt:lpstr>
      <vt:lpstr>Circuito</vt:lpstr>
      <vt:lpstr>Tema 3   implementación del procesador monociclo  RISC-V</vt:lpstr>
      <vt:lpstr>Tema 3 implementación del procesador monociclo</vt:lpstr>
      <vt:lpstr>Contenidos</vt:lpstr>
      <vt:lpstr>introducción</vt:lpstr>
      <vt:lpstr>introducción: elementos COMBINACIONALES</vt:lpstr>
      <vt:lpstr>introducción: elementos de memoria - BIESTABLE</vt:lpstr>
      <vt:lpstr>introducción: elementos de memoria - Registros</vt:lpstr>
      <vt:lpstr>introducción: elementos de memoria - memoria</vt:lpstr>
      <vt:lpstr>introducción: elementos de memoria - memoria</vt:lpstr>
      <vt:lpstr>introducción: partes de un procesador</vt:lpstr>
      <vt:lpstr>introducción: partes de un procesador</vt:lpstr>
      <vt:lpstr>introducción: partes de un procesador</vt:lpstr>
      <vt:lpstr>introducción: partes de un procesador</vt:lpstr>
      <vt:lpstr>introducción: partes de un procesador</vt:lpstr>
      <vt:lpstr>introducción: partes de un procesador</vt:lpstr>
      <vt:lpstr>introducción: ciclo de instrucción del procesador</vt:lpstr>
      <vt:lpstr>camino de datos monociclo</vt:lpstr>
      <vt:lpstr>camino de datos monociclo</vt:lpstr>
      <vt:lpstr>camino de datos monociclo</vt:lpstr>
      <vt:lpstr>camino de datos monociclo: Risc-V reducido</vt:lpstr>
      <vt:lpstr>camino de datos monociclo: Risc-V reducido</vt:lpstr>
      <vt:lpstr>procesador monociclo: unidad de datos – elementos hardware</vt:lpstr>
      <vt:lpstr>procesador monociclo: unidad de datos – elementos hardware</vt:lpstr>
      <vt:lpstr>procesador monociclo: unidad de datos – elementos hardware</vt:lpstr>
      <vt:lpstr>procesador monociclo: unidad de datos – elementos hardware</vt:lpstr>
      <vt:lpstr>camino de datos monociclo: elementos hardware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camino de datos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</vt:lpstr>
      <vt:lpstr>unidad de control monociclo implementación con funciones lógicas</vt:lpstr>
      <vt:lpstr>unidad de control monociclo implementación con funciones lógicas</vt:lpstr>
      <vt:lpstr>unidad de control monociclo implementación con funciones lógicas</vt:lpstr>
      <vt:lpstr>unidad de control monociclo implementación con funciones lógicas</vt:lpstr>
      <vt:lpstr>unidad de control monociclo implementación con funciones lógicas</vt:lpstr>
      <vt:lpstr>unidad de control monociclo implementación con funciones lógicas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Tiempo de ciclo</vt:lpstr>
      <vt:lpstr>procesador monociclo: Ejemplo de ejecución de instrucciones</vt:lpstr>
      <vt:lpstr>procesador monociclo: simulación</vt:lpstr>
      <vt:lpstr>procesador monociclo: simulación</vt:lpstr>
      <vt:lpstr>procesador monociclo: simulación</vt:lpstr>
      <vt:lpstr>procesador monociclo: simulación</vt:lpstr>
      <vt:lpstr>procesador monociclo: simulación</vt:lpstr>
      <vt:lpstr>procesador monociclo: simulación</vt:lpstr>
      <vt:lpstr>procesador monociclo: simulación</vt:lpstr>
      <vt:lpstr>procesador monociclo: simulación</vt:lpstr>
      <vt:lpstr>procesador monociclo: simulación</vt:lpstr>
      <vt:lpstr>procesador monociclo: simulación</vt:lpstr>
      <vt:lpstr>procesador monociclo: simulación</vt:lpstr>
      <vt:lpstr>procesador monociclo: simulación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2023-10-19T11:31:22Z</dcterms:created>
  <dcterms:modified xsi:type="dcterms:W3CDTF">2026-03-24T11:32:20Z</dcterms:modified>
</cp:coreProperties>
</file>